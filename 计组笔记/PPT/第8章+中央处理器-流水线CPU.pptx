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 id="2147483650" r:id="rId3"/>
  </p:sldMasterIdLst>
  <p:notesMasterIdLst>
    <p:notesMasterId r:id="rId110"/>
  </p:notesMasterIdLst>
  <p:handoutMasterIdLst>
    <p:handoutMasterId r:id="rId111"/>
  </p:handoutMasterIdLst>
  <p:sldIdLst>
    <p:sldId id="466" r:id="rId4"/>
    <p:sldId id="325" r:id="rId5"/>
    <p:sldId id="555" r:id="rId6"/>
    <p:sldId id="305" r:id="rId7"/>
    <p:sldId id="556" r:id="rId8"/>
    <p:sldId id="467" r:id="rId9"/>
    <p:sldId id="328" r:id="rId10"/>
    <p:sldId id="327" r:id="rId11"/>
    <p:sldId id="329" r:id="rId12"/>
    <p:sldId id="557" r:id="rId13"/>
    <p:sldId id="558" r:id="rId14"/>
    <p:sldId id="559" r:id="rId15"/>
    <p:sldId id="270" r:id="rId16"/>
    <p:sldId id="560" r:id="rId17"/>
    <p:sldId id="561" r:id="rId18"/>
    <p:sldId id="562" r:id="rId19"/>
    <p:sldId id="563" r:id="rId20"/>
    <p:sldId id="564" r:id="rId21"/>
    <p:sldId id="469" r:id="rId22"/>
    <p:sldId id="565" r:id="rId23"/>
    <p:sldId id="276" r:id="rId24"/>
    <p:sldId id="566" r:id="rId25"/>
    <p:sldId id="567" r:id="rId26"/>
    <p:sldId id="568" r:id="rId27"/>
    <p:sldId id="279" r:id="rId28"/>
    <p:sldId id="569" r:id="rId29"/>
    <p:sldId id="570" r:id="rId30"/>
    <p:sldId id="571" r:id="rId31"/>
    <p:sldId id="572" r:id="rId32"/>
    <p:sldId id="573" r:id="rId33"/>
    <p:sldId id="574" r:id="rId34"/>
    <p:sldId id="575" r:id="rId35"/>
    <p:sldId id="576" r:id="rId36"/>
    <p:sldId id="282" r:id="rId37"/>
    <p:sldId id="283" r:id="rId38"/>
    <p:sldId id="340" r:id="rId39"/>
    <p:sldId id="338" r:id="rId40"/>
    <p:sldId id="288" r:id="rId41"/>
    <p:sldId id="585" r:id="rId42"/>
    <p:sldId id="586" r:id="rId43"/>
    <p:sldId id="587" r:id="rId44"/>
    <p:sldId id="588" r:id="rId45"/>
    <p:sldId id="589" r:id="rId46"/>
    <p:sldId id="590" r:id="rId47"/>
    <p:sldId id="591" r:id="rId48"/>
    <p:sldId id="398" r:id="rId49"/>
    <p:sldId id="293" r:id="rId50"/>
    <p:sldId id="294" r:id="rId51"/>
    <p:sldId id="578" r:id="rId52"/>
    <p:sldId id="579" r:id="rId53"/>
    <p:sldId id="580" r:id="rId54"/>
    <p:sldId id="581" r:id="rId55"/>
    <p:sldId id="582" r:id="rId56"/>
    <p:sldId id="583" r:id="rId57"/>
    <p:sldId id="456" r:id="rId58"/>
    <p:sldId id="457" r:id="rId59"/>
    <p:sldId id="307" r:id="rId60"/>
    <p:sldId id="308" r:id="rId61"/>
    <p:sldId id="310" r:id="rId62"/>
    <p:sldId id="654" r:id="rId63"/>
    <p:sldId id="655" r:id="rId64"/>
    <p:sldId id="656" r:id="rId65"/>
    <p:sldId id="349" r:id="rId66"/>
    <p:sldId id="455" r:id="rId67"/>
    <p:sldId id="316" r:id="rId68"/>
    <p:sldId id="463" r:id="rId69"/>
    <p:sldId id="317" r:id="rId70"/>
    <p:sldId id="319" r:id="rId71"/>
    <p:sldId id="320" r:id="rId72"/>
    <p:sldId id="323" r:id="rId73"/>
    <p:sldId id="324" r:id="rId74"/>
    <p:sldId id="335" r:id="rId75"/>
    <p:sldId id="657" r:id="rId76"/>
    <p:sldId id="658" r:id="rId77"/>
    <p:sldId id="361" r:id="rId78"/>
    <p:sldId id="427" r:id="rId79"/>
    <p:sldId id="426" r:id="rId80"/>
    <p:sldId id="365" r:id="rId81"/>
    <p:sldId id="428" r:id="rId82"/>
    <p:sldId id="699" r:id="rId83"/>
    <p:sldId id="367" r:id="rId84"/>
    <p:sldId id="407" r:id="rId85"/>
    <p:sldId id="408" r:id="rId86"/>
    <p:sldId id="409" r:id="rId87"/>
    <p:sldId id="418" r:id="rId88"/>
    <p:sldId id="417" r:id="rId89"/>
    <p:sldId id="369" r:id="rId90"/>
    <p:sldId id="403" r:id="rId91"/>
    <p:sldId id="404" r:id="rId92"/>
    <p:sldId id="434" r:id="rId93"/>
    <p:sldId id="376" r:id="rId94"/>
    <p:sldId id="410" r:id="rId95"/>
    <p:sldId id="377" r:id="rId96"/>
    <p:sldId id="378" r:id="rId97"/>
    <p:sldId id="725" r:id="rId98"/>
    <p:sldId id="412" r:id="rId99"/>
    <p:sldId id="405" r:id="rId100"/>
    <p:sldId id="371" r:id="rId101"/>
    <p:sldId id="446" r:id="rId102"/>
    <p:sldId id="379" r:id="rId103"/>
    <p:sldId id="439" r:id="rId104"/>
    <p:sldId id="388" r:id="rId105"/>
    <p:sldId id="296" r:id="rId106"/>
    <p:sldId id="391" r:id="rId107"/>
    <p:sldId id="389" r:id="rId108"/>
    <p:sldId id="447" r:id="rId109"/>
  </p:sldIdLst>
  <p:sldSz cx="9144000" cy="6858000" type="screen4x3"/>
  <p:notesSz cx="7099300" cy="10234613"/>
  <p:kinsoku lang="zh-CN" invalStChars="、。，．・：；？！゛゜ヽヾゝゞ々ー’”）〕］｝〉》」』】°‰′″℃￠％ぁぃぅぇぉっゃゅょゎァィゥェォッャュョヮヵヶ!%),.:;?]}｡｣､･ｧｨｩｪｫｬｭｮｯｰﾞﾟ" invalEndChars="‘“（〔［｛〈《「『【￥＄$([\{｢￡"/>
  <p:defaultTextStyle>
    <a:defPPr>
      <a:defRPr lang="en-US"/>
    </a:defPPr>
    <a:lvl1pPr algn="l" rtl="0" fontAlgn="base">
      <a:spcBef>
        <a:spcPct val="0"/>
      </a:spcBef>
      <a:spcAft>
        <a:spcPct val="0"/>
      </a:spcAft>
      <a:defRPr sz="1600" b="1"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600" b="1"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600" b="1"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600" b="1"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600" b="1" kern="1200">
        <a:solidFill>
          <a:schemeClr val="tx1"/>
        </a:solidFill>
        <a:latin typeface="Times New Roman" panose="02020603050405020304" pitchFamily="18" charset="0"/>
        <a:ea typeface="+mn-ea"/>
        <a:cs typeface="+mn-cs"/>
      </a:defRPr>
    </a:lvl5pPr>
    <a:lvl6pPr marL="2286000" algn="l" defTabSz="914400" rtl="0" eaLnBrk="1" latinLnBrk="0" hangingPunct="1">
      <a:defRPr sz="1600" b="1" kern="1200">
        <a:solidFill>
          <a:schemeClr val="tx1"/>
        </a:solidFill>
        <a:latin typeface="Times New Roman" panose="02020603050405020304" pitchFamily="18" charset="0"/>
        <a:ea typeface="+mn-ea"/>
        <a:cs typeface="+mn-cs"/>
      </a:defRPr>
    </a:lvl6pPr>
    <a:lvl7pPr marL="2743200" algn="l" defTabSz="914400" rtl="0" eaLnBrk="1" latinLnBrk="0" hangingPunct="1">
      <a:defRPr sz="1600" b="1" kern="1200">
        <a:solidFill>
          <a:schemeClr val="tx1"/>
        </a:solidFill>
        <a:latin typeface="Times New Roman" panose="02020603050405020304" pitchFamily="18" charset="0"/>
        <a:ea typeface="+mn-ea"/>
        <a:cs typeface="+mn-cs"/>
      </a:defRPr>
    </a:lvl7pPr>
    <a:lvl8pPr marL="3200400" algn="l" defTabSz="914400" rtl="0" eaLnBrk="1" latinLnBrk="0" hangingPunct="1">
      <a:defRPr sz="1600" b="1" kern="1200">
        <a:solidFill>
          <a:schemeClr val="tx1"/>
        </a:solidFill>
        <a:latin typeface="Times New Roman" panose="02020603050405020304" pitchFamily="18" charset="0"/>
        <a:ea typeface="+mn-ea"/>
        <a:cs typeface="+mn-cs"/>
      </a:defRPr>
    </a:lvl8pPr>
    <a:lvl9pPr marL="3657600" algn="l" defTabSz="914400" rtl="0" eaLnBrk="1" latinLnBrk="0" hangingPunct="1">
      <a:defRPr sz="1600"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200">
          <p15:clr>
            <a:srgbClr val="A4A3A4"/>
          </p15:clr>
        </p15:guide>
        <p15:guide id="2" pos="287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ZM"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99FF"/>
    <a:srgbClr val="CC0000"/>
    <a:srgbClr val="008000"/>
    <a:srgbClr val="00B4A3"/>
    <a:srgbClr val="E67F18"/>
    <a:srgbClr val="CF922F"/>
    <a:srgbClr val="FF99CC"/>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274" autoAdjust="0"/>
    <p:restoredTop sz="91504" autoAdjust="0"/>
  </p:normalViewPr>
  <p:slideViewPr>
    <p:cSldViewPr snapToGrid="0">
      <p:cViewPr varScale="1">
        <p:scale>
          <a:sx n="66" d="100"/>
          <a:sy n="66" d="100"/>
        </p:scale>
        <p:origin x="708" y="32"/>
      </p:cViewPr>
      <p:guideLst>
        <p:guide orient="horz" pos="2200"/>
        <p:guide pos="2875"/>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2529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commentAuthors" Target="commentAuthors.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presProps" Target="presProps.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viewProps" Target="view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notesMaster" Target="notesMasters/notesMaster1.xml"/><Relationship Id="rId115"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D3F3BD5-B23E-27ED-54A7-4D9DD888DCB9}"/>
              </a:ext>
            </a:extLst>
          </p:cNvPr>
          <p:cNvSpPr>
            <a:spLocks noChangeArrowheads="1" noTextEdit="1"/>
          </p:cNvSpPr>
          <p:nvPr>
            <p:ph type="sldImg" idx="4294967295"/>
          </p:nvPr>
        </p:nvSpPr>
        <p:spPr bwMode="auto">
          <a:xfrm>
            <a:off x="990600" y="644525"/>
            <a:ext cx="5135563" cy="385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2051" name="Rectangle 3">
            <a:extLst>
              <a:ext uri="{FF2B5EF4-FFF2-40B4-BE49-F238E27FC236}">
                <a16:creationId xmlns:a16="http://schemas.microsoft.com/office/drawing/2014/main" id="{A36B99D2-C541-227E-C209-C9DC323A5CA1}"/>
              </a:ext>
            </a:extLst>
          </p:cNvPr>
          <p:cNvSpPr>
            <a:spLocks noGrp="1" noChangeArrowheads="1"/>
          </p:cNvSpPr>
          <p:nvPr>
            <p:ph type="body" sz="quarter" idx="3"/>
          </p:nvPr>
        </p:nvSpPr>
        <p:spPr bwMode="auto">
          <a:xfrm>
            <a:off x="533400" y="4651375"/>
            <a:ext cx="6118225" cy="481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277" tIns="49259" rIns="100277" bIns="49259" numCol="1" anchor="t" anchorCtr="0" compatLnSpc="1"/>
          <a:lstStyle/>
          <a:p>
            <a:pPr lvl="0"/>
            <a:r>
              <a:rPr lang="en-US" altLang="zh-CN" noProof="0"/>
              <a:t>We want this to be in font 11 and justify.</a:t>
            </a:r>
          </a:p>
        </p:txBody>
      </p:sp>
    </p:spTree>
  </p:cSld>
  <p:clrMap bg1="lt1" tx1="dk1" bg2="lt2" tx2="dk2" accent1="accent1" accent2="accent2" accent3="accent3" accent4="accent4" accent5="accent5" accent6="accent6" hlink="hlink" folHlink="folHlink"/>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2AF76949-0EDE-789F-4F8F-79E4B3A65BFC}"/>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Start X:40</a:t>
            </a:r>
          </a:p>
        </p:txBody>
      </p:sp>
      <p:sp>
        <p:nvSpPr>
          <p:cNvPr id="7170" name="Rectangle 3">
            <a:extLst>
              <a:ext uri="{FF2B5EF4-FFF2-40B4-BE49-F238E27FC236}">
                <a16:creationId xmlns:a16="http://schemas.microsoft.com/office/drawing/2014/main" id="{5F5F3229-CE2B-12CF-3318-9FE7A7187DFC}"/>
              </a:ext>
            </a:extLst>
          </p:cNvPr>
          <p:cNvSpPr>
            <a:spLocks noGrp="1" noRot="1" noChangeAspect="1" noChangeArrowheads="1" noTextEdit="1"/>
          </p:cNvSpPr>
          <p:nvPr>
            <p:ph type="sldImg" idx="429496729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8AB5F918-7BB2-E86B-1F5A-CC7FD9E52953}"/>
              </a:ext>
            </a:extLst>
          </p:cNvPr>
          <p:cNvSpPr>
            <a:spLocks noGrp="1" noChangeArrowheads="1"/>
          </p:cNvSpPr>
          <p:nvPr>
            <p:ph type="body" idx="4294967295"/>
          </p:nvPr>
        </p:nvSpPr>
        <p:spPr>
          <a:xfrm>
            <a:off x="533400" y="4094163"/>
            <a:ext cx="6118225" cy="5373687"/>
          </a:xfrm>
          <a:ln/>
          <a:extLst>
            <a:ext uri="{91240B29-F687-4F45-9708-019B960494DF}">
              <a14:hiddenLine xmlns:a14="http://schemas.microsoft.com/office/drawing/2010/main" w="12700">
                <a:solidFill>
                  <a:srgbClr val="000000"/>
                </a:solidFill>
                <a:miter lim="800000"/>
                <a:headEnd/>
                <a:tailEnd/>
              </a14:hiddenLine>
            </a:ext>
          </a:extLst>
        </p:spPr>
        <p:txBody>
          <a:bodyPr lIns="100753" tIns="49493" rIns="100753" bIns="49493">
            <a:prstTxWarp prst="textNoShape">
              <a:avLst/>
            </a:prstTxWarp>
          </a:bodyPr>
          <a:lstStyle/>
          <a:p>
            <a:r>
              <a:rPr lang="en-US" altLang="zh-CN"/>
              <a:t>Now with the clocking methodology back in your mind, we can think about how the critical path of our “abstract” datapath may look like.</a:t>
            </a:r>
          </a:p>
          <a:p>
            <a:r>
              <a:rPr lang="en-US" altLang="zh-CN"/>
              <a:t>One thing to keep in mind about the Register File and Ideal Memory (points to both Instruction and Data) is that the Clock input is a factor ONLY during the write operation.</a:t>
            </a:r>
          </a:p>
          <a:p>
            <a:r>
              <a:rPr lang="en-US" altLang="zh-CN"/>
              <a:t>For read operation, the CLK input is not a factor.  The register file and the ideal memory behave as if they are combinational logic.</a:t>
            </a:r>
          </a:p>
          <a:p>
            <a:r>
              <a:rPr lang="en-US" altLang="zh-CN"/>
              <a:t>That is you apply an address to the input, then after certain delay, which we called access time, the output is valid.</a:t>
            </a:r>
          </a:p>
          <a:p>
            <a:r>
              <a:rPr lang="en-US" altLang="zh-CN"/>
              <a:t>We will come back to these points (point to the “behave” bullets) later in this lecture.</a:t>
            </a:r>
          </a:p>
          <a:p>
            <a:r>
              <a:rPr lang="en-US" altLang="zh-CN"/>
              <a:t>But for now, let’s look at this “abstract” datapath’s critical path which occurs when the datapath tries to execute the Load instruction.</a:t>
            </a:r>
          </a:p>
          <a:p>
            <a:r>
              <a:rPr lang="en-US" altLang="zh-CN"/>
              <a:t>The time it takes to execute the load instruction are the sum of:</a:t>
            </a:r>
          </a:p>
          <a:p>
            <a:r>
              <a:rPr lang="en-US" altLang="zh-CN"/>
              <a:t>(a) The PC’s clock-to-Q time.</a:t>
            </a:r>
          </a:p>
          <a:p>
            <a:r>
              <a:rPr lang="en-US" altLang="zh-CN"/>
              <a:t>(b) The instruction memory access time.</a:t>
            </a:r>
          </a:p>
          <a:p>
            <a:r>
              <a:rPr lang="en-US" altLang="zh-CN"/>
              <a:t>(c) The time it takes to read the register file.</a:t>
            </a:r>
          </a:p>
          <a:p>
            <a:r>
              <a:rPr lang="en-US" altLang="zh-CN"/>
              <a:t>(d) The ALU delay in calculating the Data Memory Address.</a:t>
            </a:r>
          </a:p>
          <a:p>
            <a:r>
              <a:rPr lang="en-US" altLang="zh-CN"/>
              <a:t>(e) The time it takes to read the Data Memory.</a:t>
            </a:r>
          </a:p>
          <a:p>
            <a:r>
              <a:rPr lang="en-US" altLang="zh-CN"/>
              <a:t>(f) And finally, the setup time for the register file and clock skew.</a:t>
            </a:r>
          </a:p>
          <a:p>
            <a:endParaRPr lang="en-US" altLang="zh-CN"/>
          </a:p>
          <a:p>
            <a:r>
              <a:rPr lang="en-US" altLang="zh-CN"/>
              <a:t>+3 = 21 (Y:01)</a:t>
            </a:r>
          </a:p>
          <a:p>
            <a:endParaRPr lang="en-US" altLang="zh-CN"/>
          </a:p>
          <a:p>
            <a:r>
              <a:rPr lang="en-US" altLang="zh-CN"/>
              <a:t>Complement:</a:t>
            </a:r>
          </a:p>
          <a:p>
            <a:r>
              <a:rPr lang="en-US" altLang="zh-CN"/>
              <a:t>Clock skew(B-40): </a:t>
            </a:r>
          </a:p>
        </p:txBody>
      </p:sp>
      <p:sp>
        <p:nvSpPr>
          <p:cNvPr id="13314" name="Rectangle 3">
            <a:extLst>
              <a:ext uri="{FF2B5EF4-FFF2-40B4-BE49-F238E27FC236}">
                <a16:creationId xmlns:a16="http://schemas.microsoft.com/office/drawing/2014/main" id="{8798864F-5D59-E7FC-368F-AA857E569B87}"/>
              </a:ext>
            </a:extLst>
          </p:cNvPr>
          <p:cNvSpPr>
            <a:spLocks noGrp="1" noRot="1" noChangeAspect="1" noChangeArrowheads="1" noTextEdit="1"/>
          </p:cNvSpPr>
          <p:nvPr>
            <p:ph type="sldImg" idx="4294967295"/>
          </p:nvPr>
        </p:nvSpPr>
        <p:spPr>
          <a:xfrm>
            <a:off x="1427163" y="644525"/>
            <a:ext cx="4259262" cy="31940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91407E38-5989-BAC6-DFF1-BBCCD0971E61}"/>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As shown here, each of these five steps will take one clock cycle to complete.</a:t>
            </a:r>
          </a:p>
          <a:p>
            <a:r>
              <a:rPr lang="en-US" altLang="zh-CN"/>
              <a:t>And in pipeline terminology, each step is referred to as one stage of the pipeline.</a:t>
            </a:r>
          </a:p>
          <a:p>
            <a:endParaRPr lang="en-US" altLang="zh-CN"/>
          </a:p>
          <a:p>
            <a:r>
              <a:rPr lang="en-US" altLang="zh-CN"/>
              <a:t>+1 = 8 min. (X:48)</a:t>
            </a:r>
          </a:p>
        </p:txBody>
      </p:sp>
      <p:sp>
        <p:nvSpPr>
          <p:cNvPr id="15362" name="Rectangle 3">
            <a:extLst>
              <a:ext uri="{FF2B5EF4-FFF2-40B4-BE49-F238E27FC236}">
                <a16:creationId xmlns:a16="http://schemas.microsoft.com/office/drawing/2014/main" id="{5A019DD7-F669-DE33-10A4-CFB945292470}"/>
              </a:ext>
            </a:extLst>
          </p:cNvPr>
          <p:cNvSpPr>
            <a:spLocks noChangeArrowheads="1" noTextEdit="1"/>
          </p:cNvSpPr>
          <p:nvPr>
            <p:ph type="sldImg" idx="429496729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A53C142E-70C1-82AF-9499-573C58BACE25}"/>
              </a:ext>
            </a:extLst>
          </p:cNvPr>
          <p:cNvSpPr>
            <a:spLocks noGrp="1" noChangeArrowheads="1"/>
          </p:cNvSpPr>
          <p:nvPr>
            <p:ph type="body" idx="4294967295"/>
          </p:nvPr>
        </p:nvSpPr>
        <p:spPr/>
        <p:txBody>
          <a:bodyPr>
            <a:prstTxWarp prst="textNoShape">
              <a:avLst/>
            </a:prstTxWarp>
          </a:bodyPr>
          <a:lstStyle/>
          <a:p>
            <a:r>
              <a:rPr lang="en-US" altLang="zh-CN"/>
              <a:t>Well, so far so good. Let’s take a look at the R-type instructions.</a:t>
            </a:r>
          </a:p>
          <a:p>
            <a:r>
              <a:rPr lang="en-US" altLang="zh-CN"/>
              <a:t>The R-type instruction does NOT access data memory so it only takes four clock cycles, or in our new pipeline terminology, four stages to complete.</a:t>
            </a:r>
          </a:p>
          <a:p>
            <a:r>
              <a:rPr lang="en-US" altLang="zh-CN"/>
              <a:t>The Ifetch and Reg/Dec stages are identical to the Load instructions.  Well they have to be because at this point, we do not know we have a R-type instruction yet.</a:t>
            </a:r>
          </a:p>
          <a:p>
            <a:r>
              <a:rPr lang="en-US" altLang="zh-CN"/>
              <a:t>Instead of calculating the effective address during the Exec stage, the R-type instruction will use the ALU to operate on the register operands.</a:t>
            </a:r>
          </a:p>
          <a:p>
            <a:r>
              <a:rPr lang="en-US" altLang="zh-CN"/>
              <a:t>The result of this ALU operation is written back to the register file during the Wr back stage.</a:t>
            </a:r>
          </a:p>
          <a:p>
            <a:endParaRPr lang="en-US" altLang="zh-CN"/>
          </a:p>
          <a:p>
            <a:r>
              <a:rPr lang="en-US" altLang="zh-CN"/>
              <a:t>+1 = 15 min. (55)</a:t>
            </a:r>
          </a:p>
        </p:txBody>
      </p:sp>
      <p:sp>
        <p:nvSpPr>
          <p:cNvPr id="19458" name="Rectangle 3">
            <a:extLst>
              <a:ext uri="{FF2B5EF4-FFF2-40B4-BE49-F238E27FC236}">
                <a16:creationId xmlns:a16="http://schemas.microsoft.com/office/drawing/2014/main" id="{8987A726-98F7-1A1D-70F8-2EFCD90E05A0}"/>
              </a:ext>
            </a:extLst>
          </p:cNvPr>
          <p:cNvSpPr>
            <a:spLocks noChangeArrowheads="1" noTextEdit="1"/>
          </p:cNvSpPr>
          <p:nvPr>
            <p:ph type="sldImg" idx="429496729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363B30E4-81DA-0678-AD4B-7CD930F84A41}"/>
              </a:ext>
            </a:extLst>
          </p:cNvPr>
          <p:cNvSpPr>
            <a:spLocks noGrp="1" noChangeArrowheads="1"/>
          </p:cNvSpPr>
          <p:nvPr>
            <p:ph type="body" idx="4294967295"/>
          </p:nvPr>
        </p:nvSpPr>
        <p:spPr/>
        <p:txBody>
          <a:bodyPr>
            <a:prstTxWarp prst="textNoShape">
              <a:avLst/>
            </a:prstTxWarp>
          </a:bodyPr>
          <a:lstStyle/>
          <a:p>
            <a:r>
              <a:rPr lang="en-US" altLang="zh-CN"/>
              <a:t>For the load instructions, the five independent functional units in the pipeline datapath are:</a:t>
            </a:r>
          </a:p>
          <a:p>
            <a:r>
              <a:rPr lang="en-US" altLang="zh-CN"/>
              <a:t>(a) Instruction Memory for the Ifetch stage.</a:t>
            </a:r>
          </a:p>
          <a:p>
            <a:r>
              <a:rPr lang="en-US" altLang="zh-CN"/>
              <a:t>(b) Register File’s Read ports for the Reg/Decode stage.</a:t>
            </a:r>
          </a:p>
          <a:p>
            <a:r>
              <a:rPr lang="en-US" altLang="zh-CN"/>
              <a:t>(c) ALU for the Exec stage.  (d) Data memory for the Mem stage.</a:t>
            </a:r>
          </a:p>
          <a:p>
            <a:r>
              <a:rPr lang="en-US" altLang="zh-CN"/>
              <a:t>(e) And finally Register File’s write port for the Write Back stage.</a:t>
            </a:r>
          </a:p>
          <a:p>
            <a:r>
              <a:rPr lang="en-US" altLang="zh-CN"/>
              <a:t>Notice that I have treated Register File’s read and write ports as separate functional units because the register file we have allows us to read and write at the same time.</a:t>
            </a:r>
          </a:p>
          <a:p>
            <a:r>
              <a:rPr lang="en-US" altLang="zh-CN"/>
              <a:t>Notice that as soon as the 1st load finishes its Ifetch stage, it no longer needs the Instruction Memory. Consequently, the 2nd load can start using the Instruction Memory (2nd Ifetch).</a:t>
            </a:r>
          </a:p>
          <a:p>
            <a:r>
              <a:rPr lang="en-US" altLang="zh-CN"/>
              <a:t>Furthermore, since each functional unit is only used ONCE per instruction, we will not have any conflict down the pipeline (Exec-Ifet, Mem-Exec, Wr-Mem) either.</a:t>
            </a:r>
          </a:p>
          <a:p>
            <a:r>
              <a:rPr lang="en-US" altLang="zh-CN"/>
              <a:t>I will show you the interaction between instructions in the pipelined datapath later.  But for now, I want to point out the performance advantages of pipelining.</a:t>
            </a:r>
          </a:p>
          <a:p>
            <a:r>
              <a:rPr lang="en-US" altLang="zh-CN"/>
              <a:t>If these 3 load instructions are to be executed by the  multiple cycle processor, it will take 15 cycles. But with pipelining, it only takes 7 cycles. This (7 cycles), however, is not the best way to look at the performance advantages of pipelining.</a:t>
            </a:r>
          </a:p>
          <a:p>
            <a:r>
              <a:rPr lang="en-US" altLang="zh-CN"/>
              <a:t>A better way to look at this is that  we have one instruction enters the pipeline every cycle so we will have one instruction coming out of the pipeline (Wr stages) every cycle.</a:t>
            </a:r>
          </a:p>
          <a:p>
            <a:r>
              <a:rPr lang="en-US" altLang="zh-CN"/>
              <a:t>Consequently, the “effective” (or average) number of cycles per instruction is now ONE even though it takes a total of 5 cycles to complete each instruction.</a:t>
            </a:r>
          </a:p>
          <a:p>
            <a:endParaRPr lang="en-US" altLang="zh-CN"/>
          </a:p>
          <a:p>
            <a:r>
              <a:rPr lang="en-US" altLang="zh-CN"/>
              <a:t>+3 = 14 min. (X:54)</a:t>
            </a:r>
          </a:p>
        </p:txBody>
      </p:sp>
      <p:sp>
        <p:nvSpPr>
          <p:cNvPr id="21506" name="Rectangle 3">
            <a:extLst>
              <a:ext uri="{FF2B5EF4-FFF2-40B4-BE49-F238E27FC236}">
                <a16:creationId xmlns:a16="http://schemas.microsoft.com/office/drawing/2014/main" id="{66C7AF9A-2593-BBB0-DC01-E9E42994CA95}"/>
              </a:ext>
            </a:extLst>
          </p:cNvPr>
          <p:cNvSpPr>
            <a:spLocks noChangeArrowheads="1" noTextEdit="1"/>
          </p:cNvSpPr>
          <p:nvPr>
            <p:ph type="sldImg" idx="429496729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9B5FE232-47D3-3CFF-A299-02C5638C1BC4}"/>
              </a:ext>
            </a:extLst>
          </p:cNvPr>
          <p:cNvSpPr>
            <a:spLocks noGrp="1" noChangeArrowheads="1"/>
          </p:cNvSpPr>
          <p:nvPr>
            <p:ph type="body" idx="4294967295"/>
          </p:nvPr>
        </p:nvSpPr>
        <p:spPr/>
        <p:txBody>
          <a:bodyPr>
            <a:prstTxWarp prst="textNoShape">
              <a:avLst/>
            </a:prstTxWarp>
          </a:bodyPr>
          <a:lstStyle/>
          <a:p>
            <a:r>
              <a:rPr lang="en-US" altLang="zh-CN"/>
              <a:t>What happened if we try to pipeline the R-type instructions with the Load instructions?</a:t>
            </a:r>
          </a:p>
          <a:p>
            <a:r>
              <a:rPr lang="en-US" altLang="zh-CN"/>
              <a:t>Well, we have a problem here!!!</a:t>
            </a:r>
          </a:p>
          <a:p>
            <a:r>
              <a:rPr lang="en-US" altLang="zh-CN"/>
              <a:t>We end up having two instructions trying to write to the register file at the same time!</a:t>
            </a:r>
          </a:p>
          <a:p>
            <a:r>
              <a:rPr lang="en-US" altLang="zh-CN"/>
              <a:t>Why do we have this problem (the write “bubble”)?</a:t>
            </a:r>
          </a:p>
          <a:p>
            <a:r>
              <a:rPr lang="en-US" altLang="zh-CN"/>
              <a:t>Well, the reason for this problem is that there is something I forget to tell you.</a:t>
            </a:r>
          </a:p>
          <a:p>
            <a:endParaRPr lang="en-US" altLang="zh-CN"/>
          </a:p>
          <a:p>
            <a:r>
              <a:rPr lang="en-US" altLang="zh-CN"/>
              <a:t>+1 = 16 min. (X:56)</a:t>
            </a:r>
          </a:p>
        </p:txBody>
      </p:sp>
      <p:sp>
        <p:nvSpPr>
          <p:cNvPr id="23554" name="Rectangle 3">
            <a:extLst>
              <a:ext uri="{FF2B5EF4-FFF2-40B4-BE49-F238E27FC236}">
                <a16:creationId xmlns:a16="http://schemas.microsoft.com/office/drawing/2014/main" id="{62ACC9A9-2F4A-4C01-4F8F-D9C2A3F7B57F}"/>
              </a:ext>
            </a:extLst>
          </p:cNvPr>
          <p:cNvSpPr>
            <a:spLocks noChangeArrowheads="1" noTextEdit="1"/>
          </p:cNvSpPr>
          <p:nvPr>
            <p:ph type="sldImg" idx="429496729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AE9B98BA-D527-4F4B-EF32-EF105BB0C308}"/>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Well one thing we can do is to add a “Nop” stage to the R-type instruction pipeline to delay its register file write by one cycle.</a:t>
            </a:r>
          </a:p>
          <a:p>
            <a:r>
              <a:rPr lang="en-US" altLang="zh-CN"/>
              <a:t>Now the R-type instruction ALSO uses the register file’s witer port at its 5th stage so we eliminate the write conflict with the load instruction.</a:t>
            </a:r>
          </a:p>
          <a:p>
            <a:r>
              <a:rPr lang="en-US" altLang="zh-CN"/>
              <a:t>This is a much simpler solution as far as the control logic is concerned. As far as performance is concerned, we also gets back to having one instruction completes per cycle.</a:t>
            </a:r>
          </a:p>
          <a:p>
            <a:r>
              <a:rPr lang="en-US" altLang="zh-CN"/>
              <a:t>This is kind of like promoting socialism: by making each individual R-type instruction takes 5 cycles instead of 4 cycles to finish, our overall performance is actually better off.</a:t>
            </a:r>
          </a:p>
          <a:p>
            <a:r>
              <a:rPr lang="en-US" altLang="zh-CN"/>
              <a:t>The reason for this higher performance is that we end up having  a more efficient pipeline.</a:t>
            </a:r>
          </a:p>
          <a:p>
            <a:endParaRPr lang="en-US" altLang="zh-CN"/>
          </a:p>
          <a:p>
            <a:r>
              <a:rPr lang="en-US" altLang="zh-CN"/>
              <a:t>+1 = 20 min. (Y:00) </a:t>
            </a:r>
          </a:p>
        </p:txBody>
      </p:sp>
      <p:sp>
        <p:nvSpPr>
          <p:cNvPr id="25602" name="Rectangle 3">
            <a:extLst>
              <a:ext uri="{FF2B5EF4-FFF2-40B4-BE49-F238E27FC236}">
                <a16:creationId xmlns:a16="http://schemas.microsoft.com/office/drawing/2014/main" id="{B23DA21B-5D3A-46CC-E7FA-2ACDE8E5E8B7}"/>
              </a:ext>
            </a:extLst>
          </p:cNvPr>
          <p:cNvSpPr>
            <a:spLocks noChangeArrowheads="1" noTextEdit="1"/>
          </p:cNvSpPr>
          <p:nvPr>
            <p:ph type="sldImg" idx="429496729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AA0130A-B19E-45DD-D3E9-9D7467A0B5E9}"/>
              </a:ext>
            </a:extLst>
          </p:cNvPr>
          <p:cNvSpPr>
            <a:spLocks noGrp="1" noChangeArrowheads="1"/>
          </p:cNvSpPr>
          <p:nvPr>
            <p:ph type="body" idx="4294967295"/>
          </p:nvPr>
        </p:nvSpPr>
        <p:spPr/>
        <p:txBody>
          <a:bodyPr>
            <a:prstTxWarp prst="textNoShape">
              <a:avLst/>
            </a:prstTxWarp>
          </a:bodyPr>
          <a:lstStyle/>
          <a:p>
            <a:r>
              <a:rPr lang="en-US" altLang="zh-CN"/>
              <a:t>Let’s continue our lecture by looking at the store instruction.</a:t>
            </a:r>
          </a:p>
          <a:p>
            <a:r>
              <a:rPr lang="en-US" altLang="zh-CN"/>
              <a:t>Once again, the Ifetch and Reg/Decode stages are the same as all other instructions.</a:t>
            </a:r>
          </a:p>
          <a:p>
            <a:r>
              <a:rPr lang="en-US" altLang="zh-CN"/>
              <a:t>The Exec stage of the store instruction  calculates the memory address.</a:t>
            </a:r>
          </a:p>
          <a:p>
            <a:r>
              <a:rPr lang="en-US" altLang="zh-CN"/>
              <a:t>Once the address is calculated, the store instruction will write the data it read from the register file back at the Reg/Decode stage into the data memory  during the Mem stage.</a:t>
            </a:r>
          </a:p>
          <a:p>
            <a:r>
              <a:rPr lang="en-US" altLang="zh-CN"/>
              <a:t>Notice that unlike the load instruction which takes five cycles to accomplish its task, the Store instruction only takes four cycles or  four pipe stages.</a:t>
            </a:r>
          </a:p>
          <a:p>
            <a:r>
              <a:rPr lang="en-US" altLang="zh-CN"/>
              <a:t>In order to keep our pipeline diagram looks more uniform, however, we will keep the Wr stage for the store instruction in the pipeline diagram.</a:t>
            </a:r>
          </a:p>
          <a:p>
            <a:r>
              <a:rPr lang="en-US" altLang="zh-CN"/>
              <a:t>But keep in mind that as far as the pipelined control and pipelined datapath are concerned, the store instruction requires NOTHING to be done once it finishes its Mem stage.</a:t>
            </a:r>
          </a:p>
          <a:p>
            <a:endParaRPr lang="en-US" altLang="zh-CN"/>
          </a:p>
          <a:p>
            <a:r>
              <a:rPr lang="en-US" altLang="zh-CN"/>
              <a:t>+2 = 27 min. (Y:07)</a:t>
            </a:r>
          </a:p>
          <a:p>
            <a:endParaRPr lang="zh-CN" altLang="en-US"/>
          </a:p>
        </p:txBody>
      </p:sp>
      <p:sp>
        <p:nvSpPr>
          <p:cNvPr id="27650" name="Rectangle 3">
            <a:extLst>
              <a:ext uri="{FF2B5EF4-FFF2-40B4-BE49-F238E27FC236}">
                <a16:creationId xmlns:a16="http://schemas.microsoft.com/office/drawing/2014/main" id="{600508B1-7B77-6A14-50DB-265FAA4F0F2B}"/>
              </a:ext>
            </a:extLst>
          </p:cNvPr>
          <p:cNvSpPr>
            <a:spLocks noChangeArrowheads="1" noTextEdit="1"/>
          </p:cNvSpPr>
          <p:nvPr>
            <p:ph type="sldImg" idx="429496729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FE5737AD-9DD8-CE62-8B1D-8A399DA64211}"/>
              </a:ext>
            </a:extLst>
          </p:cNvPr>
          <p:cNvSpPr>
            <a:spLocks noGrp="1" noChangeArrowheads="1"/>
          </p:cNvSpPr>
          <p:nvPr>
            <p:ph type="body" idx="4294967295"/>
          </p:nvPr>
        </p:nvSpPr>
        <p:spPr/>
        <p:txBody>
          <a:bodyPr>
            <a:prstTxWarp prst="textNoShape">
              <a:avLst/>
            </a:prstTxWarp>
          </a:bodyPr>
          <a:lstStyle/>
          <a:p>
            <a:r>
              <a:rPr lang="en-US" altLang="zh-CN"/>
              <a:t>Well one thing we can do is to add a “Nop” stage to the R-type instruction pipeline to delay its register file write by one cycle.</a:t>
            </a:r>
          </a:p>
          <a:p>
            <a:r>
              <a:rPr lang="en-US" altLang="zh-CN"/>
              <a:t>Now the R-type instruction ALSO uses the register file’s witer port at its 5th stage so we eliminate the write conflict with the load instruction.</a:t>
            </a:r>
          </a:p>
          <a:p>
            <a:r>
              <a:rPr lang="en-US" altLang="zh-CN"/>
              <a:t>This is a much simpler solution as far as the control logic is concerned. As far as performance is concerned, we also gets back to having one instruction completes per cycle.</a:t>
            </a:r>
          </a:p>
          <a:p>
            <a:r>
              <a:rPr lang="en-US" altLang="zh-CN"/>
              <a:t>This is kind of like promoting socialism: by making each individual R-type instruction takes 5 cycles instead of 4 cycles to finish, our overall performance is actually better off.</a:t>
            </a:r>
          </a:p>
          <a:p>
            <a:r>
              <a:rPr lang="en-US" altLang="zh-CN"/>
              <a:t>The reason for this higher performance is that we end up having  a more efficient pipeline.</a:t>
            </a:r>
          </a:p>
          <a:p>
            <a:endParaRPr lang="en-US" altLang="zh-CN"/>
          </a:p>
          <a:p>
            <a:r>
              <a:rPr lang="en-US" altLang="zh-CN"/>
              <a:t>+1 = 20 min. (Y:00) </a:t>
            </a:r>
          </a:p>
        </p:txBody>
      </p:sp>
      <p:sp>
        <p:nvSpPr>
          <p:cNvPr id="29698" name="Rectangle 3">
            <a:extLst>
              <a:ext uri="{FF2B5EF4-FFF2-40B4-BE49-F238E27FC236}">
                <a16:creationId xmlns:a16="http://schemas.microsoft.com/office/drawing/2014/main" id="{6C29D52C-519C-AE8B-9FB1-EF3A2D32E0E3}"/>
              </a:ext>
            </a:extLst>
          </p:cNvPr>
          <p:cNvSpPr>
            <a:spLocks noChangeArrowheads="1" noTextEdit="1"/>
          </p:cNvSpPr>
          <p:nvPr>
            <p:ph type="sldImg" idx="429496729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80391E6B-C6BF-8CBB-9678-F6AB84683925}"/>
              </a:ext>
            </a:extLst>
          </p:cNvPr>
          <p:cNvSpPr>
            <a:spLocks noGrp="1" noChangeArrowheads="1"/>
          </p:cNvSpPr>
          <p:nvPr>
            <p:ph type="body" idx="4294967295"/>
          </p:nvPr>
        </p:nvSpPr>
        <p:spPr/>
        <p:txBody>
          <a:bodyPr>
            <a:prstTxWarp prst="textNoShape">
              <a:avLst/>
            </a:prstTxWarp>
          </a:bodyPr>
          <a:lstStyle/>
          <a:p>
            <a:r>
              <a:rPr lang="en-US" altLang="zh-CN"/>
              <a:t>Well one thing we can do is to add a “Nop” stage to the R-type instruction pipeline to delay its register file write by one cycle.</a:t>
            </a:r>
          </a:p>
          <a:p>
            <a:r>
              <a:rPr lang="en-US" altLang="zh-CN"/>
              <a:t>Now the R-type instruction ALSO uses the register file’s witer port at its 5th stage so we eliminate the write conflict with the load instruction.</a:t>
            </a:r>
          </a:p>
          <a:p>
            <a:r>
              <a:rPr lang="en-US" altLang="zh-CN"/>
              <a:t>This is a much simpler solution as far as the control logic is concerned. As far as performance is concerned, we also gets back to having one instruction completes per cycle.</a:t>
            </a:r>
          </a:p>
          <a:p>
            <a:r>
              <a:rPr lang="en-US" altLang="zh-CN"/>
              <a:t>This is kind of like promoting socialism: by making each individual R-type instruction takes 5 cycles instead of 4 cycles to finish, our overall performance is actually better off.</a:t>
            </a:r>
          </a:p>
          <a:p>
            <a:r>
              <a:rPr lang="en-US" altLang="zh-CN"/>
              <a:t>The reason for this higher performance is that we end up having  a more efficient pipeline.</a:t>
            </a:r>
          </a:p>
          <a:p>
            <a:endParaRPr lang="en-US" altLang="zh-CN"/>
          </a:p>
          <a:p>
            <a:r>
              <a:rPr lang="en-US" altLang="zh-CN"/>
              <a:t>+1 = 20 min. (Y:00) </a:t>
            </a:r>
          </a:p>
        </p:txBody>
      </p:sp>
      <p:sp>
        <p:nvSpPr>
          <p:cNvPr id="31746" name="Rectangle 3">
            <a:extLst>
              <a:ext uri="{FF2B5EF4-FFF2-40B4-BE49-F238E27FC236}">
                <a16:creationId xmlns:a16="http://schemas.microsoft.com/office/drawing/2014/main" id="{03717871-8ABD-581A-5411-5B8879A1D5AA}"/>
              </a:ext>
            </a:extLst>
          </p:cNvPr>
          <p:cNvSpPr>
            <a:spLocks noChangeArrowheads="1" noTextEdit="1"/>
          </p:cNvSpPr>
          <p:nvPr>
            <p:ph type="sldImg" idx="429496729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2AB1A678-E4DD-E30A-3293-F2273D9C1998}"/>
              </a:ext>
            </a:extLst>
          </p:cNvPr>
          <p:cNvSpPr>
            <a:spLocks noGrp="1" noChangeArrowheads="1"/>
          </p:cNvSpPr>
          <p:nvPr>
            <p:ph type="body" idx="4294967295"/>
          </p:nvPr>
        </p:nvSpPr>
        <p:spPr/>
        <p:txBody>
          <a:bodyPr>
            <a:prstTxWarp prst="textNoShape">
              <a:avLst/>
            </a:prstTxWarp>
          </a:bodyPr>
          <a:lstStyle/>
          <a:p>
            <a:r>
              <a:rPr lang="en-US" altLang="zh-CN"/>
              <a:t>Well similar to the store instruction, the branch instruction only consists of four pipe stages.</a:t>
            </a:r>
          </a:p>
          <a:p>
            <a:r>
              <a:rPr lang="en-US" altLang="zh-CN"/>
              <a:t>Ifetch and Reg/decode are the same as all other instructions because we do not know what instruction we have at this point.  We have not finish decoding the instruction yet.</a:t>
            </a:r>
          </a:p>
          <a:p>
            <a:r>
              <a:rPr lang="en-US" altLang="zh-CN"/>
              <a:t>During the Execute stage of the pipeline, the BEQ instruction will use the ALU to compare the two register operands it fetched during the Reg/Dec stage.</a:t>
            </a:r>
          </a:p>
          <a:p>
            <a:r>
              <a:rPr lang="en-US" altLang="zh-CN"/>
              <a:t>At the same time, a separate adder is used to calculate the branch target address.</a:t>
            </a:r>
          </a:p>
          <a:p>
            <a:endParaRPr lang="en-US" altLang="zh-CN" b="1"/>
          </a:p>
          <a:p>
            <a:r>
              <a:rPr lang="en-US" altLang="zh-CN" b="1"/>
              <a:t>This is difference from M-cycle processor where target address is calculated by ALU but at the 2</a:t>
            </a:r>
            <a:r>
              <a:rPr lang="en-US" altLang="zh-CN" b="1" baseline="30000"/>
              <a:t>nd</a:t>
            </a:r>
            <a:r>
              <a:rPr lang="en-US" altLang="zh-CN" b="1"/>
              <a:t> cycle.</a:t>
            </a:r>
          </a:p>
          <a:p>
            <a:endParaRPr lang="en-US" altLang="zh-CN" b="1"/>
          </a:p>
          <a:p>
            <a:r>
              <a:rPr lang="en-US" altLang="zh-CN"/>
              <a:t>If the registers we compared during the Execute stage (point to the last bullet) have the same value, the branch is taken.</a:t>
            </a:r>
          </a:p>
          <a:p>
            <a:r>
              <a:rPr lang="en-US" altLang="zh-CN"/>
              <a:t>That is, the branch target address we calculated earlier (last bullet) will be written into the Program Counter.</a:t>
            </a:r>
          </a:p>
          <a:p>
            <a:r>
              <a:rPr lang="en-US" altLang="zh-CN"/>
              <a:t>Once again, similar to the Store instruction, the BEQ instruction will require NEITHER  the pipelined control nor  the pipelined datapath to do ANY thing once it finishes its Mem stage.</a:t>
            </a:r>
          </a:p>
          <a:p>
            <a:r>
              <a:rPr lang="en-US" altLang="zh-CN"/>
              <a:t>With all these talk about pipelined datapath and pipelined control, let’s take a look at how the pipelined  datapath looks like.</a:t>
            </a:r>
          </a:p>
          <a:p>
            <a:endParaRPr lang="en-US" altLang="zh-CN"/>
          </a:p>
          <a:p>
            <a:r>
              <a:rPr lang="en-US" altLang="zh-CN"/>
              <a:t>+2 = 29 min. (Y:09)</a:t>
            </a:r>
          </a:p>
          <a:p>
            <a:endParaRPr lang="en-US" altLang="zh-CN"/>
          </a:p>
          <a:p>
            <a:r>
              <a:rPr lang="en-US" altLang="zh-CN"/>
              <a:t>  </a:t>
            </a:r>
          </a:p>
        </p:txBody>
      </p:sp>
      <p:sp>
        <p:nvSpPr>
          <p:cNvPr id="33794" name="Rectangle 3">
            <a:extLst>
              <a:ext uri="{FF2B5EF4-FFF2-40B4-BE49-F238E27FC236}">
                <a16:creationId xmlns:a16="http://schemas.microsoft.com/office/drawing/2014/main" id="{75C0BEB9-A5D4-E523-9CEA-F81FC4052C7A}"/>
              </a:ext>
            </a:extLst>
          </p:cNvPr>
          <p:cNvSpPr>
            <a:spLocks noChangeArrowheads="1" noTextEdit="1"/>
          </p:cNvSpPr>
          <p:nvPr>
            <p:ph type="sldImg" idx="429496729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9F6CD885-BA1D-E191-CE27-068209C1C07A}"/>
              </a:ext>
            </a:extLst>
          </p:cNvPr>
          <p:cNvSpPr>
            <a:spLocks noGrp="1" noChangeArrowheads="1"/>
          </p:cNvSpPr>
          <p:nvPr>
            <p:ph type="body" idx="4294967295"/>
          </p:nvPr>
        </p:nvSpPr>
        <p:spPr/>
        <p:txBody>
          <a:bodyPr>
            <a:prstTxWarp prst="textNoShape">
              <a:avLst/>
            </a:prstTxWarp>
          </a:bodyPr>
          <a:lstStyle/>
          <a:p>
            <a:r>
              <a:rPr lang="en-US" altLang="zh-CN"/>
              <a:t>Well similar to the store instruction, the branch instruction only consists of four pipe stages.</a:t>
            </a:r>
          </a:p>
          <a:p>
            <a:r>
              <a:rPr lang="en-US" altLang="zh-CN"/>
              <a:t>Ifetch and Reg/decode are the same as all other instructions because we do not know what instruction we have at this point.  We have not finish decoding the instruction yet.</a:t>
            </a:r>
          </a:p>
          <a:p>
            <a:r>
              <a:rPr lang="en-US" altLang="zh-CN"/>
              <a:t>During the Execute stage of the pipeline, the BEQ instruction will use the ALU to compare the two register operands it fetched during the Reg/Dec stage.</a:t>
            </a:r>
          </a:p>
          <a:p>
            <a:r>
              <a:rPr lang="en-US" altLang="zh-CN"/>
              <a:t>At the same time, a separate adder is used to calculate the branch target address.</a:t>
            </a:r>
          </a:p>
          <a:p>
            <a:endParaRPr lang="en-US" altLang="zh-CN" b="1"/>
          </a:p>
          <a:p>
            <a:r>
              <a:rPr lang="en-US" altLang="zh-CN" b="1"/>
              <a:t>This is difference from M-cycle processor where target address is calculated by ALU but at the 2</a:t>
            </a:r>
            <a:r>
              <a:rPr lang="en-US" altLang="zh-CN" b="1" baseline="30000"/>
              <a:t>nd</a:t>
            </a:r>
            <a:r>
              <a:rPr lang="en-US" altLang="zh-CN" b="1"/>
              <a:t> cycle.</a:t>
            </a:r>
          </a:p>
          <a:p>
            <a:endParaRPr lang="en-US" altLang="zh-CN" b="1"/>
          </a:p>
          <a:p>
            <a:r>
              <a:rPr lang="en-US" altLang="zh-CN"/>
              <a:t>If the registers we compared during the Execute stage (point to the last bullet) have the same value, the branch is taken.</a:t>
            </a:r>
          </a:p>
          <a:p>
            <a:r>
              <a:rPr lang="en-US" altLang="zh-CN"/>
              <a:t>That is, the branch target address we calculated earlier (last bullet) will be written into the Program Counter.</a:t>
            </a:r>
          </a:p>
          <a:p>
            <a:r>
              <a:rPr lang="en-US" altLang="zh-CN"/>
              <a:t>Once again, similar to the Store instruction, the BEQ instruction will require NEITHER  the pipelined control nor  the pipelined datapath to do ANY thing once it finishes its Mem stage.</a:t>
            </a:r>
          </a:p>
          <a:p>
            <a:r>
              <a:rPr lang="en-US" altLang="zh-CN"/>
              <a:t>With all these talk about pipelined datapath and pipelined control, let’s take a look at how the pipelined  datapath looks like.</a:t>
            </a:r>
          </a:p>
          <a:p>
            <a:endParaRPr lang="en-US" altLang="zh-CN"/>
          </a:p>
          <a:p>
            <a:r>
              <a:rPr lang="en-US" altLang="zh-CN"/>
              <a:t>+2 = 29 min. (Y:09)</a:t>
            </a:r>
          </a:p>
          <a:p>
            <a:endParaRPr lang="en-US" altLang="zh-CN"/>
          </a:p>
          <a:p>
            <a:r>
              <a:rPr lang="en-US" altLang="zh-CN"/>
              <a:t>  </a:t>
            </a:r>
          </a:p>
        </p:txBody>
      </p:sp>
      <p:sp>
        <p:nvSpPr>
          <p:cNvPr id="35842" name="Rectangle 3">
            <a:extLst>
              <a:ext uri="{FF2B5EF4-FFF2-40B4-BE49-F238E27FC236}">
                <a16:creationId xmlns:a16="http://schemas.microsoft.com/office/drawing/2014/main" id="{E4F99C25-B6F8-36FA-33E4-46ED487A968F}"/>
              </a:ext>
            </a:extLst>
          </p:cNvPr>
          <p:cNvSpPr>
            <a:spLocks noChangeArrowheads="1" noTextEdit="1"/>
          </p:cNvSpPr>
          <p:nvPr>
            <p:ph type="sldImg" idx="429496729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58FC6704-C6C4-4997-4B42-F2702CBB94F2}"/>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The pipelined datapath consists of combination logic blocks separated by pipeline registers. If you get rid of all these registers (not the PC), this pipelined datapath is reduced to the single-cycle datapath.</a:t>
            </a:r>
          </a:p>
          <a:p>
            <a:r>
              <a:rPr lang="en-US" altLang="zh-CN"/>
              <a:t>This should give you extra incentive to do a good job on your single cycle processor design homework because you can build your pipeline design based on your single cycle design.</a:t>
            </a:r>
          </a:p>
          <a:p>
            <a:r>
              <a:rPr lang="en-US" altLang="zh-CN"/>
              <a:t>Anyway, the registers mark the beginning and the end of a pipe stage.</a:t>
            </a:r>
          </a:p>
          <a:p>
            <a:r>
              <a:rPr lang="en-US" altLang="zh-CN"/>
              <a:t>In the multiple clock cycle lecture, I recommended that the best way to think about a logic clock cycle is that it begins slightly after the clock tick and ends right at the next clock tick.</a:t>
            </a:r>
          </a:p>
          <a:p>
            <a:r>
              <a:rPr lang="en-US" altLang="zh-CN"/>
              <a:t>For example here, the Reg/Decode stage begins slightly after this clock tick when the output of the IF/ID register has  stabilized to its new value AND ends RIGHT at the next clock tick when the output of the register file is clocked into the ID/Exec register.</a:t>
            </a:r>
          </a:p>
          <a:p>
            <a:r>
              <a:rPr lang="en-US" altLang="zh-CN"/>
              <a:t>At the end of the Reg/Decode stage, the register output that just clocked into the ID/Exec register has NOT yet propagate to the register output yet.  It takes a Clk-to-Q delay.</a:t>
            </a:r>
          </a:p>
          <a:p>
            <a:r>
              <a:rPr lang="en-US" altLang="zh-CN"/>
              <a:t>When the new value we just clocked in (points to the clock tick) has propagate to the register output, then we have reach the beginning of the Exec stage.</a:t>
            </a:r>
          </a:p>
          <a:p>
            <a:r>
              <a:rPr lang="en-US" altLang="zh-CN"/>
              <a:t>Notice that the Wr stage of the pipeline starts here (last cycle) but there is no corresponding datapath underneath it because the Wr stage of the pipeline is handled by the same part of the pipeline that handles the Register Read stage.</a:t>
            </a:r>
          </a:p>
          <a:p>
            <a:r>
              <a:rPr lang="en-US" altLang="zh-CN"/>
              <a:t>This part of the datapath (Reg File) is the only part that is used by more than one stage of the pipeline. This is OK because the register file has independent Read and Write ports.</a:t>
            </a:r>
          </a:p>
          <a:p>
            <a:r>
              <a:rPr lang="en-US" altLang="zh-CN"/>
              <a:t>More specifically, the Reg/Decode stage of the pipeline uses the register file’s read port while the Write Back stage of the pipeline uses the register file’s write port.</a:t>
            </a:r>
          </a:p>
          <a:p>
            <a:endParaRPr lang="en-US" altLang="zh-CN"/>
          </a:p>
          <a:p>
            <a:r>
              <a:rPr lang="en-US" altLang="zh-CN"/>
              <a:t>+3 = 32 min. (Y:12) </a:t>
            </a:r>
            <a:endParaRPr lang="en-US" altLang="zh-CN" b="1"/>
          </a:p>
        </p:txBody>
      </p:sp>
      <p:sp>
        <p:nvSpPr>
          <p:cNvPr id="37890" name="Rectangle 3">
            <a:extLst>
              <a:ext uri="{FF2B5EF4-FFF2-40B4-BE49-F238E27FC236}">
                <a16:creationId xmlns:a16="http://schemas.microsoft.com/office/drawing/2014/main" id="{8EE5A85B-18A1-8364-3026-BE02E6E0AC13}"/>
              </a:ext>
            </a:extLst>
          </p:cNvPr>
          <p:cNvSpPr>
            <a:spLocks noChangeArrowheads="1" noTextEdit="1"/>
          </p:cNvSpPr>
          <p:nvPr>
            <p:ph type="sldImg" idx="429496729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266BCAA1-DB44-BE17-9C2D-88BF950EA80A}"/>
              </a:ext>
            </a:extLst>
          </p:cNvPr>
          <p:cNvSpPr>
            <a:spLocks noGrp="1" noChangeArrowheads="1"/>
          </p:cNvSpPr>
          <p:nvPr>
            <p:ph type="body" idx="4294967295"/>
          </p:nvPr>
        </p:nvSpPr>
        <p:spPr/>
        <p:txBody>
          <a:bodyPr>
            <a:prstTxWarp prst="textNoShape">
              <a:avLst/>
            </a:prstTxWarp>
          </a:bodyPr>
          <a:lstStyle/>
          <a:p>
            <a:r>
              <a:rPr lang="en-US" altLang="zh-CN"/>
              <a:t>The pipelined datapath consists of combination logic blocks separated by pipeline registers. If you get rid of all these registers (not the PC), this pipelined datapath is reduced to the single-cycle datapath.</a:t>
            </a:r>
          </a:p>
          <a:p>
            <a:r>
              <a:rPr lang="en-US" altLang="zh-CN"/>
              <a:t>This should give you extra incentive to do a good job on your single cycle processor design homework because you can build your pipeline design based on your single cycle design.</a:t>
            </a:r>
          </a:p>
          <a:p>
            <a:r>
              <a:rPr lang="en-US" altLang="zh-CN"/>
              <a:t>Anyway, the registers mark the beginning and the end of a pipe stage.</a:t>
            </a:r>
          </a:p>
          <a:p>
            <a:r>
              <a:rPr lang="en-US" altLang="zh-CN"/>
              <a:t>In the multiple clock cycle lecture, I recommended that the best way to think about a logic clock cycle is that it begins slightly after the clock tick and ends right at the next clock tick.</a:t>
            </a:r>
          </a:p>
          <a:p>
            <a:r>
              <a:rPr lang="en-US" altLang="zh-CN"/>
              <a:t>For example here, the Reg/Decode stage begins slightly after this clock tick when the output of the IF/ID register has  stabilized to its new value AND ends RIGHT at the next clock tick when the output of the register file is clocked into the ID/Exec register.</a:t>
            </a:r>
          </a:p>
          <a:p>
            <a:r>
              <a:rPr lang="en-US" altLang="zh-CN"/>
              <a:t>At the end of the Reg/Decode stage, the register output that just clocked into the ID/Exec register has NOT yet propagate to the register output yet.  It takes a Clk-to-Q delay.</a:t>
            </a:r>
          </a:p>
          <a:p>
            <a:r>
              <a:rPr lang="en-US" altLang="zh-CN"/>
              <a:t>When the new value we just clocked in (points to the clock tick) has propagate to the register output, then we have reach the beginning of the Exec stage.</a:t>
            </a:r>
          </a:p>
          <a:p>
            <a:r>
              <a:rPr lang="en-US" altLang="zh-CN"/>
              <a:t>Notice that the Wr stage of the pipeline starts here (last cycle) but there is no corresponding datapath underneath it because the Wr stage of the pipeline is handled by the same part of the pipeline that handles the Register Read stage.</a:t>
            </a:r>
          </a:p>
          <a:p>
            <a:r>
              <a:rPr lang="en-US" altLang="zh-CN"/>
              <a:t>This part of the datapath (Reg File) is the only part that is used by more than one stage of the pipeline. This is OK because the register file has independent Read and Write ports.</a:t>
            </a:r>
          </a:p>
          <a:p>
            <a:r>
              <a:rPr lang="en-US" altLang="zh-CN"/>
              <a:t>More specifically, the Reg/Decode stage of the pipeline uses the register file’s read port while the Write Back stage of the pipeline uses the register file’s write port.</a:t>
            </a:r>
          </a:p>
          <a:p>
            <a:endParaRPr lang="en-US" altLang="zh-CN"/>
          </a:p>
          <a:p>
            <a:r>
              <a:rPr lang="en-US" altLang="zh-CN"/>
              <a:t>+3 = 32 min. (Y:12) </a:t>
            </a:r>
            <a:endParaRPr lang="en-US" altLang="zh-CN" b="1"/>
          </a:p>
        </p:txBody>
      </p:sp>
      <p:sp>
        <p:nvSpPr>
          <p:cNvPr id="39938" name="Rectangle 3">
            <a:extLst>
              <a:ext uri="{FF2B5EF4-FFF2-40B4-BE49-F238E27FC236}">
                <a16:creationId xmlns:a16="http://schemas.microsoft.com/office/drawing/2014/main" id="{0F83CAAD-1CEF-0120-6116-22B3A75B4097}"/>
              </a:ext>
            </a:extLst>
          </p:cNvPr>
          <p:cNvSpPr>
            <a:spLocks noChangeArrowheads="1" noTextEdit="1"/>
          </p:cNvSpPr>
          <p:nvPr>
            <p:ph type="sldImg" idx="429496729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A4B1470A-C925-CB80-ECA3-4B3C16B60274}"/>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Let’s assume the Load instruction we are following is in memory location TEN, 10.</a:t>
            </a:r>
          </a:p>
          <a:p>
            <a:r>
              <a:rPr lang="en-US" altLang="zh-CN"/>
              <a:t>So the Ifetch stage begins shortly after the first clock tick when the value 10 appears on the Program Counter register output.</a:t>
            </a:r>
          </a:p>
          <a:p>
            <a:r>
              <a:rPr lang="en-US" altLang="zh-CN"/>
              <a:t>This is used as the address to access the Instruction Memory and at the same time it is fed to the adder so it can be increment by four.</a:t>
            </a:r>
          </a:p>
          <a:p>
            <a:r>
              <a:rPr lang="en-US" altLang="zh-CN"/>
              <a:t>At the end of the Ifetch stage, this clock tick will  clock the output of the instruction memory, which is the Load instruction,  into the If/ID pipeline register.</a:t>
            </a:r>
          </a:p>
          <a:p>
            <a:r>
              <a:rPr lang="en-US" altLang="zh-CN"/>
              <a:t>As the same time, the PC plus 4 value, that is 14 in this case, will be clocked into the PC.</a:t>
            </a:r>
          </a:p>
          <a:p>
            <a:r>
              <a:rPr lang="en-US" altLang="zh-CN"/>
              <a:t>Notice that the picture here shows the stage of the pipeline at the END of the Ifetch stage (you are here) so the number 14, even though is already latched into the register, will not  appear at the PC output until Clk-to-Q time later.</a:t>
            </a:r>
          </a:p>
          <a:p>
            <a:r>
              <a:rPr lang="en-US" altLang="zh-CN"/>
              <a:t>Similarly, the load instruction we just clocked into the IF/ID register will NOT appear at the register output  until a Clk-toQ delay after this clock.</a:t>
            </a:r>
          </a:p>
          <a:p>
            <a:r>
              <a:rPr lang="en-US" altLang="zh-CN"/>
              <a:t>And when it appears at the IF/iD  register output, we will be in the Reg/Decode stage. </a:t>
            </a:r>
          </a:p>
          <a:p>
            <a:endParaRPr lang="en-US" altLang="zh-CN"/>
          </a:p>
          <a:p>
            <a:r>
              <a:rPr lang="en-US" altLang="zh-CN"/>
              <a:t>+2 = 35 min. (Y:15)</a:t>
            </a:r>
          </a:p>
        </p:txBody>
      </p:sp>
      <p:sp>
        <p:nvSpPr>
          <p:cNvPr id="41986" name="Rectangle 3">
            <a:extLst>
              <a:ext uri="{FF2B5EF4-FFF2-40B4-BE49-F238E27FC236}">
                <a16:creationId xmlns:a16="http://schemas.microsoft.com/office/drawing/2014/main" id="{38235DFC-64E3-9960-BCBE-AB5D2F9C1A3A}"/>
              </a:ext>
            </a:extLst>
          </p:cNvPr>
          <p:cNvSpPr>
            <a:spLocks noChangeArrowheads="1" noTextEdit="1"/>
          </p:cNvSpPr>
          <p:nvPr>
            <p:ph type="sldImg" idx="429496729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A988DBF-2B98-F86A-1A42-CA3A4F237946}"/>
              </a:ext>
            </a:extLst>
          </p:cNvPr>
          <p:cNvSpPr>
            <a:spLocks noGrp="1" noChangeArrowheads="1"/>
          </p:cNvSpPr>
          <p:nvPr>
            <p:ph type="body" idx="4294967295"/>
          </p:nvPr>
        </p:nvSpPr>
        <p:spPr/>
        <p:txBody>
          <a:bodyPr>
            <a:prstTxWarp prst="textNoShape">
              <a:avLst/>
            </a:prstTxWarp>
          </a:bodyPr>
          <a:lstStyle/>
          <a:p>
            <a:r>
              <a:rPr lang="en-US" altLang="zh-CN"/>
              <a:t>This picture shows the state of the pipeline at the end of Load’s Reg/Decode stage.</a:t>
            </a:r>
          </a:p>
          <a:p>
            <a:r>
              <a:rPr lang="en-US" altLang="zh-CN"/>
              <a:t>All the datapath has to do is read register (Ra and busA) R2 from the register file.</a:t>
            </a:r>
          </a:p>
          <a:p>
            <a:r>
              <a:rPr lang="en-US" altLang="zh-CN"/>
              <a:t>As the same time, we need to pass the Immediate field of the instruction onto the next stage (ID/Exec) register because the immediate field is needed for address calculation.</a:t>
            </a:r>
          </a:p>
          <a:p>
            <a:r>
              <a:rPr lang="en-US" altLang="zh-CN"/>
              <a:t>Let’s concentrate on the load instruction (point to the 1st bullet) going down the pipe and ignore what is in the PC and IF/ID registers for now.</a:t>
            </a:r>
          </a:p>
          <a:p>
            <a:r>
              <a:rPr lang="en-US" altLang="zh-CN"/>
              <a:t>Since we are here (Your are Here), Register R2 and Imm16 have already clocked into ID/Exec register but they have not yet appeared at the register’s output.</a:t>
            </a:r>
          </a:p>
          <a:p>
            <a:endParaRPr lang="en-US" altLang="zh-CN"/>
          </a:p>
          <a:p>
            <a:r>
              <a:rPr lang="en-US" altLang="zh-CN"/>
              <a:t>+1 = 36 min. (Y:16)</a:t>
            </a:r>
          </a:p>
          <a:p>
            <a:endParaRPr lang="zh-CN" altLang="en-US"/>
          </a:p>
        </p:txBody>
      </p:sp>
      <p:sp>
        <p:nvSpPr>
          <p:cNvPr id="44034" name="Rectangle 3">
            <a:extLst>
              <a:ext uri="{FF2B5EF4-FFF2-40B4-BE49-F238E27FC236}">
                <a16:creationId xmlns:a16="http://schemas.microsoft.com/office/drawing/2014/main" id="{939F02FE-DC6B-A340-0A85-BDD3C9AC3D0A}"/>
              </a:ext>
            </a:extLst>
          </p:cNvPr>
          <p:cNvSpPr>
            <a:spLocks noChangeArrowheads="1" noTextEdit="1"/>
          </p:cNvSpPr>
          <p:nvPr>
            <p:ph type="sldImg" idx="429496729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C6C5CE8F-9B07-2B9D-ADBA-DC2D47A5525F}"/>
              </a:ext>
            </a:extLst>
          </p:cNvPr>
          <p:cNvSpPr>
            <a:spLocks noGrp="1" noChangeArrowheads="1"/>
          </p:cNvSpPr>
          <p:nvPr>
            <p:ph type="body" idx="4294967295"/>
          </p:nvPr>
        </p:nvSpPr>
        <p:spPr/>
        <p:txBody>
          <a:bodyPr>
            <a:prstTxWarp prst="textNoShape">
              <a:avLst/>
            </a:prstTxWarp>
          </a:bodyPr>
          <a:lstStyle/>
          <a:p>
            <a:r>
              <a:rPr lang="en-US" altLang="zh-CN"/>
              <a:t>This picture shows the state of the pipeline at the end of Load’s Reg/Decode stage.</a:t>
            </a:r>
          </a:p>
          <a:p>
            <a:r>
              <a:rPr lang="en-US" altLang="zh-CN"/>
              <a:t>All the datapath has to do is read register (Ra and busA) R2 from the register file.</a:t>
            </a:r>
          </a:p>
          <a:p>
            <a:r>
              <a:rPr lang="en-US" altLang="zh-CN"/>
              <a:t>As the same time, we need to pass the Immediate field of the instruction onto the next stage (ID/Exec) register because the immediate field is needed for address calculation.</a:t>
            </a:r>
          </a:p>
          <a:p>
            <a:r>
              <a:rPr lang="en-US" altLang="zh-CN"/>
              <a:t>Let’s concentrate on the load instruction (point to the 1st bullet) going down the pipe and ignore what is in the PC and IF/ID registers for now.</a:t>
            </a:r>
          </a:p>
          <a:p>
            <a:r>
              <a:rPr lang="en-US" altLang="zh-CN"/>
              <a:t>Since we are here (Your are Here), Register R2 and Imm16 have already clocked into ID/Exec register but they have not yet appeared at the register’s output.</a:t>
            </a:r>
          </a:p>
          <a:p>
            <a:endParaRPr lang="en-US" altLang="zh-CN"/>
          </a:p>
          <a:p>
            <a:r>
              <a:rPr lang="en-US" altLang="zh-CN"/>
              <a:t>+1 = 36 min. (Y:16)</a:t>
            </a:r>
          </a:p>
          <a:p>
            <a:endParaRPr lang="zh-CN" altLang="en-US"/>
          </a:p>
        </p:txBody>
      </p:sp>
      <p:sp>
        <p:nvSpPr>
          <p:cNvPr id="46082" name="Rectangle 3">
            <a:extLst>
              <a:ext uri="{FF2B5EF4-FFF2-40B4-BE49-F238E27FC236}">
                <a16:creationId xmlns:a16="http://schemas.microsoft.com/office/drawing/2014/main" id="{5B160457-5A45-817C-B9AF-236CEEC3A1E5}"/>
              </a:ext>
            </a:extLst>
          </p:cNvPr>
          <p:cNvSpPr>
            <a:spLocks noChangeArrowheads="1" noTextEdit="1"/>
          </p:cNvSpPr>
          <p:nvPr>
            <p:ph type="sldImg" idx="429496729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1F23E95-C86F-F52F-F34C-1C28AF3EDF0C}"/>
              </a:ext>
            </a:extLst>
          </p:cNvPr>
          <p:cNvSpPr>
            <a:spLocks noGrp="1" noChangeArrowheads="1"/>
          </p:cNvSpPr>
          <p:nvPr>
            <p:ph type="body" idx="4294967295"/>
          </p:nvPr>
        </p:nvSpPr>
        <p:spPr/>
        <p:txBody>
          <a:bodyPr>
            <a:prstTxWarp prst="textNoShape">
              <a:avLst/>
            </a:prstTxWarp>
          </a:bodyPr>
          <a:lstStyle/>
          <a:p>
            <a:r>
              <a:rPr lang="en-US" altLang="zh-CN"/>
              <a:t>If we wait a little bit longer (beginning of Exe), Register R2 and Imm16 will appear at the ID/Exec register output and we are now in the Exec stage where we will calculate the Memory Address for the load instruction.</a:t>
            </a:r>
          </a:p>
          <a:p>
            <a:r>
              <a:rPr lang="en-US" altLang="zh-CN"/>
              <a:t>Notice that besides calculating the Load’s Memory Address, we also need to pass the Rt field (RegDst = 0) of the instruction down the pipeline.</a:t>
            </a:r>
          </a:p>
          <a:p>
            <a:r>
              <a:rPr lang="en-US" altLang="zh-CN"/>
              <a:t>The reason is that we will need to use Rt field later on to specify which register to write to when we reach the end of the Load pipeline.</a:t>
            </a:r>
          </a:p>
          <a:p>
            <a:r>
              <a:rPr lang="en-US" altLang="zh-CN"/>
              <a:t>Also notice that this is the first stage of the pipeline that requires any control signals.</a:t>
            </a:r>
          </a:p>
          <a:p>
            <a:r>
              <a:rPr lang="en-US" altLang="zh-CN"/>
              <a:t>We will talk more  about this (Rt field and other control signals) later but for now, let’s expand this part of the datapath and take a closer look at what is going on.</a:t>
            </a:r>
          </a:p>
          <a:p>
            <a:endParaRPr lang="en-US" altLang="zh-CN"/>
          </a:p>
          <a:p>
            <a:r>
              <a:rPr lang="en-US" altLang="zh-CN"/>
              <a:t>+2 = 38 min. (Y:18)</a:t>
            </a:r>
          </a:p>
        </p:txBody>
      </p:sp>
      <p:sp>
        <p:nvSpPr>
          <p:cNvPr id="48130" name="Rectangle 3">
            <a:extLst>
              <a:ext uri="{FF2B5EF4-FFF2-40B4-BE49-F238E27FC236}">
                <a16:creationId xmlns:a16="http://schemas.microsoft.com/office/drawing/2014/main" id="{5B856F15-02BC-C509-1FC3-88F46207A21B}"/>
              </a:ext>
            </a:extLst>
          </p:cNvPr>
          <p:cNvSpPr>
            <a:spLocks noChangeArrowheads="1" noTextEdit="1"/>
          </p:cNvSpPr>
          <p:nvPr>
            <p:ph type="sldImg" idx="429496729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6CC5FA85-CF8E-49DE-DC39-5D9833084296}"/>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At the beginning of the Exec cycle, ID/Exec register’s output will be stabilized to Register R2 (bus A) and Imm16.</a:t>
            </a:r>
          </a:p>
          <a:p>
            <a:r>
              <a:rPr lang="en-US" altLang="zh-CN"/>
              <a:t>By setting the control signals ExtOp and ALUSrc to 1s, the 16-bit immediate field will be sign extended to 32 bits  and pass onto the ALU.</a:t>
            </a:r>
          </a:p>
          <a:p>
            <a:r>
              <a:rPr lang="en-US" altLang="zh-CN"/>
              <a:t>The ALU then add (ALUOp = Add) this sign extended version of the Immediate field to Register 2 (busA) to form the </a:t>
            </a:r>
            <a:r>
              <a:rPr lang="en-US" altLang="zh-CN" sz="1600" b="1" u="sng">
                <a:solidFill>
                  <a:schemeClr val="accent2"/>
                </a:solidFill>
              </a:rPr>
              <a:t>memory</a:t>
            </a:r>
            <a:r>
              <a:rPr lang="en-US" altLang="zh-CN"/>
              <a:t> address.</a:t>
            </a:r>
          </a:p>
          <a:p>
            <a:r>
              <a:rPr lang="en-US" altLang="zh-CN"/>
              <a:t>By the end of the Exec cycle (you are here), the ALU output will be valid and will be stored into the Exec/Mem pipeline register.</a:t>
            </a:r>
          </a:p>
          <a:p>
            <a:r>
              <a:rPr lang="en-US" altLang="zh-CN"/>
              <a:t>This Memory Address (Exec/Mem) will appear at the output of the Exec/Mem register a Clk-to-Q time after this clock tick (you are here).</a:t>
            </a:r>
          </a:p>
          <a:p>
            <a:endParaRPr lang="en-US" altLang="zh-CN"/>
          </a:p>
          <a:p>
            <a:r>
              <a:rPr lang="en-US" altLang="zh-CN"/>
              <a:t>+1 = 39 min. (Y:19)</a:t>
            </a:r>
          </a:p>
        </p:txBody>
      </p:sp>
      <p:sp>
        <p:nvSpPr>
          <p:cNvPr id="50178" name="Rectangle 3">
            <a:extLst>
              <a:ext uri="{FF2B5EF4-FFF2-40B4-BE49-F238E27FC236}">
                <a16:creationId xmlns:a16="http://schemas.microsoft.com/office/drawing/2014/main" id="{3D1A1825-FE32-EA10-8419-908D75670F78}"/>
              </a:ext>
            </a:extLst>
          </p:cNvPr>
          <p:cNvSpPr>
            <a:spLocks noChangeArrowheads="1" noTextEdit="1"/>
          </p:cNvSpPr>
          <p:nvPr>
            <p:ph type="sldImg" idx="429496729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A53E03CD-DD6E-060B-C759-EC89885461F0}"/>
              </a:ext>
            </a:extLst>
          </p:cNvPr>
          <p:cNvSpPr>
            <a:spLocks noGrp="1" noChangeArrowheads="1"/>
          </p:cNvSpPr>
          <p:nvPr>
            <p:ph type="body" idx="4294967295"/>
          </p:nvPr>
        </p:nvSpPr>
        <p:spPr/>
        <p:txBody>
          <a:bodyPr>
            <a:prstTxWarp prst="textNoShape">
              <a:avLst/>
            </a:prstTxWarp>
          </a:bodyPr>
          <a:lstStyle/>
          <a:p>
            <a:r>
              <a:rPr lang="en-US" altLang="zh-CN"/>
              <a:t>At the beginning of the Exec cycle, ID/Exec register’s output will be stabilized to Register R2 (bus A) and Imm16.</a:t>
            </a:r>
          </a:p>
          <a:p>
            <a:r>
              <a:rPr lang="en-US" altLang="zh-CN"/>
              <a:t>By setting the control signals ExtOp and ALUSrc to 1s, the 16-bit immediate field will be sign extended to 32 bits  and pass onto the ALU.</a:t>
            </a:r>
          </a:p>
          <a:p>
            <a:r>
              <a:rPr lang="en-US" altLang="zh-CN"/>
              <a:t>The ALU then add (ALUOp = Add) this sign extended version of the Immediate field to Register 2 (busA) to form the </a:t>
            </a:r>
            <a:r>
              <a:rPr lang="en-US" altLang="zh-CN" sz="1600" b="1" u="sng">
                <a:solidFill>
                  <a:schemeClr val="accent2"/>
                </a:solidFill>
              </a:rPr>
              <a:t>memory</a:t>
            </a:r>
            <a:r>
              <a:rPr lang="en-US" altLang="zh-CN"/>
              <a:t> address.</a:t>
            </a:r>
          </a:p>
          <a:p>
            <a:r>
              <a:rPr lang="en-US" altLang="zh-CN"/>
              <a:t>By the end of the Exec cycle (you are here), the ALU output will be valid and will be stored into the Exec/Mem pipeline register.</a:t>
            </a:r>
          </a:p>
          <a:p>
            <a:r>
              <a:rPr lang="en-US" altLang="zh-CN"/>
              <a:t>This Memory Address (Exec/Mem) will appear at the output of the Exec/Mem register a Clk-to-Q time after this clock tick (you are here).</a:t>
            </a:r>
          </a:p>
          <a:p>
            <a:endParaRPr lang="en-US" altLang="zh-CN"/>
          </a:p>
          <a:p>
            <a:r>
              <a:rPr lang="en-US" altLang="zh-CN"/>
              <a:t>+1 = 39 min. (Y:19)</a:t>
            </a:r>
          </a:p>
        </p:txBody>
      </p:sp>
      <p:sp>
        <p:nvSpPr>
          <p:cNvPr id="52226" name="Rectangle 3">
            <a:extLst>
              <a:ext uri="{FF2B5EF4-FFF2-40B4-BE49-F238E27FC236}">
                <a16:creationId xmlns:a16="http://schemas.microsoft.com/office/drawing/2014/main" id="{40A302B9-41D5-FA2D-15A2-873DA3A77913}"/>
              </a:ext>
            </a:extLst>
          </p:cNvPr>
          <p:cNvSpPr>
            <a:spLocks noChangeArrowheads="1" noTextEdit="1"/>
          </p:cNvSpPr>
          <p:nvPr>
            <p:ph type="sldImg" idx="429496729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238D3702-9567-9FBC-E8DD-DFCB01B24E5C}"/>
              </a:ext>
            </a:extLst>
          </p:cNvPr>
          <p:cNvSpPr>
            <a:spLocks noGrp="1" noChangeArrowheads="1"/>
          </p:cNvSpPr>
          <p:nvPr>
            <p:ph type="body" idx="4294967295"/>
          </p:nvPr>
        </p:nvSpPr>
        <p:spPr/>
        <p:txBody>
          <a:bodyPr>
            <a:prstTxWarp prst="textNoShape">
              <a:avLst/>
            </a:prstTxWarp>
          </a:bodyPr>
          <a:lstStyle/>
          <a:p>
            <a:r>
              <a:rPr lang="en-US" altLang="zh-CN"/>
              <a:t>At the beginning of the Exec cycle, ID/Exec register’s output will be stabilized to Register R2 (bus A) and Imm16.</a:t>
            </a:r>
          </a:p>
          <a:p>
            <a:r>
              <a:rPr lang="en-US" altLang="zh-CN"/>
              <a:t>By setting the control signals ExtOp and ALUSrc to 1s, the 16-bit immediate field will be sign extended to 32 bits  and pass onto the ALU.</a:t>
            </a:r>
          </a:p>
          <a:p>
            <a:r>
              <a:rPr lang="en-US" altLang="zh-CN"/>
              <a:t>The ALU then add (ALUOp = Add) this sign extended version of the Immediate field to Register 2 (busA) to form the </a:t>
            </a:r>
            <a:r>
              <a:rPr lang="en-US" altLang="zh-CN" sz="1600" b="1" u="sng">
                <a:solidFill>
                  <a:schemeClr val="accent2"/>
                </a:solidFill>
              </a:rPr>
              <a:t>memory</a:t>
            </a:r>
            <a:r>
              <a:rPr lang="en-US" altLang="zh-CN"/>
              <a:t> address.</a:t>
            </a:r>
          </a:p>
          <a:p>
            <a:r>
              <a:rPr lang="en-US" altLang="zh-CN"/>
              <a:t>By the end of the Exec cycle (you are here), the ALU output will be valid and will be stored into the Exec/Mem pipeline register.</a:t>
            </a:r>
          </a:p>
          <a:p>
            <a:r>
              <a:rPr lang="en-US" altLang="zh-CN"/>
              <a:t>This Memory Address (Exec/Mem) will appear at the output of the Exec/Mem register a Clk-to-Q time after this clock tick (you are here).</a:t>
            </a:r>
          </a:p>
          <a:p>
            <a:endParaRPr lang="en-US" altLang="zh-CN"/>
          </a:p>
          <a:p>
            <a:r>
              <a:rPr lang="en-US" altLang="zh-CN"/>
              <a:t>+1 = 39 min. (Y:19)</a:t>
            </a:r>
          </a:p>
        </p:txBody>
      </p:sp>
      <p:sp>
        <p:nvSpPr>
          <p:cNvPr id="54274" name="Rectangle 3">
            <a:extLst>
              <a:ext uri="{FF2B5EF4-FFF2-40B4-BE49-F238E27FC236}">
                <a16:creationId xmlns:a16="http://schemas.microsoft.com/office/drawing/2014/main" id="{1B1833A1-52E3-BA50-4256-735B58CBF7ED}"/>
              </a:ext>
            </a:extLst>
          </p:cNvPr>
          <p:cNvSpPr>
            <a:spLocks noChangeArrowheads="1" noTextEdit="1"/>
          </p:cNvSpPr>
          <p:nvPr>
            <p:ph type="sldImg" idx="429496729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731E85C4-4DB4-3B9B-23CF-F320D6E95AEB}"/>
              </a:ext>
            </a:extLst>
          </p:cNvPr>
          <p:cNvSpPr>
            <a:spLocks noGrp="1" noChangeArrowheads="1"/>
          </p:cNvSpPr>
          <p:nvPr>
            <p:ph type="body" idx="4294967295"/>
          </p:nvPr>
        </p:nvSpPr>
        <p:spPr/>
        <p:txBody>
          <a:bodyPr>
            <a:prstTxWarp prst="textNoShape">
              <a:avLst/>
            </a:prstTxWarp>
          </a:bodyPr>
          <a:lstStyle/>
          <a:p>
            <a:r>
              <a:rPr lang="en-US" altLang="zh-CN"/>
              <a:t>At the beginning of the Exec cycle, ID/Exec register’s output will be stabilized to Register R2 (bus A) and Imm16.</a:t>
            </a:r>
          </a:p>
          <a:p>
            <a:r>
              <a:rPr lang="en-US" altLang="zh-CN"/>
              <a:t>By setting the control signals ExtOp and ALUSrc to 1s, the 16-bit immediate field will be sign extended to 32 bits  and pass onto the ALU.</a:t>
            </a:r>
          </a:p>
          <a:p>
            <a:r>
              <a:rPr lang="en-US" altLang="zh-CN"/>
              <a:t>The ALU then add (ALUOp = Add) this sign extended version of the Immediate field to Register 2 (busA) to form the </a:t>
            </a:r>
            <a:r>
              <a:rPr lang="en-US" altLang="zh-CN" sz="1600" b="1" u="sng">
                <a:solidFill>
                  <a:schemeClr val="accent2"/>
                </a:solidFill>
              </a:rPr>
              <a:t>memory</a:t>
            </a:r>
            <a:r>
              <a:rPr lang="en-US" altLang="zh-CN"/>
              <a:t> address.</a:t>
            </a:r>
          </a:p>
          <a:p>
            <a:r>
              <a:rPr lang="en-US" altLang="zh-CN"/>
              <a:t>By the end of the Exec cycle (you are here), the ALU output will be valid and will be stored into the Exec/Mem pipeline register.</a:t>
            </a:r>
          </a:p>
          <a:p>
            <a:r>
              <a:rPr lang="en-US" altLang="zh-CN"/>
              <a:t>This Memory Address (Exec/Mem) will appear at the output of the Exec/Mem register a Clk-to-Q time after this clock tick (you are here).</a:t>
            </a:r>
          </a:p>
          <a:p>
            <a:endParaRPr lang="en-US" altLang="zh-CN"/>
          </a:p>
          <a:p>
            <a:r>
              <a:rPr lang="en-US" altLang="zh-CN"/>
              <a:t>+1 = 39 min. (Y:19)</a:t>
            </a:r>
          </a:p>
        </p:txBody>
      </p:sp>
      <p:sp>
        <p:nvSpPr>
          <p:cNvPr id="56322" name="Rectangle 3">
            <a:extLst>
              <a:ext uri="{FF2B5EF4-FFF2-40B4-BE49-F238E27FC236}">
                <a16:creationId xmlns:a16="http://schemas.microsoft.com/office/drawing/2014/main" id="{2CF2E1E7-E30D-47C4-3F10-C08A4E6A3F65}"/>
              </a:ext>
            </a:extLst>
          </p:cNvPr>
          <p:cNvSpPr>
            <a:spLocks noChangeArrowheads="1" noTextEdit="1"/>
          </p:cNvSpPr>
          <p:nvPr>
            <p:ph type="sldImg" idx="429496729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AFE5A47E-68D1-5349-7C9B-9EA8EFF2D436}"/>
              </a:ext>
            </a:extLst>
          </p:cNvPr>
          <p:cNvSpPr>
            <a:spLocks noGrp="1" noChangeArrowheads="1"/>
          </p:cNvSpPr>
          <p:nvPr>
            <p:ph type="body" idx="4294967295"/>
          </p:nvPr>
        </p:nvSpPr>
        <p:spPr/>
        <p:txBody>
          <a:bodyPr>
            <a:prstTxWarp prst="textNoShape">
              <a:avLst/>
            </a:prstTxWarp>
          </a:bodyPr>
          <a:lstStyle/>
          <a:p>
            <a:r>
              <a:rPr lang="en-US" altLang="zh-CN"/>
              <a:t>At the beginning of the Exec cycle, ID/Exec register’s output will be stabilized to Register R2 (bus A) and Imm16.</a:t>
            </a:r>
          </a:p>
          <a:p>
            <a:r>
              <a:rPr lang="en-US" altLang="zh-CN"/>
              <a:t>By setting the control signals ExtOp and ALUSrc to 1s, the 16-bit immediate field will be sign extended to 32 bits  and pass onto the ALU.</a:t>
            </a:r>
          </a:p>
          <a:p>
            <a:r>
              <a:rPr lang="en-US" altLang="zh-CN"/>
              <a:t>The ALU then add (ALUOp = Add) this sign extended version of the Immediate field to Register 2 (busA) to form the </a:t>
            </a:r>
            <a:r>
              <a:rPr lang="en-US" altLang="zh-CN" sz="1600" b="1" u="sng">
                <a:solidFill>
                  <a:schemeClr val="accent2"/>
                </a:solidFill>
              </a:rPr>
              <a:t>memory</a:t>
            </a:r>
            <a:r>
              <a:rPr lang="en-US" altLang="zh-CN"/>
              <a:t> address.</a:t>
            </a:r>
          </a:p>
          <a:p>
            <a:r>
              <a:rPr lang="en-US" altLang="zh-CN"/>
              <a:t>By the end of the Exec cycle (you are here), the ALU output will be valid and will be stored into the Exec/Mem pipeline register.</a:t>
            </a:r>
          </a:p>
          <a:p>
            <a:r>
              <a:rPr lang="en-US" altLang="zh-CN"/>
              <a:t>This Memory Address (Exec/Mem) will appear at the output of the Exec/Mem register a Clk-to-Q time after this clock tick (you are here).</a:t>
            </a:r>
          </a:p>
          <a:p>
            <a:endParaRPr lang="en-US" altLang="zh-CN"/>
          </a:p>
          <a:p>
            <a:r>
              <a:rPr lang="en-US" altLang="zh-CN"/>
              <a:t>+1 = 39 min. (Y:19)</a:t>
            </a:r>
          </a:p>
        </p:txBody>
      </p:sp>
      <p:sp>
        <p:nvSpPr>
          <p:cNvPr id="58370" name="Rectangle 3">
            <a:extLst>
              <a:ext uri="{FF2B5EF4-FFF2-40B4-BE49-F238E27FC236}">
                <a16:creationId xmlns:a16="http://schemas.microsoft.com/office/drawing/2014/main" id="{EC54FAC2-88F0-4B55-9566-8B9EAF313EAE}"/>
              </a:ext>
            </a:extLst>
          </p:cNvPr>
          <p:cNvSpPr>
            <a:spLocks noChangeArrowheads="1" noTextEdit="1"/>
          </p:cNvSpPr>
          <p:nvPr>
            <p:ph type="sldImg" idx="429496729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6AF07512-650F-B261-9918-AE3EDFE84D26}"/>
              </a:ext>
            </a:extLst>
          </p:cNvPr>
          <p:cNvSpPr>
            <a:spLocks noGrp="1" noChangeArrowheads="1"/>
          </p:cNvSpPr>
          <p:nvPr>
            <p:ph type="body" idx="4294967295"/>
          </p:nvPr>
        </p:nvSpPr>
        <p:spPr/>
        <p:txBody>
          <a:bodyPr>
            <a:prstTxWarp prst="textNoShape">
              <a:avLst/>
            </a:prstTxWarp>
          </a:bodyPr>
          <a:lstStyle/>
          <a:p>
            <a:r>
              <a:rPr lang="en-US" altLang="zh-CN"/>
              <a:t>At the beginning of the Exec cycle, ID/Exec register’s output will be stabilized to Register R2 (bus A) and Imm16.</a:t>
            </a:r>
          </a:p>
          <a:p>
            <a:r>
              <a:rPr lang="en-US" altLang="zh-CN"/>
              <a:t>By setting the control signals ExtOp and ALUSrc to 1s, the 16-bit immediate field will be sign extended to 32 bits  and pass onto the ALU.</a:t>
            </a:r>
          </a:p>
          <a:p>
            <a:r>
              <a:rPr lang="en-US" altLang="zh-CN"/>
              <a:t>The ALU then add (ALUOp = Add) this sign extended version of the Immediate field to Register 2 (busA) to form the </a:t>
            </a:r>
            <a:r>
              <a:rPr lang="en-US" altLang="zh-CN" sz="1600" b="1" u="sng">
                <a:solidFill>
                  <a:schemeClr val="accent2"/>
                </a:solidFill>
              </a:rPr>
              <a:t>memory</a:t>
            </a:r>
            <a:r>
              <a:rPr lang="en-US" altLang="zh-CN"/>
              <a:t> address.</a:t>
            </a:r>
          </a:p>
          <a:p>
            <a:r>
              <a:rPr lang="en-US" altLang="zh-CN"/>
              <a:t>By the end of the Exec cycle (you are here), the ALU output will be valid and will be stored into the Exec/Mem pipeline register.</a:t>
            </a:r>
          </a:p>
          <a:p>
            <a:r>
              <a:rPr lang="en-US" altLang="zh-CN"/>
              <a:t>This Memory Address (Exec/Mem) will appear at the output of the Exec/Mem register a Clk-to-Q time after this clock tick (you are here).</a:t>
            </a:r>
          </a:p>
          <a:p>
            <a:endParaRPr lang="en-US" altLang="zh-CN"/>
          </a:p>
          <a:p>
            <a:r>
              <a:rPr lang="en-US" altLang="zh-CN"/>
              <a:t>+1 = 39 min. (Y:19)</a:t>
            </a:r>
          </a:p>
        </p:txBody>
      </p:sp>
      <p:sp>
        <p:nvSpPr>
          <p:cNvPr id="60418" name="Rectangle 3">
            <a:extLst>
              <a:ext uri="{FF2B5EF4-FFF2-40B4-BE49-F238E27FC236}">
                <a16:creationId xmlns:a16="http://schemas.microsoft.com/office/drawing/2014/main" id="{508545BB-FCA1-A0B2-5DA5-51BBEC0A08AF}"/>
              </a:ext>
            </a:extLst>
          </p:cNvPr>
          <p:cNvSpPr>
            <a:spLocks noChangeArrowheads="1" noTextEdit="1"/>
          </p:cNvSpPr>
          <p:nvPr>
            <p:ph type="sldImg" idx="429496729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1D449740-EE42-C46F-10BD-28F154B47038}"/>
              </a:ext>
            </a:extLst>
          </p:cNvPr>
          <p:cNvSpPr>
            <a:spLocks noGrp="1" noChangeArrowheads="1"/>
          </p:cNvSpPr>
          <p:nvPr>
            <p:ph type="body" idx="4294967295"/>
          </p:nvPr>
        </p:nvSpPr>
        <p:spPr/>
        <p:txBody>
          <a:bodyPr>
            <a:prstTxWarp prst="textNoShape">
              <a:avLst/>
            </a:prstTxWarp>
          </a:bodyPr>
          <a:lstStyle/>
          <a:p>
            <a:r>
              <a:rPr lang="en-US" altLang="zh-CN"/>
              <a:t>At the beginning of the Exec cycle, ID/Exec register’s output will be stabilized to Register R2 (bus A) and Imm16.</a:t>
            </a:r>
          </a:p>
          <a:p>
            <a:r>
              <a:rPr lang="en-US" altLang="zh-CN"/>
              <a:t>By setting the control signals ExtOp and ALUSrc to 1s, the 16-bit immediate field will be sign extended to 32 bits  and pass onto the ALU.</a:t>
            </a:r>
          </a:p>
          <a:p>
            <a:r>
              <a:rPr lang="en-US" altLang="zh-CN"/>
              <a:t>The ALU then add (ALUOp = Add) this sign extended version of the Immediate field to Register 2 (busA) to form the </a:t>
            </a:r>
            <a:r>
              <a:rPr lang="en-US" altLang="zh-CN" sz="1600" b="1" u="sng">
                <a:solidFill>
                  <a:schemeClr val="accent2"/>
                </a:solidFill>
              </a:rPr>
              <a:t>memory</a:t>
            </a:r>
            <a:r>
              <a:rPr lang="en-US" altLang="zh-CN"/>
              <a:t> address.</a:t>
            </a:r>
          </a:p>
          <a:p>
            <a:r>
              <a:rPr lang="en-US" altLang="zh-CN"/>
              <a:t>By the end of the Exec cycle (you are here), the ALU output will be valid and will be stored into the Exec/Mem pipeline register.</a:t>
            </a:r>
          </a:p>
          <a:p>
            <a:r>
              <a:rPr lang="en-US" altLang="zh-CN"/>
              <a:t>This Memory Address (Exec/Mem) will appear at the output of the Exec/Mem register a Clk-to-Q time after this clock tick (you are here).</a:t>
            </a:r>
          </a:p>
          <a:p>
            <a:endParaRPr lang="en-US" altLang="zh-CN"/>
          </a:p>
          <a:p>
            <a:r>
              <a:rPr lang="en-US" altLang="zh-CN"/>
              <a:t>+1 = 39 min. (Y:19)</a:t>
            </a:r>
          </a:p>
        </p:txBody>
      </p:sp>
      <p:sp>
        <p:nvSpPr>
          <p:cNvPr id="62466" name="Rectangle 3">
            <a:extLst>
              <a:ext uri="{FF2B5EF4-FFF2-40B4-BE49-F238E27FC236}">
                <a16:creationId xmlns:a16="http://schemas.microsoft.com/office/drawing/2014/main" id="{33814C59-F3A9-9175-78EF-ECEA48997659}"/>
              </a:ext>
            </a:extLst>
          </p:cNvPr>
          <p:cNvSpPr>
            <a:spLocks noChangeArrowheads="1" noTextEdit="1"/>
          </p:cNvSpPr>
          <p:nvPr>
            <p:ph type="sldImg" idx="429496729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E01A18A6-6BD1-CEE4-763B-04606138D59F}"/>
              </a:ext>
            </a:extLst>
          </p:cNvPr>
          <p:cNvSpPr>
            <a:spLocks noGrp="1" noChangeArrowheads="1"/>
          </p:cNvSpPr>
          <p:nvPr>
            <p:ph type="body" idx="4294967295"/>
          </p:nvPr>
        </p:nvSpPr>
        <p:spPr/>
        <p:txBody>
          <a:bodyPr>
            <a:prstTxWarp prst="textNoShape">
              <a:avLst/>
            </a:prstTxWarp>
          </a:bodyPr>
          <a:lstStyle/>
          <a:p>
            <a:r>
              <a:rPr lang="en-US" altLang="zh-CN"/>
              <a:t>And it will be used to read the Data Memory (RA).</a:t>
            </a:r>
          </a:p>
          <a:p>
            <a:r>
              <a:rPr lang="en-US" altLang="zh-CN"/>
              <a:t>By setting the clock cycle time longer than the data memory read access time, we can guarantee the memory output (Do) will be stable by the end of the Mem cycle (you are here).</a:t>
            </a:r>
          </a:p>
          <a:p>
            <a:r>
              <a:rPr lang="en-US" altLang="zh-CN"/>
              <a:t>And this clock tick will trigger the Mem/Wr register to latch in Load’s data.</a:t>
            </a:r>
          </a:p>
          <a:p>
            <a:r>
              <a:rPr lang="en-US" altLang="zh-CN"/>
              <a:t>We have to pass the Load instruction’s Rt field down the pipeline one more time because we still have not  use it yet.</a:t>
            </a:r>
          </a:p>
          <a:p>
            <a:endParaRPr lang="en-US" altLang="zh-CN"/>
          </a:p>
          <a:p>
            <a:r>
              <a:rPr lang="en-US" altLang="zh-CN"/>
              <a:t>+1 = 40 min. (Y:20)</a:t>
            </a:r>
          </a:p>
        </p:txBody>
      </p:sp>
      <p:sp>
        <p:nvSpPr>
          <p:cNvPr id="64514" name="Rectangle 3">
            <a:extLst>
              <a:ext uri="{FF2B5EF4-FFF2-40B4-BE49-F238E27FC236}">
                <a16:creationId xmlns:a16="http://schemas.microsoft.com/office/drawing/2014/main" id="{3673AE12-EF27-51AB-E6B6-505BC0C7AE0A}"/>
              </a:ext>
            </a:extLst>
          </p:cNvPr>
          <p:cNvSpPr>
            <a:spLocks noChangeArrowheads="1" noTextEdit="1"/>
          </p:cNvSpPr>
          <p:nvPr>
            <p:ph type="sldImg" idx="429496729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255B6183-F7E4-68DB-677D-67433D31D374}"/>
              </a:ext>
            </a:extLst>
          </p:cNvPr>
          <p:cNvSpPr>
            <a:spLocks noGrp="1" noChangeArrowheads="1"/>
          </p:cNvSpPr>
          <p:nvPr>
            <p:ph type="body" idx="4294967295"/>
          </p:nvPr>
        </p:nvSpPr>
        <p:spPr/>
        <p:txBody>
          <a:bodyPr>
            <a:prstTxWarp prst="textNoShape">
              <a:avLst/>
            </a:prstTxWarp>
          </a:bodyPr>
          <a:lstStyle/>
          <a:p>
            <a:r>
              <a:rPr lang="en-US" altLang="zh-CN"/>
              <a:t>The Rt filed of the load instruction will be used in the Register Write back stage of the pipeline (Wr) to specified the register (Rw) where the load data is written.</a:t>
            </a:r>
          </a:p>
          <a:p>
            <a:r>
              <a:rPr lang="en-US" altLang="zh-CN"/>
              <a:t>Since we are writing the load’s data into the register file, the control signal MemtoReg and RegWr must be set to 1.</a:t>
            </a:r>
          </a:p>
          <a:p>
            <a:r>
              <a:rPr lang="en-US" altLang="zh-CN"/>
              <a:t>So this finishes the grand tour of how a load instruction flows through the datapath.</a:t>
            </a:r>
          </a:p>
          <a:p>
            <a:r>
              <a:rPr lang="en-US" altLang="zh-CN"/>
              <a:t>But how about control signals?</a:t>
            </a:r>
          </a:p>
          <a:p>
            <a:endParaRPr lang="en-US" altLang="zh-CN"/>
          </a:p>
          <a:p>
            <a:r>
              <a:rPr lang="en-US" altLang="zh-CN"/>
              <a:t>+1 = 41 min. (Y:21)</a:t>
            </a:r>
          </a:p>
        </p:txBody>
      </p:sp>
      <p:sp>
        <p:nvSpPr>
          <p:cNvPr id="66562" name="Rectangle 3">
            <a:extLst>
              <a:ext uri="{FF2B5EF4-FFF2-40B4-BE49-F238E27FC236}">
                <a16:creationId xmlns:a16="http://schemas.microsoft.com/office/drawing/2014/main" id="{32EB489D-75ED-B077-8ED0-F720759EFC07}"/>
              </a:ext>
            </a:extLst>
          </p:cNvPr>
          <p:cNvSpPr>
            <a:spLocks noChangeArrowheads="1" noTextEdit="1"/>
          </p:cNvSpPr>
          <p:nvPr>
            <p:ph type="sldImg" idx="429496729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C8377B7A-34F2-4ED2-05A8-1C244E42983F}"/>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The key observation about the control signals is that the control signals at Stage N depends ONLY on the instruction that is currently in Stage N,  where N is either Exec, Mem, or Wr (points to the control signals at each stage, especially RegWr at Wr stage).</a:t>
            </a:r>
          </a:p>
          <a:p>
            <a:r>
              <a:rPr lang="en-US" altLang="zh-CN"/>
              <a:t>Notice that I did not mention anything about the Ifet and Dec stage because there cannot be any instruction dependent control signals at these two stages.  Why?</a:t>
            </a:r>
          </a:p>
          <a:p>
            <a:r>
              <a:rPr lang="en-US" altLang="zh-CN"/>
              <a:t>Because at these two stages (Ifetch and Dec) we do not know what instructions we have yet: we have just fetch the instruction (Ifetch) and is still in the process of decoding it  (Dec).</a:t>
            </a:r>
          </a:p>
          <a:p>
            <a:r>
              <a:rPr lang="en-US" altLang="zh-CN"/>
              <a:t>Here is an example of this rule (1st bullet). During the Load instruction’s Exec stage, the control signals (ExtOp, ALUSrc, ALUOp) in the Exec stage are set this way because this is the setting required to do the right things for Load instruction's Exec stage. </a:t>
            </a:r>
          </a:p>
          <a:p>
            <a:r>
              <a:rPr lang="en-US" altLang="zh-CN"/>
              <a:t>Since the control signals depend ONLY on the instruction that is currently in that stage of the pipeline (1st Bullet), the control is very similar to the Controller for the single cycle processor.</a:t>
            </a:r>
          </a:p>
          <a:p>
            <a:r>
              <a:rPr lang="en-US" altLang="zh-CN"/>
              <a:t>The difference is that after we generate the control signals, we need to pipeline them so they  are applied to the correct stage of the pipeline (Exec, Mem, an Wr) when the instruction reaches that stage.</a:t>
            </a:r>
          </a:p>
          <a:p>
            <a:r>
              <a:rPr lang="en-US" altLang="zh-CN"/>
              <a:t>Let me show you what I mean by this.</a:t>
            </a:r>
          </a:p>
          <a:p>
            <a:endParaRPr lang="en-US" altLang="zh-CN"/>
          </a:p>
          <a:p>
            <a:r>
              <a:rPr lang="en-US" altLang="zh-CN"/>
              <a:t>+2 = 43 min. (Y:23)</a:t>
            </a:r>
          </a:p>
        </p:txBody>
      </p:sp>
      <p:sp>
        <p:nvSpPr>
          <p:cNvPr id="68610" name="Rectangle 3">
            <a:extLst>
              <a:ext uri="{FF2B5EF4-FFF2-40B4-BE49-F238E27FC236}">
                <a16:creationId xmlns:a16="http://schemas.microsoft.com/office/drawing/2014/main" id="{AD2C7944-E541-F2B7-F4AB-BA8E12D37794}"/>
              </a:ext>
            </a:extLst>
          </p:cNvPr>
          <p:cNvSpPr>
            <a:spLocks noChangeArrowheads="1" noTextEdit="1"/>
          </p:cNvSpPr>
          <p:nvPr>
            <p:ph type="sldImg" idx="429496729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DA85EF91-A286-86D6-E98B-691834B09CE9}"/>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The main control here is identical to the one in the single cycle processor. It generate all the control</a:t>
            </a:r>
          </a:p>
          <a:p>
            <a:r>
              <a:rPr lang="en-US" altLang="zh-CN"/>
              <a:t> signals necessary for a given instruction during that instruction’s Reg/Decode stage.</a:t>
            </a:r>
          </a:p>
          <a:p>
            <a:r>
              <a:rPr lang="en-US" altLang="zh-CN"/>
              <a:t>All these control signals will be saved in the ID/Exec pipeline register at the end of the Reg/Decode cycle.</a:t>
            </a:r>
          </a:p>
          <a:p>
            <a:r>
              <a:rPr lang="en-US" altLang="zh-CN"/>
              <a:t>The control signals for the Exec stage (ALUSrc, ... etc.) come from the output of the ID/Exec  register.  That is they are delayed ONE cycle from the cycle they are generated.</a:t>
            </a:r>
          </a:p>
          <a:p>
            <a:r>
              <a:rPr lang="en-US" altLang="zh-CN"/>
              <a:t>The rest of the control signals that are not used during the Exec stage is passed down the pipeline and saved in the Exec/Mem register.</a:t>
            </a:r>
          </a:p>
          <a:p>
            <a:r>
              <a:rPr lang="en-US" altLang="zh-CN"/>
              <a:t>The control signals for the Mem stage (MemWr, Branch) come from the output of the Exec/Mem  register.  That is they are delayed two cycles from the cycle they are generated.</a:t>
            </a:r>
          </a:p>
          <a:p>
            <a:r>
              <a:rPr lang="en-US" altLang="zh-CN"/>
              <a:t>Finally, the control signals for the Wr stage (MemtoReg &amp; RegWr) come from the output of the Exec/Wr register: they are delayed three cycles from the cycle they are generated.</a:t>
            </a:r>
          </a:p>
          <a:p>
            <a:endParaRPr lang="en-US" altLang="zh-CN"/>
          </a:p>
          <a:p>
            <a:r>
              <a:rPr lang="en-US" altLang="zh-CN"/>
              <a:t>+2 = 45 min. (Y:45)</a:t>
            </a:r>
          </a:p>
          <a:p>
            <a:endParaRPr lang="zh-CN" altLang="en-US"/>
          </a:p>
        </p:txBody>
      </p:sp>
      <p:sp>
        <p:nvSpPr>
          <p:cNvPr id="70658" name="Rectangle 3">
            <a:extLst>
              <a:ext uri="{FF2B5EF4-FFF2-40B4-BE49-F238E27FC236}">
                <a16:creationId xmlns:a16="http://schemas.microsoft.com/office/drawing/2014/main" id="{21E3E085-B9C7-3B3C-F23A-5535C85EDB6E}"/>
              </a:ext>
            </a:extLst>
          </p:cNvPr>
          <p:cNvSpPr>
            <a:spLocks noChangeArrowheads="1" noTextEdit="1"/>
          </p:cNvSpPr>
          <p:nvPr>
            <p:ph type="sldImg" idx="429496729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6F91DCE6-1838-38E9-CB9D-AF80EAF8F533}"/>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The key observation about the control signals is that the control signals at Stage N depends ONLY on the instruction that is currently in Stage N,  where N is either Exec, Mem, or Wr (points to the control signals at each stage, especially RegWr at Wr stage).</a:t>
            </a:r>
          </a:p>
          <a:p>
            <a:r>
              <a:rPr lang="en-US" altLang="zh-CN"/>
              <a:t>Notice that I did not mention anything about the Ifet and Dec stage because there cannot be any instruction dependent control signals at these two stages.  Why?</a:t>
            </a:r>
          </a:p>
          <a:p>
            <a:r>
              <a:rPr lang="en-US" altLang="zh-CN"/>
              <a:t>Because at these two stages (Ifetch and Dec) we do not know what instructions we have yet: we have just fetch the instruction (Ifetch) and is still in the process of decoding it  (Dec).</a:t>
            </a:r>
          </a:p>
          <a:p>
            <a:r>
              <a:rPr lang="en-US" altLang="zh-CN"/>
              <a:t>Here is an example of this rule (1st bullet). During the Load instruction’s Exec stage, the control signals (ExtOp, ALUSrc, ALUOp) in the Exec stage are set this way because this is the setting required to do the right things for Load instruction's Exec stage. </a:t>
            </a:r>
          </a:p>
          <a:p>
            <a:r>
              <a:rPr lang="en-US" altLang="zh-CN"/>
              <a:t>Since the control signals depend ONLY on the instruction that is currently in that stage of the pipeline (1st Bullet), the control is very similar to the Controller for the single cycle processor.</a:t>
            </a:r>
          </a:p>
          <a:p>
            <a:r>
              <a:rPr lang="en-US" altLang="zh-CN"/>
              <a:t>The difference is that after we generate the control signals, we need to pipeline them so they  are applied to the correct stage of the pipeline (Exec, Mem, an Wr) when the instruction reaches that stage.</a:t>
            </a:r>
          </a:p>
          <a:p>
            <a:r>
              <a:rPr lang="en-US" altLang="zh-CN"/>
              <a:t>Let me show you what I mean by this.</a:t>
            </a:r>
          </a:p>
          <a:p>
            <a:endParaRPr lang="en-US" altLang="zh-CN"/>
          </a:p>
          <a:p>
            <a:r>
              <a:rPr lang="en-US" altLang="zh-CN"/>
              <a:t>+2 = 43 min. (Y:23)</a:t>
            </a:r>
          </a:p>
        </p:txBody>
      </p:sp>
      <p:sp>
        <p:nvSpPr>
          <p:cNvPr id="72706" name="Rectangle 3">
            <a:extLst>
              <a:ext uri="{FF2B5EF4-FFF2-40B4-BE49-F238E27FC236}">
                <a16:creationId xmlns:a16="http://schemas.microsoft.com/office/drawing/2014/main" id="{5C86AD34-A34A-DEE5-5D86-C3D2F657FFAC}"/>
              </a:ext>
            </a:extLst>
          </p:cNvPr>
          <p:cNvSpPr>
            <a:spLocks noChangeArrowheads="1" noTextEdit="1"/>
          </p:cNvSpPr>
          <p:nvPr>
            <p:ph type="sldImg" idx="429496729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1113B7A0-4C81-9355-B1D7-43D0C933169C}"/>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Well, let’s look at a more complex example so I can show you how different instructions at different stages of execution can be processed by our pipelined datapath simultaneously.</a:t>
            </a:r>
          </a:p>
          <a:p>
            <a:r>
              <a:rPr lang="en-US" altLang="zh-CN"/>
              <a:t>Let’s consider the following instruction sequence: Load, R-type, Store, and then Branch on equal to target address 1000.</a:t>
            </a:r>
          </a:p>
          <a:p>
            <a:r>
              <a:rPr lang="en-US" altLang="zh-CN"/>
              <a:t>In the next four slides, I will show you the state of the datapath at the end of Cycle 4, Cycle 5, Cycle 6 and Cycle 7.</a:t>
            </a:r>
          </a:p>
          <a:p>
            <a:r>
              <a:rPr lang="en-US" altLang="zh-CN"/>
              <a:t>First let’s take a look at the end of Cycle 4 where:</a:t>
            </a:r>
          </a:p>
          <a:p>
            <a:r>
              <a:rPr lang="en-US" altLang="zh-CN"/>
              <a:t>(a) The Load instruction has just finished its Mem stage.</a:t>
            </a:r>
          </a:p>
          <a:p>
            <a:r>
              <a:rPr lang="en-US" altLang="zh-CN"/>
              <a:t>(b) The R-type instruction has just finished its Exec stage.</a:t>
            </a:r>
          </a:p>
          <a:p>
            <a:r>
              <a:rPr lang="en-US" altLang="zh-CN"/>
              <a:t>(c) The Store instruction has just finished its Register Fetch slash Instruction Decode stage.</a:t>
            </a:r>
          </a:p>
          <a:p>
            <a:r>
              <a:rPr lang="en-US" altLang="zh-CN"/>
              <a:t>(d) And finally, the Branch instruction has just finish fetching the instruction.</a:t>
            </a:r>
          </a:p>
          <a:p>
            <a:r>
              <a:rPr lang="en-US" altLang="zh-CN"/>
              <a:t>Remember now, the next four pictures we will be looking at are at the end of a clock cycle.  That is right at the clock tick.</a:t>
            </a:r>
          </a:p>
          <a:p>
            <a:endParaRPr lang="en-US" altLang="zh-CN"/>
          </a:p>
          <a:p>
            <a:r>
              <a:rPr lang="en-US" altLang="zh-CN"/>
              <a:t>+2 = 59 min. (Y:39)</a:t>
            </a:r>
          </a:p>
        </p:txBody>
      </p:sp>
      <p:sp>
        <p:nvSpPr>
          <p:cNvPr id="75778" name="Rectangle 3">
            <a:extLst>
              <a:ext uri="{FF2B5EF4-FFF2-40B4-BE49-F238E27FC236}">
                <a16:creationId xmlns:a16="http://schemas.microsoft.com/office/drawing/2014/main" id="{4D1256DA-222E-09AD-7E6E-F04F6722F59F}"/>
              </a:ext>
            </a:extLst>
          </p:cNvPr>
          <p:cNvSpPr>
            <a:spLocks noChangeArrowheads="1" noTextEdit="1"/>
          </p:cNvSpPr>
          <p:nvPr>
            <p:ph type="sldImg" idx="429496729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4D6CB899-FB7C-79C7-F0C8-B378ED88E966}"/>
              </a:ext>
            </a:extLst>
          </p:cNvPr>
          <p:cNvSpPr>
            <a:spLocks noGrp="1" noChangeArrowheads="1"/>
          </p:cNvSpPr>
          <p:nvPr>
            <p:ph type="body" idx="4294967295"/>
          </p:nvPr>
        </p:nvSpPr>
        <p:spPr/>
        <p:txBody>
          <a:bodyPr>
            <a:prstTxWarp prst="textNoShape">
              <a:avLst/>
            </a:prstTxWarp>
          </a:bodyPr>
          <a:lstStyle/>
          <a:p>
            <a:r>
              <a:rPr lang="en-US" altLang="zh-CN"/>
              <a:t>So the internal value of the register has just been updated BUT the output of the register, due to the Clock-to-Q delay, has NOT been changed to reflect the new internal value.</a:t>
            </a:r>
          </a:p>
          <a:p>
            <a:r>
              <a:rPr lang="en-US" altLang="zh-CN"/>
              <a:t>The output of the register will  still has the value from the cycle that has just ended.</a:t>
            </a:r>
          </a:p>
          <a:p>
            <a:r>
              <a:rPr lang="en-US" altLang="zh-CN"/>
              <a:t>For example, look at Ifetch stage of the pipeline.  The output of PC will still have the values of 12, the location of the Branch instruction even though PC has been updated to 16.</a:t>
            </a:r>
          </a:p>
          <a:p>
            <a:r>
              <a:rPr lang="en-US" altLang="zh-CN"/>
              <a:t>Furthermore, the IF/ID register’s internal value have already been updated to the Branch instruction even though its output still contains the Store instruction so that we can read the registers (Ra and Rb) for the store instruction and store their values into the ID/Ex register.</a:t>
            </a:r>
          </a:p>
          <a:p>
            <a:r>
              <a:rPr lang="en-US" altLang="zh-CN"/>
              <a:t>In order to get ready for calculating the store address, we also needs to pass the immediate field to the next stage.</a:t>
            </a:r>
          </a:p>
          <a:p>
            <a:r>
              <a:rPr lang="en-US" altLang="zh-CN"/>
              <a:t>At the end of Cycle 4, the Exec stage of the pipeline have just completed the ALUOp for the R-type instruction so the ALU output is stored into the Exec/Mem register.</a:t>
            </a:r>
          </a:p>
          <a:p>
            <a:r>
              <a:rPr lang="en-US" altLang="zh-CN"/>
              <a:t>Notice that for R-type instruction, the Rd field of the instruction is used to specify the destination register so the RegDst control signal must be set to 1 to pass Rd down the pipe.</a:t>
            </a:r>
          </a:p>
          <a:p>
            <a:r>
              <a:rPr lang="en-US" altLang="zh-CN"/>
              <a:t>The Mem stage of the pipeline have just completed the data memory read access for the load instruction so the data to be loaded can be found in the Mem/Wr register.</a:t>
            </a:r>
          </a:p>
          <a:p>
            <a:r>
              <a:rPr lang="en-US" altLang="zh-CN"/>
              <a:t>In the pipeline diagram, I did not show any instruction prior to the load instruction so we do NOT have any instruction in the Wr stage yet (MemtoReg=X, RegWr=0).</a:t>
            </a:r>
          </a:p>
          <a:p>
            <a:r>
              <a:rPr lang="en-US" altLang="zh-CN"/>
              <a:t>So far so good.  Let’s take a look at what happened at the next clock cycle.</a:t>
            </a:r>
          </a:p>
          <a:p>
            <a:endParaRPr lang="en-US" altLang="zh-CN"/>
          </a:p>
          <a:p>
            <a:r>
              <a:rPr lang="en-US" altLang="zh-CN"/>
              <a:t>+3 = 62 min. (Y:42)</a:t>
            </a:r>
          </a:p>
        </p:txBody>
      </p:sp>
      <p:sp>
        <p:nvSpPr>
          <p:cNvPr id="77826" name="Rectangle 3">
            <a:extLst>
              <a:ext uri="{FF2B5EF4-FFF2-40B4-BE49-F238E27FC236}">
                <a16:creationId xmlns:a16="http://schemas.microsoft.com/office/drawing/2014/main" id="{F6AC5CC4-D3F9-12F4-0399-417700C719E2}"/>
              </a:ext>
            </a:extLst>
          </p:cNvPr>
          <p:cNvSpPr>
            <a:spLocks noChangeArrowheads="1" noTextEdit="1"/>
          </p:cNvSpPr>
          <p:nvPr>
            <p:ph type="sldImg" idx="429496729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4DFFC13A-2788-3B2A-E0F6-E2E83276FEAB}"/>
              </a:ext>
            </a:extLst>
          </p:cNvPr>
          <p:cNvSpPr>
            <a:spLocks noGrp="1" noChangeArrowheads="1"/>
          </p:cNvSpPr>
          <p:nvPr>
            <p:ph type="body" idx="4294967295"/>
          </p:nvPr>
        </p:nvSpPr>
        <p:spPr/>
        <p:txBody>
          <a:bodyPr>
            <a:prstTxWarp prst="textNoShape">
              <a:avLst/>
            </a:prstTxWarp>
          </a:bodyPr>
          <a:lstStyle/>
          <a:p>
            <a:r>
              <a:rPr lang="en-US" altLang="zh-CN"/>
              <a:t>So the internal value of the register has just been updated BUT the output of the register, due to the Clock-to-Q delay, has NOT been changed to reflect the new internal value.</a:t>
            </a:r>
          </a:p>
          <a:p>
            <a:r>
              <a:rPr lang="en-US" altLang="zh-CN"/>
              <a:t>The output of the register will  still has the value from the cycle that has just ended.</a:t>
            </a:r>
          </a:p>
          <a:p>
            <a:r>
              <a:rPr lang="en-US" altLang="zh-CN"/>
              <a:t>For example, look at Ifetch stage of the pipeline.  The output of PC will still have the values of 12, the location of the Branch instruction even though PC has been updated to 16.</a:t>
            </a:r>
          </a:p>
          <a:p>
            <a:r>
              <a:rPr lang="en-US" altLang="zh-CN"/>
              <a:t>Furthermore, the IF/ID register’s internal value have already been updated to the Branch instruction even though its output still contains the Store instruction so that we can read the registers (Ra and Rb) for the store instruction and store their values into the ID/Ex register.</a:t>
            </a:r>
          </a:p>
          <a:p>
            <a:r>
              <a:rPr lang="en-US" altLang="zh-CN"/>
              <a:t>In order to get ready for calculating the store address, we also needs to pass the immediate field to the next stage.</a:t>
            </a:r>
          </a:p>
          <a:p>
            <a:r>
              <a:rPr lang="en-US" altLang="zh-CN"/>
              <a:t>At the end of Cycle 4, the Exec stage of the pipeline have just completed the ALUOp for the R-type instruction so the ALU output is stored into the Exec/Mem register.</a:t>
            </a:r>
          </a:p>
          <a:p>
            <a:r>
              <a:rPr lang="en-US" altLang="zh-CN"/>
              <a:t>Notice that for R-type instruction, the Rd field of the instruction is used to specify the destination register so the RegDst control signal must be set to 1 to pass Rd down the pipe.</a:t>
            </a:r>
          </a:p>
          <a:p>
            <a:r>
              <a:rPr lang="en-US" altLang="zh-CN"/>
              <a:t>The Mem stage of the pipeline have just completed the data memory read access for the load instruction so the data to be loaded can be found in the Mem/Wr register.</a:t>
            </a:r>
          </a:p>
          <a:p>
            <a:r>
              <a:rPr lang="en-US" altLang="zh-CN"/>
              <a:t>In the pipeline diagram, I did not show any instruction prior to the load instruction so we do NOT have any instruction in the Wr stage yet (MemtoReg=X, RegWr=0).</a:t>
            </a:r>
          </a:p>
          <a:p>
            <a:r>
              <a:rPr lang="en-US" altLang="zh-CN"/>
              <a:t>So far so good.  Let’s take a look at what happened at the next clock cycle.</a:t>
            </a:r>
          </a:p>
          <a:p>
            <a:endParaRPr lang="en-US" altLang="zh-CN"/>
          </a:p>
          <a:p>
            <a:r>
              <a:rPr lang="en-US" altLang="zh-CN"/>
              <a:t>+3 = 62 min. (Y:42)</a:t>
            </a:r>
          </a:p>
        </p:txBody>
      </p:sp>
      <p:sp>
        <p:nvSpPr>
          <p:cNvPr id="79874" name="Rectangle 3">
            <a:extLst>
              <a:ext uri="{FF2B5EF4-FFF2-40B4-BE49-F238E27FC236}">
                <a16:creationId xmlns:a16="http://schemas.microsoft.com/office/drawing/2014/main" id="{F4C96BC2-91E7-ADDD-98D7-41BDCF358406}"/>
              </a:ext>
            </a:extLst>
          </p:cNvPr>
          <p:cNvSpPr>
            <a:spLocks noChangeArrowheads="1" noTextEdit="1"/>
          </p:cNvSpPr>
          <p:nvPr>
            <p:ph type="sldImg" idx="429496729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3D8C7A94-9CCE-E590-78EA-D1517712151B}"/>
              </a:ext>
            </a:extLst>
          </p:cNvPr>
          <p:cNvSpPr>
            <a:spLocks noGrp="1" noChangeArrowheads="1"/>
          </p:cNvSpPr>
          <p:nvPr>
            <p:ph type="body" idx="4294967295"/>
          </p:nvPr>
        </p:nvSpPr>
        <p:spPr/>
        <p:txBody>
          <a:bodyPr>
            <a:prstTxWarp prst="textNoShape">
              <a:avLst/>
            </a:prstTxWarp>
          </a:bodyPr>
          <a:lstStyle/>
          <a:p>
            <a:r>
              <a:rPr lang="en-US" altLang="zh-CN"/>
              <a:t>So the internal value of the register has just been updated BUT the output of the register, due to the Clock-to-Q delay, has NOT been changed to reflect the new internal value.</a:t>
            </a:r>
          </a:p>
          <a:p>
            <a:r>
              <a:rPr lang="en-US" altLang="zh-CN"/>
              <a:t>The output of the register will  still has the value from the cycle that has just ended.</a:t>
            </a:r>
          </a:p>
          <a:p>
            <a:r>
              <a:rPr lang="en-US" altLang="zh-CN"/>
              <a:t>For example, look at Ifetch stage of the pipeline.  The output of PC will still have the values of 12, the location of the Branch instruction even though PC has been updated to 16.</a:t>
            </a:r>
          </a:p>
          <a:p>
            <a:r>
              <a:rPr lang="en-US" altLang="zh-CN"/>
              <a:t>Furthermore, the IF/ID register’s internal value have already been updated to the Branch instruction even though its output still contains the Store instruction so that we can read the registers (Ra and Rb) for the store instruction and store their values into the ID/Ex register.</a:t>
            </a:r>
          </a:p>
          <a:p>
            <a:r>
              <a:rPr lang="en-US" altLang="zh-CN"/>
              <a:t>In order to get ready for calculating the store address, we also needs to pass the immediate field to the next stage.</a:t>
            </a:r>
          </a:p>
          <a:p>
            <a:r>
              <a:rPr lang="en-US" altLang="zh-CN"/>
              <a:t>At the end of Cycle 4, the Exec stage of the pipeline have just completed the ALUOp for the R-type instruction so the ALU output is stored into the Exec/Mem register.</a:t>
            </a:r>
          </a:p>
          <a:p>
            <a:r>
              <a:rPr lang="en-US" altLang="zh-CN"/>
              <a:t>Notice that for R-type instruction, the Rd field of the instruction is used to specify the destination register so the RegDst control signal must be set to 1 to pass Rd down the pipe.</a:t>
            </a:r>
          </a:p>
          <a:p>
            <a:r>
              <a:rPr lang="en-US" altLang="zh-CN"/>
              <a:t>The Mem stage of the pipeline have just completed the data memory read access for the load instruction so the data to be loaded can be found in the Mem/Wr register.</a:t>
            </a:r>
          </a:p>
          <a:p>
            <a:r>
              <a:rPr lang="en-US" altLang="zh-CN"/>
              <a:t>In the pipeline diagram, I did not show any instruction prior to the load instruction so we do NOT have any instruction in the Wr stage yet (MemtoReg=X, RegWr=0).</a:t>
            </a:r>
          </a:p>
          <a:p>
            <a:r>
              <a:rPr lang="en-US" altLang="zh-CN"/>
              <a:t>So far so good.  Let’s take a look at what happened at the next clock cycle.</a:t>
            </a:r>
          </a:p>
          <a:p>
            <a:endParaRPr lang="en-US" altLang="zh-CN"/>
          </a:p>
          <a:p>
            <a:r>
              <a:rPr lang="en-US" altLang="zh-CN"/>
              <a:t>+3 = 62 min. (Y:42)</a:t>
            </a:r>
          </a:p>
        </p:txBody>
      </p:sp>
      <p:sp>
        <p:nvSpPr>
          <p:cNvPr id="81922" name="Rectangle 3">
            <a:extLst>
              <a:ext uri="{FF2B5EF4-FFF2-40B4-BE49-F238E27FC236}">
                <a16:creationId xmlns:a16="http://schemas.microsoft.com/office/drawing/2014/main" id="{DB09FCE1-BF1E-02E7-CCAC-406C480B4BE5}"/>
              </a:ext>
            </a:extLst>
          </p:cNvPr>
          <p:cNvSpPr>
            <a:spLocks noChangeArrowheads="1" noTextEdit="1"/>
          </p:cNvSpPr>
          <p:nvPr>
            <p:ph type="sldImg" idx="429496729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9154E953-2480-5E63-3339-5ED798A8CFE5}"/>
              </a:ext>
            </a:extLst>
          </p:cNvPr>
          <p:cNvSpPr>
            <a:spLocks noGrp="1" noChangeArrowheads="1"/>
          </p:cNvSpPr>
          <p:nvPr>
            <p:ph type="body" idx="4294967295"/>
          </p:nvPr>
        </p:nvSpPr>
        <p:spPr/>
        <p:txBody>
          <a:bodyPr>
            <a:prstTxWarp prst="textNoShape">
              <a:avLst/>
            </a:prstTxWarp>
          </a:bodyPr>
          <a:lstStyle/>
          <a:p>
            <a:r>
              <a:rPr lang="en-US" altLang="zh-CN"/>
              <a:t>So the internal value of the register has just been updated BUT the output of the register, due to the Clock-to-Q delay, has NOT been changed to reflect the new internal value.</a:t>
            </a:r>
          </a:p>
          <a:p>
            <a:r>
              <a:rPr lang="en-US" altLang="zh-CN"/>
              <a:t>The output of the register will  still has the value from the cycle that has just ended.</a:t>
            </a:r>
          </a:p>
          <a:p>
            <a:r>
              <a:rPr lang="en-US" altLang="zh-CN"/>
              <a:t>For example, look at Ifetch stage of the pipeline.  The output of PC will still have the values of 12, the location of the Branch instruction even though PC has been updated to 16.</a:t>
            </a:r>
          </a:p>
          <a:p>
            <a:r>
              <a:rPr lang="en-US" altLang="zh-CN"/>
              <a:t>Furthermore, the IF/ID register’s internal value have already been updated to the Branch instruction even though its output still contains the Store instruction so that we can read the registers (Ra and Rb) for the store instruction and store their values into the ID/Ex register.</a:t>
            </a:r>
          </a:p>
          <a:p>
            <a:r>
              <a:rPr lang="en-US" altLang="zh-CN"/>
              <a:t>In order to get ready for calculating the store address, we also needs to pass the immediate field to the next stage.</a:t>
            </a:r>
          </a:p>
          <a:p>
            <a:r>
              <a:rPr lang="en-US" altLang="zh-CN"/>
              <a:t>At the end of Cycle 4, the Exec stage of the pipeline have just completed the ALUOp for the R-type instruction so the ALU output is stored into the Exec/Mem register.</a:t>
            </a:r>
          </a:p>
          <a:p>
            <a:r>
              <a:rPr lang="en-US" altLang="zh-CN"/>
              <a:t>Notice that for R-type instruction, the Rd field of the instruction is used to specify the destination register so the RegDst control signal must be set to 1 to pass Rd down the pipe.</a:t>
            </a:r>
          </a:p>
          <a:p>
            <a:r>
              <a:rPr lang="en-US" altLang="zh-CN"/>
              <a:t>The Mem stage of the pipeline have just completed the data memory read access for the load instruction so the data to be loaded can be found in the Mem/Wr register.</a:t>
            </a:r>
          </a:p>
          <a:p>
            <a:r>
              <a:rPr lang="en-US" altLang="zh-CN"/>
              <a:t>In the pipeline diagram, I did not show any instruction prior to the load instruction so we do NOT have any instruction in the Wr stage yet (MemtoReg=X, RegWr=0).</a:t>
            </a:r>
          </a:p>
          <a:p>
            <a:r>
              <a:rPr lang="en-US" altLang="zh-CN"/>
              <a:t>So far so good.  Let’s take a look at what happened at the next clock cycle.</a:t>
            </a:r>
          </a:p>
          <a:p>
            <a:endParaRPr lang="en-US" altLang="zh-CN"/>
          </a:p>
          <a:p>
            <a:r>
              <a:rPr lang="en-US" altLang="zh-CN"/>
              <a:t>+3 = 62 min. (Y:42)</a:t>
            </a:r>
          </a:p>
        </p:txBody>
      </p:sp>
      <p:sp>
        <p:nvSpPr>
          <p:cNvPr id="83970" name="Rectangle 3">
            <a:extLst>
              <a:ext uri="{FF2B5EF4-FFF2-40B4-BE49-F238E27FC236}">
                <a16:creationId xmlns:a16="http://schemas.microsoft.com/office/drawing/2014/main" id="{63D8B5F9-85C9-2693-E908-531FCAC468A8}"/>
              </a:ext>
            </a:extLst>
          </p:cNvPr>
          <p:cNvSpPr>
            <a:spLocks noChangeArrowheads="1" noTextEdit="1"/>
          </p:cNvSpPr>
          <p:nvPr>
            <p:ph type="sldImg" idx="429496729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13BF63A9-EB9C-68C9-B5BC-D76BE822274E}"/>
              </a:ext>
            </a:extLst>
          </p:cNvPr>
          <p:cNvSpPr>
            <a:spLocks noGrp="1" noChangeArrowheads="1"/>
          </p:cNvSpPr>
          <p:nvPr>
            <p:ph type="body" idx="4294967295"/>
          </p:nvPr>
        </p:nvSpPr>
        <p:spPr/>
        <p:txBody>
          <a:bodyPr>
            <a:prstTxWarp prst="textNoShape">
              <a:avLst/>
            </a:prstTxWarp>
          </a:bodyPr>
          <a:lstStyle/>
          <a:p>
            <a:r>
              <a:rPr lang="en-US" altLang="zh-CN"/>
              <a:t>So the internal value of the register has just been updated BUT the output of the register, due to the Clock-to-Q delay, has NOT been changed to reflect the new internal value.</a:t>
            </a:r>
          </a:p>
          <a:p>
            <a:r>
              <a:rPr lang="en-US" altLang="zh-CN"/>
              <a:t>The output of the register will  still has the value from the cycle that has just ended.</a:t>
            </a:r>
          </a:p>
          <a:p>
            <a:r>
              <a:rPr lang="en-US" altLang="zh-CN"/>
              <a:t>For example, look at Ifetch stage of the pipeline.  The output of PC will still have the values of 12, the location of the Branch instruction even though PC has been updated to 16.</a:t>
            </a:r>
          </a:p>
          <a:p>
            <a:r>
              <a:rPr lang="en-US" altLang="zh-CN"/>
              <a:t>Furthermore, the IF/ID register’s internal value have already been updated to the Branch instruction even though its output still contains the Store instruction so that we can read the registers (Ra and Rb) for the store instruction and store their values into the ID/Ex register.</a:t>
            </a:r>
          </a:p>
          <a:p>
            <a:r>
              <a:rPr lang="en-US" altLang="zh-CN"/>
              <a:t>In order to get ready for calculating the store address, we also needs to pass the immediate field to the next stage.</a:t>
            </a:r>
          </a:p>
          <a:p>
            <a:r>
              <a:rPr lang="en-US" altLang="zh-CN"/>
              <a:t>At the end of Cycle 4, the Exec stage of the pipeline have just completed the ALUOp for the R-type instruction so the ALU output is stored into the Exec/Mem register.</a:t>
            </a:r>
          </a:p>
          <a:p>
            <a:r>
              <a:rPr lang="en-US" altLang="zh-CN"/>
              <a:t>Notice that for R-type instruction, the Rd field of the instruction is used to specify the destination register so the RegDst control signal must be set to 1 to pass Rd down the pipe.</a:t>
            </a:r>
          </a:p>
          <a:p>
            <a:r>
              <a:rPr lang="en-US" altLang="zh-CN"/>
              <a:t>The Mem stage of the pipeline have just completed the data memory read access for the load instruction so the data to be loaded can be found in the Mem/Wr register.</a:t>
            </a:r>
          </a:p>
          <a:p>
            <a:r>
              <a:rPr lang="en-US" altLang="zh-CN"/>
              <a:t>In the pipeline diagram, I did not show any instruction prior to the load instruction so we do NOT have any instruction in the Wr stage yet (MemtoReg=X, RegWr=0).</a:t>
            </a:r>
          </a:p>
          <a:p>
            <a:r>
              <a:rPr lang="en-US" altLang="zh-CN"/>
              <a:t>So far so good.  Let’s take a look at what happened at the next clock cycle.</a:t>
            </a:r>
          </a:p>
          <a:p>
            <a:endParaRPr lang="en-US" altLang="zh-CN"/>
          </a:p>
          <a:p>
            <a:r>
              <a:rPr lang="en-US" altLang="zh-CN"/>
              <a:t>+3 = 62 min. (Y:42)</a:t>
            </a:r>
          </a:p>
        </p:txBody>
      </p:sp>
      <p:sp>
        <p:nvSpPr>
          <p:cNvPr id="86018" name="Rectangle 3">
            <a:extLst>
              <a:ext uri="{FF2B5EF4-FFF2-40B4-BE49-F238E27FC236}">
                <a16:creationId xmlns:a16="http://schemas.microsoft.com/office/drawing/2014/main" id="{DB8A72C4-6FA1-36EF-D298-6213B4BF4BB3}"/>
              </a:ext>
            </a:extLst>
          </p:cNvPr>
          <p:cNvSpPr>
            <a:spLocks noChangeArrowheads="1" noTextEdit="1"/>
          </p:cNvSpPr>
          <p:nvPr>
            <p:ph type="sldImg" idx="429496729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D4B3E0A3-807A-1D7F-1357-EAA5A9691EFD}"/>
              </a:ext>
            </a:extLst>
          </p:cNvPr>
          <p:cNvSpPr>
            <a:spLocks noGrp="1" noChangeArrowheads="1"/>
          </p:cNvSpPr>
          <p:nvPr>
            <p:ph type="body" idx="4294967295"/>
          </p:nvPr>
        </p:nvSpPr>
        <p:spPr/>
        <p:txBody>
          <a:bodyPr>
            <a:prstTxWarp prst="textNoShape">
              <a:avLst/>
            </a:prstTxWarp>
          </a:bodyPr>
          <a:lstStyle/>
          <a:p>
            <a:endParaRPr lang="en-US" altLang="zh-CN"/>
          </a:p>
        </p:txBody>
      </p:sp>
      <p:sp>
        <p:nvSpPr>
          <p:cNvPr id="88066" name="Rectangle 3">
            <a:extLst>
              <a:ext uri="{FF2B5EF4-FFF2-40B4-BE49-F238E27FC236}">
                <a16:creationId xmlns:a16="http://schemas.microsoft.com/office/drawing/2014/main" id="{78DACC62-45D1-AB02-DF7D-52656959B59C}"/>
              </a:ext>
            </a:extLst>
          </p:cNvPr>
          <p:cNvSpPr>
            <a:spLocks noChangeArrowheads="1" noTextEdit="1"/>
          </p:cNvSpPr>
          <p:nvPr>
            <p:ph type="sldImg" idx="429496729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DB63B48A-290C-7D1F-6FD0-B720A29D14C6}"/>
              </a:ext>
            </a:extLst>
          </p:cNvPr>
          <p:cNvSpPr>
            <a:spLocks noGrp="1" noChangeArrowheads="1"/>
          </p:cNvSpPr>
          <p:nvPr>
            <p:ph type="body" idx="4294967295"/>
          </p:nvPr>
        </p:nvSpPr>
        <p:spPr/>
        <p:txBody>
          <a:bodyPr>
            <a:prstTxWarp prst="textNoShape">
              <a:avLst/>
            </a:prstTxWarp>
          </a:bodyPr>
          <a:lstStyle/>
          <a:p>
            <a:endParaRPr lang="en-US" altLang="zh-CN"/>
          </a:p>
        </p:txBody>
      </p:sp>
      <p:sp>
        <p:nvSpPr>
          <p:cNvPr id="90114" name="Rectangle 3">
            <a:extLst>
              <a:ext uri="{FF2B5EF4-FFF2-40B4-BE49-F238E27FC236}">
                <a16:creationId xmlns:a16="http://schemas.microsoft.com/office/drawing/2014/main" id="{3ECD74F2-50AB-95C3-5326-04CED0A94B86}"/>
              </a:ext>
            </a:extLst>
          </p:cNvPr>
          <p:cNvSpPr>
            <a:spLocks noChangeArrowheads="1" noTextEdit="1"/>
          </p:cNvSpPr>
          <p:nvPr>
            <p:ph type="sldImg" idx="429496729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4C82C4F2-F666-A948-B566-8D84FEFA6765}"/>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Notice that although the branch instruction is fetched during Cycle 4, its target address is NOT written into the Program Counter until the end of clock Cycle 7.</a:t>
            </a:r>
          </a:p>
          <a:p>
            <a:r>
              <a:rPr lang="en-US" altLang="zh-CN"/>
              <a:t>Consequently, the branch target instruction is not fetched until  clock Cycle 8.</a:t>
            </a:r>
          </a:p>
          <a:p>
            <a:r>
              <a:rPr lang="en-US" altLang="zh-CN"/>
              <a:t>In other words, there is a 3-instruction delay between the branch instruction is issued and the branch effect is felt in the program.</a:t>
            </a:r>
          </a:p>
          <a:p>
            <a:r>
              <a:rPr lang="en-US" altLang="zh-CN"/>
              <a:t>This is referred to as Branch Hazard in the text book.</a:t>
            </a:r>
          </a:p>
          <a:p>
            <a:r>
              <a:rPr lang="en-US" altLang="zh-CN"/>
              <a:t>And as we will show in the next lecture, by clever design techniques, we can reduce the delay to ONE instruction.</a:t>
            </a:r>
          </a:p>
          <a:p>
            <a:r>
              <a:rPr lang="en-US" altLang="zh-CN"/>
              <a:t>That is if the branch instruction in Location 12 is issued in Cycle 4, we will only execute one more sequential instruction (Location 16) before the branch target is executed.</a:t>
            </a:r>
          </a:p>
          <a:p>
            <a:endParaRPr lang="en-US" altLang="zh-CN"/>
          </a:p>
          <a:p>
            <a:r>
              <a:rPr lang="en-US" altLang="zh-CN"/>
              <a:t>+2 = 71 min. (Y:51)</a:t>
            </a:r>
          </a:p>
        </p:txBody>
      </p:sp>
      <p:sp>
        <p:nvSpPr>
          <p:cNvPr id="93186" name="Rectangle 3">
            <a:extLst>
              <a:ext uri="{FF2B5EF4-FFF2-40B4-BE49-F238E27FC236}">
                <a16:creationId xmlns:a16="http://schemas.microsoft.com/office/drawing/2014/main" id="{B4888D83-DC38-6959-5F72-F397F2AB8DAA}"/>
              </a:ext>
            </a:extLst>
          </p:cNvPr>
          <p:cNvSpPr>
            <a:spLocks noChangeArrowheads="1" noTextEdit="1"/>
          </p:cNvSpPr>
          <p:nvPr>
            <p:ph type="sldImg" idx="429496729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7965097C-D352-5EF9-3DFC-9DD53E0759DC}"/>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Similarly, although the load instruction is fetched during cycle 1, the data is not written into the register file until the end of Cycle 5.</a:t>
            </a:r>
          </a:p>
          <a:p>
            <a:r>
              <a:rPr lang="en-US" altLang="zh-CN"/>
              <a:t>Consequently,  the earliest time we can read this value from the register file is in Cycle 6.</a:t>
            </a:r>
          </a:p>
          <a:p>
            <a:r>
              <a:rPr lang="en-US" altLang="zh-CN"/>
              <a:t>In other words, there is a 3-instruction delay between the load instruction and the instruction that can use the result of the load.</a:t>
            </a:r>
          </a:p>
          <a:p>
            <a:r>
              <a:rPr lang="en-US" altLang="zh-CN"/>
              <a:t>This is referred to as Data Hazard in the text book.</a:t>
            </a:r>
          </a:p>
          <a:p>
            <a:r>
              <a:rPr lang="en-US" altLang="zh-CN"/>
              <a:t>We will show in the next lecture that by clever design techniques, we can reduce this delay to ONE instruction.</a:t>
            </a:r>
          </a:p>
          <a:p>
            <a:r>
              <a:rPr lang="en-US" altLang="zh-CN"/>
              <a:t>That is if the load instruction is  issued in Cycle 1, the instruction comes right next to it (Plus 1)  cannot use the result of this load but the next-next instruction (Plus 2) can.</a:t>
            </a:r>
          </a:p>
          <a:p>
            <a:endParaRPr lang="en-US" altLang="zh-CN"/>
          </a:p>
          <a:p>
            <a:r>
              <a:rPr lang="en-US" altLang="zh-CN"/>
              <a:t>+2 = 73 min. (Y:53)</a:t>
            </a:r>
          </a:p>
          <a:p>
            <a:endParaRPr lang="en-US" altLang="zh-CN"/>
          </a:p>
          <a:p>
            <a:endParaRPr lang="en-US" altLang="zh-CN"/>
          </a:p>
        </p:txBody>
      </p:sp>
      <p:sp>
        <p:nvSpPr>
          <p:cNvPr id="95234" name="Rectangle 3">
            <a:extLst>
              <a:ext uri="{FF2B5EF4-FFF2-40B4-BE49-F238E27FC236}">
                <a16:creationId xmlns:a16="http://schemas.microsoft.com/office/drawing/2014/main" id="{7135E0C8-7EA1-DB87-1605-8FA05294725A}"/>
              </a:ext>
            </a:extLst>
          </p:cNvPr>
          <p:cNvSpPr>
            <a:spLocks noChangeArrowheads="1" noTextEdit="1"/>
          </p:cNvSpPr>
          <p:nvPr>
            <p:ph type="sldImg" idx="429496729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D7258916-472F-1E43-43AC-F850E775AA8F}"/>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The main control here is identical to the one in the single cycle processor. It generate all the control</a:t>
            </a:r>
          </a:p>
          <a:p>
            <a:r>
              <a:rPr lang="en-US" altLang="zh-CN"/>
              <a:t> signals necessary for a given instruction during that instruction’s Reg/Decode stage.</a:t>
            </a:r>
          </a:p>
          <a:p>
            <a:r>
              <a:rPr lang="en-US" altLang="zh-CN"/>
              <a:t>All these control signals will be saved in the ID/Exec pipeline register at the end of the Reg/Decode cycle.</a:t>
            </a:r>
          </a:p>
          <a:p>
            <a:r>
              <a:rPr lang="en-US" altLang="zh-CN"/>
              <a:t>The control signals for the Exec stage (ALUSrc, ... etc.) come from the output of the ID/Exec  register.  That is they are delayed ONE cycle from the cycle they are generated.</a:t>
            </a:r>
          </a:p>
          <a:p>
            <a:r>
              <a:rPr lang="en-US" altLang="zh-CN"/>
              <a:t>The rest of the control signals that are not used during the Exec stage is passed down the pipeline and saved in the Exec/Mem register.</a:t>
            </a:r>
          </a:p>
          <a:p>
            <a:r>
              <a:rPr lang="en-US" altLang="zh-CN"/>
              <a:t>The control signals for the Mem stage (MemWr, Branch) come from the output of the Exec/Mem  register.  That is they are delayed two cycles from the cycle they are generated.</a:t>
            </a:r>
          </a:p>
          <a:p>
            <a:r>
              <a:rPr lang="en-US" altLang="zh-CN"/>
              <a:t>Finally, the control signals for the Wr stage (MemtoReg &amp; RegWr) come from the output of the Exec/Wr register: they are delayed three cycles from the cycle they are generated.</a:t>
            </a:r>
          </a:p>
          <a:p>
            <a:endParaRPr lang="en-US" altLang="zh-CN"/>
          </a:p>
          <a:p>
            <a:r>
              <a:rPr lang="en-US" altLang="zh-CN"/>
              <a:t>+2 = 45 min. (Y:45)</a:t>
            </a:r>
          </a:p>
          <a:p>
            <a:endParaRPr lang="zh-CN" altLang="en-US"/>
          </a:p>
        </p:txBody>
      </p:sp>
      <p:sp>
        <p:nvSpPr>
          <p:cNvPr id="98306" name="Rectangle 3">
            <a:extLst>
              <a:ext uri="{FF2B5EF4-FFF2-40B4-BE49-F238E27FC236}">
                <a16:creationId xmlns:a16="http://schemas.microsoft.com/office/drawing/2014/main" id="{8706869F-FF3F-C9F7-A84E-8D49586E4EE9}"/>
              </a:ext>
            </a:extLst>
          </p:cNvPr>
          <p:cNvSpPr>
            <a:spLocks noChangeArrowheads="1" noTextEdit="1"/>
          </p:cNvSpPr>
          <p:nvPr>
            <p:ph type="sldImg" idx="429496729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1026">
            <a:extLst>
              <a:ext uri="{FF2B5EF4-FFF2-40B4-BE49-F238E27FC236}">
                <a16:creationId xmlns:a16="http://schemas.microsoft.com/office/drawing/2014/main" id="{1F9AE45C-36BC-2D36-393A-591864B644B8}"/>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Let’s focus our attention to the beginning of the Wr stage and see what happens there.</a:t>
            </a:r>
          </a:p>
          <a:p>
            <a:r>
              <a:rPr lang="en-US" altLang="zh-CN"/>
              <a:t>Recalled from our pipelined datapath that at the beginning of the Register Write back cycle, the register address, that is Rw, will come from the output of the Mem/Wr pipeline register.</a:t>
            </a:r>
          </a:p>
          <a:p>
            <a:r>
              <a:rPr lang="en-US" altLang="zh-CN"/>
              <a:t>From our pipeline control discussion, we also know that the register write enable signal (RegWr) will also come from the pipeline register Mem/Wr.</a:t>
            </a:r>
          </a:p>
          <a:p>
            <a:r>
              <a:rPr lang="en-US" altLang="zh-CN"/>
              <a:t>Consequently, at the beginning of the Register Wr stage, we can have a problem if the RegAdr’s Clock-to-Q time is longer than the RegWr’s clock to Q time.</a:t>
            </a:r>
          </a:p>
          <a:p>
            <a:r>
              <a:rPr lang="en-US" altLang="zh-CN"/>
              <a:t>Because in that case, RegWr can be asserted BEFORE the register specifier (RegAdr) is settled to its final value and cause us to write to the wrong register.</a:t>
            </a:r>
          </a:p>
          <a:p>
            <a:r>
              <a:rPr lang="en-US" altLang="zh-CN"/>
              <a:t>Similarly, we can have a problem at the beginning of the Memory Access stage if the Clock-to-Q time of the memory Write address is longer than the MemWr’s clock-to-q time.</a:t>
            </a:r>
          </a:p>
          <a:p>
            <a:r>
              <a:rPr lang="en-US" altLang="zh-CN"/>
              <a:t>In either case, we have a race condition between the address lines and the write enable control signal.</a:t>
            </a:r>
          </a:p>
          <a:p>
            <a:r>
              <a:rPr lang="en-US" altLang="zh-CN"/>
              <a:t>Did anybody remember how did we prevent this (address and write enable) race condition in our multiple cycle design?</a:t>
            </a:r>
          </a:p>
          <a:p>
            <a:endParaRPr lang="en-US" altLang="zh-CN"/>
          </a:p>
          <a:p>
            <a:r>
              <a:rPr lang="en-US" altLang="zh-CN"/>
              <a:t>+2 = 52 min. (Y:32)</a:t>
            </a:r>
          </a:p>
        </p:txBody>
      </p:sp>
      <p:sp>
        <p:nvSpPr>
          <p:cNvPr id="100354" name="Rectangle 1027">
            <a:extLst>
              <a:ext uri="{FF2B5EF4-FFF2-40B4-BE49-F238E27FC236}">
                <a16:creationId xmlns:a16="http://schemas.microsoft.com/office/drawing/2014/main" id="{8C5C1A23-B960-D052-1049-73219FDB6DD6}"/>
              </a:ext>
            </a:extLst>
          </p:cNvPr>
          <p:cNvSpPr>
            <a:spLocks noChangeArrowheads="1" noTextEdit="1"/>
          </p:cNvSpPr>
          <p:nvPr>
            <p:ph type="sldImg" idx="429496729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E7AB9C90-F46C-4C17-A69A-38B0E49739DF}"/>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Well in our multiple cycle design, we prevent the race condition between the write address lines and the write enable signal by:</a:t>
            </a:r>
          </a:p>
          <a:p>
            <a:r>
              <a:rPr lang="en-US" altLang="zh-CN"/>
              <a:t>(a) Making sure the address is stable by the end of a given cycle, say Cycle N.</a:t>
            </a:r>
          </a:p>
          <a:p>
            <a:r>
              <a:rPr lang="en-US" altLang="zh-CN"/>
              <a:t>(b) Then we assert the write enable line to write the memory 1 cycle later (Cycle N +1).</a:t>
            </a:r>
          </a:p>
          <a:p>
            <a:r>
              <a:rPr lang="en-US" altLang="zh-CN"/>
              <a:t>In other words, it will take us two cycles (Cycle N and Cycle N + 1) to write anything.</a:t>
            </a:r>
          </a:p>
          <a:p>
            <a:r>
              <a:rPr lang="en-US" altLang="zh-CN"/>
              <a:t>This approach, however, cannot be used in the pipeline design because we must be able to write the register file every cycle  when we have consecutive R-type instructions.</a:t>
            </a:r>
          </a:p>
          <a:p>
            <a:r>
              <a:rPr lang="en-US" altLang="zh-CN"/>
              <a:t>Similarly, we must be able to write the data memory every cycle when we encounter consecutive store instructions.</a:t>
            </a:r>
          </a:p>
          <a:p>
            <a:r>
              <a:rPr lang="en-US" altLang="zh-CN"/>
              <a:t>So we need to look for a solution that is different from the multiple cycle implementation.</a:t>
            </a:r>
          </a:p>
          <a:p>
            <a:endParaRPr lang="en-US" altLang="zh-CN"/>
          </a:p>
          <a:p>
            <a:r>
              <a:rPr lang="en-US" altLang="zh-CN"/>
              <a:t>+2 = 54 min. (Y:34)</a:t>
            </a:r>
          </a:p>
        </p:txBody>
      </p:sp>
      <p:sp>
        <p:nvSpPr>
          <p:cNvPr id="102402" name="Rectangle 3">
            <a:extLst>
              <a:ext uri="{FF2B5EF4-FFF2-40B4-BE49-F238E27FC236}">
                <a16:creationId xmlns:a16="http://schemas.microsoft.com/office/drawing/2014/main" id="{12144BF7-863D-CB15-EB4D-52DEE91257FA}"/>
              </a:ext>
            </a:extLst>
          </p:cNvPr>
          <p:cNvSpPr>
            <a:spLocks noChangeArrowheads="1" noTextEdit="1"/>
          </p:cNvSpPr>
          <p:nvPr>
            <p:ph type="sldImg" idx="429496729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F4193287-D203-F043-89FF-0500D6C4A052}"/>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The solution we have is to AND the write enable signal to the clock input.</a:t>
            </a:r>
          </a:p>
          <a:p>
            <a:r>
              <a:rPr lang="en-US" altLang="zh-CN"/>
              <a:t>The Write Enable signal to register file or memory  is probably the ONLY place where you as a logic designer can  gate (AND) the clock with a control signal.</a:t>
            </a:r>
          </a:p>
          <a:p>
            <a:r>
              <a:rPr lang="en-US" altLang="zh-CN"/>
              <a:t>This is the place where you need to take off your logic designer’s hat and put on an electrical engineer’s hat to make sure by ANDING the write enable signal to the clock signal, you are NOT violating any timing consideration.</a:t>
            </a:r>
          </a:p>
          <a:p>
            <a:r>
              <a:rPr lang="en-US" altLang="zh-CN"/>
              <a:t>One obvious thing you should check is that the clock high time must be greater than the write access time because the C_WrEn signal will only be high during the clock high time.</a:t>
            </a:r>
          </a:p>
          <a:p>
            <a:r>
              <a:rPr lang="en-US" altLang="zh-CN"/>
              <a:t>After the circuit designer have taken a good look at this block and make sure no timing constraint is violated, he or she will create a symbol like this and give it to the logic designer.</a:t>
            </a:r>
          </a:p>
          <a:p>
            <a:r>
              <a:rPr lang="en-US" altLang="zh-CN"/>
              <a:t>And he probably will tell the logic designer something like: “Hey, don’t change anything in this block without first asking me.”  The logic designer can then use it just like any logic element.</a:t>
            </a:r>
          </a:p>
          <a:p>
            <a:r>
              <a:rPr lang="en-US" altLang="zh-CN"/>
              <a:t>What we created here (the box) is what in the industry is called Synchronized SRAM if this block is the Data Memory. Or Synchronized Register File if this block is the Register File.</a:t>
            </a:r>
          </a:p>
          <a:p>
            <a:r>
              <a:rPr lang="en-US" altLang="zh-CN"/>
              <a:t>The synchronized memory and register file should be no stranger to you guys because I have already shown you how they can be used in the Single Cycle Datapath lecture.</a:t>
            </a:r>
          </a:p>
          <a:p>
            <a:r>
              <a:rPr lang="en-US" altLang="zh-CN"/>
              <a:t>All you have to do is make sure the address, data, and write enable signal are stable at least one set-up time before the clock tick.</a:t>
            </a:r>
          </a:p>
          <a:p>
            <a:r>
              <a:rPr lang="en-US" altLang="zh-CN"/>
              <a:t>The actual write will occur at the cycle following  the clock edge that captures the WrEn=1.</a:t>
            </a:r>
          </a:p>
          <a:p>
            <a:endParaRPr lang="en-US" altLang="zh-CN"/>
          </a:p>
          <a:p>
            <a:r>
              <a:rPr lang="en-US" altLang="zh-CN"/>
              <a:t>+3 = 57 min. (Y:37)</a:t>
            </a:r>
          </a:p>
          <a:p>
            <a:endParaRPr lang="en-US" altLang="zh-CN"/>
          </a:p>
          <a:p>
            <a:endParaRPr lang="en-US" altLang="zh-CN"/>
          </a:p>
          <a:p>
            <a:endParaRPr lang="zh-CN" altLang="en-US"/>
          </a:p>
        </p:txBody>
      </p:sp>
      <p:sp>
        <p:nvSpPr>
          <p:cNvPr id="105474" name="Rectangle 3">
            <a:extLst>
              <a:ext uri="{FF2B5EF4-FFF2-40B4-BE49-F238E27FC236}">
                <a16:creationId xmlns:a16="http://schemas.microsoft.com/office/drawing/2014/main" id="{6C849159-0428-001C-4928-96AD34077676}"/>
              </a:ext>
            </a:extLst>
          </p:cNvPr>
          <p:cNvSpPr>
            <a:spLocks noChangeArrowheads="1" noTextEdit="1"/>
          </p:cNvSpPr>
          <p:nvPr>
            <p:ph type="sldImg" idx="429496729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幻灯片图像占位符 1">
            <a:extLst>
              <a:ext uri="{FF2B5EF4-FFF2-40B4-BE49-F238E27FC236}">
                <a16:creationId xmlns:a16="http://schemas.microsoft.com/office/drawing/2014/main" id="{E936EE65-C222-9463-F1A7-5A0F465732CA}"/>
              </a:ext>
            </a:extLst>
          </p:cNvPr>
          <p:cNvSpPr>
            <a:spLocks noGrp="1" noRot="1" noChangeAspect="1" noChangeArrowheads="1" noTextEdit="1"/>
          </p:cNvSpPr>
          <p:nvPr>
            <p:ph type="sldImg" idx="4294967295"/>
          </p:nvPr>
        </p:nvSpPr>
        <p:spPr/>
      </p:sp>
      <p:sp>
        <p:nvSpPr>
          <p:cNvPr id="107522" name="备注占位符 2">
            <a:extLst>
              <a:ext uri="{FF2B5EF4-FFF2-40B4-BE49-F238E27FC236}">
                <a16:creationId xmlns:a16="http://schemas.microsoft.com/office/drawing/2014/main" id="{6D2D7551-A006-61A5-9E3D-0490090DDE2E}"/>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C8E20E9B-4C05-ACCD-D6A5-331419022FA0}"/>
              </a:ext>
            </a:extLst>
          </p:cNvPr>
          <p:cNvSpPr>
            <a:spLocks noChangeArrowheads="1" noTextEdit="1"/>
          </p:cNvSpPr>
          <p:nvPr>
            <p:ph type="sldImg" idx="4294967295"/>
          </p:nvPr>
        </p:nvSpPr>
        <p:spPr>
          <a:xfrm>
            <a:off x="989013" y="644525"/>
            <a:ext cx="5133975" cy="3851275"/>
          </a:xfrm>
        </p:spPr>
      </p:sp>
      <p:sp>
        <p:nvSpPr>
          <p:cNvPr id="111618" name="Rectangle 3">
            <a:extLst>
              <a:ext uri="{FF2B5EF4-FFF2-40B4-BE49-F238E27FC236}">
                <a16:creationId xmlns:a16="http://schemas.microsoft.com/office/drawing/2014/main" id="{2E3CFB02-FBDA-E946-4D46-AF5BD25893ED}"/>
              </a:ext>
            </a:extLst>
          </p:cNvPr>
          <p:cNvSpPr>
            <a:spLocks noGrp="1" noChangeArrowheads="1"/>
          </p:cNvSpPr>
          <p:nvPr>
            <p:ph type="body" idx="4294967295"/>
          </p:nvPr>
        </p:nvSpPr>
        <p:spPr>
          <a:xfrm>
            <a:off x="533400" y="4605338"/>
            <a:ext cx="6118225" cy="4862512"/>
          </a:xfrm>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a:extLst>
              <a:ext uri="{FF2B5EF4-FFF2-40B4-BE49-F238E27FC236}">
                <a16:creationId xmlns:a16="http://schemas.microsoft.com/office/drawing/2014/main" id="{415A49D6-9EFA-32B2-C093-0E229CBF3B6D}"/>
              </a:ext>
            </a:extLst>
          </p:cNvPr>
          <p:cNvSpPr>
            <a:spLocks noChangeArrowheads="1" noTextEdit="1"/>
          </p:cNvSpPr>
          <p:nvPr>
            <p:ph type="sldImg" idx="4294967295"/>
          </p:nvPr>
        </p:nvSpPr>
        <p:spPr>
          <a:xfrm>
            <a:off x="989013" y="644525"/>
            <a:ext cx="5133975" cy="3851275"/>
          </a:xfrm>
        </p:spPr>
      </p:sp>
      <p:sp>
        <p:nvSpPr>
          <p:cNvPr id="113666" name="Rectangle 3">
            <a:extLst>
              <a:ext uri="{FF2B5EF4-FFF2-40B4-BE49-F238E27FC236}">
                <a16:creationId xmlns:a16="http://schemas.microsoft.com/office/drawing/2014/main" id="{28433D30-ACA6-8753-4421-F84733986E15}"/>
              </a:ext>
            </a:extLst>
          </p:cNvPr>
          <p:cNvSpPr>
            <a:spLocks noGrp="1" noChangeArrowheads="1"/>
          </p:cNvSpPr>
          <p:nvPr>
            <p:ph type="body" idx="4294967295"/>
          </p:nvPr>
        </p:nvSpPr>
        <p:spPr>
          <a:xfrm>
            <a:off x="533400" y="4605338"/>
            <a:ext cx="6118225" cy="4862512"/>
          </a:xfrm>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5ED9A59F-F1E9-CFCC-CCE2-C2587ADABC5D}"/>
              </a:ext>
            </a:extLst>
          </p:cNvPr>
          <p:cNvSpPr>
            <a:spLocks noChangeArrowheads="1" noTextEdit="1"/>
          </p:cNvSpPr>
          <p:nvPr>
            <p:ph type="sldImg" idx="4294967295"/>
          </p:nvPr>
        </p:nvSpPr>
        <p:spPr>
          <a:xfrm>
            <a:off x="989013" y="644525"/>
            <a:ext cx="5133975" cy="3851275"/>
          </a:xfrm>
        </p:spPr>
      </p:sp>
      <p:sp>
        <p:nvSpPr>
          <p:cNvPr id="115714" name="Rectangle 3">
            <a:extLst>
              <a:ext uri="{FF2B5EF4-FFF2-40B4-BE49-F238E27FC236}">
                <a16:creationId xmlns:a16="http://schemas.microsoft.com/office/drawing/2014/main" id="{D9D37B76-28D0-CEF0-F67B-091AC8AF6A51}"/>
              </a:ext>
            </a:extLst>
          </p:cNvPr>
          <p:cNvSpPr>
            <a:spLocks noGrp="1" noChangeArrowheads="1"/>
          </p:cNvSpPr>
          <p:nvPr>
            <p:ph type="body" idx="4294967295"/>
          </p:nvPr>
        </p:nvSpPr>
        <p:spPr>
          <a:xfrm>
            <a:off x="533400" y="4605338"/>
            <a:ext cx="6118225" cy="4862512"/>
          </a:xfrm>
        </p:spPr>
        <p:txBody>
          <a:bodyPr>
            <a:prstTxWarp prst="textNoShape">
              <a:avLst/>
            </a:prstTxWarp>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5BE6934E-BF3C-8042-5116-BC7FCB724212}"/>
              </a:ext>
            </a:extLst>
          </p:cNvPr>
          <p:cNvSpPr>
            <a:spLocks noChangeArrowheads="1" noTextEdit="1"/>
          </p:cNvSpPr>
          <p:nvPr>
            <p:ph type="sldImg" idx="4294967295"/>
          </p:nvPr>
        </p:nvSpPr>
        <p:spPr>
          <a:xfrm>
            <a:off x="989013" y="644525"/>
            <a:ext cx="5133975" cy="3851275"/>
          </a:xfrm>
        </p:spPr>
      </p:sp>
      <p:sp>
        <p:nvSpPr>
          <p:cNvPr id="117762" name="Rectangle 3">
            <a:extLst>
              <a:ext uri="{FF2B5EF4-FFF2-40B4-BE49-F238E27FC236}">
                <a16:creationId xmlns:a16="http://schemas.microsoft.com/office/drawing/2014/main" id="{B974A385-DA94-C6D4-F577-68813F84CFFF}"/>
              </a:ext>
            </a:extLst>
          </p:cNvPr>
          <p:cNvSpPr>
            <a:spLocks noGrp="1" noChangeArrowheads="1"/>
          </p:cNvSpPr>
          <p:nvPr>
            <p:ph type="body" idx="4294967295"/>
          </p:nvPr>
        </p:nvSpPr>
        <p:spPr>
          <a:xfrm>
            <a:off x="533400" y="4605338"/>
            <a:ext cx="6118225" cy="4862512"/>
          </a:xfrm>
        </p:spPr>
        <p:txBody>
          <a:bodyPr>
            <a:prstTxWarp prst="textNoShape">
              <a:avLst/>
            </a:prstTxWarp>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6E39EDB2-7C7D-59C8-0533-F57623D25282}"/>
              </a:ext>
            </a:extLst>
          </p:cNvPr>
          <p:cNvSpPr>
            <a:spLocks noChangeArrowheads="1" noTextEdit="1"/>
          </p:cNvSpPr>
          <p:nvPr>
            <p:ph type="sldImg" idx="4294967295"/>
          </p:nvPr>
        </p:nvSpPr>
        <p:spPr>
          <a:xfrm>
            <a:off x="989013" y="644525"/>
            <a:ext cx="5133975" cy="3851275"/>
          </a:xfrm>
        </p:spPr>
      </p:sp>
      <p:sp>
        <p:nvSpPr>
          <p:cNvPr id="119810" name="Rectangle 3">
            <a:extLst>
              <a:ext uri="{FF2B5EF4-FFF2-40B4-BE49-F238E27FC236}">
                <a16:creationId xmlns:a16="http://schemas.microsoft.com/office/drawing/2014/main" id="{8B93BA6E-1128-497F-A88F-965344BEC5E6}"/>
              </a:ext>
            </a:extLst>
          </p:cNvPr>
          <p:cNvSpPr>
            <a:spLocks noGrp="1" noChangeArrowheads="1"/>
          </p:cNvSpPr>
          <p:nvPr>
            <p:ph type="body" idx="4294967295"/>
          </p:nvPr>
        </p:nvSpPr>
        <p:spPr>
          <a:xfrm>
            <a:off x="533400" y="4605338"/>
            <a:ext cx="6118225" cy="4862512"/>
          </a:xfrm>
        </p:spPr>
        <p:txBody>
          <a:bodyPr>
            <a:prstTxWarp prst="textNoShape">
              <a:avLst/>
            </a:prstTxWarp>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4D8FB0D9-FD8E-9602-8E73-BF9DC26FFD9A}"/>
              </a:ext>
            </a:extLst>
          </p:cNvPr>
          <p:cNvSpPr>
            <a:spLocks noChangeArrowheads="1" noTextEdit="1"/>
          </p:cNvSpPr>
          <p:nvPr>
            <p:ph type="sldImg" idx="4294967295"/>
          </p:nvPr>
        </p:nvSpPr>
        <p:spPr>
          <a:xfrm>
            <a:off x="989013" y="644525"/>
            <a:ext cx="5133975" cy="3851275"/>
          </a:xfrm>
        </p:spPr>
      </p:sp>
      <p:sp>
        <p:nvSpPr>
          <p:cNvPr id="122882" name="Rectangle 3">
            <a:extLst>
              <a:ext uri="{FF2B5EF4-FFF2-40B4-BE49-F238E27FC236}">
                <a16:creationId xmlns:a16="http://schemas.microsoft.com/office/drawing/2014/main" id="{D5ADE1E1-7F04-4B3D-E84B-E6607B2C618B}"/>
              </a:ext>
            </a:extLst>
          </p:cNvPr>
          <p:cNvSpPr>
            <a:spLocks noGrp="1" noChangeArrowheads="1"/>
          </p:cNvSpPr>
          <p:nvPr>
            <p:ph type="body" idx="4294967295"/>
          </p:nvPr>
        </p:nvSpPr>
        <p:spPr>
          <a:xfrm>
            <a:off x="533400" y="4605338"/>
            <a:ext cx="6118225" cy="4862512"/>
          </a:xfrm>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The same instruction means the same one as the first instruction </a:t>
            </a:r>
            <a:r>
              <a:rPr lang="en-US" altLang="zh-CN" i="1"/>
              <a:t>add r1, r2, r3</a:t>
            </a:r>
            <a:r>
              <a:rPr lang="en-US" altLang="zh-CN"/>
              <a:t> . So the remaining instructions are not affected.</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37E8D918-ADCD-F60E-C328-1C893930E39D}"/>
              </a:ext>
            </a:extLst>
          </p:cNvPr>
          <p:cNvSpPr>
            <a:spLocks noChangeArrowheads="1" noTextEdit="1"/>
          </p:cNvSpPr>
          <p:nvPr>
            <p:ph type="sldImg" idx="4294967295"/>
          </p:nvPr>
        </p:nvSpPr>
        <p:spPr>
          <a:xfrm>
            <a:off x="989013" y="644525"/>
            <a:ext cx="5133975" cy="3851275"/>
          </a:xfrm>
        </p:spPr>
      </p:sp>
      <p:sp>
        <p:nvSpPr>
          <p:cNvPr id="124930" name="Rectangle 3">
            <a:extLst>
              <a:ext uri="{FF2B5EF4-FFF2-40B4-BE49-F238E27FC236}">
                <a16:creationId xmlns:a16="http://schemas.microsoft.com/office/drawing/2014/main" id="{45902247-B365-9C18-9EA9-796CFC5A2CDC}"/>
              </a:ext>
            </a:extLst>
          </p:cNvPr>
          <p:cNvSpPr>
            <a:spLocks noGrp="1" noChangeArrowheads="1"/>
          </p:cNvSpPr>
          <p:nvPr>
            <p:ph type="body" idx="4294967295"/>
          </p:nvPr>
        </p:nvSpPr>
        <p:spPr>
          <a:xfrm>
            <a:off x="533400" y="4605338"/>
            <a:ext cx="6118225" cy="4862512"/>
          </a:xfrm>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48BF0F27-729B-B6ED-EDE1-B480F3BB84C9}"/>
              </a:ext>
            </a:extLst>
          </p:cNvPr>
          <p:cNvSpPr>
            <a:spLocks noChangeArrowheads="1" noTextEdit="1"/>
          </p:cNvSpPr>
          <p:nvPr>
            <p:ph type="sldImg" idx="4294967295"/>
          </p:nvPr>
        </p:nvSpPr>
        <p:spPr>
          <a:xfrm>
            <a:off x="989013" y="644525"/>
            <a:ext cx="5133975" cy="3851275"/>
          </a:xfrm>
        </p:spPr>
      </p:sp>
      <p:sp>
        <p:nvSpPr>
          <p:cNvPr id="126978" name="Rectangle 3">
            <a:extLst>
              <a:ext uri="{FF2B5EF4-FFF2-40B4-BE49-F238E27FC236}">
                <a16:creationId xmlns:a16="http://schemas.microsoft.com/office/drawing/2014/main" id="{F3F6DA77-410E-3D44-11BF-DEEC8D4120F6}"/>
              </a:ext>
            </a:extLst>
          </p:cNvPr>
          <p:cNvSpPr>
            <a:spLocks noGrp="1" noChangeArrowheads="1"/>
          </p:cNvSpPr>
          <p:nvPr>
            <p:ph type="body" idx="4294967295"/>
          </p:nvPr>
        </p:nvSpPr>
        <p:spPr>
          <a:xfrm>
            <a:off x="533400" y="4605338"/>
            <a:ext cx="6118225" cy="4862512"/>
          </a:xfrm>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B1AE360E-C6B3-03CF-91C8-B560B5AEB25D}"/>
              </a:ext>
            </a:extLst>
          </p:cNvPr>
          <p:cNvSpPr>
            <a:spLocks noChangeArrowheads="1" noTextEdit="1"/>
          </p:cNvSpPr>
          <p:nvPr>
            <p:ph type="sldImg" idx="4294967295"/>
          </p:nvPr>
        </p:nvSpPr>
        <p:spPr>
          <a:xfrm>
            <a:off x="989013" y="644525"/>
            <a:ext cx="5133975" cy="3851275"/>
          </a:xfrm>
        </p:spPr>
      </p:sp>
      <p:sp>
        <p:nvSpPr>
          <p:cNvPr id="129026" name="Rectangle 3">
            <a:extLst>
              <a:ext uri="{FF2B5EF4-FFF2-40B4-BE49-F238E27FC236}">
                <a16:creationId xmlns:a16="http://schemas.microsoft.com/office/drawing/2014/main" id="{23809A57-784C-29B8-4D5C-620865F11BE4}"/>
              </a:ext>
            </a:extLst>
          </p:cNvPr>
          <p:cNvSpPr>
            <a:spLocks noGrp="1" noChangeArrowheads="1"/>
          </p:cNvSpPr>
          <p:nvPr>
            <p:ph type="body" idx="4294967295"/>
          </p:nvPr>
        </p:nvSpPr>
        <p:spPr>
          <a:xfrm>
            <a:off x="533400" y="4605338"/>
            <a:ext cx="6118225" cy="4862512"/>
          </a:xfrm>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C05677B4-1EF2-4361-7E5D-C4CFBEB12A43}"/>
              </a:ext>
            </a:extLst>
          </p:cNvPr>
          <p:cNvSpPr>
            <a:spLocks noGrp="1" noChangeArrowheads="1"/>
          </p:cNvSpPr>
          <p:nvPr>
            <p:ph type="body" idx="4294967295"/>
          </p:nvPr>
        </p:nvSpPr>
        <p:spPr>
          <a:xfrm>
            <a:off x="533400" y="4605338"/>
            <a:ext cx="6118225" cy="4862512"/>
          </a:xfrm>
          <a:ln/>
          <a:extLst>
            <a:ext uri="{91240B29-F687-4F45-9708-019B960494DF}">
              <a14:hiddenLine xmlns:a14="http://schemas.microsoft.com/office/drawing/2010/main" w="12700">
                <a:solidFill>
                  <a:srgbClr val="000000"/>
                </a:solidFill>
                <a:miter lim="800000"/>
                <a:headEnd/>
                <a:tailEnd/>
              </a14:hiddenLine>
            </a:ext>
          </a:extLst>
        </p:spPr>
        <p:txBody>
          <a:bodyPr lIns="100753" tIns="49493" rIns="100753" bIns="49493">
            <a:prstTxWarp prst="textNoShape">
              <a:avLst/>
            </a:prstTxWarp>
          </a:bodyPr>
          <a:lstStyle/>
          <a:p>
            <a:endParaRPr lang="en-US" altLang="zh-CN"/>
          </a:p>
        </p:txBody>
      </p:sp>
      <p:sp>
        <p:nvSpPr>
          <p:cNvPr id="131074" name="Rectangle 3">
            <a:extLst>
              <a:ext uri="{FF2B5EF4-FFF2-40B4-BE49-F238E27FC236}">
                <a16:creationId xmlns:a16="http://schemas.microsoft.com/office/drawing/2014/main" id="{37E1D8F0-7223-1AEC-D228-CB3095910F22}"/>
              </a:ext>
            </a:extLst>
          </p:cNvPr>
          <p:cNvSpPr>
            <a:spLocks noChangeArrowheads="1" noTextEdit="1"/>
          </p:cNvSpPr>
          <p:nvPr>
            <p:ph type="sldImg" idx="4294967295"/>
          </p:nvPr>
        </p:nvSpPr>
        <p:spPr>
          <a:xfrm>
            <a:off x="989013" y="644525"/>
            <a:ext cx="5133975" cy="3851275"/>
          </a:xfr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a:extLst>
              <a:ext uri="{FF2B5EF4-FFF2-40B4-BE49-F238E27FC236}">
                <a16:creationId xmlns:a16="http://schemas.microsoft.com/office/drawing/2014/main" id="{8AB0A79B-64F9-08C4-7765-44AD74DB86BB}"/>
              </a:ext>
            </a:extLst>
          </p:cNvPr>
          <p:cNvSpPr>
            <a:spLocks noChangeArrowheads="1" noTextEdit="1"/>
          </p:cNvSpPr>
          <p:nvPr>
            <p:ph type="sldImg" idx="4294967295"/>
          </p:nvPr>
        </p:nvSpPr>
        <p:spPr>
          <a:xfrm>
            <a:off x="989013" y="644525"/>
            <a:ext cx="5133975" cy="3851275"/>
          </a:xfrm>
        </p:spPr>
      </p:sp>
      <p:sp>
        <p:nvSpPr>
          <p:cNvPr id="133122" name="Rectangle 3">
            <a:extLst>
              <a:ext uri="{FF2B5EF4-FFF2-40B4-BE49-F238E27FC236}">
                <a16:creationId xmlns:a16="http://schemas.microsoft.com/office/drawing/2014/main" id="{33D0ED43-6EAE-0013-5A83-848F87FDC932}"/>
              </a:ext>
            </a:extLst>
          </p:cNvPr>
          <p:cNvSpPr>
            <a:spLocks noGrp="1" noChangeArrowheads="1"/>
          </p:cNvSpPr>
          <p:nvPr>
            <p:ph type="body" idx="4294967295"/>
          </p:nvPr>
        </p:nvSpPr>
        <p:spPr>
          <a:xfrm>
            <a:off x="533400" y="4605338"/>
            <a:ext cx="6118225" cy="4862512"/>
          </a:xfrm>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898CDB6C-88BA-6378-846F-1355D4FB426F}"/>
              </a:ext>
            </a:extLst>
          </p:cNvPr>
          <p:cNvSpPr>
            <a:spLocks noChangeArrowheads="1" noTextEdit="1"/>
          </p:cNvSpPr>
          <p:nvPr>
            <p:ph type="sldImg" idx="4294967295"/>
          </p:nvPr>
        </p:nvSpPr>
        <p:spPr>
          <a:xfrm>
            <a:off x="989013" y="644525"/>
            <a:ext cx="5133975" cy="3851275"/>
          </a:xfrm>
        </p:spPr>
      </p:sp>
      <p:sp>
        <p:nvSpPr>
          <p:cNvPr id="135170" name="Rectangle 3">
            <a:extLst>
              <a:ext uri="{FF2B5EF4-FFF2-40B4-BE49-F238E27FC236}">
                <a16:creationId xmlns:a16="http://schemas.microsoft.com/office/drawing/2014/main" id="{A6348E7B-33BF-273B-D339-9178FFB088DD}"/>
              </a:ext>
            </a:extLst>
          </p:cNvPr>
          <p:cNvSpPr>
            <a:spLocks noGrp="1" noChangeArrowheads="1"/>
          </p:cNvSpPr>
          <p:nvPr>
            <p:ph type="body" idx="4294967295"/>
          </p:nvPr>
        </p:nvSpPr>
        <p:spPr>
          <a:xfrm>
            <a:off x="533400" y="4605338"/>
            <a:ext cx="6118225" cy="4862512"/>
          </a:xfrm>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AD4E8973-B2D4-A79E-5A93-48764935DED1}"/>
              </a:ext>
            </a:extLst>
          </p:cNvPr>
          <p:cNvSpPr>
            <a:spLocks noChangeArrowheads="1" noTextEdit="1"/>
          </p:cNvSpPr>
          <p:nvPr>
            <p:ph type="sldImg" idx="4294967295"/>
          </p:nvPr>
        </p:nvSpPr>
        <p:spPr>
          <a:xfrm>
            <a:off x="989013" y="644525"/>
            <a:ext cx="5133975" cy="3851275"/>
          </a:xfrm>
        </p:spPr>
      </p:sp>
      <p:sp>
        <p:nvSpPr>
          <p:cNvPr id="137218" name="Rectangle 3">
            <a:extLst>
              <a:ext uri="{FF2B5EF4-FFF2-40B4-BE49-F238E27FC236}">
                <a16:creationId xmlns:a16="http://schemas.microsoft.com/office/drawing/2014/main" id="{2E36C5C9-E278-DA8F-6076-ED2F454A2D99}"/>
              </a:ext>
            </a:extLst>
          </p:cNvPr>
          <p:cNvSpPr>
            <a:spLocks noGrp="1" noChangeArrowheads="1"/>
          </p:cNvSpPr>
          <p:nvPr>
            <p:ph type="body" idx="4294967295"/>
          </p:nvPr>
        </p:nvSpPr>
        <p:spPr>
          <a:xfrm>
            <a:off x="533400" y="4605338"/>
            <a:ext cx="6118225" cy="4862512"/>
          </a:xfrm>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0FF3CF80-0563-7656-04B2-5ED5883F35E7}"/>
              </a:ext>
            </a:extLst>
          </p:cNvPr>
          <p:cNvSpPr>
            <a:spLocks noChangeArrowheads="1" noTextEdit="1"/>
          </p:cNvSpPr>
          <p:nvPr>
            <p:ph type="sldImg" idx="4294967295"/>
          </p:nvPr>
        </p:nvSpPr>
        <p:spPr>
          <a:xfrm>
            <a:off x="989013" y="644525"/>
            <a:ext cx="5133975" cy="3851275"/>
          </a:xfrm>
        </p:spPr>
      </p:sp>
      <p:sp>
        <p:nvSpPr>
          <p:cNvPr id="140290" name="Rectangle 3">
            <a:extLst>
              <a:ext uri="{FF2B5EF4-FFF2-40B4-BE49-F238E27FC236}">
                <a16:creationId xmlns:a16="http://schemas.microsoft.com/office/drawing/2014/main" id="{3C0CCE17-61F7-4B88-40BF-F53CA9736A5B}"/>
              </a:ext>
            </a:extLst>
          </p:cNvPr>
          <p:cNvSpPr>
            <a:spLocks noGrp="1" noChangeArrowheads="1"/>
          </p:cNvSpPr>
          <p:nvPr>
            <p:ph type="body" idx="4294967295"/>
          </p:nvPr>
        </p:nvSpPr>
        <p:spPr>
          <a:xfrm>
            <a:off x="533400" y="4605338"/>
            <a:ext cx="6118225" cy="4862512"/>
          </a:xfrm>
        </p:spPr>
        <p:txBody>
          <a:bodyPr>
            <a:prstTxWarp prst="textNoShape">
              <a:avLst/>
            </a:prstTxWarp>
          </a:bodyPr>
          <a:lstStyle/>
          <a:p>
            <a:r>
              <a:rPr lang="en-US" altLang="zh-CN"/>
              <a:t>The same instruction means the same one as the first instruction </a:t>
            </a:r>
            <a:r>
              <a:rPr lang="en-US" altLang="zh-CN" i="1"/>
              <a:t>add r1, r2, r3</a:t>
            </a:r>
            <a:r>
              <a:rPr lang="en-US" altLang="zh-CN"/>
              <a:t> . So the remaining instructions are not affected.</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4D648F7A-81A9-E92E-0523-D32BD62EC5A0}"/>
              </a:ext>
            </a:extLst>
          </p:cNvPr>
          <p:cNvSpPr>
            <a:spLocks noChangeArrowheads="1" noTextEdit="1"/>
          </p:cNvSpPr>
          <p:nvPr>
            <p:ph type="sldImg" idx="4294967295"/>
          </p:nvPr>
        </p:nvSpPr>
        <p:spPr>
          <a:xfrm>
            <a:off x="989013" y="644525"/>
            <a:ext cx="5133975" cy="3851275"/>
          </a:xfrm>
        </p:spPr>
      </p:sp>
      <p:sp>
        <p:nvSpPr>
          <p:cNvPr id="142338" name="Rectangle 3">
            <a:extLst>
              <a:ext uri="{FF2B5EF4-FFF2-40B4-BE49-F238E27FC236}">
                <a16:creationId xmlns:a16="http://schemas.microsoft.com/office/drawing/2014/main" id="{FFCB62D5-2742-FF75-4154-6E0C1DB30EF7}"/>
              </a:ext>
            </a:extLst>
          </p:cNvPr>
          <p:cNvSpPr>
            <a:spLocks noGrp="1" noChangeArrowheads="1"/>
          </p:cNvSpPr>
          <p:nvPr>
            <p:ph type="body" idx="4294967295"/>
          </p:nvPr>
        </p:nvSpPr>
        <p:spPr>
          <a:xfrm>
            <a:off x="533400" y="4605338"/>
            <a:ext cx="6118225" cy="4862512"/>
          </a:xfrm>
        </p:spPr>
        <p:txBody>
          <a:bodyPr>
            <a:prstTxWarp prst="textNoShape">
              <a:avLst/>
            </a:prstTxWarp>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a:extLst>
              <a:ext uri="{FF2B5EF4-FFF2-40B4-BE49-F238E27FC236}">
                <a16:creationId xmlns:a16="http://schemas.microsoft.com/office/drawing/2014/main" id="{93F64E1A-E567-61DC-C28C-9B8844A91DAF}"/>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Notice that although the branch instruction is fetched during Cycle 4, its target address is NOT written into the Program Counter until the end of clock Cycle 7.</a:t>
            </a:r>
          </a:p>
          <a:p>
            <a:r>
              <a:rPr lang="en-US" altLang="zh-CN"/>
              <a:t>Consequently, the branch target instruction is not fetched until  clock Cycle 8.</a:t>
            </a:r>
          </a:p>
          <a:p>
            <a:r>
              <a:rPr lang="en-US" altLang="zh-CN"/>
              <a:t>In other words, there is a 3-instruction delay between the branch instruction is issued and the branch effect is felt in the program.</a:t>
            </a:r>
          </a:p>
          <a:p>
            <a:r>
              <a:rPr lang="en-US" altLang="zh-CN"/>
              <a:t>This is referred to as Branch Hazard in the text book.</a:t>
            </a:r>
          </a:p>
          <a:p>
            <a:r>
              <a:rPr lang="en-US" altLang="zh-CN"/>
              <a:t>And as we will show in the next lecture, by clever design techniques, we can reduce the delay to ONE instruction.</a:t>
            </a:r>
          </a:p>
          <a:p>
            <a:r>
              <a:rPr lang="en-US" altLang="zh-CN"/>
              <a:t>That is if the branch instruction in Location 12 is issued in Cycle 4, we will only execute one more sequential instruction (Location 16) before the branch target is executed.</a:t>
            </a:r>
          </a:p>
          <a:p>
            <a:endParaRPr lang="en-US" altLang="zh-CN"/>
          </a:p>
          <a:p>
            <a:r>
              <a:rPr lang="en-US" altLang="zh-CN"/>
              <a:t>+2 = 71 min. (Y:51)</a:t>
            </a:r>
          </a:p>
        </p:txBody>
      </p:sp>
      <p:sp>
        <p:nvSpPr>
          <p:cNvPr id="145410" name="Rectangle 3">
            <a:extLst>
              <a:ext uri="{FF2B5EF4-FFF2-40B4-BE49-F238E27FC236}">
                <a16:creationId xmlns:a16="http://schemas.microsoft.com/office/drawing/2014/main" id="{CC3B0260-84E8-5C86-7654-4E373B4FA968}"/>
              </a:ext>
            </a:extLst>
          </p:cNvPr>
          <p:cNvSpPr>
            <a:spLocks noChangeArrowheads="1" noTextEdit="1"/>
          </p:cNvSpPr>
          <p:nvPr>
            <p:ph type="sldImg" idx="429496729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幻灯片图像占位符 1">
            <a:extLst>
              <a:ext uri="{FF2B5EF4-FFF2-40B4-BE49-F238E27FC236}">
                <a16:creationId xmlns:a16="http://schemas.microsoft.com/office/drawing/2014/main" id="{5D870F18-4186-A4BC-FC9A-ABDDCE5CB068}"/>
              </a:ext>
            </a:extLst>
          </p:cNvPr>
          <p:cNvSpPr>
            <a:spLocks noGrp="1" noRot="1" noChangeAspect="1" noChangeArrowheads="1" noTextEdit="1"/>
          </p:cNvSpPr>
          <p:nvPr>
            <p:ph type="sldImg" idx="4294967295"/>
          </p:nvPr>
        </p:nvSpPr>
        <p:spPr/>
      </p:sp>
      <p:sp>
        <p:nvSpPr>
          <p:cNvPr id="147458" name="备注占位符 2">
            <a:extLst>
              <a:ext uri="{FF2B5EF4-FFF2-40B4-BE49-F238E27FC236}">
                <a16:creationId xmlns:a16="http://schemas.microsoft.com/office/drawing/2014/main" id="{6F014A35-0936-0297-A177-A076978594EC}"/>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幻灯片图像占位符 1">
            <a:extLst>
              <a:ext uri="{FF2B5EF4-FFF2-40B4-BE49-F238E27FC236}">
                <a16:creationId xmlns:a16="http://schemas.microsoft.com/office/drawing/2014/main" id="{F4E800E5-ABD4-E94E-7C23-8D3AA0E0279F}"/>
              </a:ext>
            </a:extLst>
          </p:cNvPr>
          <p:cNvSpPr>
            <a:spLocks noGrp="1" noRot="1" noChangeAspect="1" noChangeArrowheads="1" noTextEdit="1"/>
          </p:cNvSpPr>
          <p:nvPr>
            <p:ph type="sldImg" idx="4294967295"/>
          </p:nvPr>
        </p:nvSpPr>
        <p:spPr/>
      </p:sp>
      <p:sp>
        <p:nvSpPr>
          <p:cNvPr id="149506" name="备注占位符 2">
            <a:extLst>
              <a:ext uri="{FF2B5EF4-FFF2-40B4-BE49-F238E27FC236}">
                <a16:creationId xmlns:a16="http://schemas.microsoft.com/office/drawing/2014/main" id="{07ECDE0E-0571-B967-EA73-812892AE0E2D}"/>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幻灯片图像占位符 1">
            <a:extLst>
              <a:ext uri="{FF2B5EF4-FFF2-40B4-BE49-F238E27FC236}">
                <a16:creationId xmlns:a16="http://schemas.microsoft.com/office/drawing/2014/main" id="{DA0D8F9F-DF1A-D023-4F31-02B6E8EE5E45}"/>
              </a:ext>
            </a:extLst>
          </p:cNvPr>
          <p:cNvSpPr>
            <a:spLocks noGrp="1" noRot="1" noChangeAspect="1" noChangeArrowheads="1" noTextEdit="1"/>
          </p:cNvSpPr>
          <p:nvPr>
            <p:ph type="sldImg" idx="4294967295"/>
          </p:nvPr>
        </p:nvSpPr>
        <p:spPr/>
      </p:sp>
      <p:sp>
        <p:nvSpPr>
          <p:cNvPr id="151554" name="备注占位符 2">
            <a:extLst>
              <a:ext uri="{FF2B5EF4-FFF2-40B4-BE49-F238E27FC236}">
                <a16:creationId xmlns:a16="http://schemas.microsoft.com/office/drawing/2014/main" id="{A6AF48D2-F125-E87F-7A93-1CDEE9795901}"/>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幻灯片图像占位符 1">
            <a:extLst>
              <a:ext uri="{FF2B5EF4-FFF2-40B4-BE49-F238E27FC236}">
                <a16:creationId xmlns:a16="http://schemas.microsoft.com/office/drawing/2014/main" id="{8B5D2A0B-703B-8346-EDF4-D33C60DBCB86}"/>
              </a:ext>
            </a:extLst>
          </p:cNvPr>
          <p:cNvSpPr>
            <a:spLocks noGrp="1" noRot="1" noChangeAspect="1" noChangeArrowheads="1" noTextEdit="1"/>
          </p:cNvSpPr>
          <p:nvPr>
            <p:ph type="sldImg" idx="4294967295"/>
          </p:nvPr>
        </p:nvSpPr>
        <p:spPr/>
      </p:sp>
      <p:sp>
        <p:nvSpPr>
          <p:cNvPr id="167938" name="备注占位符 2">
            <a:extLst>
              <a:ext uri="{FF2B5EF4-FFF2-40B4-BE49-F238E27FC236}">
                <a16:creationId xmlns:a16="http://schemas.microsoft.com/office/drawing/2014/main" id="{B8B6C16F-5C05-C180-FDB8-280B05A97B52}"/>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幻灯片图像占位符 1">
            <a:extLst>
              <a:ext uri="{FF2B5EF4-FFF2-40B4-BE49-F238E27FC236}">
                <a16:creationId xmlns:a16="http://schemas.microsoft.com/office/drawing/2014/main" id="{29B6DECD-B6A8-DABE-0E81-FE853DCFC810}"/>
              </a:ext>
            </a:extLst>
          </p:cNvPr>
          <p:cNvSpPr>
            <a:spLocks noGrp="1" noRot="1" noChangeAspect="1" noChangeArrowheads="1" noTextEdit="1"/>
          </p:cNvSpPr>
          <p:nvPr>
            <p:ph type="sldImg" idx="4294967295"/>
          </p:nvPr>
        </p:nvSpPr>
        <p:spPr/>
      </p:sp>
      <p:sp>
        <p:nvSpPr>
          <p:cNvPr id="169986" name="备注占位符 2">
            <a:extLst>
              <a:ext uri="{FF2B5EF4-FFF2-40B4-BE49-F238E27FC236}">
                <a16:creationId xmlns:a16="http://schemas.microsoft.com/office/drawing/2014/main" id="{C5774306-C8BB-2747-313F-88075AE821AC}"/>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幻灯片图像占位符 1">
            <a:extLst>
              <a:ext uri="{FF2B5EF4-FFF2-40B4-BE49-F238E27FC236}">
                <a16:creationId xmlns:a16="http://schemas.microsoft.com/office/drawing/2014/main" id="{3554ECCE-4649-764C-7F29-9250867456F9}"/>
              </a:ext>
            </a:extLst>
          </p:cNvPr>
          <p:cNvSpPr>
            <a:spLocks noGrp="1" noRot="1" noChangeAspect="1" noChangeArrowheads="1" noTextEdit="1"/>
          </p:cNvSpPr>
          <p:nvPr>
            <p:ph type="sldImg" idx="4294967295"/>
          </p:nvPr>
        </p:nvSpPr>
        <p:spPr/>
      </p:sp>
      <p:sp>
        <p:nvSpPr>
          <p:cNvPr id="175106" name="备注占位符 2">
            <a:extLst>
              <a:ext uri="{FF2B5EF4-FFF2-40B4-BE49-F238E27FC236}">
                <a16:creationId xmlns:a16="http://schemas.microsoft.com/office/drawing/2014/main" id="{9EFDDEF5-982C-FDE2-4147-DDDD8D9F81AB}"/>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幻灯片图像占位符 1">
            <a:extLst>
              <a:ext uri="{FF2B5EF4-FFF2-40B4-BE49-F238E27FC236}">
                <a16:creationId xmlns:a16="http://schemas.microsoft.com/office/drawing/2014/main" id="{7DE148E9-9212-FEBC-69E0-F62E5B3A6B2A}"/>
              </a:ext>
            </a:extLst>
          </p:cNvPr>
          <p:cNvSpPr>
            <a:spLocks noGrp="1" noRot="1" noChangeAspect="1" noChangeArrowheads="1" noTextEdit="1"/>
          </p:cNvSpPr>
          <p:nvPr>
            <p:ph type="sldImg" idx="4294967295"/>
          </p:nvPr>
        </p:nvSpPr>
        <p:spPr/>
      </p:sp>
      <p:sp>
        <p:nvSpPr>
          <p:cNvPr id="177154" name="备注占位符 2">
            <a:extLst>
              <a:ext uri="{FF2B5EF4-FFF2-40B4-BE49-F238E27FC236}">
                <a16:creationId xmlns:a16="http://schemas.microsoft.com/office/drawing/2014/main" id="{A3F86475-96EF-6647-90BD-1211F5A13A85}"/>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0BD1197A-2194-B9C0-3821-829D6ECCEFD7}"/>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Here are the timing diagrams showing the differences between the single cycle, multiple cycle, and pipeline implementations.</a:t>
            </a:r>
          </a:p>
          <a:p>
            <a:r>
              <a:rPr lang="en-US" altLang="zh-CN"/>
              <a:t>For example, in the pipeline implementation, we can finish executing the Load, Store, and R-type instruction sequence in seven cycles.</a:t>
            </a:r>
          </a:p>
          <a:p>
            <a:r>
              <a:rPr lang="en-US" altLang="zh-CN"/>
              <a:t>In the multiple clock cycle implementation, however, we cannot start executing the store until Cycle 6 because we must wait for the load instruction to  complete.</a:t>
            </a:r>
          </a:p>
          <a:p>
            <a:r>
              <a:rPr lang="en-US" altLang="zh-CN"/>
              <a:t>Similarly, we cannot start the execution of the R-type instruction until the store instruction has completed its execution in Cycle 9.</a:t>
            </a:r>
          </a:p>
          <a:p>
            <a:r>
              <a:rPr lang="en-US" altLang="zh-CN"/>
              <a:t>In the Single Cycle implementation, the cycle time is set to accommodate the longest instruction, the Load instruction.</a:t>
            </a:r>
          </a:p>
          <a:p>
            <a:r>
              <a:rPr lang="en-US" altLang="zh-CN"/>
              <a:t>Consequently, the cycle time for the Single Cycle implementation can be five times longer than the multiple cycle implementation.</a:t>
            </a:r>
          </a:p>
          <a:p>
            <a:r>
              <a:rPr lang="en-US" altLang="zh-CN"/>
              <a:t>But may be more importantly, since the cycle time has to be long enough for the load instruction, it is too long for the store instruction so the last part of the cycle here is wasted.</a:t>
            </a:r>
          </a:p>
          <a:p>
            <a:endParaRPr lang="en-US" altLang="zh-CN"/>
          </a:p>
          <a:p>
            <a:r>
              <a:rPr lang="en-US" altLang="zh-CN"/>
              <a:t>+2 = 77 min. (X:57)</a:t>
            </a:r>
          </a:p>
        </p:txBody>
      </p:sp>
      <p:sp>
        <p:nvSpPr>
          <p:cNvPr id="181250" name="Rectangle 3">
            <a:extLst>
              <a:ext uri="{FF2B5EF4-FFF2-40B4-BE49-F238E27FC236}">
                <a16:creationId xmlns:a16="http://schemas.microsoft.com/office/drawing/2014/main" id="{4FD3A574-B6C2-46C9-8B7C-6FB0052205D7}"/>
              </a:ext>
            </a:extLst>
          </p:cNvPr>
          <p:cNvSpPr>
            <a:spLocks noChangeArrowheads="1" noTextEdit="1"/>
          </p:cNvSpPr>
          <p:nvPr>
            <p:ph type="sldImg" idx="429496729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Tree>
    <p:extLst>
      <p:ext uri="{BB962C8B-B14F-4D97-AF65-F5344CB8AC3E}">
        <p14:creationId xmlns:p14="http://schemas.microsoft.com/office/powerpoint/2010/main" val="137475616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228600"/>
            <a:ext cx="6862763" cy="372603"/>
          </a:xfrm>
        </p:spPr>
        <p:txBody>
          <a:bodyPr/>
          <a:lstStyle>
            <a:lvl1pPr>
              <a:defRPr>
                <a:solidFill>
                  <a:srgbClr val="FF0000"/>
                </a:solidFill>
              </a:defRPr>
            </a:lvl1p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611587676"/>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Tree>
    <p:extLst>
      <p:ext uri="{BB962C8B-B14F-4D97-AF65-F5344CB8AC3E}">
        <p14:creationId xmlns:p14="http://schemas.microsoft.com/office/powerpoint/2010/main" val="254145062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3816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1011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883707473"/>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82498681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317667797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474705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Tree>
    <p:extLst>
      <p:ext uri="{BB962C8B-B14F-4D97-AF65-F5344CB8AC3E}">
        <p14:creationId xmlns:p14="http://schemas.microsoft.com/office/powerpoint/2010/main" val="13857261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Tree>
    <p:extLst>
      <p:ext uri="{BB962C8B-B14F-4D97-AF65-F5344CB8AC3E}">
        <p14:creationId xmlns:p14="http://schemas.microsoft.com/office/powerpoint/2010/main" val="270189628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41002795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1788" y="228600"/>
            <a:ext cx="2047875" cy="2744788"/>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38163" y="228600"/>
            <a:ext cx="5991225" cy="2744788"/>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869664246"/>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228600"/>
            <a:ext cx="6862763" cy="3683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53816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1011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93379287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Tree>
    <p:extLst>
      <p:ext uri="{BB962C8B-B14F-4D97-AF65-F5344CB8AC3E}">
        <p14:creationId xmlns:p14="http://schemas.microsoft.com/office/powerpoint/2010/main" val="336351803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228600"/>
            <a:ext cx="6862763" cy="372603"/>
          </a:xfrm>
        </p:spPr>
        <p:txBody>
          <a:bodyPr/>
          <a:lstStyle>
            <a:lvl1pPr>
              <a:defRPr>
                <a:solidFill>
                  <a:srgbClr val="FF0000"/>
                </a:solidFill>
              </a:defRPr>
            </a:lvl1p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79146186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Tree>
    <p:extLst>
      <p:ext uri="{BB962C8B-B14F-4D97-AF65-F5344CB8AC3E}">
        <p14:creationId xmlns:p14="http://schemas.microsoft.com/office/powerpoint/2010/main" val="477694834"/>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3816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1011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62383517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528898817"/>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118527693"/>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018952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Tree>
    <p:extLst>
      <p:ext uri="{BB962C8B-B14F-4D97-AF65-F5344CB8AC3E}">
        <p14:creationId xmlns:p14="http://schemas.microsoft.com/office/powerpoint/2010/main" val="3538619907"/>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Tree>
    <p:extLst>
      <p:ext uri="{BB962C8B-B14F-4D97-AF65-F5344CB8AC3E}">
        <p14:creationId xmlns:p14="http://schemas.microsoft.com/office/powerpoint/2010/main" val="40719300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38041095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1788" y="228600"/>
            <a:ext cx="2047875" cy="2744788"/>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38163" y="228600"/>
            <a:ext cx="5991225" cy="2744788"/>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6876807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228600"/>
            <a:ext cx="6862763" cy="3683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53816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1011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824565762"/>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Tree>
    <p:extLst>
      <p:ext uri="{BB962C8B-B14F-4D97-AF65-F5344CB8AC3E}">
        <p14:creationId xmlns:p14="http://schemas.microsoft.com/office/powerpoint/2010/main" val="2673008561"/>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228600"/>
            <a:ext cx="6862763" cy="372603"/>
          </a:xfrm>
        </p:spPr>
        <p:txBody>
          <a:bodyPr/>
          <a:lstStyle>
            <a:lvl1pPr>
              <a:defRPr>
                <a:solidFill>
                  <a:srgbClr val="FF0000"/>
                </a:solidFill>
              </a:defRPr>
            </a:lvl1p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205322720"/>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Tree>
    <p:extLst>
      <p:ext uri="{BB962C8B-B14F-4D97-AF65-F5344CB8AC3E}">
        <p14:creationId xmlns:p14="http://schemas.microsoft.com/office/powerpoint/2010/main" val="2107572611"/>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3816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1011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513242933"/>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870862360"/>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730766395"/>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844905"/>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Tree>
    <p:extLst>
      <p:ext uri="{BB962C8B-B14F-4D97-AF65-F5344CB8AC3E}">
        <p14:creationId xmlns:p14="http://schemas.microsoft.com/office/powerpoint/2010/main" val="1573645592"/>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Tree>
    <p:extLst>
      <p:ext uri="{BB962C8B-B14F-4D97-AF65-F5344CB8AC3E}">
        <p14:creationId xmlns:p14="http://schemas.microsoft.com/office/powerpoint/2010/main" val="686121403"/>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449476158"/>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1788" y="228600"/>
            <a:ext cx="2047875" cy="2744788"/>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38163" y="228600"/>
            <a:ext cx="5991225" cy="2744788"/>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909966716"/>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228600"/>
            <a:ext cx="6862763" cy="3683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53816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10113" y="919163"/>
            <a:ext cx="4019550" cy="20542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87417068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0673FC3-0052-B074-4C6C-3070BD20905B}"/>
              </a:ext>
            </a:extLst>
          </p:cNvPr>
          <p:cNvSpPr>
            <a:spLocks noGrp="1" noChangeArrowheads="1"/>
          </p:cNvSpPr>
          <p:nvPr>
            <p:ph type="title" idx="4294967295"/>
          </p:nvPr>
        </p:nvSpPr>
        <p:spPr bwMode="auto">
          <a:xfrm>
            <a:off x="800100" y="228600"/>
            <a:ext cx="68627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p>
            <a:pPr lvl="0"/>
            <a:r>
              <a:rPr lang="en-US" altLang="zh-CN"/>
              <a:t>Title</a:t>
            </a:r>
          </a:p>
        </p:txBody>
      </p:sp>
      <p:sp>
        <p:nvSpPr>
          <p:cNvPr id="1027" name="Rectangle 5">
            <a:extLst>
              <a:ext uri="{FF2B5EF4-FFF2-40B4-BE49-F238E27FC236}">
                <a16:creationId xmlns:a16="http://schemas.microsoft.com/office/drawing/2014/main" id="{B256ECBA-DB34-86F3-0DB7-10A9BDAFB42E}"/>
              </a:ext>
            </a:extLst>
          </p:cNvPr>
          <p:cNvSpPr>
            <a:spLocks noGrp="1" noChangeArrowheads="1"/>
          </p:cNvSpPr>
          <p:nvPr>
            <p:ph type="body" idx="4294967295"/>
          </p:nvPr>
        </p:nvSpPr>
        <p:spPr bwMode="auto">
          <a:xfrm>
            <a:off x="538163" y="919163"/>
            <a:ext cx="81915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28" name="Line 6">
            <a:extLst>
              <a:ext uri="{FF2B5EF4-FFF2-40B4-BE49-F238E27FC236}">
                <a16:creationId xmlns:a16="http://schemas.microsoft.com/office/drawing/2014/main" id="{492E7887-9DAF-5CAF-AB82-2191E0162FC2}"/>
              </a:ext>
            </a:extLst>
          </p:cNvPr>
          <p:cNvSpPr>
            <a:spLocks noChangeShapeType="1"/>
          </p:cNvSpPr>
          <p:nvPr/>
        </p:nvSpPr>
        <p:spPr bwMode="auto">
          <a:xfrm flipV="1">
            <a:off x="363538" y="566738"/>
            <a:ext cx="8577262"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1" r:id="rId2"/>
    <p:sldLayoutId id="2147483660" r:id="rId3"/>
    <p:sldLayoutId id="2147483659" r:id="rId4"/>
    <p:sldLayoutId id="2147483658" r:id="rId5"/>
    <p:sldLayoutId id="2147483657" r:id="rId6"/>
    <p:sldLayoutId id="2147483656" r:id="rId7"/>
    <p:sldLayoutId id="2147483655" r:id="rId8"/>
    <p:sldLayoutId id="2147483654" r:id="rId9"/>
    <p:sldLayoutId id="2147483653" r:id="rId10"/>
    <p:sldLayoutId id="2147483652" r:id="rId11"/>
    <p:sldLayoutId id="2147483651" r:id="rId12"/>
  </p:sldLayoutIdLst>
  <p:transition spd="med"/>
  <p:txStyles>
    <p:titleStyle>
      <a:lvl1pPr algn="l" rtl="0" eaLnBrk="0" fontAlgn="base" hangingPunct="0">
        <a:lnSpc>
          <a:spcPct val="87000"/>
        </a:lnSpc>
        <a:spcBef>
          <a:spcPct val="0"/>
        </a:spcBef>
        <a:spcAft>
          <a:spcPct val="0"/>
        </a:spcAft>
        <a:defRPr sz="2400" b="1" kern="1200">
          <a:solidFill>
            <a:schemeClr val="accent2"/>
          </a:solidFill>
          <a:latin typeface="+mj-lt"/>
          <a:ea typeface="+mj-ea"/>
          <a:cs typeface="+mj-cs"/>
        </a:defRPr>
      </a:lvl1pPr>
      <a:lvl2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9pPr>
    </p:titleStyle>
    <p:bodyStyle>
      <a:lvl1pPr marL="203200" indent="-203200" algn="l" rtl="0" eaLnBrk="0" fontAlgn="base" hangingPunct="0">
        <a:spcBef>
          <a:spcPct val="30000"/>
        </a:spcBef>
        <a:spcAft>
          <a:spcPct val="0"/>
        </a:spcAft>
        <a:buSzPct val="100000"/>
        <a:buFont typeface="Times New Roman" panose="02020603050405020304" pitchFamily="18" charset="0"/>
        <a:buChar char="°"/>
        <a:defRPr b="1" kern="1200">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b="1" kern="1200">
          <a:solidFill>
            <a:schemeClr val="accent2"/>
          </a:solidFill>
          <a:latin typeface="+mn-lt"/>
          <a:ea typeface="+mn-ea"/>
          <a:cs typeface="+mn-cs"/>
        </a:defRPr>
      </a:lvl2pPr>
      <a:lvl3pPr marL="1257300" indent="-342900" algn="l" rtl="0" eaLnBrk="0" fontAlgn="base" hangingPunct="0">
        <a:lnSpc>
          <a:spcPct val="85000"/>
        </a:lnSpc>
        <a:spcBef>
          <a:spcPct val="40000"/>
        </a:spcBef>
        <a:spcAft>
          <a:spcPct val="0"/>
        </a:spcAft>
        <a:buSzPct val="100000"/>
        <a:buChar char="-"/>
        <a:defRPr b="1" kern="1200">
          <a:solidFill>
            <a:srgbClr val="990000"/>
          </a:solidFill>
          <a:latin typeface="+mn-lt"/>
          <a:ea typeface="+mn-ea"/>
          <a:cs typeface="+mn-cs"/>
        </a:defRPr>
      </a:lvl3pPr>
      <a:lvl4pPr marL="1714500" indent="-342900" algn="l" rtl="0" eaLnBrk="0" fontAlgn="base" hangingPunct="0">
        <a:lnSpc>
          <a:spcPct val="85000"/>
        </a:lnSpc>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171700" indent="-342900" algn="l" rtl="0" eaLnBrk="0" fontAlgn="base" hangingPunct="0">
        <a:lnSpc>
          <a:spcPct val="85000"/>
        </a:lnSpc>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BDEF53B-DF09-568B-C9E5-242820A74D8C}"/>
              </a:ext>
            </a:extLst>
          </p:cNvPr>
          <p:cNvSpPr>
            <a:spLocks noGrp="1" noChangeArrowheads="1"/>
          </p:cNvSpPr>
          <p:nvPr>
            <p:ph type="title" idx="4294967295"/>
          </p:nvPr>
        </p:nvSpPr>
        <p:spPr bwMode="auto">
          <a:xfrm>
            <a:off x="800100" y="228600"/>
            <a:ext cx="68627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p>
            <a:pPr lvl="0"/>
            <a:r>
              <a:rPr lang="en-US" altLang="zh-CN"/>
              <a:t>Title</a:t>
            </a:r>
          </a:p>
        </p:txBody>
      </p:sp>
      <p:sp>
        <p:nvSpPr>
          <p:cNvPr id="2051" name="Rectangle 5">
            <a:extLst>
              <a:ext uri="{FF2B5EF4-FFF2-40B4-BE49-F238E27FC236}">
                <a16:creationId xmlns:a16="http://schemas.microsoft.com/office/drawing/2014/main" id="{E46EEADB-8A5A-0645-9599-D866EC9AC425}"/>
              </a:ext>
            </a:extLst>
          </p:cNvPr>
          <p:cNvSpPr>
            <a:spLocks noGrp="1" noChangeArrowheads="1"/>
          </p:cNvSpPr>
          <p:nvPr>
            <p:ph type="body" idx="4294967295"/>
          </p:nvPr>
        </p:nvSpPr>
        <p:spPr bwMode="auto">
          <a:xfrm>
            <a:off x="538163" y="919163"/>
            <a:ext cx="81915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2052" name="Line 6">
            <a:extLst>
              <a:ext uri="{FF2B5EF4-FFF2-40B4-BE49-F238E27FC236}">
                <a16:creationId xmlns:a16="http://schemas.microsoft.com/office/drawing/2014/main" id="{2E6C6C24-8063-5A6B-588A-C6B2D7D38066}"/>
              </a:ext>
            </a:extLst>
          </p:cNvPr>
          <p:cNvSpPr>
            <a:spLocks noChangeShapeType="1"/>
          </p:cNvSpPr>
          <p:nvPr/>
        </p:nvSpPr>
        <p:spPr bwMode="auto">
          <a:xfrm flipV="1">
            <a:off x="363538" y="566738"/>
            <a:ext cx="8577262"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3" r:id="rId2"/>
    <p:sldLayoutId id="2147483672" r:id="rId3"/>
    <p:sldLayoutId id="2147483671" r:id="rId4"/>
    <p:sldLayoutId id="2147483670" r:id="rId5"/>
    <p:sldLayoutId id="2147483669" r:id="rId6"/>
    <p:sldLayoutId id="2147483668" r:id="rId7"/>
    <p:sldLayoutId id="2147483667" r:id="rId8"/>
    <p:sldLayoutId id="2147483666" r:id="rId9"/>
    <p:sldLayoutId id="2147483665" r:id="rId10"/>
    <p:sldLayoutId id="2147483664" r:id="rId11"/>
    <p:sldLayoutId id="2147483663" r:id="rId12"/>
  </p:sldLayoutIdLst>
  <p:transition spd="med"/>
  <p:txStyles>
    <p:titleStyle>
      <a:lvl1pPr algn="l" rtl="0" eaLnBrk="0" fontAlgn="base" hangingPunct="0">
        <a:lnSpc>
          <a:spcPct val="87000"/>
        </a:lnSpc>
        <a:spcBef>
          <a:spcPct val="0"/>
        </a:spcBef>
        <a:spcAft>
          <a:spcPct val="0"/>
        </a:spcAft>
        <a:defRPr sz="2400" b="1" kern="1200">
          <a:solidFill>
            <a:schemeClr val="accent2"/>
          </a:solidFill>
          <a:latin typeface="+mj-lt"/>
          <a:ea typeface="+mj-ea"/>
          <a:cs typeface="+mj-cs"/>
        </a:defRPr>
      </a:lvl1pPr>
      <a:lvl2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9pPr>
    </p:titleStyle>
    <p:bodyStyle>
      <a:lvl1pPr marL="203200" indent="-203200" algn="l" rtl="0" eaLnBrk="0" fontAlgn="base" hangingPunct="0">
        <a:spcBef>
          <a:spcPct val="30000"/>
        </a:spcBef>
        <a:spcAft>
          <a:spcPct val="0"/>
        </a:spcAft>
        <a:buSzPct val="100000"/>
        <a:buFont typeface="Times New Roman" panose="02020603050405020304" pitchFamily="18" charset="0"/>
        <a:buChar char="°"/>
        <a:defRPr b="1" kern="1200">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b="1" kern="1200">
          <a:solidFill>
            <a:schemeClr val="accent2"/>
          </a:solidFill>
          <a:latin typeface="+mn-lt"/>
          <a:ea typeface="+mn-ea"/>
          <a:cs typeface="+mn-cs"/>
        </a:defRPr>
      </a:lvl2pPr>
      <a:lvl3pPr marL="1257300" indent="-342900" algn="l" rtl="0" eaLnBrk="0" fontAlgn="base" hangingPunct="0">
        <a:lnSpc>
          <a:spcPct val="85000"/>
        </a:lnSpc>
        <a:spcBef>
          <a:spcPct val="40000"/>
        </a:spcBef>
        <a:spcAft>
          <a:spcPct val="0"/>
        </a:spcAft>
        <a:buSzPct val="100000"/>
        <a:buChar char="-"/>
        <a:defRPr b="1" kern="1200">
          <a:solidFill>
            <a:srgbClr val="990000"/>
          </a:solidFill>
          <a:latin typeface="+mn-lt"/>
          <a:ea typeface="+mn-ea"/>
          <a:cs typeface="+mn-cs"/>
        </a:defRPr>
      </a:lvl3pPr>
      <a:lvl4pPr marL="1714500" indent="-342900" algn="l" rtl="0" eaLnBrk="0" fontAlgn="base" hangingPunct="0">
        <a:lnSpc>
          <a:spcPct val="85000"/>
        </a:lnSpc>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171700" indent="-342900" algn="l" rtl="0" eaLnBrk="0" fontAlgn="base" hangingPunct="0">
        <a:lnSpc>
          <a:spcPct val="85000"/>
        </a:lnSpc>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3B7F726-83C1-125D-B8DD-AE4793109AD4}"/>
              </a:ext>
            </a:extLst>
          </p:cNvPr>
          <p:cNvSpPr>
            <a:spLocks noGrp="1" noChangeArrowheads="1"/>
          </p:cNvSpPr>
          <p:nvPr>
            <p:ph type="title" idx="4294967295"/>
          </p:nvPr>
        </p:nvSpPr>
        <p:spPr bwMode="auto">
          <a:xfrm>
            <a:off x="800100" y="228600"/>
            <a:ext cx="68627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p>
            <a:pPr lvl="0"/>
            <a:r>
              <a:rPr lang="en-US" altLang="zh-CN"/>
              <a:t>Title</a:t>
            </a:r>
          </a:p>
        </p:txBody>
      </p:sp>
      <p:sp>
        <p:nvSpPr>
          <p:cNvPr id="3075" name="Rectangle 5">
            <a:extLst>
              <a:ext uri="{FF2B5EF4-FFF2-40B4-BE49-F238E27FC236}">
                <a16:creationId xmlns:a16="http://schemas.microsoft.com/office/drawing/2014/main" id="{1D132CC4-1C1A-26F9-F9D7-4093316EB375}"/>
              </a:ext>
            </a:extLst>
          </p:cNvPr>
          <p:cNvSpPr>
            <a:spLocks noGrp="1" noChangeArrowheads="1"/>
          </p:cNvSpPr>
          <p:nvPr>
            <p:ph type="body" idx="4294967295"/>
          </p:nvPr>
        </p:nvSpPr>
        <p:spPr bwMode="auto">
          <a:xfrm>
            <a:off x="538163" y="919163"/>
            <a:ext cx="81915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3076" name="Line 6">
            <a:extLst>
              <a:ext uri="{FF2B5EF4-FFF2-40B4-BE49-F238E27FC236}">
                <a16:creationId xmlns:a16="http://schemas.microsoft.com/office/drawing/2014/main" id="{26AF1CF7-9C4C-07CF-7AD1-95AD4CAA4BF4}"/>
              </a:ext>
            </a:extLst>
          </p:cNvPr>
          <p:cNvSpPr>
            <a:spLocks noChangeShapeType="1"/>
          </p:cNvSpPr>
          <p:nvPr/>
        </p:nvSpPr>
        <p:spPr bwMode="auto">
          <a:xfrm flipV="1">
            <a:off x="363538" y="566738"/>
            <a:ext cx="8577262"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86" r:id="rId1"/>
    <p:sldLayoutId id="2147483685" r:id="rId2"/>
    <p:sldLayoutId id="2147483684" r:id="rId3"/>
    <p:sldLayoutId id="2147483683" r:id="rId4"/>
    <p:sldLayoutId id="2147483682" r:id="rId5"/>
    <p:sldLayoutId id="2147483681" r:id="rId6"/>
    <p:sldLayoutId id="2147483680" r:id="rId7"/>
    <p:sldLayoutId id="2147483679" r:id="rId8"/>
    <p:sldLayoutId id="2147483678" r:id="rId9"/>
    <p:sldLayoutId id="2147483677" r:id="rId10"/>
    <p:sldLayoutId id="2147483676" r:id="rId11"/>
    <p:sldLayoutId id="2147483675" r:id="rId12"/>
  </p:sldLayoutIdLst>
  <p:transition spd="med"/>
  <p:txStyles>
    <p:titleStyle>
      <a:lvl1pPr algn="l" rtl="0" eaLnBrk="0" fontAlgn="base" hangingPunct="0">
        <a:lnSpc>
          <a:spcPct val="87000"/>
        </a:lnSpc>
        <a:spcBef>
          <a:spcPct val="0"/>
        </a:spcBef>
        <a:spcAft>
          <a:spcPct val="0"/>
        </a:spcAft>
        <a:defRPr sz="2400" b="1" kern="1200">
          <a:solidFill>
            <a:schemeClr val="accent2"/>
          </a:solidFill>
          <a:latin typeface="+mj-lt"/>
          <a:ea typeface="+mj-ea"/>
          <a:cs typeface="+mj-cs"/>
        </a:defRPr>
      </a:lvl1pPr>
      <a:lvl2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9pPr>
    </p:titleStyle>
    <p:bodyStyle>
      <a:lvl1pPr marL="203200" indent="-203200" algn="l" rtl="0" eaLnBrk="0" fontAlgn="base" hangingPunct="0">
        <a:spcBef>
          <a:spcPct val="30000"/>
        </a:spcBef>
        <a:spcAft>
          <a:spcPct val="0"/>
        </a:spcAft>
        <a:buSzPct val="100000"/>
        <a:buFont typeface="Times New Roman" panose="02020603050405020304" pitchFamily="18" charset="0"/>
        <a:buChar char="°"/>
        <a:defRPr b="1" kern="1200">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b="1" kern="1200">
          <a:solidFill>
            <a:schemeClr val="accent2"/>
          </a:solidFill>
          <a:latin typeface="+mn-lt"/>
          <a:ea typeface="+mn-ea"/>
          <a:cs typeface="+mn-cs"/>
        </a:defRPr>
      </a:lvl2pPr>
      <a:lvl3pPr marL="1257300" indent="-342900" algn="l" rtl="0" eaLnBrk="0" fontAlgn="base" hangingPunct="0">
        <a:lnSpc>
          <a:spcPct val="85000"/>
        </a:lnSpc>
        <a:spcBef>
          <a:spcPct val="40000"/>
        </a:spcBef>
        <a:spcAft>
          <a:spcPct val="0"/>
        </a:spcAft>
        <a:buSzPct val="100000"/>
        <a:buChar char="-"/>
        <a:defRPr b="1" kern="1200">
          <a:solidFill>
            <a:srgbClr val="990000"/>
          </a:solidFill>
          <a:latin typeface="+mn-lt"/>
          <a:ea typeface="+mn-ea"/>
          <a:cs typeface="+mn-cs"/>
        </a:defRPr>
      </a:lvl3pPr>
      <a:lvl4pPr marL="1714500" indent="-342900" algn="l" rtl="0" eaLnBrk="0" fontAlgn="base" hangingPunct="0">
        <a:lnSpc>
          <a:spcPct val="85000"/>
        </a:lnSpc>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171700" indent="-342900" algn="l" rtl="0" eaLnBrk="0" fontAlgn="base" hangingPunct="0">
        <a:lnSpc>
          <a:spcPct val="85000"/>
        </a:lnSpc>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4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slide" Target="slide54.xml"/><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slide" Target="slide58.xml"/><Relationship Id="rId1" Type="http://schemas.openxmlformats.org/officeDocument/2006/relationships/slideLayout" Target="../slideLayouts/slideLayout2.xml"/><Relationship Id="rId5" Type="http://schemas.openxmlformats.org/officeDocument/2006/relationships/slide" Target="slide82.xml"/><Relationship Id="rId4" Type="http://schemas.openxmlformats.org/officeDocument/2006/relationships/slide" Target="slide7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slide" Target="slide57.xml"/><Relationship Id="rId4" Type="http://schemas.openxmlformats.org/officeDocument/2006/relationships/image" Target="../media/image8.wmf"/></Relationships>
</file>

<file path=ppt/slides/_rels/slide72.xml.rels><?xml version="1.0" encoding="UTF-8" standalone="yes"?>
<Relationships xmlns="http://schemas.openxmlformats.org/package/2006/relationships"><Relationship Id="rId3" Type="http://schemas.openxmlformats.org/officeDocument/2006/relationships/slide" Target="slide81.xml"/><Relationship Id="rId2" Type="http://schemas.openxmlformats.org/officeDocument/2006/relationships/slide" Target="slide7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 Target="slide7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slide" Target="slide80.xml"/><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 Target="slide5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slide" Target="slide97.xml"/><Relationship Id="rId2" Type="http://schemas.openxmlformats.org/officeDocument/2006/relationships/slide" Target="slide8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6.xml"/><Relationship Id="rId1" Type="http://schemas.openxmlformats.org/officeDocument/2006/relationships/slideLayout" Target="../slideLayouts/slideLayout3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 Box 5">
            <a:extLst>
              <a:ext uri="{FF2B5EF4-FFF2-40B4-BE49-F238E27FC236}">
                <a16:creationId xmlns:a16="http://schemas.microsoft.com/office/drawing/2014/main" id="{41AED6E5-A6C4-C92B-722D-24DDAE90FA02}"/>
              </a:ext>
            </a:extLst>
          </p:cNvPr>
          <p:cNvSpPr txBox="1">
            <a:spLocks noChangeArrowheads="1"/>
          </p:cNvSpPr>
          <p:nvPr/>
        </p:nvSpPr>
        <p:spPr bwMode="auto">
          <a:xfrm>
            <a:off x="2671763" y="2678113"/>
            <a:ext cx="4708525" cy="385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spAutoFit/>
          </a:bodyPr>
          <a:lstStyle/>
          <a:p>
            <a:pPr eaLnBrk="0" hangingPunct="0">
              <a:spcBef>
                <a:spcPct val="40000"/>
              </a:spcBef>
            </a:pPr>
            <a:r>
              <a:rPr lang="zh-CN" altLang="en-US" sz="2600">
                <a:latin typeface="黑体" panose="02010609060101010101" pitchFamily="49" charset="-122"/>
                <a:ea typeface="黑体" panose="02010609060101010101" pitchFamily="49" charset="-122"/>
              </a:rPr>
              <a:t>第一讲 中央处理器概述</a:t>
            </a:r>
            <a:endParaRPr lang="en-US" altLang="zh-CN" sz="2600">
              <a:latin typeface="黑体" panose="02010609060101010101" pitchFamily="49" charset="-122"/>
              <a:ea typeface="黑体" panose="02010609060101010101" pitchFamily="49" charset="-122"/>
            </a:endParaRPr>
          </a:p>
          <a:p>
            <a:pPr eaLnBrk="0" hangingPunct="0">
              <a:spcBef>
                <a:spcPct val="40000"/>
              </a:spcBef>
            </a:pPr>
            <a:r>
              <a:rPr lang="zh-CN" altLang="en-US" sz="2600">
                <a:latin typeface="黑体" panose="02010609060101010101" pitchFamily="49" charset="-122"/>
                <a:ea typeface="黑体" panose="02010609060101010101" pitchFamily="49" charset="-122"/>
              </a:rPr>
              <a:t>第二讲 单周期数据通路的设计</a:t>
            </a:r>
          </a:p>
          <a:p>
            <a:pPr eaLnBrk="0" hangingPunct="0">
              <a:spcBef>
                <a:spcPct val="40000"/>
              </a:spcBef>
            </a:pPr>
            <a:r>
              <a:rPr lang="zh-CN" altLang="en-US" sz="2600">
                <a:latin typeface="黑体" panose="02010609060101010101" pitchFamily="49" charset="-122"/>
                <a:ea typeface="黑体" panose="02010609060101010101" pitchFamily="49" charset="-122"/>
              </a:rPr>
              <a:t>第三讲 单周期控制器的设计</a:t>
            </a:r>
          </a:p>
          <a:p>
            <a:pPr eaLnBrk="0" hangingPunct="0">
              <a:spcBef>
                <a:spcPct val="40000"/>
              </a:spcBef>
            </a:pPr>
            <a:r>
              <a:rPr lang="zh-CN" altLang="en-US" sz="2600">
                <a:latin typeface="黑体" panose="02010609060101010101" pitchFamily="49" charset="-122"/>
                <a:ea typeface="黑体" panose="02010609060101010101" pitchFamily="49" charset="-122"/>
              </a:rPr>
              <a:t>第四讲 多周期处理器的设计</a:t>
            </a:r>
          </a:p>
          <a:p>
            <a:pPr eaLnBrk="0" hangingPunct="0">
              <a:spcBef>
                <a:spcPct val="40000"/>
              </a:spcBef>
            </a:pPr>
            <a:r>
              <a:rPr lang="zh-CN" altLang="en-US" sz="2600">
                <a:solidFill>
                  <a:srgbClr val="FF0000"/>
                </a:solidFill>
                <a:latin typeface="黑体" panose="02010609060101010101" pitchFamily="49" charset="-122"/>
                <a:ea typeface="黑体" panose="02010609060101010101" pitchFamily="49" charset="-122"/>
              </a:rPr>
              <a:t>第五讲 流水线处理器设计</a:t>
            </a:r>
            <a:endParaRPr lang="en-US" altLang="zh-CN" sz="2600">
              <a:solidFill>
                <a:srgbClr val="FF0000"/>
              </a:solidFill>
              <a:latin typeface="黑体" panose="02010609060101010101" pitchFamily="49" charset="-122"/>
              <a:ea typeface="黑体" panose="02010609060101010101" pitchFamily="49" charset="-122"/>
            </a:endParaRPr>
          </a:p>
          <a:p>
            <a:pPr eaLnBrk="0" hangingPunct="0">
              <a:spcBef>
                <a:spcPct val="40000"/>
              </a:spcBef>
            </a:pPr>
            <a:r>
              <a:rPr lang="zh-CN" altLang="en-US" sz="2600">
                <a:solidFill>
                  <a:srgbClr val="FF0000"/>
                </a:solidFill>
                <a:latin typeface="黑体" panose="02010609060101010101" pitchFamily="49" charset="-122"/>
                <a:ea typeface="黑体" panose="02010609060101010101" pitchFamily="49" charset="-122"/>
              </a:rPr>
              <a:t>第六讲 流水线冒险及其处理</a:t>
            </a:r>
          </a:p>
          <a:p>
            <a:pPr eaLnBrk="0" hangingPunct="0">
              <a:spcBef>
                <a:spcPct val="40000"/>
              </a:spcBef>
            </a:pPr>
            <a:r>
              <a:rPr lang="zh-CN" altLang="en-US" sz="2600">
                <a:solidFill>
                  <a:srgbClr val="FF0000"/>
                </a:solidFill>
                <a:latin typeface="黑体" panose="02010609060101010101" pitchFamily="49" charset="-122"/>
                <a:ea typeface="黑体" panose="02010609060101010101" pitchFamily="49" charset="-122"/>
              </a:rPr>
              <a:t>第七讲 高级流水线技术</a:t>
            </a:r>
            <a:endParaRPr lang="en-US" altLang="zh-CN" sz="2600">
              <a:solidFill>
                <a:srgbClr val="FF0000"/>
              </a:solidFill>
              <a:latin typeface="黑体" panose="02010609060101010101" pitchFamily="49" charset="-122"/>
              <a:ea typeface="黑体" panose="02010609060101010101" pitchFamily="49" charset="-122"/>
            </a:endParaRPr>
          </a:p>
        </p:txBody>
      </p:sp>
      <p:sp>
        <p:nvSpPr>
          <p:cNvPr id="6146" name="Rectangle 6">
            <a:extLst>
              <a:ext uri="{FF2B5EF4-FFF2-40B4-BE49-F238E27FC236}">
                <a16:creationId xmlns:a16="http://schemas.microsoft.com/office/drawing/2014/main" id="{8528B5C2-02AF-B72D-B9C7-BAFCAE366575}"/>
              </a:ext>
            </a:extLst>
          </p:cNvPr>
          <p:cNvSpPr>
            <a:spLocks noChangeArrowheads="1"/>
          </p:cNvSpPr>
          <p:nvPr/>
        </p:nvSpPr>
        <p:spPr bwMode="auto">
          <a:xfrm>
            <a:off x="152400" y="1751013"/>
            <a:ext cx="88392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87000"/>
              </a:lnSpc>
              <a:spcBef>
                <a:spcPct val="50000"/>
              </a:spcBef>
            </a:pPr>
            <a:r>
              <a:rPr lang="zh-CN" altLang="en-US" sz="4000">
                <a:solidFill>
                  <a:schemeClr val="accent2"/>
                </a:solidFill>
                <a:latin typeface="Arial" panose="020B0604020202020204" pitchFamily="34" charset="0"/>
                <a:ea typeface="宋体" panose="02010600030101010101" pitchFamily="2" charset="-122"/>
              </a:rPr>
              <a:t>第</a:t>
            </a:r>
            <a:r>
              <a:rPr lang="en-US" altLang="zh-CN" sz="4000">
                <a:solidFill>
                  <a:schemeClr val="accent2"/>
                </a:solidFill>
                <a:latin typeface="Arial" panose="020B0604020202020204" pitchFamily="34" charset="0"/>
                <a:ea typeface="宋体" panose="02010600030101010101" pitchFamily="2" charset="-122"/>
              </a:rPr>
              <a:t>8</a:t>
            </a:r>
            <a:r>
              <a:rPr lang="zh-CN" altLang="en-US" sz="4000">
                <a:solidFill>
                  <a:schemeClr val="accent2"/>
                </a:solidFill>
                <a:latin typeface="Arial" panose="020B0604020202020204" pitchFamily="34" charset="0"/>
                <a:ea typeface="宋体" panose="02010600030101010101" pitchFamily="2" charset="-122"/>
              </a:rPr>
              <a:t>章 中央处理器（</a:t>
            </a:r>
            <a:r>
              <a:rPr lang="en-US" altLang="zh-CN" sz="4000">
                <a:solidFill>
                  <a:schemeClr val="accent2"/>
                </a:solidFill>
                <a:latin typeface="Arial" panose="020B0604020202020204" pitchFamily="34" charset="0"/>
                <a:ea typeface="宋体" panose="02010600030101010101" pitchFamily="2" charset="-122"/>
              </a:rPr>
              <a:t>2</a:t>
            </a:r>
            <a:r>
              <a:rPr lang="zh-CN" altLang="en-US" sz="4000">
                <a:solidFill>
                  <a:schemeClr val="accent2"/>
                </a:solidFill>
                <a:latin typeface="Arial" panose="020B0604020202020204" pitchFamily="34" charset="0"/>
                <a:ea typeface="宋体" panose="02010600030101010101" pitchFamily="2" charset="-122"/>
              </a:rPr>
              <a:t>）</a:t>
            </a:r>
            <a:endParaRPr lang="zh-CN" altLang="en-US" sz="3200">
              <a:solidFill>
                <a:schemeClr val="accent2"/>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77D40884-D023-193E-47EB-C92CA2B418DA}"/>
              </a:ext>
            </a:extLst>
          </p:cNvPr>
          <p:cNvSpPr>
            <a:spLocks noGrp="1" noChangeArrowheads="1"/>
          </p:cNvSpPr>
          <p:nvPr>
            <p:ph type="title"/>
          </p:nvPr>
        </p:nvSpPr>
        <p:spPr>
          <a:xfrm>
            <a:off x="800100" y="228600"/>
            <a:ext cx="5049838" cy="373063"/>
          </a:xfrm>
        </p:spPr>
        <p:txBody>
          <a:bodyPr/>
          <a:lstStyle/>
          <a:p>
            <a:r>
              <a:rPr lang="zh-CN" altLang="en-US">
                <a:ea typeface="宋体" panose="02010600030101010101" pitchFamily="2" charset="-122"/>
              </a:rPr>
              <a:t>第五讲  流水线数据通路和控制</a:t>
            </a:r>
          </a:p>
        </p:txBody>
      </p:sp>
      <p:sp>
        <p:nvSpPr>
          <p:cNvPr id="8194" name="Rectangle 3">
            <a:extLst>
              <a:ext uri="{FF2B5EF4-FFF2-40B4-BE49-F238E27FC236}">
                <a16:creationId xmlns:a16="http://schemas.microsoft.com/office/drawing/2014/main" id="{8BAD13D2-D5DE-4026-3209-41ACEECAF7B7}"/>
              </a:ext>
            </a:extLst>
          </p:cNvPr>
          <p:cNvSpPr>
            <a:spLocks noGrp="1" noChangeArrowheads="1"/>
          </p:cNvSpPr>
          <p:nvPr>
            <p:ph idx="1"/>
          </p:nvPr>
        </p:nvSpPr>
        <p:spPr>
          <a:xfrm>
            <a:off x="800100" y="1354138"/>
            <a:ext cx="7466013" cy="4310062"/>
          </a:xfrm>
        </p:spPr>
        <p:txBody>
          <a:bodyPr/>
          <a:lstStyle/>
          <a:p>
            <a:pPr>
              <a:lnSpc>
                <a:spcPct val="125000"/>
              </a:lnSpc>
            </a:pPr>
            <a:r>
              <a:rPr lang="zh-CN" altLang="en-US" sz="2000">
                <a:latin typeface="微软雅黑" panose="020B0503020204020204" pitchFamily="34" charset="-122"/>
                <a:ea typeface="微软雅黑" panose="020B0503020204020204" pitchFamily="34" charset="-122"/>
              </a:rPr>
              <a:t>日常生活中的流水线处理例子：洗衣服</a:t>
            </a:r>
          </a:p>
          <a:p>
            <a:pPr>
              <a:lnSpc>
                <a:spcPct val="125000"/>
              </a:lnSpc>
            </a:pPr>
            <a:r>
              <a:rPr lang="zh-CN" altLang="en-US" sz="2000">
                <a:latin typeface="微软雅黑" panose="020B0503020204020204" pitchFamily="34" charset="-122"/>
                <a:ea typeface="微软雅黑" panose="020B0503020204020204" pitchFamily="34" charset="-122"/>
              </a:rPr>
              <a:t>单周期处理器模型和流水线性能比较</a:t>
            </a:r>
          </a:p>
          <a:p>
            <a:pPr>
              <a:lnSpc>
                <a:spcPct val="125000"/>
              </a:lnSpc>
            </a:pPr>
            <a:r>
              <a:rPr lang="zh-CN" altLang="en-US" sz="2000">
                <a:latin typeface="微软雅黑" panose="020B0503020204020204" pitchFamily="34" charset="-122"/>
                <a:ea typeface="微软雅黑" panose="020B0503020204020204" pitchFamily="34" charset="-122"/>
              </a:rPr>
              <a:t>什么样的指令集适合于流水线方式执行</a:t>
            </a:r>
          </a:p>
          <a:p>
            <a:pPr>
              <a:lnSpc>
                <a:spcPct val="125000"/>
              </a:lnSpc>
            </a:pPr>
            <a:r>
              <a:rPr lang="zh-CN" altLang="en-US" sz="2000">
                <a:latin typeface="微软雅黑" panose="020B0503020204020204" pitchFamily="34" charset="-122"/>
                <a:ea typeface="微软雅黑" panose="020B0503020204020204" pitchFamily="34" charset="-122"/>
              </a:rPr>
              <a:t>如何设计流水线数据通路</a:t>
            </a:r>
          </a:p>
          <a:p>
            <a:pPr lvl="1">
              <a:lnSpc>
                <a:spcPct val="125000"/>
              </a:lnSpc>
            </a:pPr>
            <a:r>
              <a:rPr lang="zh-CN" altLang="en-US" sz="2000">
                <a:latin typeface="微软雅黑" panose="020B0503020204020204" pitchFamily="34" charset="-122"/>
                <a:ea typeface="微软雅黑" panose="020B0503020204020204" pitchFamily="34" charset="-122"/>
              </a:rPr>
              <a:t>以</a:t>
            </a:r>
            <a:r>
              <a:rPr lang="en-US" altLang="zh-CN" sz="2000">
                <a:latin typeface="微软雅黑" panose="020B0503020204020204" pitchFamily="34" charset="-122"/>
                <a:ea typeface="微软雅黑" panose="020B0503020204020204" pitchFamily="34" charset="-122"/>
              </a:rPr>
              <a:t>RV32I</a:t>
            </a:r>
            <a:r>
              <a:rPr lang="zh-CN" altLang="en-US" sz="2000">
                <a:latin typeface="微软雅黑" panose="020B0503020204020204" pitchFamily="34" charset="-122"/>
                <a:ea typeface="微软雅黑" panose="020B0503020204020204" pitchFamily="34" charset="-122"/>
              </a:rPr>
              <a:t>子集来说明</a:t>
            </a:r>
          </a:p>
          <a:p>
            <a:pPr>
              <a:lnSpc>
                <a:spcPct val="125000"/>
              </a:lnSpc>
            </a:pPr>
            <a:r>
              <a:rPr lang="zh-CN" altLang="en-US" sz="2000">
                <a:latin typeface="微软雅黑" panose="020B0503020204020204" pitchFamily="34" charset="-122"/>
                <a:ea typeface="微软雅黑" panose="020B0503020204020204" pitchFamily="34" charset="-122"/>
              </a:rPr>
              <a:t>如何设计流水线控制逻辑</a:t>
            </a:r>
          </a:p>
          <a:p>
            <a:pPr lvl="1">
              <a:lnSpc>
                <a:spcPct val="125000"/>
              </a:lnSpc>
            </a:pPr>
            <a:r>
              <a:rPr lang="zh-CN" altLang="en-US" sz="2000">
                <a:latin typeface="微软雅黑" panose="020B0503020204020204" pitchFamily="34" charset="-122"/>
                <a:ea typeface="微软雅黑" panose="020B0503020204020204" pitchFamily="34" charset="-122"/>
              </a:rPr>
              <a:t>分析每条指令执行过程中的控制信号</a:t>
            </a:r>
          </a:p>
          <a:p>
            <a:pPr lvl="1">
              <a:lnSpc>
                <a:spcPct val="125000"/>
              </a:lnSpc>
            </a:pPr>
            <a:r>
              <a:rPr lang="zh-CN" altLang="en-US" sz="2000">
                <a:latin typeface="微软雅黑" panose="020B0503020204020204" pitchFamily="34" charset="-122"/>
                <a:ea typeface="微软雅黑" panose="020B0503020204020204" pitchFamily="34" charset="-122"/>
              </a:rPr>
              <a:t>给出控制器设计过程</a:t>
            </a:r>
          </a:p>
          <a:p>
            <a:pPr>
              <a:lnSpc>
                <a:spcPct val="125000"/>
              </a:lnSpc>
            </a:pPr>
            <a:r>
              <a:rPr lang="zh-CN" altLang="en-US" sz="2000">
                <a:latin typeface="微软雅黑" panose="020B0503020204020204" pitchFamily="34" charset="-122"/>
                <a:ea typeface="微软雅黑" panose="020B0503020204020204" pitchFamily="34" charset="-122"/>
              </a:rPr>
              <a:t>流水线冒险的概念</a:t>
            </a:r>
          </a:p>
        </p:txBody>
      </p:sp>
      <p:sp>
        <p:nvSpPr>
          <p:cNvPr id="8195" name="Text Box 4">
            <a:extLst>
              <a:ext uri="{FF2B5EF4-FFF2-40B4-BE49-F238E27FC236}">
                <a16:creationId xmlns:a16="http://schemas.microsoft.com/office/drawing/2014/main" id="{94C284B0-CB3D-0F5D-F439-2A988422EF38}"/>
              </a:ext>
            </a:extLst>
          </p:cNvPr>
          <p:cNvSpPr txBox="1">
            <a:spLocks noChangeArrowheads="1"/>
          </p:cNvSpPr>
          <p:nvPr/>
        </p:nvSpPr>
        <p:spPr bwMode="auto">
          <a:xfrm>
            <a:off x="3243263" y="749300"/>
            <a:ext cx="2205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400">
                <a:solidFill>
                  <a:schemeClr val="accent1"/>
                </a:solidFill>
                <a:ea typeface="宋体" panose="02010600030101010101" pitchFamily="2" charset="-122"/>
              </a:rPr>
              <a:t>主 要 内 容</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26807B9D-3601-B7DC-70C6-CA3CDE53234B}"/>
              </a:ext>
            </a:extLst>
          </p:cNvPr>
          <p:cNvSpPr>
            <a:spLocks noGrp="1" noChangeArrowheads="1"/>
          </p:cNvSpPr>
          <p:nvPr>
            <p:ph idx="1"/>
          </p:nvPr>
        </p:nvSpPr>
        <p:spPr>
          <a:xfrm>
            <a:off x="488950" y="1158875"/>
            <a:ext cx="4808538" cy="2763838"/>
          </a:xfrm>
        </p:spPr>
        <p:txBody>
          <a:bodyPr lIns="90488" tIns="44450" rIns="90488" bIns="44450"/>
          <a:lstStyle/>
          <a:p>
            <a:pPr>
              <a:lnSpc>
                <a:spcPct val="125000"/>
              </a:lnSpc>
              <a:spcBef>
                <a:spcPct val="10000"/>
              </a:spcBef>
            </a:pPr>
            <a:r>
              <a:rPr lang="en-US" altLang="zh-CN" sz="2200">
                <a:ea typeface="宋体" panose="02010600030101010101" pitchFamily="2" charset="-122"/>
              </a:rPr>
              <a:t>Laundry Example</a:t>
            </a:r>
          </a:p>
          <a:p>
            <a:pPr lvl="1">
              <a:lnSpc>
                <a:spcPct val="125000"/>
              </a:lnSpc>
              <a:spcBef>
                <a:spcPct val="10000"/>
              </a:spcBef>
            </a:pPr>
            <a:r>
              <a:rPr lang="en-US" altLang="zh-CN" sz="2200">
                <a:ea typeface="宋体" panose="02010600030101010101" pitchFamily="2" charset="-122"/>
              </a:rPr>
              <a:t>A, B, C, D</a:t>
            </a:r>
            <a:r>
              <a:rPr lang="zh-CN" altLang="en-US" sz="2200">
                <a:ea typeface="宋体" panose="02010600030101010101" pitchFamily="2" charset="-122"/>
              </a:rPr>
              <a:t>四个人每人有一批衣服需要</a:t>
            </a:r>
            <a:r>
              <a:rPr lang="en-US" altLang="zh-CN" sz="2200">
                <a:ea typeface="宋体" panose="02010600030101010101" pitchFamily="2" charset="-122"/>
              </a:rPr>
              <a:t> </a:t>
            </a:r>
            <a:r>
              <a:rPr lang="en-US" altLang="zh-CN" sz="2200">
                <a:solidFill>
                  <a:srgbClr val="FF0000"/>
                </a:solidFill>
                <a:ea typeface="宋体" panose="02010600030101010101" pitchFamily="2" charset="-122"/>
              </a:rPr>
              <a:t>wash</a:t>
            </a:r>
            <a:r>
              <a:rPr lang="en-US" altLang="zh-CN" sz="2200">
                <a:ea typeface="宋体" panose="02010600030101010101" pitchFamily="2" charset="-122"/>
              </a:rPr>
              <a:t>, </a:t>
            </a:r>
            <a:r>
              <a:rPr lang="en-US" altLang="zh-CN" sz="2200">
                <a:solidFill>
                  <a:srgbClr val="FF0000"/>
                </a:solidFill>
                <a:ea typeface="宋体" panose="02010600030101010101" pitchFamily="2" charset="-122"/>
              </a:rPr>
              <a:t>dry</a:t>
            </a:r>
            <a:r>
              <a:rPr lang="en-US" altLang="zh-CN" sz="2200">
                <a:ea typeface="宋体" panose="02010600030101010101" pitchFamily="2" charset="-122"/>
              </a:rPr>
              <a:t>, </a:t>
            </a:r>
            <a:r>
              <a:rPr lang="en-US" altLang="zh-CN" sz="2200">
                <a:solidFill>
                  <a:srgbClr val="FF0000"/>
                </a:solidFill>
                <a:ea typeface="宋体" panose="02010600030101010101" pitchFamily="2" charset="-122"/>
              </a:rPr>
              <a:t>fold</a:t>
            </a:r>
            <a:endParaRPr lang="en-US" altLang="zh-CN" sz="2200">
              <a:ea typeface="宋体" panose="02010600030101010101" pitchFamily="2" charset="-122"/>
            </a:endParaRPr>
          </a:p>
          <a:p>
            <a:pPr lvl="1">
              <a:lnSpc>
                <a:spcPct val="125000"/>
              </a:lnSpc>
              <a:spcBef>
                <a:spcPct val="10000"/>
              </a:spcBef>
            </a:pPr>
            <a:r>
              <a:rPr lang="en-US" altLang="zh-CN" sz="2200">
                <a:ea typeface="宋体" panose="02010600030101010101" pitchFamily="2" charset="-122"/>
              </a:rPr>
              <a:t>Washer takes 	</a:t>
            </a:r>
            <a:r>
              <a:rPr lang="en-US" altLang="zh-CN" sz="2200">
                <a:solidFill>
                  <a:schemeClr val="tx1"/>
                </a:solidFill>
                <a:ea typeface="宋体" panose="02010600030101010101" pitchFamily="2" charset="-122"/>
              </a:rPr>
              <a:t>30</a:t>
            </a:r>
            <a:r>
              <a:rPr lang="en-US" altLang="zh-CN" sz="2200">
                <a:ea typeface="宋体" panose="02010600030101010101" pitchFamily="2" charset="-122"/>
              </a:rPr>
              <a:t> minutes</a:t>
            </a:r>
          </a:p>
          <a:p>
            <a:pPr lvl="1">
              <a:lnSpc>
                <a:spcPct val="125000"/>
              </a:lnSpc>
              <a:spcBef>
                <a:spcPct val="10000"/>
              </a:spcBef>
            </a:pPr>
            <a:r>
              <a:rPr lang="en-US" altLang="zh-CN" sz="2200">
                <a:ea typeface="宋体" panose="02010600030101010101" pitchFamily="2" charset="-122"/>
              </a:rPr>
              <a:t>Dryer takes 	</a:t>
            </a:r>
            <a:r>
              <a:rPr lang="en-US" altLang="zh-CN" sz="2200">
                <a:solidFill>
                  <a:srgbClr val="000099"/>
                </a:solidFill>
                <a:ea typeface="宋体" panose="02010600030101010101" pitchFamily="2" charset="-122"/>
              </a:rPr>
              <a:t>40</a:t>
            </a:r>
            <a:r>
              <a:rPr lang="en-US" altLang="zh-CN" sz="2200">
                <a:ea typeface="宋体" panose="02010600030101010101" pitchFamily="2" charset="-122"/>
              </a:rPr>
              <a:t> minutes</a:t>
            </a:r>
          </a:p>
          <a:p>
            <a:pPr lvl="1">
              <a:lnSpc>
                <a:spcPct val="125000"/>
              </a:lnSpc>
              <a:spcBef>
                <a:spcPct val="10000"/>
              </a:spcBef>
            </a:pPr>
            <a:r>
              <a:rPr lang="en-US" altLang="zh-CN" sz="2200">
                <a:ea typeface="宋体" panose="02010600030101010101" pitchFamily="2" charset="-122"/>
              </a:rPr>
              <a:t>“Folder” takes 	</a:t>
            </a:r>
            <a:r>
              <a:rPr lang="en-US" altLang="zh-CN" sz="2200">
                <a:solidFill>
                  <a:srgbClr val="000099"/>
                </a:solidFill>
                <a:ea typeface="宋体" panose="02010600030101010101" pitchFamily="2" charset="-122"/>
              </a:rPr>
              <a:t>20</a:t>
            </a:r>
            <a:r>
              <a:rPr lang="en-US" altLang="zh-CN" sz="2200">
                <a:ea typeface="宋体" panose="02010600030101010101" pitchFamily="2" charset="-122"/>
              </a:rPr>
              <a:t> minutes</a:t>
            </a:r>
          </a:p>
        </p:txBody>
      </p:sp>
      <p:grpSp>
        <p:nvGrpSpPr>
          <p:cNvPr id="9218" name="Group 4">
            <a:extLst>
              <a:ext uri="{FF2B5EF4-FFF2-40B4-BE49-F238E27FC236}">
                <a16:creationId xmlns:a16="http://schemas.microsoft.com/office/drawing/2014/main" id="{C00CCA36-1AD6-69C5-663B-BAC81C6BC44A}"/>
              </a:ext>
            </a:extLst>
          </p:cNvPr>
          <p:cNvGrpSpPr>
            <a:grpSpLocks/>
          </p:cNvGrpSpPr>
          <p:nvPr/>
        </p:nvGrpSpPr>
        <p:grpSpPr bwMode="auto">
          <a:xfrm>
            <a:off x="6540500" y="3362325"/>
            <a:ext cx="673100" cy="800100"/>
            <a:chOff x="4228" y="2820"/>
            <a:chExt cx="424" cy="504"/>
          </a:xfrm>
        </p:grpSpPr>
        <p:grpSp>
          <p:nvGrpSpPr>
            <p:cNvPr id="9219" name="Group 5">
              <a:extLst>
                <a:ext uri="{FF2B5EF4-FFF2-40B4-BE49-F238E27FC236}">
                  <a16:creationId xmlns:a16="http://schemas.microsoft.com/office/drawing/2014/main" id="{7403D929-288D-25C7-BBFF-B96E56AFCEE3}"/>
                </a:ext>
              </a:extLst>
            </p:cNvPr>
            <p:cNvGrpSpPr>
              <a:grpSpLocks/>
            </p:cNvGrpSpPr>
            <p:nvPr/>
          </p:nvGrpSpPr>
          <p:grpSpPr bwMode="auto">
            <a:xfrm>
              <a:off x="4228" y="2820"/>
              <a:ext cx="424" cy="504"/>
              <a:chOff x="4228" y="2820"/>
              <a:chExt cx="424" cy="504"/>
            </a:xfrm>
          </p:grpSpPr>
          <p:sp>
            <p:nvSpPr>
              <p:cNvPr id="9220" name="AutoShape 6">
                <a:extLst>
                  <a:ext uri="{FF2B5EF4-FFF2-40B4-BE49-F238E27FC236}">
                    <a16:creationId xmlns:a16="http://schemas.microsoft.com/office/drawing/2014/main" id="{7AF2931A-9DD3-9D1B-A0C1-9F1792BEBF19}"/>
                  </a:ext>
                </a:extLst>
              </p:cNvPr>
              <p:cNvSpPr>
                <a:spLocks noChangeArrowheads="1"/>
              </p:cNvSpPr>
              <p:nvPr/>
            </p:nvSpPr>
            <p:spPr bwMode="auto">
              <a:xfrm>
                <a:off x="4228" y="2900"/>
                <a:ext cx="424" cy="424"/>
              </a:xfrm>
              <a:prstGeom prst="cube">
                <a:avLst>
                  <a:gd name="adj" fmla="val 24995"/>
                </a:avLst>
              </a:prstGeom>
              <a:solidFill>
                <a:srgbClr val="A2C1FE"/>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sp>
            <p:nvSpPr>
              <p:cNvPr id="9221" name="AutoShape 7">
                <a:extLst>
                  <a:ext uri="{FF2B5EF4-FFF2-40B4-BE49-F238E27FC236}">
                    <a16:creationId xmlns:a16="http://schemas.microsoft.com/office/drawing/2014/main" id="{3A840381-9A40-FD4D-DA7C-B926CB1E591E}"/>
                  </a:ext>
                </a:extLst>
              </p:cNvPr>
              <p:cNvSpPr>
                <a:spLocks noChangeArrowheads="1"/>
              </p:cNvSpPr>
              <p:nvPr/>
            </p:nvSpPr>
            <p:spPr bwMode="auto">
              <a:xfrm>
                <a:off x="4324" y="2820"/>
                <a:ext cx="328" cy="88"/>
              </a:xfrm>
              <a:prstGeom prst="cube">
                <a:avLst>
                  <a:gd name="adj" fmla="val 24995"/>
                </a:avLst>
              </a:prstGeom>
              <a:solidFill>
                <a:srgbClr val="A2C1FE"/>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9222" name="Oval 8">
              <a:extLst>
                <a:ext uri="{FF2B5EF4-FFF2-40B4-BE49-F238E27FC236}">
                  <a16:creationId xmlns:a16="http://schemas.microsoft.com/office/drawing/2014/main" id="{C0E9F704-EA70-1BA4-EED8-FAA0F852C16D}"/>
                </a:ext>
              </a:extLst>
            </p:cNvPr>
            <p:cNvSpPr>
              <a:spLocks noChangeArrowheads="1"/>
            </p:cNvSpPr>
            <p:nvPr/>
          </p:nvSpPr>
          <p:spPr bwMode="auto">
            <a:xfrm>
              <a:off x="4356" y="2860"/>
              <a:ext cx="56" cy="32"/>
            </a:xfrm>
            <a:prstGeom prst="ellipse">
              <a:avLst/>
            </a:prstGeom>
            <a:solidFill>
              <a:schemeClr val="bg1"/>
            </a:solidFill>
            <a:ln w="12700">
              <a:solidFill>
                <a:schemeClr val="tx1"/>
              </a:solidFill>
              <a:round/>
              <a:headEnd/>
              <a:tailEnd/>
            </a:ln>
          </p:spPr>
          <p:txBody>
            <a:bodyPr wrap="none" anchor="ctr"/>
            <a:lstStyle/>
            <a:p>
              <a:endParaRPr lang="zh-CN" altLang="en-US">
                <a:ea typeface="宋体" panose="02010600030101010101" pitchFamily="2" charset="-122"/>
              </a:endParaRPr>
            </a:p>
          </p:txBody>
        </p:sp>
        <p:sp>
          <p:nvSpPr>
            <p:cNvPr id="9223" name="AutoShape 9">
              <a:extLst>
                <a:ext uri="{FF2B5EF4-FFF2-40B4-BE49-F238E27FC236}">
                  <a16:creationId xmlns:a16="http://schemas.microsoft.com/office/drawing/2014/main" id="{F9A5C545-4F22-9529-0DFF-CA0C7B56FD4B}"/>
                </a:ext>
              </a:extLst>
            </p:cNvPr>
            <p:cNvSpPr>
              <a:spLocks noChangeArrowheads="1"/>
            </p:cNvSpPr>
            <p:nvPr/>
          </p:nvSpPr>
          <p:spPr bwMode="auto">
            <a:xfrm>
              <a:off x="4280" y="3096"/>
              <a:ext cx="224" cy="96"/>
            </a:xfrm>
            <a:prstGeom prst="octagon">
              <a:avLst>
                <a:gd name="adj" fmla="val 29282"/>
              </a:avLst>
            </a:prstGeom>
            <a:solidFill>
              <a:srgbClr val="A2C1FE"/>
            </a:solidFill>
            <a:ln w="25400">
              <a:solidFill>
                <a:schemeClr val="tx1"/>
              </a:solidFill>
              <a:miter lim="800000"/>
              <a:headEnd/>
              <a:tailEnd/>
            </a:ln>
          </p:spPr>
          <p:txBody>
            <a:bodyPr wrap="none" anchor="ctr"/>
            <a:lstStyle/>
            <a:p>
              <a:endParaRPr lang="zh-CN" altLang="en-US">
                <a:ea typeface="宋体" panose="02010600030101010101" pitchFamily="2" charset="-122"/>
              </a:endParaRPr>
            </a:p>
          </p:txBody>
        </p:sp>
      </p:grpSp>
      <p:grpSp>
        <p:nvGrpSpPr>
          <p:cNvPr id="9224" name="Group 10">
            <a:extLst>
              <a:ext uri="{FF2B5EF4-FFF2-40B4-BE49-F238E27FC236}">
                <a16:creationId xmlns:a16="http://schemas.microsoft.com/office/drawing/2014/main" id="{AAE1BE07-2628-7043-2757-952A9D829C98}"/>
              </a:ext>
            </a:extLst>
          </p:cNvPr>
          <p:cNvGrpSpPr>
            <a:grpSpLocks/>
          </p:cNvGrpSpPr>
          <p:nvPr/>
        </p:nvGrpSpPr>
        <p:grpSpPr bwMode="auto">
          <a:xfrm>
            <a:off x="6684963" y="4295775"/>
            <a:ext cx="661987" cy="649288"/>
            <a:chOff x="4319" y="3408"/>
            <a:chExt cx="417" cy="409"/>
          </a:xfrm>
        </p:grpSpPr>
        <p:grpSp>
          <p:nvGrpSpPr>
            <p:cNvPr id="9225" name="Group 11">
              <a:extLst>
                <a:ext uri="{FF2B5EF4-FFF2-40B4-BE49-F238E27FC236}">
                  <a16:creationId xmlns:a16="http://schemas.microsoft.com/office/drawing/2014/main" id="{4BA61B0E-ABBD-0670-DD50-B23F52A865A7}"/>
                </a:ext>
              </a:extLst>
            </p:cNvPr>
            <p:cNvGrpSpPr>
              <a:grpSpLocks/>
            </p:cNvGrpSpPr>
            <p:nvPr/>
          </p:nvGrpSpPr>
          <p:grpSpPr bwMode="auto">
            <a:xfrm>
              <a:off x="4321" y="3601"/>
              <a:ext cx="415" cy="216"/>
              <a:chOff x="4321" y="3601"/>
              <a:chExt cx="415" cy="216"/>
            </a:xfrm>
          </p:grpSpPr>
          <p:sp>
            <p:nvSpPr>
              <p:cNvPr id="9226" name="Freeform 12">
                <a:extLst>
                  <a:ext uri="{FF2B5EF4-FFF2-40B4-BE49-F238E27FC236}">
                    <a16:creationId xmlns:a16="http://schemas.microsoft.com/office/drawing/2014/main" id="{7205E8EC-3476-DBB0-276D-6D619C237805}"/>
                  </a:ext>
                </a:extLst>
              </p:cNvPr>
              <p:cNvSpPr>
                <a:spLocks noChangeArrowheads="1"/>
              </p:cNvSpPr>
              <p:nvPr/>
            </p:nvSpPr>
            <p:spPr bwMode="auto">
              <a:xfrm>
                <a:off x="4523" y="3602"/>
                <a:ext cx="96" cy="215"/>
              </a:xfrm>
              <a:custGeom>
                <a:avLst/>
                <a:gdLst>
                  <a:gd name="T0" fmla="*/ 69 w 96"/>
                  <a:gd name="T1" fmla="*/ 0 h 215"/>
                  <a:gd name="T2" fmla="*/ 95 w 96"/>
                  <a:gd name="T3" fmla="*/ 0 h 215"/>
                  <a:gd name="T4" fmla="*/ 26 w 96"/>
                  <a:gd name="T5" fmla="*/ 214 h 215"/>
                  <a:gd name="T6" fmla="*/ 0 w 96"/>
                  <a:gd name="T7" fmla="*/ 214 h 215"/>
                  <a:gd name="T8" fmla="*/ 69 w 96"/>
                  <a:gd name="T9" fmla="*/ 0 h 215"/>
                </a:gdLst>
                <a:ahLst/>
                <a:cxnLst>
                  <a:cxn ang="0">
                    <a:pos x="T0" y="T1"/>
                  </a:cxn>
                  <a:cxn ang="0">
                    <a:pos x="T2" y="T3"/>
                  </a:cxn>
                  <a:cxn ang="0">
                    <a:pos x="T4" y="T5"/>
                  </a:cxn>
                  <a:cxn ang="0">
                    <a:pos x="T6" y="T7"/>
                  </a:cxn>
                  <a:cxn ang="0">
                    <a:pos x="T8" y="T9"/>
                  </a:cxn>
                </a:cxnLst>
                <a:rect l="0" t="0" r="r" b="b"/>
                <a:pathLst>
                  <a:path w="96" h="215">
                    <a:moveTo>
                      <a:pt x="69" y="0"/>
                    </a:moveTo>
                    <a:lnTo>
                      <a:pt x="95" y="0"/>
                    </a:lnTo>
                    <a:lnTo>
                      <a:pt x="26" y="214"/>
                    </a:lnTo>
                    <a:lnTo>
                      <a:pt x="0" y="214"/>
                    </a:lnTo>
                    <a:lnTo>
                      <a:pt x="69" y="0"/>
                    </a:lnTo>
                  </a:path>
                </a:pathLst>
              </a:custGeom>
              <a:solidFill>
                <a:srgbClr val="FC0128"/>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ea typeface="宋体" panose="02010600030101010101" pitchFamily="2" charset="-122"/>
                </a:endParaRPr>
              </a:p>
            </p:txBody>
          </p:sp>
          <p:sp>
            <p:nvSpPr>
              <p:cNvPr id="9227" name="Rectangle 13">
                <a:extLst>
                  <a:ext uri="{FF2B5EF4-FFF2-40B4-BE49-F238E27FC236}">
                    <a16:creationId xmlns:a16="http://schemas.microsoft.com/office/drawing/2014/main" id="{F57BDCAF-A02F-F00C-1824-F4F5D2C12601}"/>
                  </a:ext>
                </a:extLst>
              </p:cNvPr>
              <p:cNvSpPr>
                <a:spLocks noChangeArrowheads="1"/>
              </p:cNvSpPr>
              <p:nvPr/>
            </p:nvSpPr>
            <p:spPr bwMode="auto">
              <a:xfrm>
                <a:off x="4518" y="3601"/>
                <a:ext cx="218" cy="12"/>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9228" name="Rectangle 14">
                <a:extLst>
                  <a:ext uri="{FF2B5EF4-FFF2-40B4-BE49-F238E27FC236}">
                    <a16:creationId xmlns:a16="http://schemas.microsoft.com/office/drawing/2014/main" id="{726E139F-E6C3-34CD-0672-19B4E44F7AC5}"/>
                  </a:ext>
                </a:extLst>
              </p:cNvPr>
              <p:cNvSpPr>
                <a:spLocks noChangeArrowheads="1"/>
              </p:cNvSpPr>
              <p:nvPr/>
            </p:nvSpPr>
            <p:spPr bwMode="auto">
              <a:xfrm>
                <a:off x="4517" y="3692"/>
                <a:ext cx="218" cy="13"/>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9229" name="Rectangle 15">
                <a:extLst>
                  <a:ext uri="{FF2B5EF4-FFF2-40B4-BE49-F238E27FC236}">
                    <a16:creationId xmlns:a16="http://schemas.microsoft.com/office/drawing/2014/main" id="{C5F71FE4-6486-4F16-6546-AC33871E7A12}"/>
                  </a:ext>
                </a:extLst>
              </p:cNvPr>
              <p:cNvSpPr>
                <a:spLocks noChangeArrowheads="1"/>
              </p:cNvSpPr>
              <p:nvPr/>
            </p:nvSpPr>
            <p:spPr bwMode="auto">
              <a:xfrm>
                <a:off x="4321" y="3692"/>
                <a:ext cx="116" cy="13"/>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grpSp>
        <p:grpSp>
          <p:nvGrpSpPr>
            <p:cNvPr id="9230" name="Group 16">
              <a:extLst>
                <a:ext uri="{FF2B5EF4-FFF2-40B4-BE49-F238E27FC236}">
                  <a16:creationId xmlns:a16="http://schemas.microsoft.com/office/drawing/2014/main" id="{C7C6B30D-834D-9551-8D24-03AEC22280A1}"/>
                </a:ext>
              </a:extLst>
            </p:cNvPr>
            <p:cNvGrpSpPr>
              <a:grpSpLocks/>
            </p:cNvGrpSpPr>
            <p:nvPr/>
          </p:nvGrpSpPr>
          <p:grpSpPr bwMode="auto">
            <a:xfrm>
              <a:off x="4319" y="3408"/>
              <a:ext cx="217" cy="409"/>
              <a:chOff x="4319" y="3408"/>
              <a:chExt cx="217" cy="409"/>
            </a:xfrm>
          </p:grpSpPr>
          <p:sp>
            <p:nvSpPr>
              <p:cNvPr id="9231" name="Oval 17">
                <a:extLst>
                  <a:ext uri="{FF2B5EF4-FFF2-40B4-BE49-F238E27FC236}">
                    <a16:creationId xmlns:a16="http://schemas.microsoft.com/office/drawing/2014/main" id="{12A18292-3F6D-F98F-9C44-B5AF3D28B7F8}"/>
                  </a:ext>
                </a:extLst>
              </p:cNvPr>
              <p:cNvSpPr>
                <a:spLocks noChangeArrowheads="1"/>
              </p:cNvSpPr>
              <p:nvPr/>
            </p:nvSpPr>
            <p:spPr bwMode="auto">
              <a:xfrm>
                <a:off x="4403" y="3408"/>
                <a:ext cx="55" cy="55"/>
              </a:xfrm>
              <a:prstGeom prst="ellipse">
                <a:avLst/>
              </a:prstGeom>
              <a:solidFill>
                <a:srgbClr val="FC0128"/>
              </a:solidFill>
              <a:ln w="12700">
                <a:solidFill>
                  <a:srgbClr val="000000"/>
                </a:solidFill>
                <a:round/>
                <a:headEnd/>
                <a:tailEnd/>
              </a:ln>
            </p:spPr>
            <p:txBody>
              <a:bodyPr wrap="none" anchor="ctr"/>
              <a:lstStyle/>
              <a:p>
                <a:endParaRPr lang="zh-CN" altLang="en-US">
                  <a:ea typeface="宋体" panose="02010600030101010101" pitchFamily="2" charset="-122"/>
                </a:endParaRPr>
              </a:p>
            </p:txBody>
          </p:sp>
          <p:sp>
            <p:nvSpPr>
              <p:cNvPr id="9232" name="Freeform 18">
                <a:extLst>
                  <a:ext uri="{FF2B5EF4-FFF2-40B4-BE49-F238E27FC236}">
                    <a16:creationId xmlns:a16="http://schemas.microsoft.com/office/drawing/2014/main" id="{CD5420E8-8E1B-34EE-90C7-CB1A7A5A699B}"/>
                  </a:ext>
                </a:extLst>
              </p:cNvPr>
              <p:cNvSpPr>
                <a:spLocks noChangeArrowheads="1"/>
              </p:cNvSpPr>
              <p:nvPr/>
            </p:nvSpPr>
            <p:spPr bwMode="auto">
              <a:xfrm>
                <a:off x="4319" y="3485"/>
                <a:ext cx="217" cy="332"/>
              </a:xfrm>
              <a:custGeom>
                <a:avLst/>
                <a:gdLst>
                  <a:gd name="T0" fmla="*/ 2 w 217"/>
                  <a:gd name="T1" fmla="*/ 153 h 332"/>
                  <a:gd name="T2" fmla="*/ 1 w 217"/>
                  <a:gd name="T3" fmla="*/ 157 h 332"/>
                  <a:gd name="T4" fmla="*/ 0 w 217"/>
                  <a:gd name="T5" fmla="*/ 163 h 332"/>
                  <a:gd name="T6" fmla="*/ 0 w 217"/>
                  <a:gd name="T7" fmla="*/ 168 h 332"/>
                  <a:gd name="T8" fmla="*/ 2 w 217"/>
                  <a:gd name="T9" fmla="*/ 174 h 332"/>
                  <a:gd name="T10" fmla="*/ 5 w 217"/>
                  <a:gd name="T11" fmla="*/ 179 h 332"/>
                  <a:gd name="T12" fmla="*/ 9 w 217"/>
                  <a:gd name="T13" fmla="*/ 183 h 332"/>
                  <a:gd name="T14" fmla="*/ 14 w 217"/>
                  <a:gd name="T15" fmla="*/ 186 h 332"/>
                  <a:gd name="T16" fmla="*/ 17 w 217"/>
                  <a:gd name="T17" fmla="*/ 186 h 332"/>
                  <a:gd name="T18" fmla="*/ 23 w 217"/>
                  <a:gd name="T19" fmla="*/ 186 h 332"/>
                  <a:gd name="T20" fmla="*/ 141 w 217"/>
                  <a:gd name="T21" fmla="*/ 331 h 332"/>
                  <a:gd name="T22" fmla="*/ 178 w 217"/>
                  <a:gd name="T23" fmla="*/ 159 h 332"/>
                  <a:gd name="T24" fmla="*/ 177 w 217"/>
                  <a:gd name="T25" fmla="*/ 155 h 332"/>
                  <a:gd name="T26" fmla="*/ 176 w 217"/>
                  <a:gd name="T27" fmla="*/ 152 h 332"/>
                  <a:gd name="T28" fmla="*/ 173 w 217"/>
                  <a:gd name="T29" fmla="*/ 149 h 332"/>
                  <a:gd name="T30" fmla="*/ 170 w 217"/>
                  <a:gd name="T31" fmla="*/ 147 h 332"/>
                  <a:gd name="T32" fmla="*/ 166 w 217"/>
                  <a:gd name="T33" fmla="*/ 145 h 332"/>
                  <a:gd name="T34" fmla="*/ 161 w 217"/>
                  <a:gd name="T35" fmla="*/ 145 h 332"/>
                  <a:gd name="T36" fmla="*/ 157 w 217"/>
                  <a:gd name="T37" fmla="*/ 145 h 332"/>
                  <a:gd name="T38" fmla="*/ 153 w 217"/>
                  <a:gd name="T39" fmla="*/ 145 h 332"/>
                  <a:gd name="T40" fmla="*/ 104 w 217"/>
                  <a:gd name="T41" fmla="*/ 84 h 332"/>
                  <a:gd name="T42" fmla="*/ 201 w 217"/>
                  <a:gd name="T43" fmla="*/ 104 h 332"/>
                  <a:gd name="T44" fmla="*/ 204 w 217"/>
                  <a:gd name="T45" fmla="*/ 103 h 332"/>
                  <a:gd name="T46" fmla="*/ 207 w 217"/>
                  <a:gd name="T47" fmla="*/ 103 h 332"/>
                  <a:gd name="T48" fmla="*/ 211 w 217"/>
                  <a:gd name="T49" fmla="*/ 100 h 332"/>
                  <a:gd name="T50" fmla="*/ 214 w 217"/>
                  <a:gd name="T51" fmla="*/ 97 h 332"/>
                  <a:gd name="T52" fmla="*/ 215 w 217"/>
                  <a:gd name="T53" fmla="*/ 93 h 332"/>
                  <a:gd name="T54" fmla="*/ 216 w 217"/>
                  <a:gd name="T55" fmla="*/ 88 h 332"/>
                  <a:gd name="T56" fmla="*/ 215 w 217"/>
                  <a:gd name="T57" fmla="*/ 83 h 332"/>
                  <a:gd name="T58" fmla="*/ 213 w 217"/>
                  <a:gd name="T59" fmla="*/ 79 h 332"/>
                  <a:gd name="T60" fmla="*/ 210 w 217"/>
                  <a:gd name="T61" fmla="*/ 76 h 332"/>
                  <a:gd name="T62" fmla="*/ 206 w 217"/>
                  <a:gd name="T63" fmla="*/ 73 h 332"/>
                  <a:gd name="T64" fmla="*/ 203 w 217"/>
                  <a:gd name="T65" fmla="*/ 72 h 332"/>
                  <a:gd name="T66" fmla="*/ 137 w 217"/>
                  <a:gd name="T67" fmla="*/ 72 h 332"/>
                  <a:gd name="T68" fmla="*/ 125 w 217"/>
                  <a:gd name="T69" fmla="*/ 47 h 332"/>
                  <a:gd name="T70" fmla="*/ 126 w 217"/>
                  <a:gd name="T71" fmla="*/ 41 h 332"/>
                  <a:gd name="T72" fmla="*/ 127 w 217"/>
                  <a:gd name="T73" fmla="*/ 34 h 332"/>
                  <a:gd name="T74" fmla="*/ 127 w 217"/>
                  <a:gd name="T75" fmla="*/ 27 h 332"/>
                  <a:gd name="T76" fmla="*/ 125 w 217"/>
                  <a:gd name="T77" fmla="*/ 21 h 332"/>
                  <a:gd name="T78" fmla="*/ 123 w 217"/>
                  <a:gd name="T79" fmla="*/ 17 h 332"/>
                  <a:gd name="T80" fmla="*/ 120 w 217"/>
                  <a:gd name="T81" fmla="*/ 12 h 332"/>
                  <a:gd name="T82" fmla="*/ 115 w 217"/>
                  <a:gd name="T83" fmla="*/ 8 h 332"/>
                  <a:gd name="T84" fmla="*/ 110 w 217"/>
                  <a:gd name="T85" fmla="*/ 4 h 332"/>
                  <a:gd name="T86" fmla="*/ 104 w 217"/>
                  <a:gd name="T87" fmla="*/ 1 h 332"/>
                  <a:gd name="T88" fmla="*/ 97 w 217"/>
                  <a:gd name="T89" fmla="*/ 0 h 332"/>
                  <a:gd name="T90" fmla="*/ 91 w 217"/>
                  <a:gd name="T91" fmla="*/ 0 h 332"/>
                  <a:gd name="T92" fmla="*/ 84 w 217"/>
                  <a:gd name="T93" fmla="*/ 1 h 332"/>
                  <a:gd name="T94" fmla="*/ 77 w 217"/>
                  <a:gd name="T95" fmla="*/ 3 h 332"/>
                  <a:gd name="T96" fmla="*/ 70 w 217"/>
                  <a:gd name="T97" fmla="*/ 7 h 332"/>
                  <a:gd name="T98" fmla="*/ 66 w 217"/>
                  <a:gd name="T99" fmla="*/ 13 h 332"/>
                  <a:gd name="T100" fmla="*/ 62 w 217"/>
                  <a:gd name="T101" fmla="*/ 19 h 332"/>
                  <a:gd name="T102" fmla="*/ 59 w 217"/>
                  <a:gd name="T103" fmla="*/ 2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7" h="332">
                    <a:moveTo>
                      <a:pt x="59" y="25"/>
                    </a:moveTo>
                    <a:lnTo>
                      <a:pt x="2" y="153"/>
                    </a:lnTo>
                    <a:lnTo>
                      <a:pt x="1" y="155"/>
                    </a:lnTo>
                    <a:lnTo>
                      <a:pt x="1" y="157"/>
                    </a:lnTo>
                    <a:lnTo>
                      <a:pt x="0" y="159"/>
                    </a:lnTo>
                    <a:lnTo>
                      <a:pt x="0" y="163"/>
                    </a:lnTo>
                    <a:lnTo>
                      <a:pt x="0" y="165"/>
                    </a:lnTo>
                    <a:lnTo>
                      <a:pt x="0" y="168"/>
                    </a:lnTo>
                    <a:lnTo>
                      <a:pt x="1" y="171"/>
                    </a:lnTo>
                    <a:lnTo>
                      <a:pt x="2" y="174"/>
                    </a:lnTo>
                    <a:lnTo>
                      <a:pt x="3" y="176"/>
                    </a:lnTo>
                    <a:lnTo>
                      <a:pt x="5" y="179"/>
                    </a:lnTo>
                    <a:lnTo>
                      <a:pt x="7" y="181"/>
                    </a:lnTo>
                    <a:lnTo>
                      <a:pt x="9" y="183"/>
                    </a:lnTo>
                    <a:lnTo>
                      <a:pt x="12" y="184"/>
                    </a:lnTo>
                    <a:lnTo>
                      <a:pt x="14" y="186"/>
                    </a:lnTo>
                    <a:lnTo>
                      <a:pt x="15" y="186"/>
                    </a:lnTo>
                    <a:lnTo>
                      <a:pt x="17" y="186"/>
                    </a:lnTo>
                    <a:lnTo>
                      <a:pt x="20" y="186"/>
                    </a:lnTo>
                    <a:lnTo>
                      <a:pt x="23" y="186"/>
                    </a:lnTo>
                    <a:lnTo>
                      <a:pt x="141" y="186"/>
                    </a:lnTo>
                    <a:lnTo>
                      <a:pt x="141" y="331"/>
                    </a:lnTo>
                    <a:lnTo>
                      <a:pt x="178" y="331"/>
                    </a:lnTo>
                    <a:lnTo>
                      <a:pt x="178" y="159"/>
                    </a:lnTo>
                    <a:lnTo>
                      <a:pt x="178" y="157"/>
                    </a:lnTo>
                    <a:lnTo>
                      <a:pt x="177" y="155"/>
                    </a:lnTo>
                    <a:lnTo>
                      <a:pt x="176" y="153"/>
                    </a:lnTo>
                    <a:lnTo>
                      <a:pt x="176" y="152"/>
                    </a:lnTo>
                    <a:lnTo>
                      <a:pt x="175" y="151"/>
                    </a:lnTo>
                    <a:lnTo>
                      <a:pt x="173" y="149"/>
                    </a:lnTo>
                    <a:lnTo>
                      <a:pt x="172" y="148"/>
                    </a:lnTo>
                    <a:lnTo>
                      <a:pt x="170" y="147"/>
                    </a:lnTo>
                    <a:lnTo>
                      <a:pt x="168" y="146"/>
                    </a:lnTo>
                    <a:lnTo>
                      <a:pt x="166" y="145"/>
                    </a:lnTo>
                    <a:lnTo>
                      <a:pt x="164" y="145"/>
                    </a:lnTo>
                    <a:lnTo>
                      <a:pt x="161" y="145"/>
                    </a:lnTo>
                    <a:lnTo>
                      <a:pt x="159" y="145"/>
                    </a:lnTo>
                    <a:lnTo>
                      <a:pt x="157" y="145"/>
                    </a:lnTo>
                    <a:lnTo>
                      <a:pt x="155" y="145"/>
                    </a:lnTo>
                    <a:lnTo>
                      <a:pt x="153" y="145"/>
                    </a:lnTo>
                    <a:lnTo>
                      <a:pt x="85" y="141"/>
                    </a:lnTo>
                    <a:lnTo>
                      <a:pt x="104" y="84"/>
                    </a:lnTo>
                    <a:lnTo>
                      <a:pt x="118" y="104"/>
                    </a:lnTo>
                    <a:lnTo>
                      <a:pt x="201" y="104"/>
                    </a:lnTo>
                    <a:lnTo>
                      <a:pt x="203" y="103"/>
                    </a:lnTo>
                    <a:lnTo>
                      <a:pt x="204" y="103"/>
                    </a:lnTo>
                    <a:lnTo>
                      <a:pt x="206" y="103"/>
                    </a:lnTo>
                    <a:lnTo>
                      <a:pt x="207" y="103"/>
                    </a:lnTo>
                    <a:lnTo>
                      <a:pt x="209" y="101"/>
                    </a:lnTo>
                    <a:lnTo>
                      <a:pt x="211" y="100"/>
                    </a:lnTo>
                    <a:lnTo>
                      <a:pt x="212" y="98"/>
                    </a:lnTo>
                    <a:lnTo>
                      <a:pt x="214" y="97"/>
                    </a:lnTo>
                    <a:lnTo>
                      <a:pt x="215" y="95"/>
                    </a:lnTo>
                    <a:lnTo>
                      <a:pt x="215" y="93"/>
                    </a:lnTo>
                    <a:lnTo>
                      <a:pt x="216" y="91"/>
                    </a:lnTo>
                    <a:lnTo>
                      <a:pt x="216" y="88"/>
                    </a:lnTo>
                    <a:lnTo>
                      <a:pt x="216" y="85"/>
                    </a:lnTo>
                    <a:lnTo>
                      <a:pt x="215" y="83"/>
                    </a:lnTo>
                    <a:lnTo>
                      <a:pt x="214" y="81"/>
                    </a:lnTo>
                    <a:lnTo>
                      <a:pt x="213" y="79"/>
                    </a:lnTo>
                    <a:lnTo>
                      <a:pt x="211" y="77"/>
                    </a:lnTo>
                    <a:lnTo>
                      <a:pt x="210" y="76"/>
                    </a:lnTo>
                    <a:lnTo>
                      <a:pt x="208" y="74"/>
                    </a:lnTo>
                    <a:lnTo>
                      <a:pt x="206" y="73"/>
                    </a:lnTo>
                    <a:lnTo>
                      <a:pt x="205" y="72"/>
                    </a:lnTo>
                    <a:lnTo>
                      <a:pt x="203" y="72"/>
                    </a:lnTo>
                    <a:lnTo>
                      <a:pt x="201" y="72"/>
                    </a:lnTo>
                    <a:lnTo>
                      <a:pt x="137" y="72"/>
                    </a:lnTo>
                    <a:lnTo>
                      <a:pt x="123" y="49"/>
                    </a:lnTo>
                    <a:lnTo>
                      <a:pt x="125" y="47"/>
                    </a:lnTo>
                    <a:lnTo>
                      <a:pt x="126" y="44"/>
                    </a:lnTo>
                    <a:lnTo>
                      <a:pt x="126" y="41"/>
                    </a:lnTo>
                    <a:lnTo>
                      <a:pt x="127" y="38"/>
                    </a:lnTo>
                    <a:lnTo>
                      <a:pt x="127" y="34"/>
                    </a:lnTo>
                    <a:lnTo>
                      <a:pt x="127" y="31"/>
                    </a:lnTo>
                    <a:lnTo>
                      <a:pt x="127" y="27"/>
                    </a:lnTo>
                    <a:lnTo>
                      <a:pt x="126" y="24"/>
                    </a:lnTo>
                    <a:lnTo>
                      <a:pt x="125" y="21"/>
                    </a:lnTo>
                    <a:lnTo>
                      <a:pt x="124" y="20"/>
                    </a:lnTo>
                    <a:lnTo>
                      <a:pt x="123" y="17"/>
                    </a:lnTo>
                    <a:lnTo>
                      <a:pt x="122" y="15"/>
                    </a:lnTo>
                    <a:lnTo>
                      <a:pt x="120" y="12"/>
                    </a:lnTo>
                    <a:lnTo>
                      <a:pt x="118" y="10"/>
                    </a:lnTo>
                    <a:lnTo>
                      <a:pt x="115" y="8"/>
                    </a:lnTo>
                    <a:lnTo>
                      <a:pt x="113" y="6"/>
                    </a:lnTo>
                    <a:lnTo>
                      <a:pt x="110" y="4"/>
                    </a:lnTo>
                    <a:lnTo>
                      <a:pt x="107" y="3"/>
                    </a:lnTo>
                    <a:lnTo>
                      <a:pt x="104" y="1"/>
                    </a:lnTo>
                    <a:lnTo>
                      <a:pt x="100" y="1"/>
                    </a:lnTo>
                    <a:lnTo>
                      <a:pt x="97" y="0"/>
                    </a:lnTo>
                    <a:lnTo>
                      <a:pt x="95" y="0"/>
                    </a:lnTo>
                    <a:lnTo>
                      <a:pt x="91" y="0"/>
                    </a:lnTo>
                    <a:lnTo>
                      <a:pt x="88" y="0"/>
                    </a:lnTo>
                    <a:lnTo>
                      <a:pt x="84" y="1"/>
                    </a:lnTo>
                    <a:lnTo>
                      <a:pt x="81" y="2"/>
                    </a:lnTo>
                    <a:lnTo>
                      <a:pt x="77" y="3"/>
                    </a:lnTo>
                    <a:lnTo>
                      <a:pt x="74" y="5"/>
                    </a:lnTo>
                    <a:lnTo>
                      <a:pt x="70" y="7"/>
                    </a:lnTo>
                    <a:lnTo>
                      <a:pt x="68" y="10"/>
                    </a:lnTo>
                    <a:lnTo>
                      <a:pt x="66" y="13"/>
                    </a:lnTo>
                    <a:lnTo>
                      <a:pt x="64" y="15"/>
                    </a:lnTo>
                    <a:lnTo>
                      <a:pt x="62" y="19"/>
                    </a:lnTo>
                    <a:lnTo>
                      <a:pt x="60" y="21"/>
                    </a:lnTo>
                    <a:lnTo>
                      <a:pt x="59" y="25"/>
                    </a:lnTo>
                  </a:path>
                </a:pathLst>
              </a:custGeom>
              <a:solidFill>
                <a:srgbClr val="FC0128"/>
              </a:solidFill>
              <a:ln>
                <a:noFill/>
              </a:ln>
              <a:extLst>
                <a:ext uri="{91240B29-F687-4F45-9708-019B960494DF}">
                  <a14:hiddenLine xmlns:a14="http://schemas.microsoft.com/office/drawing/2010/main" w="127000">
                    <a:solidFill>
                      <a:srgbClr val="000000"/>
                    </a:solidFill>
                    <a:round/>
                    <a:headEnd/>
                    <a:tailEnd/>
                  </a14:hiddenLine>
                </a:ext>
              </a:extLst>
            </p:spPr>
            <p:txBody>
              <a:bodyPr/>
              <a:lstStyle/>
              <a:p>
                <a:endParaRPr lang="zh-CN" altLang="en-US">
                  <a:ea typeface="宋体" panose="02010600030101010101" pitchFamily="2" charset="-122"/>
                </a:endParaRPr>
              </a:p>
            </p:txBody>
          </p:sp>
        </p:grpSp>
      </p:grpSp>
      <p:grpSp>
        <p:nvGrpSpPr>
          <p:cNvPr id="9233" name="Group 19">
            <a:extLst>
              <a:ext uri="{FF2B5EF4-FFF2-40B4-BE49-F238E27FC236}">
                <a16:creationId xmlns:a16="http://schemas.microsoft.com/office/drawing/2014/main" id="{F03D0F9B-D57E-C3A2-59CE-A72484AE977D}"/>
              </a:ext>
            </a:extLst>
          </p:cNvPr>
          <p:cNvGrpSpPr>
            <a:grpSpLocks/>
          </p:cNvGrpSpPr>
          <p:nvPr/>
        </p:nvGrpSpPr>
        <p:grpSpPr bwMode="auto">
          <a:xfrm>
            <a:off x="6515100" y="2289175"/>
            <a:ext cx="673100" cy="800100"/>
            <a:chOff x="4212" y="2144"/>
            <a:chExt cx="424" cy="504"/>
          </a:xfrm>
        </p:grpSpPr>
        <p:grpSp>
          <p:nvGrpSpPr>
            <p:cNvPr id="9234" name="Group 20">
              <a:extLst>
                <a:ext uri="{FF2B5EF4-FFF2-40B4-BE49-F238E27FC236}">
                  <a16:creationId xmlns:a16="http://schemas.microsoft.com/office/drawing/2014/main" id="{12C8D549-E9D7-F901-24B7-3FCD741AB1C7}"/>
                </a:ext>
              </a:extLst>
            </p:cNvPr>
            <p:cNvGrpSpPr>
              <a:grpSpLocks/>
            </p:cNvGrpSpPr>
            <p:nvPr/>
          </p:nvGrpSpPr>
          <p:grpSpPr bwMode="auto">
            <a:xfrm>
              <a:off x="4212" y="2144"/>
              <a:ext cx="424" cy="504"/>
              <a:chOff x="4212" y="2144"/>
              <a:chExt cx="424" cy="504"/>
            </a:xfrm>
          </p:grpSpPr>
          <p:grpSp>
            <p:nvGrpSpPr>
              <p:cNvPr id="9235" name="Group 21">
                <a:extLst>
                  <a:ext uri="{FF2B5EF4-FFF2-40B4-BE49-F238E27FC236}">
                    <a16:creationId xmlns:a16="http://schemas.microsoft.com/office/drawing/2014/main" id="{E0BF0FD4-D0D4-486A-9683-7DF705DECD0B}"/>
                  </a:ext>
                </a:extLst>
              </p:cNvPr>
              <p:cNvGrpSpPr>
                <a:grpSpLocks/>
              </p:cNvGrpSpPr>
              <p:nvPr/>
            </p:nvGrpSpPr>
            <p:grpSpPr bwMode="auto">
              <a:xfrm>
                <a:off x="4212" y="2144"/>
                <a:ext cx="424" cy="504"/>
                <a:chOff x="4212" y="2144"/>
                <a:chExt cx="424" cy="504"/>
              </a:xfrm>
            </p:grpSpPr>
            <p:sp>
              <p:nvSpPr>
                <p:cNvPr id="9236" name="AutoShape 22">
                  <a:extLst>
                    <a:ext uri="{FF2B5EF4-FFF2-40B4-BE49-F238E27FC236}">
                      <a16:creationId xmlns:a16="http://schemas.microsoft.com/office/drawing/2014/main" id="{3A763488-4F32-1EF1-914F-ACE158C47DA1}"/>
                    </a:ext>
                  </a:extLst>
                </p:cNvPr>
                <p:cNvSpPr>
                  <a:spLocks noChangeArrowheads="1"/>
                </p:cNvSpPr>
                <p:nvPr/>
              </p:nvSpPr>
              <p:spPr bwMode="auto">
                <a:xfrm>
                  <a:off x="4212" y="2224"/>
                  <a:ext cx="424" cy="424"/>
                </a:xfrm>
                <a:prstGeom prst="cube">
                  <a:avLst>
                    <a:gd name="adj" fmla="val 24995"/>
                  </a:avLst>
                </a:prstGeom>
                <a:solidFill>
                  <a:srgbClr val="F6BF69"/>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sp>
              <p:nvSpPr>
                <p:cNvPr id="9237" name="AutoShape 23">
                  <a:extLst>
                    <a:ext uri="{FF2B5EF4-FFF2-40B4-BE49-F238E27FC236}">
                      <a16:creationId xmlns:a16="http://schemas.microsoft.com/office/drawing/2014/main" id="{34F885A7-F2A9-ABD7-0BA1-3C6A1FED7AA1}"/>
                    </a:ext>
                  </a:extLst>
                </p:cNvPr>
                <p:cNvSpPr>
                  <a:spLocks noChangeArrowheads="1"/>
                </p:cNvSpPr>
                <p:nvPr/>
              </p:nvSpPr>
              <p:spPr bwMode="auto">
                <a:xfrm>
                  <a:off x="4308" y="2144"/>
                  <a:ext cx="328" cy="88"/>
                </a:xfrm>
                <a:prstGeom prst="cube">
                  <a:avLst>
                    <a:gd name="adj" fmla="val 24995"/>
                  </a:avLst>
                </a:prstGeom>
                <a:solidFill>
                  <a:srgbClr val="F6BF69"/>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9238" name="AutoShape 24">
                <a:extLst>
                  <a:ext uri="{FF2B5EF4-FFF2-40B4-BE49-F238E27FC236}">
                    <a16:creationId xmlns:a16="http://schemas.microsoft.com/office/drawing/2014/main" id="{03CA479D-7E04-43CB-4611-69A133FE4B9A}"/>
                  </a:ext>
                </a:extLst>
              </p:cNvPr>
              <p:cNvSpPr>
                <a:spLocks noChangeArrowheads="1"/>
              </p:cNvSpPr>
              <p:nvPr/>
            </p:nvSpPr>
            <p:spPr bwMode="auto">
              <a:xfrm>
                <a:off x="4296" y="2260"/>
                <a:ext cx="224" cy="32"/>
              </a:xfrm>
              <a:prstGeom prst="parallelogram">
                <a:avLst>
                  <a:gd name="adj" fmla="val 174968"/>
                </a:avLst>
              </a:prstGeom>
              <a:solidFill>
                <a:srgbClr val="F6BF69"/>
              </a:solidFill>
              <a:ln w="254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9239" name="Oval 25">
              <a:extLst>
                <a:ext uri="{FF2B5EF4-FFF2-40B4-BE49-F238E27FC236}">
                  <a16:creationId xmlns:a16="http://schemas.microsoft.com/office/drawing/2014/main" id="{45731A1B-4473-0C2B-F5BE-CB84989F5588}"/>
                </a:ext>
              </a:extLst>
            </p:cNvPr>
            <p:cNvSpPr>
              <a:spLocks noChangeArrowheads="1"/>
            </p:cNvSpPr>
            <p:nvPr/>
          </p:nvSpPr>
          <p:spPr bwMode="auto">
            <a:xfrm>
              <a:off x="4540" y="2184"/>
              <a:ext cx="56" cy="32"/>
            </a:xfrm>
            <a:prstGeom prst="ellipse">
              <a:avLst/>
            </a:prstGeom>
            <a:solidFill>
              <a:schemeClr val="bg1"/>
            </a:solidFill>
            <a:ln w="12700">
              <a:solidFill>
                <a:schemeClr val="tx1"/>
              </a:solidFill>
              <a:round/>
              <a:headEnd/>
              <a:tailEnd/>
            </a:ln>
          </p:spPr>
          <p:txBody>
            <a:bodyPr wrap="none" anchor="ctr"/>
            <a:lstStyle/>
            <a:p>
              <a:endParaRPr lang="zh-CN" altLang="en-US">
                <a:ea typeface="宋体" panose="02010600030101010101" pitchFamily="2" charset="-122"/>
              </a:endParaRPr>
            </a:p>
          </p:txBody>
        </p:sp>
      </p:grpSp>
      <p:grpSp>
        <p:nvGrpSpPr>
          <p:cNvPr id="9240" name="Group 26">
            <a:extLst>
              <a:ext uri="{FF2B5EF4-FFF2-40B4-BE49-F238E27FC236}">
                <a16:creationId xmlns:a16="http://schemas.microsoft.com/office/drawing/2014/main" id="{01DAB32F-0E9D-387D-8508-AA6D8B60B70A}"/>
              </a:ext>
            </a:extLst>
          </p:cNvPr>
          <p:cNvGrpSpPr>
            <a:grpSpLocks/>
          </p:cNvGrpSpPr>
          <p:nvPr/>
        </p:nvGrpSpPr>
        <p:grpSpPr bwMode="auto">
          <a:xfrm>
            <a:off x="5689600" y="1597025"/>
            <a:ext cx="2224088" cy="534988"/>
            <a:chOff x="3692" y="1708"/>
            <a:chExt cx="1401" cy="337"/>
          </a:xfrm>
        </p:grpSpPr>
        <p:grpSp>
          <p:nvGrpSpPr>
            <p:cNvPr id="9241" name="Group 27">
              <a:extLst>
                <a:ext uri="{FF2B5EF4-FFF2-40B4-BE49-F238E27FC236}">
                  <a16:creationId xmlns:a16="http://schemas.microsoft.com/office/drawing/2014/main" id="{3A09E089-553C-5D2A-08F2-0EB116B7E5AC}"/>
                </a:ext>
              </a:extLst>
            </p:cNvPr>
            <p:cNvGrpSpPr>
              <a:grpSpLocks/>
            </p:cNvGrpSpPr>
            <p:nvPr/>
          </p:nvGrpSpPr>
          <p:grpSpPr bwMode="auto">
            <a:xfrm>
              <a:off x="3692" y="1708"/>
              <a:ext cx="329" cy="337"/>
              <a:chOff x="3692" y="1708"/>
              <a:chExt cx="329" cy="337"/>
            </a:xfrm>
          </p:grpSpPr>
          <p:sp>
            <p:nvSpPr>
              <p:cNvPr id="9242" name="Freeform 28">
                <a:extLst>
                  <a:ext uri="{FF2B5EF4-FFF2-40B4-BE49-F238E27FC236}">
                    <a16:creationId xmlns:a16="http://schemas.microsoft.com/office/drawing/2014/main" id="{341E5D37-107A-5E7F-813B-AB15C3BA0C57}"/>
                  </a:ext>
                </a:extLst>
              </p:cNvPr>
              <p:cNvSpPr>
                <a:spLocks noChangeArrowheads="1"/>
              </p:cNvSpPr>
              <p:nvPr/>
            </p:nvSpPr>
            <p:spPr bwMode="auto">
              <a:xfrm>
                <a:off x="3692" y="170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9243" name="Rectangle 29">
                <a:extLst>
                  <a:ext uri="{FF2B5EF4-FFF2-40B4-BE49-F238E27FC236}">
                    <a16:creationId xmlns:a16="http://schemas.microsoft.com/office/drawing/2014/main" id="{D0683F85-3DED-7156-1681-0A309F9497D7}"/>
                  </a:ext>
                </a:extLst>
              </p:cNvPr>
              <p:cNvSpPr>
                <a:spLocks noChangeArrowheads="1"/>
              </p:cNvSpPr>
              <p:nvPr/>
            </p:nvSpPr>
            <p:spPr bwMode="auto">
              <a:xfrm>
                <a:off x="3743" y="1759"/>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2400">
                    <a:latin typeface="Arial" panose="020B0604020202020204" pitchFamily="34" charset="0"/>
                    <a:ea typeface="宋体" panose="02010600030101010101" pitchFamily="2" charset="-122"/>
                  </a:rPr>
                  <a:t>A</a:t>
                </a:r>
              </a:p>
            </p:txBody>
          </p:sp>
        </p:grpSp>
        <p:grpSp>
          <p:nvGrpSpPr>
            <p:cNvPr id="9244" name="Group 30">
              <a:extLst>
                <a:ext uri="{FF2B5EF4-FFF2-40B4-BE49-F238E27FC236}">
                  <a16:creationId xmlns:a16="http://schemas.microsoft.com/office/drawing/2014/main" id="{EB30A9A1-2FE8-F8B4-1200-4CE1823376C0}"/>
                </a:ext>
              </a:extLst>
            </p:cNvPr>
            <p:cNvGrpSpPr>
              <a:grpSpLocks/>
            </p:cNvGrpSpPr>
            <p:nvPr/>
          </p:nvGrpSpPr>
          <p:grpSpPr bwMode="auto">
            <a:xfrm>
              <a:off x="4052" y="1708"/>
              <a:ext cx="329" cy="337"/>
              <a:chOff x="4052" y="1708"/>
              <a:chExt cx="329" cy="337"/>
            </a:xfrm>
          </p:grpSpPr>
          <p:sp>
            <p:nvSpPr>
              <p:cNvPr id="9245" name="Freeform 31">
                <a:extLst>
                  <a:ext uri="{FF2B5EF4-FFF2-40B4-BE49-F238E27FC236}">
                    <a16:creationId xmlns:a16="http://schemas.microsoft.com/office/drawing/2014/main" id="{CBEA2308-C27F-9545-6D6A-68D0D3C926C9}"/>
                  </a:ext>
                </a:extLst>
              </p:cNvPr>
              <p:cNvSpPr>
                <a:spLocks noChangeArrowheads="1"/>
              </p:cNvSpPr>
              <p:nvPr/>
            </p:nvSpPr>
            <p:spPr bwMode="auto">
              <a:xfrm>
                <a:off x="4052" y="170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9246" name="Rectangle 32">
                <a:extLst>
                  <a:ext uri="{FF2B5EF4-FFF2-40B4-BE49-F238E27FC236}">
                    <a16:creationId xmlns:a16="http://schemas.microsoft.com/office/drawing/2014/main" id="{A35D3025-0284-868D-1EBC-2D4F489DA589}"/>
                  </a:ext>
                </a:extLst>
              </p:cNvPr>
              <p:cNvSpPr>
                <a:spLocks noChangeArrowheads="1"/>
              </p:cNvSpPr>
              <p:nvPr/>
            </p:nvSpPr>
            <p:spPr bwMode="auto">
              <a:xfrm>
                <a:off x="4103" y="1759"/>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2400">
                    <a:latin typeface="Arial" panose="020B0604020202020204" pitchFamily="34" charset="0"/>
                    <a:ea typeface="宋体" panose="02010600030101010101" pitchFamily="2" charset="-122"/>
                  </a:rPr>
                  <a:t>B</a:t>
                </a:r>
              </a:p>
            </p:txBody>
          </p:sp>
        </p:grpSp>
        <p:grpSp>
          <p:nvGrpSpPr>
            <p:cNvPr id="9247" name="Group 33">
              <a:extLst>
                <a:ext uri="{FF2B5EF4-FFF2-40B4-BE49-F238E27FC236}">
                  <a16:creationId xmlns:a16="http://schemas.microsoft.com/office/drawing/2014/main" id="{54E82594-41A1-DAE6-F3BA-7F62CDA8DA76}"/>
                </a:ext>
              </a:extLst>
            </p:cNvPr>
            <p:cNvGrpSpPr>
              <a:grpSpLocks/>
            </p:cNvGrpSpPr>
            <p:nvPr/>
          </p:nvGrpSpPr>
          <p:grpSpPr bwMode="auto">
            <a:xfrm>
              <a:off x="4412" y="1708"/>
              <a:ext cx="329" cy="337"/>
              <a:chOff x="4412" y="1708"/>
              <a:chExt cx="329" cy="337"/>
            </a:xfrm>
          </p:grpSpPr>
          <p:sp>
            <p:nvSpPr>
              <p:cNvPr id="9248" name="Freeform 34">
                <a:extLst>
                  <a:ext uri="{FF2B5EF4-FFF2-40B4-BE49-F238E27FC236}">
                    <a16:creationId xmlns:a16="http://schemas.microsoft.com/office/drawing/2014/main" id="{568D7AF0-8EC2-51E6-9E9D-9D934CE200A9}"/>
                  </a:ext>
                </a:extLst>
              </p:cNvPr>
              <p:cNvSpPr>
                <a:spLocks noChangeArrowheads="1"/>
              </p:cNvSpPr>
              <p:nvPr/>
            </p:nvSpPr>
            <p:spPr bwMode="auto">
              <a:xfrm>
                <a:off x="4412" y="170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9249" name="Rectangle 35">
                <a:extLst>
                  <a:ext uri="{FF2B5EF4-FFF2-40B4-BE49-F238E27FC236}">
                    <a16:creationId xmlns:a16="http://schemas.microsoft.com/office/drawing/2014/main" id="{447472E7-51AE-3554-2EE5-38FB8CC1C421}"/>
                  </a:ext>
                </a:extLst>
              </p:cNvPr>
              <p:cNvSpPr>
                <a:spLocks noChangeArrowheads="1"/>
              </p:cNvSpPr>
              <p:nvPr/>
            </p:nvSpPr>
            <p:spPr bwMode="auto">
              <a:xfrm>
                <a:off x="4463" y="1759"/>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2400">
                    <a:latin typeface="Arial" panose="020B0604020202020204" pitchFamily="34" charset="0"/>
                    <a:ea typeface="宋体" panose="02010600030101010101" pitchFamily="2" charset="-122"/>
                  </a:rPr>
                  <a:t>C</a:t>
                </a:r>
              </a:p>
            </p:txBody>
          </p:sp>
        </p:grpSp>
        <p:grpSp>
          <p:nvGrpSpPr>
            <p:cNvPr id="9250" name="Group 36">
              <a:extLst>
                <a:ext uri="{FF2B5EF4-FFF2-40B4-BE49-F238E27FC236}">
                  <a16:creationId xmlns:a16="http://schemas.microsoft.com/office/drawing/2014/main" id="{D51ECE74-0CD3-52CC-95C1-3896652BB551}"/>
                </a:ext>
              </a:extLst>
            </p:cNvPr>
            <p:cNvGrpSpPr>
              <a:grpSpLocks/>
            </p:cNvGrpSpPr>
            <p:nvPr/>
          </p:nvGrpSpPr>
          <p:grpSpPr bwMode="auto">
            <a:xfrm>
              <a:off x="4764" y="1708"/>
              <a:ext cx="329" cy="337"/>
              <a:chOff x="4764" y="1708"/>
              <a:chExt cx="329" cy="337"/>
            </a:xfrm>
          </p:grpSpPr>
          <p:sp>
            <p:nvSpPr>
              <p:cNvPr id="9251" name="Freeform 37">
                <a:extLst>
                  <a:ext uri="{FF2B5EF4-FFF2-40B4-BE49-F238E27FC236}">
                    <a16:creationId xmlns:a16="http://schemas.microsoft.com/office/drawing/2014/main" id="{1E6B17AC-215D-61D9-1BCE-A9BC0D05387E}"/>
                  </a:ext>
                </a:extLst>
              </p:cNvPr>
              <p:cNvSpPr>
                <a:spLocks noChangeArrowheads="1"/>
              </p:cNvSpPr>
              <p:nvPr/>
            </p:nvSpPr>
            <p:spPr bwMode="auto">
              <a:xfrm>
                <a:off x="4764" y="170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9252" name="Rectangle 38">
                <a:extLst>
                  <a:ext uri="{FF2B5EF4-FFF2-40B4-BE49-F238E27FC236}">
                    <a16:creationId xmlns:a16="http://schemas.microsoft.com/office/drawing/2014/main" id="{8C55D782-603F-4F62-D756-FA27C1649688}"/>
                  </a:ext>
                </a:extLst>
              </p:cNvPr>
              <p:cNvSpPr>
                <a:spLocks noChangeArrowheads="1"/>
              </p:cNvSpPr>
              <p:nvPr/>
            </p:nvSpPr>
            <p:spPr bwMode="auto">
              <a:xfrm>
                <a:off x="4815" y="1759"/>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2400">
                    <a:latin typeface="Arial" panose="020B0604020202020204" pitchFamily="34" charset="0"/>
                    <a:ea typeface="宋体" panose="02010600030101010101" pitchFamily="2" charset="-122"/>
                  </a:rPr>
                  <a:t>D</a:t>
                </a:r>
              </a:p>
            </p:txBody>
          </p:sp>
        </p:grpSp>
      </p:grpSp>
      <p:sp>
        <p:nvSpPr>
          <p:cNvPr id="9253" name="Rectangle 39">
            <a:extLst>
              <a:ext uri="{FF2B5EF4-FFF2-40B4-BE49-F238E27FC236}">
                <a16:creationId xmlns:a16="http://schemas.microsoft.com/office/drawing/2014/main" id="{0DBDF190-9519-940F-E059-CB7E0CA10AAE}"/>
              </a:ext>
            </a:extLst>
          </p:cNvPr>
          <p:cNvSpPr>
            <a:spLocks noChangeArrowheads="1"/>
          </p:cNvSpPr>
          <p:nvPr/>
        </p:nvSpPr>
        <p:spPr bwMode="auto">
          <a:xfrm>
            <a:off x="685800" y="109538"/>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en-US" altLang="zh-CN" sz="4400" b="0">
              <a:solidFill>
                <a:schemeClr val="accent2"/>
              </a:solidFill>
              <a:latin typeface="方正舒体" panose="02010601030101010101" pitchFamily="2" charset="-122"/>
              <a:ea typeface="方正舒体" panose="02010601030101010101" pitchFamily="2" charset="-122"/>
            </a:endParaRPr>
          </a:p>
        </p:txBody>
      </p:sp>
      <p:sp>
        <p:nvSpPr>
          <p:cNvPr id="103464" name="Rectangle 40">
            <a:extLst>
              <a:ext uri="{FF2B5EF4-FFF2-40B4-BE49-F238E27FC236}">
                <a16:creationId xmlns:a16="http://schemas.microsoft.com/office/drawing/2014/main" id="{0505A8CA-AEFC-2114-471D-F32D1AD4CC35}"/>
              </a:ext>
            </a:extLst>
          </p:cNvPr>
          <p:cNvSpPr>
            <a:spLocks noChangeArrowheads="1"/>
          </p:cNvSpPr>
          <p:nvPr/>
        </p:nvSpPr>
        <p:spPr bwMode="auto">
          <a:xfrm>
            <a:off x="3082925" y="5786438"/>
            <a:ext cx="41576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a:solidFill>
                  <a:schemeClr val="accent2"/>
                </a:solidFill>
                <a:latin typeface="Arial" panose="020B0604020202020204" pitchFamily="34" charset="0"/>
                <a:ea typeface="宋体" panose="02010600030101010101" pitchFamily="2" charset="-122"/>
              </a:rPr>
              <a:t>Pipelining: It’s Natural !</a:t>
            </a:r>
            <a:endParaRPr lang="zh-CN" altLang="en-US" sz="2800">
              <a:solidFill>
                <a:schemeClr val="accent2"/>
              </a:solidFill>
              <a:latin typeface="Arial" panose="020B0604020202020204" pitchFamily="34" charset="0"/>
              <a:ea typeface="宋体" panose="02010600030101010101" pitchFamily="2" charset="-122"/>
            </a:endParaRPr>
          </a:p>
        </p:txBody>
      </p:sp>
      <p:sp>
        <p:nvSpPr>
          <p:cNvPr id="9255" name="Rectangle 44">
            <a:extLst>
              <a:ext uri="{FF2B5EF4-FFF2-40B4-BE49-F238E27FC236}">
                <a16:creationId xmlns:a16="http://schemas.microsoft.com/office/drawing/2014/main" id="{0FD38D38-E676-BF3C-106F-C36274F3F24B}"/>
              </a:ext>
            </a:extLst>
          </p:cNvPr>
          <p:cNvSpPr>
            <a:spLocks noGrp="1" noChangeArrowheads="1"/>
          </p:cNvSpPr>
          <p:nvPr>
            <p:ph type="title"/>
          </p:nvPr>
        </p:nvSpPr>
        <p:spPr>
          <a:xfrm>
            <a:off x="457200" y="152400"/>
            <a:ext cx="5518150" cy="368300"/>
          </a:xfrm>
        </p:spPr>
        <p:txBody>
          <a:bodyPr/>
          <a:lstStyle/>
          <a:p>
            <a:r>
              <a:rPr lang="zh-CN" altLang="en-US">
                <a:ea typeface="宋体" panose="02010600030101010101" pitchFamily="2" charset="-122"/>
              </a:rPr>
              <a:t>一个日常生活中的例子</a:t>
            </a:r>
            <a:r>
              <a:rPr lang="en-US" altLang="zh-CN">
                <a:ea typeface="宋体" panose="02010600030101010101" pitchFamily="2" charset="-122"/>
              </a:rPr>
              <a:t>—</a:t>
            </a:r>
            <a:r>
              <a:rPr lang="zh-CN" altLang="en-US">
                <a:ea typeface="宋体" panose="02010600030101010101" pitchFamily="2" charset="-122"/>
              </a:rPr>
              <a:t>洗衣服</a:t>
            </a:r>
          </a:p>
        </p:txBody>
      </p:sp>
      <p:sp>
        <p:nvSpPr>
          <p:cNvPr id="103469" name="Text Box 45">
            <a:extLst>
              <a:ext uri="{FF2B5EF4-FFF2-40B4-BE49-F238E27FC236}">
                <a16:creationId xmlns:a16="http://schemas.microsoft.com/office/drawing/2014/main" id="{98803995-FC0A-9A63-62E3-84465E308375}"/>
              </a:ext>
            </a:extLst>
          </p:cNvPr>
          <p:cNvSpPr txBox="1">
            <a:spLocks noChangeArrowheads="1"/>
          </p:cNvSpPr>
          <p:nvPr/>
        </p:nvSpPr>
        <p:spPr bwMode="auto">
          <a:xfrm>
            <a:off x="339725" y="4035425"/>
            <a:ext cx="584676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400">
                <a:solidFill>
                  <a:srgbClr val="990000"/>
                </a:solidFill>
                <a:ea typeface="黑体" panose="02010609060101010101" pitchFamily="49" charset="-122"/>
              </a:rPr>
              <a:t>洗衣店只有一台洗衣机，一台干衣机，一个负责</a:t>
            </a:r>
            <a:r>
              <a:rPr lang="en-US" altLang="zh-CN" sz="2400">
                <a:solidFill>
                  <a:srgbClr val="990000"/>
                </a:solidFill>
                <a:ea typeface="黑体" panose="02010609060101010101" pitchFamily="49" charset="-122"/>
              </a:rPr>
              <a:t>folder</a:t>
            </a:r>
            <a:r>
              <a:rPr lang="zh-CN" altLang="en-US" sz="2400">
                <a:solidFill>
                  <a:srgbClr val="990000"/>
                </a:solidFill>
                <a:ea typeface="黑体" panose="02010609060101010101" pitchFamily="49" charset="-122"/>
              </a:rPr>
              <a:t>的员工。</a:t>
            </a:r>
            <a:endParaRPr lang="en-US" altLang="zh-CN" sz="2400">
              <a:solidFill>
                <a:srgbClr val="990000"/>
              </a:solidFill>
              <a:ea typeface="黑体" panose="02010609060101010101" pitchFamily="49" charset="-122"/>
            </a:endParaRPr>
          </a:p>
          <a:p>
            <a:pPr>
              <a:spcBef>
                <a:spcPct val="50000"/>
              </a:spcBef>
            </a:pPr>
            <a:r>
              <a:rPr lang="zh-CN" altLang="en-US" sz="2400">
                <a:solidFill>
                  <a:srgbClr val="990000"/>
                </a:solidFill>
                <a:ea typeface="黑体" panose="02010609060101010101" pitchFamily="49" charset="-122"/>
              </a:rPr>
              <a:t>如果让你来管理洗衣店，你会如何安排？</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3469"/>
                                        </p:tgtEl>
                                        <p:attrNameLst>
                                          <p:attrName>style.visibility</p:attrName>
                                        </p:attrNameLst>
                                      </p:cBhvr>
                                      <p:to>
                                        <p:strVal val="visible"/>
                                      </p:to>
                                    </p:set>
                                    <p:animEffect transition="in" filter="blinds(horizontal)">
                                      <p:cBhvr>
                                        <p:cTn id="7" dur="500"/>
                                        <p:tgtEl>
                                          <p:spTgt spid="1034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3464"/>
                                        </p:tgtEl>
                                        <p:attrNameLst>
                                          <p:attrName>style.visibility</p:attrName>
                                        </p:attrNameLst>
                                      </p:cBhvr>
                                      <p:to>
                                        <p:strVal val="visible"/>
                                      </p:to>
                                    </p:set>
                                    <p:animEffect transition="in" filter="blinds(horizontal)">
                                      <p:cBhvr>
                                        <p:cTn id="12" dur="500"/>
                                        <p:tgtEl>
                                          <p:spTgt spid="103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64" grpId="0"/>
      <p:bldP spid="10346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8D708BB1-AD5C-3EEA-9EE4-EC380A2088B3}"/>
              </a:ext>
            </a:extLst>
          </p:cNvPr>
          <p:cNvSpPr>
            <a:spLocks noGrp="1" noChangeArrowheads="1"/>
          </p:cNvSpPr>
          <p:nvPr>
            <p:ph type="title"/>
          </p:nvPr>
        </p:nvSpPr>
        <p:spPr>
          <a:xfrm>
            <a:off x="933450" y="57150"/>
            <a:ext cx="7162800" cy="512763"/>
          </a:xfrm>
        </p:spPr>
        <p:txBody>
          <a:bodyPr lIns="90488" tIns="44450" rIns="90488" bIns="44450" anchor="ctr"/>
          <a:lstStyle/>
          <a:p>
            <a:r>
              <a:rPr lang="en-US" altLang="zh-CN">
                <a:ea typeface="宋体" panose="02010600030101010101" pitchFamily="2" charset="-122"/>
              </a:rPr>
              <a:t>Sequential Laundry（</a:t>
            </a:r>
            <a:r>
              <a:rPr lang="zh-CN" altLang="en-US">
                <a:ea typeface="宋体" panose="02010600030101010101" pitchFamily="2" charset="-122"/>
              </a:rPr>
              <a:t>串行方式）</a:t>
            </a:r>
          </a:p>
        </p:txBody>
      </p:sp>
      <p:sp>
        <p:nvSpPr>
          <p:cNvPr id="104451" name="Rectangle 3">
            <a:extLst>
              <a:ext uri="{FF2B5EF4-FFF2-40B4-BE49-F238E27FC236}">
                <a16:creationId xmlns:a16="http://schemas.microsoft.com/office/drawing/2014/main" id="{104CF314-1CA6-EF6C-84D4-618814556891}"/>
              </a:ext>
            </a:extLst>
          </p:cNvPr>
          <p:cNvSpPr>
            <a:spLocks noGrp="1" noChangeArrowheads="1"/>
          </p:cNvSpPr>
          <p:nvPr>
            <p:ph idx="1"/>
          </p:nvPr>
        </p:nvSpPr>
        <p:spPr>
          <a:xfrm>
            <a:off x="0" y="5353050"/>
            <a:ext cx="8923338" cy="1193800"/>
          </a:xfrm>
        </p:spPr>
        <p:txBody>
          <a:bodyPr lIns="90488" tIns="44450" rIns="90488" bIns="44450"/>
          <a:lstStyle/>
          <a:p>
            <a:pPr marL="342900" indent="-342900">
              <a:spcBef>
                <a:spcPct val="20000"/>
              </a:spcBef>
            </a:pPr>
            <a:r>
              <a:rPr lang="zh-CN" altLang="en-US" sz="2200">
                <a:ea typeface="黑体" panose="02010609060101010101" pitchFamily="49" charset="-122"/>
              </a:rPr>
              <a:t>串行方式下，</a:t>
            </a:r>
            <a:r>
              <a:rPr lang="en-US" altLang="zh-CN" sz="2200">
                <a:ea typeface="黑体" panose="02010609060101010101" pitchFamily="49" charset="-122"/>
              </a:rPr>
              <a:t> 4 </a:t>
            </a:r>
            <a:r>
              <a:rPr lang="zh-CN" altLang="en-US" sz="2200">
                <a:ea typeface="黑体" panose="02010609060101010101" pitchFamily="49" charset="-122"/>
              </a:rPr>
              <a:t>批衣服需要花费 </a:t>
            </a:r>
            <a:r>
              <a:rPr lang="en-US" altLang="zh-CN" sz="2200">
                <a:ea typeface="黑体" panose="02010609060101010101" pitchFamily="49" charset="-122"/>
              </a:rPr>
              <a:t>6 </a:t>
            </a:r>
            <a:r>
              <a:rPr lang="zh-CN" altLang="en-US" sz="2200">
                <a:ea typeface="黑体" panose="02010609060101010101" pitchFamily="49" charset="-122"/>
              </a:rPr>
              <a:t>小时（</a:t>
            </a:r>
            <a:r>
              <a:rPr lang="en-US" altLang="zh-CN" sz="2200">
                <a:solidFill>
                  <a:schemeClr val="accent2"/>
                </a:solidFill>
                <a:ea typeface="黑体" panose="02010609060101010101" pitchFamily="49" charset="-122"/>
              </a:rPr>
              <a:t>4x(30+40+20)=360</a:t>
            </a:r>
            <a:r>
              <a:rPr lang="zh-CN" altLang="en-US" sz="2200">
                <a:solidFill>
                  <a:schemeClr val="accent2"/>
                </a:solidFill>
                <a:ea typeface="黑体" panose="02010609060101010101" pitchFamily="49" charset="-122"/>
              </a:rPr>
              <a:t>分钟</a:t>
            </a:r>
            <a:r>
              <a:rPr lang="zh-CN" altLang="en-US" sz="2200">
                <a:ea typeface="黑体" panose="02010609060101010101" pitchFamily="49" charset="-122"/>
              </a:rPr>
              <a:t>）</a:t>
            </a:r>
          </a:p>
          <a:p>
            <a:pPr marL="342900" indent="-342900">
              <a:spcBef>
                <a:spcPct val="20000"/>
              </a:spcBef>
            </a:pPr>
            <a:r>
              <a:rPr lang="en-US" altLang="zh-CN" sz="2200">
                <a:ea typeface="黑体" panose="02010609060101010101" pitchFamily="49" charset="-122"/>
              </a:rPr>
              <a:t>N</a:t>
            </a:r>
            <a:r>
              <a:rPr lang="zh-CN" altLang="en-US" sz="2200">
                <a:ea typeface="黑体" panose="02010609060101010101" pitchFamily="49" charset="-122"/>
              </a:rPr>
              <a:t>批衣服，需花费的时间为</a:t>
            </a:r>
            <a:r>
              <a:rPr lang="en-US" altLang="zh-CN" sz="2200">
                <a:ea typeface="黑体" panose="02010609060101010101" pitchFamily="49" charset="-122"/>
              </a:rPr>
              <a:t>Nx(30+40+20) = 90N</a:t>
            </a:r>
            <a:endParaRPr lang="zh-CN" altLang="en-US" sz="2200">
              <a:ea typeface="黑体" panose="02010609060101010101" pitchFamily="49" charset="-122"/>
            </a:endParaRPr>
          </a:p>
          <a:p>
            <a:pPr marL="342900" indent="-342900">
              <a:spcBef>
                <a:spcPct val="20000"/>
              </a:spcBef>
            </a:pPr>
            <a:r>
              <a:rPr lang="zh-CN" altLang="en-US" sz="2200">
                <a:solidFill>
                  <a:srgbClr val="FF0000"/>
                </a:solidFill>
                <a:ea typeface="黑体" panose="02010609060101010101" pitchFamily="49" charset="-122"/>
              </a:rPr>
              <a:t>如果用流水线方式洗衣服，则花多少时间呢</a:t>
            </a:r>
            <a:r>
              <a:rPr lang="en-US" altLang="zh-CN" sz="2200">
                <a:solidFill>
                  <a:srgbClr val="FF0000"/>
                </a:solidFill>
                <a:ea typeface="黑体" panose="02010609060101010101" pitchFamily="49" charset="-122"/>
              </a:rPr>
              <a:t>? </a:t>
            </a:r>
          </a:p>
        </p:txBody>
      </p:sp>
      <p:grpSp>
        <p:nvGrpSpPr>
          <p:cNvPr id="10243" name="Group 4">
            <a:extLst>
              <a:ext uri="{FF2B5EF4-FFF2-40B4-BE49-F238E27FC236}">
                <a16:creationId xmlns:a16="http://schemas.microsoft.com/office/drawing/2014/main" id="{FA1B03EE-52D3-F714-DFAE-BCA7FCA464DE}"/>
              </a:ext>
            </a:extLst>
          </p:cNvPr>
          <p:cNvGrpSpPr>
            <a:grpSpLocks/>
          </p:cNvGrpSpPr>
          <p:nvPr/>
        </p:nvGrpSpPr>
        <p:grpSpPr bwMode="auto">
          <a:xfrm>
            <a:off x="844550" y="2386013"/>
            <a:ext cx="522288" cy="534987"/>
            <a:chOff x="532" y="1620"/>
            <a:chExt cx="329" cy="337"/>
          </a:xfrm>
        </p:grpSpPr>
        <p:sp>
          <p:nvSpPr>
            <p:cNvPr id="10244" name="Freeform 5">
              <a:extLst>
                <a:ext uri="{FF2B5EF4-FFF2-40B4-BE49-F238E27FC236}">
                  <a16:creationId xmlns:a16="http://schemas.microsoft.com/office/drawing/2014/main" id="{85E3D4AB-E2D5-5424-A6CB-FA871952687F}"/>
                </a:ext>
              </a:extLst>
            </p:cNvPr>
            <p:cNvSpPr>
              <a:spLocks noChangeArrowheads="1"/>
            </p:cNvSpPr>
            <p:nvPr/>
          </p:nvSpPr>
          <p:spPr bwMode="auto">
            <a:xfrm>
              <a:off x="532" y="1620"/>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10245" name="Rectangle 6">
              <a:extLst>
                <a:ext uri="{FF2B5EF4-FFF2-40B4-BE49-F238E27FC236}">
                  <a16:creationId xmlns:a16="http://schemas.microsoft.com/office/drawing/2014/main" id="{2025BFFB-0BE3-6A2A-3674-785C01636BF5}"/>
                </a:ext>
              </a:extLst>
            </p:cNvPr>
            <p:cNvSpPr>
              <a:spLocks noChangeArrowheads="1"/>
            </p:cNvSpPr>
            <p:nvPr/>
          </p:nvSpPr>
          <p:spPr bwMode="auto">
            <a:xfrm>
              <a:off x="583" y="1671"/>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2400">
                  <a:latin typeface="Arial" panose="020B0604020202020204" pitchFamily="34" charset="0"/>
                  <a:ea typeface="宋体" panose="02010600030101010101" pitchFamily="2" charset="-122"/>
                </a:rPr>
                <a:t>A</a:t>
              </a:r>
            </a:p>
          </p:txBody>
        </p:sp>
      </p:grpSp>
      <p:grpSp>
        <p:nvGrpSpPr>
          <p:cNvPr id="10246" name="Group 7">
            <a:extLst>
              <a:ext uri="{FF2B5EF4-FFF2-40B4-BE49-F238E27FC236}">
                <a16:creationId xmlns:a16="http://schemas.microsoft.com/office/drawing/2014/main" id="{274A0151-FC53-A30C-90B1-86DBCB4AD97F}"/>
              </a:ext>
            </a:extLst>
          </p:cNvPr>
          <p:cNvGrpSpPr>
            <a:grpSpLocks/>
          </p:cNvGrpSpPr>
          <p:nvPr/>
        </p:nvGrpSpPr>
        <p:grpSpPr bwMode="auto">
          <a:xfrm>
            <a:off x="831850" y="3211513"/>
            <a:ext cx="522288" cy="534987"/>
            <a:chOff x="524" y="2140"/>
            <a:chExt cx="329" cy="337"/>
          </a:xfrm>
        </p:grpSpPr>
        <p:sp>
          <p:nvSpPr>
            <p:cNvPr id="10247" name="Freeform 8">
              <a:extLst>
                <a:ext uri="{FF2B5EF4-FFF2-40B4-BE49-F238E27FC236}">
                  <a16:creationId xmlns:a16="http://schemas.microsoft.com/office/drawing/2014/main" id="{23250F02-79ED-3704-DCB6-489AAF1F5B30}"/>
                </a:ext>
              </a:extLst>
            </p:cNvPr>
            <p:cNvSpPr>
              <a:spLocks noChangeArrowheads="1"/>
            </p:cNvSpPr>
            <p:nvPr/>
          </p:nvSpPr>
          <p:spPr bwMode="auto">
            <a:xfrm>
              <a:off x="524" y="2140"/>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10248" name="Rectangle 9">
              <a:extLst>
                <a:ext uri="{FF2B5EF4-FFF2-40B4-BE49-F238E27FC236}">
                  <a16:creationId xmlns:a16="http://schemas.microsoft.com/office/drawing/2014/main" id="{6F629EEF-B041-F53B-CE53-B59FF0B9AB0B}"/>
                </a:ext>
              </a:extLst>
            </p:cNvPr>
            <p:cNvSpPr>
              <a:spLocks noChangeArrowheads="1"/>
            </p:cNvSpPr>
            <p:nvPr/>
          </p:nvSpPr>
          <p:spPr bwMode="auto">
            <a:xfrm>
              <a:off x="575" y="2191"/>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2400">
                  <a:latin typeface="Arial" panose="020B0604020202020204" pitchFamily="34" charset="0"/>
                  <a:ea typeface="宋体" panose="02010600030101010101" pitchFamily="2" charset="-122"/>
                </a:rPr>
                <a:t>B</a:t>
              </a:r>
            </a:p>
          </p:txBody>
        </p:sp>
      </p:grpSp>
      <p:grpSp>
        <p:nvGrpSpPr>
          <p:cNvPr id="10249" name="Group 10">
            <a:extLst>
              <a:ext uri="{FF2B5EF4-FFF2-40B4-BE49-F238E27FC236}">
                <a16:creationId xmlns:a16="http://schemas.microsoft.com/office/drawing/2014/main" id="{A97826A0-46E5-9D90-779E-341B3851AD4F}"/>
              </a:ext>
            </a:extLst>
          </p:cNvPr>
          <p:cNvGrpSpPr>
            <a:grpSpLocks/>
          </p:cNvGrpSpPr>
          <p:nvPr/>
        </p:nvGrpSpPr>
        <p:grpSpPr bwMode="auto">
          <a:xfrm>
            <a:off x="806450" y="3948113"/>
            <a:ext cx="522288" cy="534987"/>
            <a:chOff x="508" y="2604"/>
            <a:chExt cx="329" cy="337"/>
          </a:xfrm>
        </p:grpSpPr>
        <p:sp>
          <p:nvSpPr>
            <p:cNvPr id="10250" name="Freeform 11">
              <a:extLst>
                <a:ext uri="{FF2B5EF4-FFF2-40B4-BE49-F238E27FC236}">
                  <a16:creationId xmlns:a16="http://schemas.microsoft.com/office/drawing/2014/main" id="{0E1E27CF-232A-BFD2-1726-F759D184C3E4}"/>
                </a:ext>
              </a:extLst>
            </p:cNvPr>
            <p:cNvSpPr>
              <a:spLocks noChangeArrowheads="1"/>
            </p:cNvSpPr>
            <p:nvPr/>
          </p:nvSpPr>
          <p:spPr bwMode="auto">
            <a:xfrm>
              <a:off x="508" y="2604"/>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10251" name="Rectangle 12">
              <a:extLst>
                <a:ext uri="{FF2B5EF4-FFF2-40B4-BE49-F238E27FC236}">
                  <a16:creationId xmlns:a16="http://schemas.microsoft.com/office/drawing/2014/main" id="{BB9DAE0E-D2AA-0F27-BDD5-D6479E026F48}"/>
                </a:ext>
              </a:extLst>
            </p:cNvPr>
            <p:cNvSpPr>
              <a:spLocks noChangeArrowheads="1"/>
            </p:cNvSpPr>
            <p:nvPr/>
          </p:nvSpPr>
          <p:spPr bwMode="auto">
            <a:xfrm>
              <a:off x="559" y="2655"/>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2400">
                  <a:latin typeface="Arial" panose="020B0604020202020204" pitchFamily="34" charset="0"/>
                  <a:ea typeface="宋体" panose="02010600030101010101" pitchFamily="2" charset="-122"/>
                </a:rPr>
                <a:t>C</a:t>
              </a:r>
            </a:p>
          </p:txBody>
        </p:sp>
      </p:grpSp>
      <p:grpSp>
        <p:nvGrpSpPr>
          <p:cNvPr id="10252" name="Group 13">
            <a:extLst>
              <a:ext uri="{FF2B5EF4-FFF2-40B4-BE49-F238E27FC236}">
                <a16:creationId xmlns:a16="http://schemas.microsoft.com/office/drawing/2014/main" id="{E50F8F1C-A45B-23E3-4526-BAB623D41780}"/>
              </a:ext>
            </a:extLst>
          </p:cNvPr>
          <p:cNvGrpSpPr>
            <a:grpSpLocks/>
          </p:cNvGrpSpPr>
          <p:nvPr/>
        </p:nvGrpSpPr>
        <p:grpSpPr bwMode="auto">
          <a:xfrm>
            <a:off x="793750" y="4697413"/>
            <a:ext cx="522288" cy="534987"/>
            <a:chOff x="500" y="3076"/>
            <a:chExt cx="329" cy="337"/>
          </a:xfrm>
        </p:grpSpPr>
        <p:sp>
          <p:nvSpPr>
            <p:cNvPr id="10253" name="Freeform 14">
              <a:extLst>
                <a:ext uri="{FF2B5EF4-FFF2-40B4-BE49-F238E27FC236}">
                  <a16:creationId xmlns:a16="http://schemas.microsoft.com/office/drawing/2014/main" id="{339B5DA3-5785-6940-542A-6E5B5B1845FF}"/>
                </a:ext>
              </a:extLst>
            </p:cNvPr>
            <p:cNvSpPr>
              <a:spLocks noChangeArrowheads="1"/>
            </p:cNvSpPr>
            <p:nvPr/>
          </p:nvSpPr>
          <p:spPr bwMode="auto">
            <a:xfrm>
              <a:off x="500" y="3076"/>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10254" name="Rectangle 15">
              <a:extLst>
                <a:ext uri="{FF2B5EF4-FFF2-40B4-BE49-F238E27FC236}">
                  <a16:creationId xmlns:a16="http://schemas.microsoft.com/office/drawing/2014/main" id="{0E4DCEB5-0D7D-4F5E-E2B8-025467170C45}"/>
                </a:ext>
              </a:extLst>
            </p:cNvPr>
            <p:cNvSpPr>
              <a:spLocks noChangeArrowheads="1"/>
            </p:cNvSpPr>
            <p:nvPr/>
          </p:nvSpPr>
          <p:spPr bwMode="auto">
            <a:xfrm>
              <a:off x="551" y="3127"/>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2400">
                  <a:latin typeface="Arial" panose="020B0604020202020204" pitchFamily="34" charset="0"/>
                  <a:ea typeface="宋体" panose="02010600030101010101" pitchFamily="2" charset="-122"/>
                </a:rPr>
                <a:t>D</a:t>
              </a:r>
            </a:p>
          </p:txBody>
        </p:sp>
      </p:grpSp>
      <p:sp>
        <p:nvSpPr>
          <p:cNvPr id="10255" name="Rectangle 16">
            <a:extLst>
              <a:ext uri="{FF2B5EF4-FFF2-40B4-BE49-F238E27FC236}">
                <a16:creationId xmlns:a16="http://schemas.microsoft.com/office/drawing/2014/main" id="{76907AE1-1E6A-95DC-D4EC-B1D4BD4F56DC}"/>
              </a:ext>
            </a:extLst>
          </p:cNvPr>
          <p:cNvSpPr>
            <a:spLocks noChangeArrowheads="1"/>
          </p:cNvSpPr>
          <p:nvPr/>
        </p:nvSpPr>
        <p:spPr bwMode="auto">
          <a:xfrm>
            <a:off x="14779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30</a:t>
            </a:r>
          </a:p>
        </p:txBody>
      </p:sp>
      <p:grpSp>
        <p:nvGrpSpPr>
          <p:cNvPr id="10256" name="Group 17">
            <a:extLst>
              <a:ext uri="{FF2B5EF4-FFF2-40B4-BE49-F238E27FC236}">
                <a16:creationId xmlns:a16="http://schemas.microsoft.com/office/drawing/2014/main" id="{605DCD06-8570-5E0B-C158-989EF50669D5}"/>
              </a:ext>
            </a:extLst>
          </p:cNvPr>
          <p:cNvGrpSpPr>
            <a:grpSpLocks/>
          </p:cNvGrpSpPr>
          <p:nvPr/>
        </p:nvGrpSpPr>
        <p:grpSpPr bwMode="auto">
          <a:xfrm>
            <a:off x="1511300" y="1884363"/>
            <a:ext cx="1498600" cy="0"/>
            <a:chOff x="952" y="1304"/>
            <a:chExt cx="944" cy="0"/>
          </a:xfrm>
        </p:grpSpPr>
        <p:sp>
          <p:nvSpPr>
            <p:cNvPr id="10257" name="Line 18">
              <a:extLst>
                <a:ext uri="{FF2B5EF4-FFF2-40B4-BE49-F238E27FC236}">
                  <a16:creationId xmlns:a16="http://schemas.microsoft.com/office/drawing/2014/main" id="{D0C12304-654B-90B9-B2A7-50DF050E6C56}"/>
                </a:ext>
              </a:extLst>
            </p:cNvPr>
            <p:cNvSpPr>
              <a:spLocks noChangeShapeType="1"/>
            </p:cNvSpPr>
            <p:nvPr/>
          </p:nvSpPr>
          <p:spPr bwMode="auto">
            <a:xfrm>
              <a:off x="952" y="1304"/>
              <a:ext cx="288" cy="0"/>
            </a:xfrm>
            <a:prstGeom prst="line">
              <a:avLst/>
            </a:prstGeom>
            <a:noFill/>
            <a:ln w="50800">
              <a:solidFill>
                <a:srgbClr val="F6BF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 name="Line 19">
              <a:extLst>
                <a:ext uri="{FF2B5EF4-FFF2-40B4-BE49-F238E27FC236}">
                  <a16:creationId xmlns:a16="http://schemas.microsoft.com/office/drawing/2014/main" id="{0CCBB9F5-28DE-111B-0F05-A84FEEF1E049}"/>
                </a:ext>
              </a:extLst>
            </p:cNvPr>
            <p:cNvSpPr>
              <a:spLocks noChangeShapeType="1"/>
            </p:cNvSpPr>
            <p:nvPr/>
          </p:nvSpPr>
          <p:spPr bwMode="auto">
            <a:xfrm>
              <a:off x="1280" y="1304"/>
              <a:ext cx="360" cy="0"/>
            </a:xfrm>
            <a:prstGeom prst="line">
              <a:avLst/>
            </a:prstGeom>
            <a:noFill/>
            <a:ln w="50800">
              <a:solidFill>
                <a:srgbClr val="A2C1F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9" name="Line 20">
              <a:extLst>
                <a:ext uri="{FF2B5EF4-FFF2-40B4-BE49-F238E27FC236}">
                  <a16:creationId xmlns:a16="http://schemas.microsoft.com/office/drawing/2014/main" id="{42D6D2B4-3D21-7635-EEED-D6015E648BB9}"/>
                </a:ext>
              </a:extLst>
            </p:cNvPr>
            <p:cNvSpPr>
              <a:spLocks noChangeShapeType="1"/>
            </p:cNvSpPr>
            <p:nvPr/>
          </p:nvSpPr>
          <p:spPr bwMode="auto">
            <a:xfrm>
              <a:off x="1680" y="1304"/>
              <a:ext cx="216" cy="0"/>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260" name="Rectangle 21">
            <a:extLst>
              <a:ext uri="{FF2B5EF4-FFF2-40B4-BE49-F238E27FC236}">
                <a16:creationId xmlns:a16="http://schemas.microsoft.com/office/drawing/2014/main" id="{1167FC2A-6E23-C9D5-A9FD-73DE5557C94C}"/>
              </a:ext>
            </a:extLst>
          </p:cNvPr>
          <p:cNvSpPr>
            <a:spLocks noChangeArrowheads="1"/>
          </p:cNvSpPr>
          <p:nvPr/>
        </p:nvSpPr>
        <p:spPr bwMode="auto">
          <a:xfrm>
            <a:off x="20621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40</a:t>
            </a:r>
          </a:p>
        </p:txBody>
      </p:sp>
      <p:sp>
        <p:nvSpPr>
          <p:cNvPr id="10261" name="Rectangle 22">
            <a:extLst>
              <a:ext uri="{FF2B5EF4-FFF2-40B4-BE49-F238E27FC236}">
                <a16:creationId xmlns:a16="http://schemas.microsoft.com/office/drawing/2014/main" id="{47A2EAF8-69E0-9256-D416-C5B907DA3181}"/>
              </a:ext>
            </a:extLst>
          </p:cNvPr>
          <p:cNvSpPr>
            <a:spLocks noChangeArrowheads="1"/>
          </p:cNvSpPr>
          <p:nvPr/>
        </p:nvSpPr>
        <p:spPr bwMode="auto">
          <a:xfrm>
            <a:off x="25828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20</a:t>
            </a:r>
          </a:p>
        </p:txBody>
      </p:sp>
      <p:sp>
        <p:nvSpPr>
          <p:cNvPr id="10262" name="Line 23">
            <a:extLst>
              <a:ext uri="{FF2B5EF4-FFF2-40B4-BE49-F238E27FC236}">
                <a16:creationId xmlns:a16="http://schemas.microsoft.com/office/drawing/2014/main" id="{682DEEAE-A2BA-7B03-F453-0E6BF11A4BC9}"/>
              </a:ext>
            </a:extLst>
          </p:cNvPr>
          <p:cNvSpPr>
            <a:spLocks noChangeShapeType="1"/>
          </p:cNvSpPr>
          <p:nvPr/>
        </p:nvSpPr>
        <p:spPr bwMode="auto">
          <a:xfrm>
            <a:off x="20066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3" name="Line 24">
            <a:extLst>
              <a:ext uri="{FF2B5EF4-FFF2-40B4-BE49-F238E27FC236}">
                <a16:creationId xmlns:a16="http://schemas.microsoft.com/office/drawing/2014/main" id="{E0E46D3A-A735-6178-3BEE-B416D50E3EE6}"/>
              </a:ext>
            </a:extLst>
          </p:cNvPr>
          <p:cNvSpPr>
            <a:spLocks noChangeShapeType="1"/>
          </p:cNvSpPr>
          <p:nvPr/>
        </p:nvSpPr>
        <p:spPr bwMode="auto">
          <a:xfrm>
            <a:off x="26416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4" name="Line 25">
            <a:extLst>
              <a:ext uri="{FF2B5EF4-FFF2-40B4-BE49-F238E27FC236}">
                <a16:creationId xmlns:a16="http://schemas.microsoft.com/office/drawing/2014/main" id="{D05E285A-4653-249A-859E-CBB110CAB817}"/>
              </a:ext>
            </a:extLst>
          </p:cNvPr>
          <p:cNvSpPr>
            <a:spLocks noChangeShapeType="1"/>
          </p:cNvSpPr>
          <p:nvPr/>
        </p:nvSpPr>
        <p:spPr bwMode="auto">
          <a:xfrm>
            <a:off x="30480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5" name="Rectangle 26">
            <a:extLst>
              <a:ext uri="{FF2B5EF4-FFF2-40B4-BE49-F238E27FC236}">
                <a16:creationId xmlns:a16="http://schemas.microsoft.com/office/drawing/2014/main" id="{A4A6D05D-5298-0D0E-D754-6FD735346FC6}"/>
              </a:ext>
            </a:extLst>
          </p:cNvPr>
          <p:cNvSpPr>
            <a:spLocks noChangeArrowheads="1"/>
          </p:cNvSpPr>
          <p:nvPr/>
        </p:nvSpPr>
        <p:spPr bwMode="auto">
          <a:xfrm>
            <a:off x="30527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30</a:t>
            </a:r>
          </a:p>
        </p:txBody>
      </p:sp>
      <p:grpSp>
        <p:nvGrpSpPr>
          <p:cNvPr id="10266" name="Group 27">
            <a:extLst>
              <a:ext uri="{FF2B5EF4-FFF2-40B4-BE49-F238E27FC236}">
                <a16:creationId xmlns:a16="http://schemas.microsoft.com/office/drawing/2014/main" id="{DBBE0694-FF2D-5FCA-A5A8-BA84B9B7A606}"/>
              </a:ext>
            </a:extLst>
          </p:cNvPr>
          <p:cNvGrpSpPr>
            <a:grpSpLocks/>
          </p:cNvGrpSpPr>
          <p:nvPr/>
        </p:nvGrpSpPr>
        <p:grpSpPr bwMode="auto">
          <a:xfrm>
            <a:off x="3086100" y="1884363"/>
            <a:ext cx="1498600" cy="0"/>
            <a:chOff x="1944" y="1304"/>
            <a:chExt cx="944" cy="0"/>
          </a:xfrm>
        </p:grpSpPr>
        <p:sp>
          <p:nvSpPr>
            <p:cNvPr id="10267" name="Line 28">
              <a:extLst>
                <a:ext uri="{FF2B5EF4-FFF2-40B4-BE49-F238E27FC236}">
                  <a16:creationId xmlns:a16="http://schemas.microsoft.com/office/drawing/2014/main" id="{51078422-F010-1358-1E0E-4EA650108C1E}"/>
                </a:ext>
              </a:extLst>
            </p:cNvPr>
            <p:cNvSpPr>
              <a:spLocks noChangeShapeType="1"/>
            </p:cNvSpPr>
            <p:nvPr/>
          </p:nvSpPr>
          <p:spPr bwMode="auto">
            <a:xfrm>
              <a:off x="1944" y="1304"/>
              <a:ext cx="288" cy="0"/>
            </a:xfrm>
            <a:prstGeom prst="line">
              <a:avLst/>
            </a:prstGeom>
            <a:noFill/>
            <a:ln w="50800">
              <a:solidFill>
                <a:srgbClr val="F6BF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8" name="Line 29">
              <a:extLst>
                <a:ext uri="{FF2B5EF4-FFF2-40B4-BE49-F238E27FC236}">
                  <a16:creationId xmlns:a16="http://schemas.microsoft.com/office/drawing/2014/main" id="{910993E1-647C-9085-0E6C-619589A7EC1D}"/>
                </a:ext>
              </a:extLst>
            </p:cNvPr>
            <p:cNvSpPr>
              <a:spLocks noChangeShapeType="1"/>
            </p:cNvSpPr>
            <p:nvPr/>
          </p:nvSpPr>
          <p:spPr bwMode="auto">
            <a:xfrm>
              <a:off x="2272" y="1304"/>
              <a:ext cx="360" cy="0"/>
            </a:xfrm>
            <a:prstGeom prst="line">
              <a:avLst/>
            </a:prstGeom>
            <a:noFill/>
            <a:ln w="50800">
              <a:solidFill>
                <a:srgbClr val="A2C1F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9" name="Line 30">
              <a:extLst>
                <a:ext uri="{FF2B5EF4-FFF2-40B4-BE49-F238E27FC236}">
                  <a16:creationId xmlns:a16="http://schemas.microsoft.com/office/drawing/2014/main" id="{33DC3007-D0F2-00DE-4963-73E53602E8AA}"/>
                </a:ext>
              </a:extLst>
            </p:cNvPr>
            <p:cNvSpPr>
              <a:spLocks noChangeShapeType="1"/>
            </p:cNvSpPr>
            <p:nvPr/>
          </p:nvSpPr>
          <p:spPr bwMode="auto">
            <a:xfrm>
              <a:off x="2672" y="1304"/>
              <a:ext cx="216" cy="0"/>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270" name="Rectangle 31">
            <a:extLst>
              <a:ext uri="{FF2B5EF4-FFF2-40B4-BE49-F238E27FC236}">
                <a16:creationId xmlns:a16="http://schemas.microsoft.com/office/drawing/2014/main" id="{E2C5EF49-1149-4063-1E8D-74D6826546D0}"/>
              </a:ext>
            </a:extLst>
          </p:cNvPr>
          <p:cNvSpPr>
            <a:spLocks noChangeArrowheads="1"/>
          </p:cNvSpPr>
          <p:nvPr/>
        </p:nvSpPr>
        <p:spPr bwMode="auto">
          <a:xfrm>
            <a:off x="36369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40</a:t>
            </a:r>
          </a:p>
        </p:txBody>
      </p:sp>
      <p:sp>
        <p:nvSpPr>
          <p:cNvPr id="10271" name="Rectangle 32">
            <a:extLst>
              <a:ext uri="{FF2B5EF4-FFF2-40B4-BE49-F238E27FC236}">
                <a16:creationId xmlns:a16="http://schemas.microsoft.com/office/drawing/2014/main" id="{A495C632-DF9D-EDA2-3780-D9AB649F2E3A}"/>
              </a:ext>
            </a:extLst>
          </p:cNvPr>
          <p:cNvSpPr>
            <a:spLocks noChangeArrowheads="1"/>
          </p:cNvSpPr>
          <p:nvPr/>
        </p:nvSpPr>
        <p:spPr bwMode="auto">
          <a:xfrm>
            <a:off x="41576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20</a:t>
            </a:r>
          </a:p>
        </p:txBody>
      </p:sp>
      <p:sp>
        <p:nvSpPr>
          <p:cNvPr id="10272" name="Line 33">
            <a:extLst>
              <a:ext uri="{FF2B5EF4-FFF2-40B4-BE49-F238E27FC236}">
                <a16:creationId xmlns:a16="http://schemas.microsoft.com/office/drawing/2014/main" id="{28E9DB0D-E7C5-0B55-5435-B3342BFC8528}"/>
              </a:ext>
            </a:extLst>
          </p:cNvPr>
          <p:cNvSpPr>
            <a:spLocks noChangeShapeType="1"/>
          </p:cNvSpPr>
          <p:nvPr/>
        </p:nvSpPr>
        <p:spPr bwMode="auto">
          <a:xfrm>
            <a:off x="35814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3" name="Line 34">
            <a:extLst>
              <a:ext uri="{FF2B5EF4-FFF2-40B4-BE49-F238E27FC236}">
                <a16:creationId xmlns:a16="http://schemas.microsoft.com/office/drawing/2014/main" id="{6D110B0E-229A-DD27-6248-77342F0ADFE0}"/>
              </a:ext>
            </a:extLst>
          </p:cNvPr>
          <p:cNvSpPr>
            <a:spLocks noChangeShapeType="1"/>
          </p:cNvSpPr>
          <p:nvPr/>
        </p:nvSpPr>
        <p:spPr bwMode="auto">
          <a:xfrm>
            <a:off x="42164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4" name="Line 35">
            <a:extLst>
              <a:ext uri="{FF2B5EF4-FFF2-40B4-BE49-F238E27FC236}">
                <a16:creationId xmlns:a16="http://schemas.microsoft.com/office/drawing/2014/main" id="{97543D1D-A79F-4786-78CA-0A43AB3307F9}"/>
              </a:ext>
            </a:extLst>
          </p:cNvPr>
          <p:cNvSpPr>
            <a:spLocks noChangeShapeType="1"/>
          </p:cNvSpPr>
          <p:nvPr/>
        </p:nvSpPr>
        <p:spPr bwMode="auto">
          <a:xfrm>
            <a:off x="46228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5" name="Rectangle 36">
            <a:extLst>
              <a:ext uri="{FF2B5EF4-FFF2-40B4-BE49-F238E27FC236}">
                <a16:creationId xmlns:a16="http://schemas.microsoft.com/office/drawing/2014/main" id="{A1FE6BFD-763E-A8DB-5D3F-0BED7FE212B5}"/>
              </a:ext>
            </a:extLst>
          </p:cNvPr>
          <p:cNvSpPr>
            <a:spLocks noChangeArrowheads="1"/>
          </p:cNvSpPr>
          <p:nvPr/>
        </p:nvSpPr>
        <p:spPr bwMode="auto">
          <a:xfrm>
            <a:off x="46275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30</a:t>
            </a:r>
          </a:p>
        </p:txBody>
      </p:sp>
      <p:grpSp>
        <p:nvGrpSpPr>
          <p:cNvPr id="10276" name="Group 37">
            <a:extLst>
              <a:ext uri="{FF2B5EF4-FFF2-40B4-BE49-F238E27FC236}">
                <a16:creationId xmlns:a16="http://schemas.microsoft.com/office/drawing/2014/main" id="{7B63F13D-E4BD-7A32-FE59-2B652F08BA89}"/>
              </a:ext>
            </a:extLst>
          </p:cNvPr>
          <p:cNvGrpSpPr>
            <a:grpSpLocks/>
          </p:cNvGrpSpPr>
          <p:nvPr/>
        </p:nvGrpSpPr>
        <p:grpSpPr bwMode="auto">
          <a:xfrm>
            <a:off x="4660900" y="1884363"/>
            <a:ext cx="1498600" cy="0"/>
            <a:chOff x="2936" y="1304"/>
            <a:chExt cx="944" cy="0"/>
          </a:xfrm>
        </p:grpSpPr>
        <p:sp>
          <p:nvSpPr>
            <p:cNvPr id="10277" name="Line 38">
              <a:extLst>
                <a:ext uri="{FF2B5EF4-FFF2-40B4-BE49-F238E27FC236}">
                  <a16:creationId xmlns:a16="http://schemas.microsoft.com/office/drawing/2014/main" id="{ED8E8821-0798-CA7D-DD1C-D69161BEAE9C}"/>
                </a:ext>
              </a:extLst>
            </p:cNvPr>
            <p:cNvSpPr>
              <a:spLocks noChangeShapeType="1"/>
            </p:cNvSpPr>
            <p:nvPr/>
          </p:nvSpPr>
          <p:spPr bwMode="auto">
            <a:xfrm>
              <a:off x="2936" y="1304"/>
              <a:ext cx="288" cy="0"/>
            </a:xfrm>
            <a:prstGeom prst="line">
              <a:avLst/>
            </a:prstGeom>
            <a:noFill/>
            <a:ln w="50800">
              <a:solidFill>
                <a:srgbClr val="F6BF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8" name="Line 39">
              <a:extLst>
                <a:ext uri="{FF2B5EF4-FFF2-40B4-BE49-F238E27FC236}">
                  <a16:creationId xmlns:a16="http://schemas.microsoft.com/office/drawing/2014/main" id="{D8CACCA1-DEDA-2964-60CC-3C3FAF816A45}"/>
                </a:ext>
              </a:extLst>
            </p:cNvPr>
            <p:cNvSpPr>
              <a:spLocks noChangeShapeType="1"/>
            </p:cNvSpPr>
            <p:nvPr/>
          </p:nvSpPr>
          <p:spPr bwMode="auto">
            <a:xfrm>
              <a:off x="3264" y="1304"/>
              <a:ext cx="360" cy="0"/>
            </a:xfrm>
            <a:prstGeom prst="line">
              <a:avLst/>
            </a:prstGeom>
            <a:noFill/>
            <a:ln w="50800">
              <a:solidFill>
                <a:srgbClr val="A2C1F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9" name="Line 40">
              <a:extLst>
                <a:ext uri="{FF2B5EF4-FFF2-40B4-BE49-F238E27FC236}">
                  <a16:creationId xmlns:a16="http://schemas.microsoft.com/office/drawing/2014/main" id="{46414E96-D407-793B-F3DD-99348C3C1C54}"/>
                </a:ext>
              </a:extLst>
            </p:cNvPr>
            <p:cNvSpPr>
              <a:spLocks noChangeShapeType="1"/>
            </p:cNvSpPr>
            <p:nvPr/>
          </p:nvSpPr>
          <p:spPr bwMode="auto">
            <a:xfrm>
              <a:off x="3664" y="1304"/>
              <a:ext cx="216" cy="0"/>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280" name="Rectangle 41">
            <a:extLst>
              <a:ext uri="{FF2B5EF4-FFF2-40B4-BE49-F238E27FC236}">
                <a16:creationId xmlns:a16="http://schemas.microsoft.com/office/drawing/2014/main" id="{EFDD0D29-6F8D-4AFF-5174-40134D2BB3D6}"/>
              </a:ext>
            </a:extLst>
          </p:cNvPr>
          <p:cNvSpPr>
            <a:spLocks noChangeArrowheads="1"/>
          </p:cNvSpPr>
          <p:nvPr/>
        </p:nvSpPr>
        <p:spPr bwMode="auto">
          <a:xfrm>
            <a:off x="52117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40</a:t>
            </a:r>
          </a:p>
        </p:txBody>
      </p:sp>
      <p:sp>
        <p:nvSpPr>
          <p:cNvPr id="10281" name="Rectangle 42">
            <a:extLst>
              <a:ext uri="{FF2B5EF4-FFF2-40B4-BE49-F238E27FC236}">
                <a16:creationId xmlns:a16="http://schemas.microsoft.com/office/drawing/2014/main" id="{706FEE4E-7E96-F507-6EC4-7DE56391E8DD}"/>
              </a:ext>
            </a:extLst>
          </p:cNvPr>
          <p:cNvSpPr>
            <a:spLocks noChangeArrowheads="1"/>
          </p:cNvSpPr>
          <p:nvPr/>
        </p:nvSpPr>
        <p:spPr bwMode="auto">
          <a:xfrm>
            <a:off x="57324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20</a:t>
            </a:r>
          </a:p>
        </p:txBody>
      </p:sp>
      <p:sp>
        <p:nvSpPr>
          <p:cNvPr id="10282" name="Line 43">
            <a:extLst>
              <a:ext uri="{FF2B5EF4-FFF2-40B4-BE49-F238E27FC236}">
                <a16:creationId xmlns:a16="http://schemas.microsoft.com/office/drawing/2014/main" id="{698D8B2D-5F8C-1F04-EAC5-10931171E4BF}"/>
              </a:ext>
            </a:extLst>
          </p:cNvPr>
          <p:cNvSpPr>
            <a:spLocks noChangeShapeType="1"/>
          </p:cNvSpPr>
          <p:nvPr/>
        </p:nvSpPr>
        <p:spPr bwMode="auto">
          <a:xfrm>
            <a:off x="51562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3" name="Line 44">
            <a:extLst>
              <a:ext uri="{FF2B5EF4-FFF2-40B4-BE49-F238E27FC236}">
                <a16:creationId xmlns:a16="http://schemas.microsoft.com/office/drawing/2014/main" id="{F2C0759D-8D07-749E-9762-A99D655538F3}"/>
              </a:ext>
            </a:extLst>
          </p:cNvPr>
          <p:cNvSpPr>
            <a:spLocks noChangeShapeType="1"/>
          </p:cNvSpPr>
          <p:nvPr/>
        </p:nvSpPr>
        <p:spPr bwMode="auto">
          <a:xfrm>
            <a:off x="57912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4" name="Line 45">
            <a:extLst>
              <a:ext uri="{FF2B5EF4-FFF2-40B4-BE49-F238E27FC236}">
                <a16:creationId xmlns:a16="http://schemas.microsoft.com/office/drawing/2014/main" id="{796A74FC-807B-90D5-1E97-F709ABE54361}"/>
              </a:ext>
            </a:extLst>
          </p:cNvPr>
          <p:cNvSpPr>
            <a:spLocks noChangeShapeType="1"/>
          </p:cNvSpPr>
          <p:nvPr/>
        </p:nvSpPr>
        <p:spPr bwMode="auto">
          <a:xfrm>
            <a:off x="61976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5" name="Rectangle 46">
            <a:extLst>
              <a:ext uri="{FF2B5EF4-FFF2-40B4-BE49-F238E27FC236}">
                <a16:creationId xmlns:a16="http://schemas.microsoft.com/office/drawing/2014/main" id="{9FBEDA8D-5C6F-0C1C-377D-4DB9C82C4B8E}"/>
              </a:ext>
            </a:extLst>
          </p:cNvPr>
          <p:cNvSpPr>
            <a:spLocks noChangeArrowheads="1"/>
          </p:cNvSpPr>
          <p:nvPr/>
        </p:nvSpPr>
        <p:spPr bwMode="auto">
          <a:xfrm>
            <a:off x="62023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30</a:t>
            </a:r>
          </a:p>
        </p:txBody>
      </p:sp>
      <p:grpSp>
        <p:nvGrpSpPr>
          <p:cNvPr id="10286" name="Group 47">
            <a:extLst>
              <a:ext uri="{FF2B5EF4-FFF2-40B4-BE49-F238E27FC236}">
                <a16:creationId xmlns:a16="http://schemas.microsoft.com/office/drawing/2014/main" id="{1FC7B8B2-B0F3-6A2F-CB1A-89398EDB8F4E}"/>
              </a:ext>
            </a:extLst>
          </p:cNvPr>
          <p:cNvGrpSpPr>
            <a:grpSpLocks/>
          </p:cNvGrpSpPr>
          <p:nvPr/>
        </p:nvGrpSpPr>
        <p:grpSpPr bwMode="auto">
          <a:xfrm>
            <a:off x="6235700" y="1884363"/>
            <a:ext cx="1498600" cy="0"/>
            <a:chOff x="3928" y="1304"/>
            <a:chExt cx="944" cy="0"/>
          </a:xfrm>
        </p:grpSpPr>
        <p:sp>
          <p:nvSpPr>
            <p:cNvPr id="10287" name="Line 48">
              <a:extLst>
                <a:ext uri="{FF2B5EF4-FFF2-40B4-BE49-F238E27FC236}">
                  <a16:creationId xmlns:a16="http://schemas.microsoft.com/office/drawing/2014/main" id="{FEAECFC4-1E5C-C746-4D51-4367299129BD}"/>
                </a:ext>
              </a:extLst>
            </p:cNvPr>
            <p:cNvSpPr>
              <a:spLocks noChangeShapeType="1"/>
            </p:cNvSpPr>
            <p:nvPr/>
          </p:nvSpPr>
          <p:spPr bwMode="auto">
            <a:xfrm>
              <a:off x="3928" y="1304"/>
              <a:ext cx="288" cy="0"/>
            </a:xfrm>
            <a:prstGeom prst="line">
              <a:avLst/>
            </a:prstGeom>
            <a:noFill/>
            <a:ln w="50800">
              <a:solidFill>
                <a:srgbClr val="F6BF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8" name="Line 49">
              <a:extLst>
                <a:ext uri="{FF2B5EF4-FFF2-40B4-BE49-F238E27FC236}">
                  <a16:creationId xmlns:a16="http://schemas.microsoft.com/office/drawing/2014/main" id="{DE65EE4D-1AA9-6D99-5C54-BE3B15BAA00A}"/>
                </a:ext>
              </a:extLst>
            </p:cNvPr>
            <p:cNvSpPr>
              <a:spLocks noChangeShapeType="1"/>
            </p:cNvSpPr>
            <p:nvPr/>
          </p:nvSpPr>
          <p:spPr bwMode="auto">
            <a:xfrm>
              <a:off x="4256" y="1304"/>
              <a:ext cx="360" cy="0"/>
            </a:xfrm>
            <a:prstGeom prst="line">
              <a:avLst/>
            </a:prstGeom>
            <a:noFill/>
            <a:ln w="50800">
              <a:solidFill>
                <a:srgbClr val="A2C1F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9" name="Line 50">
              <a:extLst>
                <a:ext uri="{FF2B5EF4-FFF2-40B4-BE49-F238E27FC236}">
                  <a16:creationId xmlns:a16="http://schemas.microsoft.com/office/drawing/2014/main" id="{262A2E41-BC86-38B4-43D6-AA6D6FBB48EF}"/>
                </a:ext>
              </a:extLst>
            </p:cNvPr>
            <p:cNvSpPr>
              <a:spLocks noChangeShapeType="1"/>
            </p:cNvSpPr>
            <p:nvPr/>
          </p:nvSpPr>
          <p:spPr bwMode="auto">
            <a:xfrm>
              <a:off x="4656" y="1304"/>
              <a:ext cx="216" cy="0"/>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290" name="Rectangle 51">
            <a:extLst>
              <a:ext uri="{FF2B5EF4-FFF2-40B4-BE49-F238E27FC236}">
                <a16:creationId xmlns:a16="http://schemas.microsoft.com/office/drawing/2014/main" id="{776B1342-BD1F-3BAC-C0AB-EEB53725F454}"/>
              </a:ext>
            </a:extLst>
          </p:cNvPr>
          <p:cNvSpPr>
            <a:spLocks noChangeArrowheads="1"/>
          </p:cNvSpPr>
          <p:nvPr/>
        </p:nvSpPr>
        <p:spPr bwMode="auto">
          <a:xfrm>
            <a:off x="67865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40</a:t>
            </a:r>
          </a:p>
        </p:txBody>
      </p:sp>
      <p:sp>
        <p:nvSpPr>
          <p:cNvPr id="10291" name="Rectangle 52">
            <a:extLst>
              <a:ext uri="{FF2B5EF4-FFF2-40B4-BE49-F238E27FC236}">
                <a16:creationId xmlns:a16="http://schemas.microsoft.com/office/drawing/2014/main" id="{2D539F7F-922B-8C0F-CBE2-9F3E2261BEC5}"/>
              </a:ext>
            </a:extLst>
          </p:cNvPr>
          <p:cNvSpPr>
            <a:spLocks noChangeArrowheads="1"/>
          </p:cNvSpPr>
          <p:nvPr/>
        </p:nvSpPr>
        <p:spPr bwMode="auto">
          <a:xfrm>
            <a:off x="7307263" y="1895475"/>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zh-CN" altLang="en-US" sz="2400">
                <a:latin typeface="Arial" panose="020B0604020202020204" pitchFamily="34" charset="0"/>
                <a:ea typeface="宋体" panose="02010600030101010101" pitchFamily="2" charset="-122"/>
              </a:rPr>
              <a:t>20</a:t>
            </a:r>
          </a:p>
        </p:txBody>
      </p:sp>
      <p:sp>
        <p:nvSpPr>
          <p:cNvPr id="10292" name="Line 53">
            <a:extLst>
              <a:ext uri="{FF2B5EF4-FFF2-40B4-BE49-F238E27FC236}">
                <a16:creationId xmlns:a16="http://schemas.microsoft.com/office/drawing/2014/main" id="{3B5FF6CE-4780-1B06-828A-73CF2CE700E9}"/>
              </a:ext>
            </a:extLst>
          </p:cNvPr>
          <p:cNvSpPr>
            <a:spLocks noChangeShapeType="1"/>
          </p:cNvSpPr>
          <p:nvPr/>
        </p:nvSpPr>
        <p:spPr bwMode="auto">
          <a:xfrm>
            <a:off x="67310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93" name="Line 54">
            <a:extLst>
              <a:ext uri="{FF2B5EF4-FFF2-40B4-BE49-F238E27FC236}">
                <a16:creationId xmlns:a16="http://schemas.microsoft.com/office/drawing/2014/main" id="{0D1BDB98-752B-3FF5-4042-CE761DB4BA2F}"/>
              </a:ext>
            </a:extLst>
          </p:cNvPr>
          <p:cNvSpPr>
            <a:spLocks noChangeShapeType="1"/>
          </p:cNvSpPr>
          <p:nvPr/>
        </p:nvSpPr>
        <p:spPr bwMode="auto">
          <a:xfrm>
            <a:off x="73660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94" name="Line 55">
            <a:extLst>
              <a:ext uri="{FF2B5EF4-FFF2-40B4-BE49-F238E27FC236}">
                <a16:creationId xmlns:a16="http://schemas.microsoft.com/office/drawing/2014/main" id="{0A8D1EC6-B517-1EF3-96C1-71563F0255D4}"/>
              </a:ext>
            </a:extLst>
          </p:cNvPr>
          <p:cNvSpPr>
            <a:spLocks noChangeShapeType="1"/>
          </p:cNvSpPr>
          <p:nvPr/>
        </p:nvSpPr>
        <p:spPr bwMode="auto">
          <a:xfrm>
            <a:off x="7772400" y="17129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295" name="Group 56">
            <a:extLst>
              <a:ext uri="{FF2B5EF4-FFF2-40B4-BE49-F238E27FC236}">
                <a16:creationId xmlns:a16="http://schemas.microsoft.com/office/drawing/2014/main" id="{DE97B104-CC62-4655-59FF-DF87F8ABFF72}"/>
              </a:ext>
            </a:extLst>
          </p:cNvPr>
          <p:cNvGrpSpPr>
            <a:grpSpLocks/>
          </p:cNvGrpSpPr>
          <p:nvPr/>
        </p:nvGrpSpPr>
        <p:grpSpPr bwMode="auto">
          <a:xfrm>
            <a:off x="1492250" y="2284413"/>
            <a:ext cx="1535113" cy="711200"/>
            <a:chOff x="940" y="1556"/>
            <a:chExt cx="967" cy="448"/>
          </a:xfrm>
        </p:grpSpPr>
        <p:grpSp>
          <p:nvGrpSpPr>
            <p:cNvPr id="10296" name="Group 57">
              <a:extLst>
                <a:ext uri="{FF2B5EF4-FFF2-40B4-BE49-F238E27FC236}">
                  <a16:creationId xmlns:a16="http://schemas.microsoft.com/office/drawing/2014/main" id="{E0AD5773-43A5-63E8-F658-B611D76EE08A}"/>
                </a:ext>
              </a:extLst>
            </p:cNvPr>
            <p:cNvGrpSpPr>
              <a:grpSpLocks/>
            </p:cNvGrpSpPr>
            <p:nvPr/>
          </p:nvGrpSpPr>
          <p:grpSpPr bwMode="auto">
            <a:xfrm>
              <a:off x="940" y="1556"/>
              <a:ext cx="305" cy="448"/>
              <a:chOff x="940" y="1556"/>
              <a:chExt cx="305" cy="448"/>
            </a:xfrm>
          </p:grpSpPr>
          <p:grpSp>
            <p:nvGrpSpPr>
              <p:cNvPr id="10297" name="Group 58">
                <a:extLst>
                  <a:ext uri="{FF2B5EF4-FFF2-40B4-BE49-F238E27FC236}">
                    <a16:creationId xmlns:a16="http://schemas.microsoft.com/office/drawing/2014/main" id="{ADC24F6F-2C3E-5BAC-15DB-C08EF8850B6E}"/>
                  </a:ext>
                </a:extLst>
              </p:cNvPr>
              <p:cNvGrpSpPr>
                <a:grpSpLocks/>
              </p:cNvGrpSpPr>
              <p:nvPr/>
            </p:nvGrpSpPr>
            <p:grpSpPr bwMode="auto">
              <a:xfrm>
                <a:off x="940" y="1556"/>
                <a:ext cx="305" cy="448"/>
                <a:chOff x="940" y="1556"/>
                <a:chExt cx="305" cy="448"/>
              </a:xfrm>
            </p:grpSpPr>
            <p:sp>
              <p:nvSpPr>
                <p:cNvPr id="10298" name="AutoShape 59">
                  <a:extLst>
                    <a:ext uri="{FF2B5EF4-FFF2-40B4-BE49-F238E27FC236}">
                      <a16:creationId xmlns:a16="http://schemas.microsoft.com/office/drawing/2014/main" id="{36904603-BC8C-B133-DC81-5F6C80C8F907}"/>
                    </a:ext>
                  </a:extLst>
                </p:cNvPr>
                <p:cNvSpPr>
                  <a:spLocks noChangeArrowheads="1"/>
                </p:cNvSpPr>
                <p:nvPr/>
              </p:nvSpPr>
              <p:spPr bwMode="auto">
                <a:xfrm>
                  <a:off x="940" y="1627"/>
                  <a:ext cx="305" cy="377"/>
                </a:xfrm>
                <a:prstGeom prst="cube">
                  <a:avLst>
                    <a:gd name="adj" fmla="val 24995"/>
                  </a:avLst>
                </a:prstGeom>
                <a:solidFill>
                  <a:srgbClr val="F6BF69"/>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299" name="AutoShape 60">
                  <a:extLst>
                    <a:ext uri="{FF2B5EF4-FFF2-40B4-BE49-F238E27FC236}">
                      <a16:creationId xmlns:a16="http://schemas.microsoft.com/office/drawing/2014/main" id="{E414A9D2-0576-352B-082A-4284BB9CA0B7}"/>
                    </a:ext>
                  </a:extLst>
                </p:cNvPr>
                <p:cNvSpPr>
                  <a:spLocks noChangeArrowheads="1"/>
                </p:cNvSpPr>
                <p:nvPr/>
              </p:nvSpPr>
              <p:spPr bwMode="auto">
                <a:xfrm>
                  <a:off x="1010" y="1556"/>
                  <a:ext cx="235" cy="78"/>
                </a:xfrm>
                <a:prstGeom prst="cube">
                  <a:avLst>
                    <a:gd name="adj" fmla="val 24995"/>
                  </a:avLst>
                </a:prstGeom>
                <a:solidFill>
                  <a:srgbClr val="F6BF69"/>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00" name="AutoShape 61">
                <a:extLst>
                  <a:ext uri="{FF2B5EF4-FFF2-40B4-BE49-F238E27FC236}">
                    <a16:creationId xmlns:a16="http://schemas.microsoft.com/office/drawing/2014/main" id="{69FA7B7A-A3F0-D69E-093B-BB4B47032EE7}"/>
                  </a:ext>
                </a:extLst>
              </p:cNvPr>
              <p:cNvSpPr>
                <a:spLocks noChangeArrowheads="1"/>
              </p:cNvSpPr>
              <p:nvPr/>
            </p:nvSpPr>
            <p:spPr bwMode="auto">
              <a:xfrm>
                <a:off x="1002" y="1660"/>
                <a:ext cx="158" cy="27"/>
              </a:xfrm>
              <a:prstGeom prst="parallelogram">
                <a:avLst>
                  <a:gd name="adj" fmla="val 146269"/>
                </a:avLst>
              </a:prstGeom>
              <a:solidFill>
                <a:srgbClr val="F6BF69"/>
              </a:solidFill>
              <a:ln w="254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0301" name="Group 62">
              <a:extLst>
                <a:ext uri="{FF2B5EF4-FFF2-40B4-BE49-F238E27FC236}">
                  <a16:creationId xmlns:a16="http://schemas.microsoft.com/office/drawing/2014/main" id="{956EA864-5CAF-0AD6-18CC-4A45C28F1DAF}"/>
                </a:ext>
              </a:extLst>
            </p:cNvPr>
            <p:cNvGrpSpPr>
              <a:grpSpLocks/>
            </p:cNvGrpSpPr>
            <p:nvPr/>
          </p:nvGrpSpPr>
          <p:grpSpPr bwMode="auto">
            <a:xfrm>
              <a:off x="1241" y="1556"/>
              <a:ext cx="378" cy="448"/>
              <a:chOff x="1241" y="1556"/>
              <a:chExt cx="378" cy="448"/>
            </a:xfrm>
          </p:grpSpPr>
          <p:grpSp>
            <p:nvGrpSpPr>
              <p:cNvPr id="10302" name="Group 63">
                <a:extLst>
                  <a:ext uri="{FF2B5EF4-FFF2-40B4-BE49-F238E27FC236}">
                    <a16:creationId xmlns:a16="http://schemas.microsoft.com/office/drawing/2014/main" id="{6F890628-C8CF-9B67-1E20-370B75F70777}"/>
                  </a:ext>
                </a:extLst>
              </p:cNvPr>
              <p:cNvGrpSpPr>
                <a:grpSpLocks/>
              </p:cNvGrpSpPr>
              <p:nvPr/>
            </p:nvGrpSpPr>
            <p:grpSpPr bwMode="auto">
              <a:xfrm>
                <a:off x="1241" y="1556"/>
                <a:ext cx="378" cy="448"/>
                <a:chOff x="1241" y="1556"/>
                <a:chExt cx="378" cy="448"/>
              </a:xfrm>
            </p:grpSpPr>
            <p:sp>
              <p:nvSpPr>
                <p:cNvPr id="10303" name="AutoShape 64">
                  <a:extLst>
                    <a:ext uri="{FF2B5EF4-FFF2-40B4-BE49-F238E27FC236}">
                      <a16:creationId xmlns:a16="http://schemas.microsoft.com/office/drawing/2014/main" id="{017987E7-1BE9-8826-F0AD-9745D31B3793}"/>
                    </a:ext>
                  </a:extLst>
                </p:cNvPr>
                <p:cNvSpPr>
                  <a:spLocks noChangeArrowheads="1"/>
                </p:cNvSpPr>
                <p:nvPr/>
              </p:nvSpPr>
              <p:spPr bwMode="auto">
                <a:xfrm>
                  <a:off x="1241" y="1627"/>
                  <a:ext cx="378" cy="377"/>
                </a:xfrm>
                <a:prstGeom prst="cube">
                  <a:avLst>
                    <a:gd name="adj" fmla="val 24995"/>
                  </a:avLst>
                </a:prstGeom>
                <a:solidFill>
                  <a:srgbClr val="A2C1FE"/>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04" name="AutoShape 65">
                  <a:extLst>
                    <a:ext uri="{FF2B5EF4-FFF2-40B4-BE49-F238E27FC236}">
                      <a16:creationId xmlns:a16="http://schemas.microsoft.com/office/drawing/2014/main" id="{8A3395B0-AFCB-567B-CCEA-B0416631AFB9}"/>
                    </a:ext>
                  </a:extLst>
                </p:cNvPr>
                <p:cNvSpPr>
                  <a:spLocks noChangeArrowheads="1"/>
                </p:cNvSpPr>
                <p:nvPr/>
              </p:nvSpPr>
              <p:spPr bwMode="auto">
                <a:xfrm>
                  <a:off x="1327" y="1556"/>
                  <a:ext cx="292" cy="78"/>
                </a:xfrm>
                <a:prstGeom prst="cube">
                  <a:avLst>
                    <a:gd name="adj" fmla="val 24995"/>
                  </a:avLst>
                </a:prstGeom>
                <a:solidFill>
                  <a:srgbClr val="A2C1FE"/>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05" name="Oval 66">
                <a:extLst>
                  <a:ext uri="{FF2B5EF4-FFF2-40B4-BE49-F238E27FC236}">
                    <a16:creationId xmlns:a16="http://schemas.microsoft.com/office/drawing/2014/main" id="{CD50B7F6-71B8-5117-1DF2-98138D31FB91}"/>
                  </a:ext>
                </a:extLst>
              </p:cNvPr>
              <p:cNvSpPr>
                <a:spLocks noChangeArrowheads="1"/>
              </p:cNvSpPr>
              <p:nvPr/>
            </p:nvSpPr>
            <p:spPr bwMode="auto">
              <a:xfrm>
                <a:off x="1356" y="1592"/>
                <a:ext cx="49" cy="27"/>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0306" name="AutoShape 67">
                <a:extLst>
                  <a:ext uri="{FF2B5EF4-FFF2-40B4-BE49-F238E27FC236}">
                    <a16:creationId xmlns:a16="http://schemas.microsoft.com/office/drawing/2014/main" id="{F94D78A4-D6AB-7D4F-2691-AF73A8D10C53}"/>
                  </a:ext>
                </a:extLst>
              </p:cNvPr>
              <p:cNvSpPr>
                <a:spLocks noChangeArrowheads="1"/>
              </p:cNvSpPr>
              <p:nvPr/>
            </p:nvSpPr>
            <p:spPr bwMode="auto">
              <a:xfrm>
                <a:off x="1288" y="1802"/>
                <a:ext cx="198" cy="84"/>
              </a:xfrm>
              <a:prstGeom prst="octagon">
                <a:avLst>
                  <a:gd name="adj" fmla="val 29282"/>
                </a:avLst>
              </a:prstGeom>
              <a:solidFill>
                <a:srgbClr val="A2C1FE"/>
              </a:solidFill>
              <a:ln w="254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07" name="Freeform 68">
              <a:extLst>
                <a:ext uri="{FF2B5EF4-FFF2-40B4-BE49-F238E27FC236}">
                  <a16:creationId xmlns:a16="http://schemas.microsoft.com/office/drawing/2014/main" id="{EF46D9A6-7739-5AC9-145E-EE62B759CF32}"/>
                </a:ext>
              </a:extLst>
            </p:cNvPr>
            <p:cNvSpPr>
              <a:spLocks noChangeArrowheads="1"/>
            </p:cNvSpPr>
            <p:nvPr/>
          </p:nvSpPr>
          <p:spPr bwMode="auto">
            <a:xfrm>
              <a:off x="1805" y="1785"/>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ea typeface="宋体" panose="02010600030101010101" pitchFamily="2" charset="-122"/>
              </a:endParaRPr>
            </a:p>
          </p:txBody>
        </p:sp>
        <p:sp>
          <p:nvSpPr>
            <p:cNvPr id="10308" name="Rectangle 69">
              <a:extLst>
                <a:ext uri="{FF2B5EF4-FFF2-40B4-BE49-F238E27FC236}">
                  <a16:creationId xmlns:a16="http://schemas.microsoft.com/office/drawing/2014/main" id="{C3DE7971-D681-5BF6-FF90-3137A07FC94C}"/>
                </a:ext>
              </a:extLst>
            </p:cNvPr>
            <p:cNvSpPr>
              <a:spLocks noChangeArrowheads="1"/>
            </p:cNvSpPr>
            <p:nvPr/>
          </p:nvSpPr>
          <p:spPr bwMode="auto">
            <a:xfrm>
              <a:off x="1801" y="1785"/>
              <a:ext cx="106"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09" name="Rectangle 70">
              <a:extLst>
                <a:ext uri="{FF2B5EF4-FFF2-40B4-BE49-F238E27FC236}">
                  <a16:creationId xmlns:a16="http://schemas.microsoft.com/office/drawing/2014/main" id="{0666248A-B28D-AE61-2D31-B6EC078DF9CD}"/>
                </a:ext>
              </a:extLst>
            </p:cNvPr>
            <p:cNvSpPr>
              <a:spLocks noChangeArrowheads="1"/>
            </p:cNvSpPr>
            <p:nvPr/>
          </p:nvSpPr>
          <p:spPr bwMode="auto">
            <a:xfrm>
              <a:off x="1808" y="1866"/>
              <a:ext cx="82"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10" name="Rectangle 71">
              <a:extLst>
                <a:ext uri="{FF2B5EF4-FFF2-40B4-BE49-F238E27FC236}">
                  <a16:creationId xmlns:a16="http://schemas.microsoft.com/office/drawing/2014/main" id="{B95EFCCC-A25C-8DDA-986A-40828932F264}"/>
                </a:ext>
              </a:extLst>
            </p:cNvPr>
            <p:cNvSpPr>
              <a:spLocks noChangeArrowheads="1"/>
            </p:cNvSpPr>
            <p:nvPr/>
          </p:nvSpPr>
          <p:spPr bwMode="auto">
            <a:xfrm>
              <a:off x="1625" y="1866"/>
              <a:ext cx="103" cy="11"/>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grpSp>
          <p:nvGrpSpPr>
            <p:cNvPr id="10311" name="Group 72">
              <a:extLst>
                <a:ext uri="{FF2B5EF4-FFF2-40B4-BE49-F238E27FC236}">
                  <a16:creationId xmlns:a16="http://schemas.microsoft.com/office/drawing/2014/main" id="{6336F865-A6D5-BC7C-8EBC-7989C5C973E7}"/>
                </a:ext>
              </a:extLst>
            </p:cNvPr>
            <p:cNvGrpSpPr>
              <a:grpSpLocks/>
            </p:cNvGrpSpPr>
            <p:nvPr/>
          </p:nvGrpSpPr>
          <p:grpSpPr bwMode="auto">
            <a:xfrm>
              <a:off x="1623" y="1613"/>
              <a:ext cx="194" cy="364"/>
              <a:chOff x="1623" y="1613"/>
              <a:chExt cx="194" cy="364"/>
            </a:xfrm>
          </p:grpSpPr>
          <p:sp>
            <p:nvSpPr>
              <p:cNvPr id="10312" name="Oval 73">
                <a:extLst>
                  <a:ext uri="{FF2B5EF4-FFF2-40B4-BE49-F238E27FC236}">
                    <a16:creationId xmlns:a16="http://schemas.microsoft.com/office/drawing/2014/main" id="{2E0D4C9B-F288-8514-243E-DB3FC182994A}"/>
                  </a:ext>
                </a:extLst>
              </p:cNvPr>
              <p:cNvSpPr>
                <a:spLocks noChangeArrowheads="1"/>
              </p:cNvSpPr>
              <p:nvPr/>
            </p:nvSpPr>
            <p:spPr bwMode="auto">
              <a:xfrm>
                <a:off x="1699" y="1613"/>
                <a:ext cx="48" cy="48"/>
              </a:xfrm>
              <a:prstGeom prst="ellipse">
                <a:avLst/>
              </a:prstGeom>
              <a:solidFill>
                <a:srgbClr val="FC0128"/>
              </a:solidFill>
              <a:ln w="12700">
                <a:solidFill>
                  <a:srgbClr val="000000"/>
                </a:solidFill>
                <a:round/>
                <a:headEnd/>
                <a:tailEnd/>
              </a:ln>
            </p:spPr>
            <p:txBody>
              <a:bodyPr wrap="none" anchor="ctr"/>
              <a:lstStyle/>
              <a:p>
                <a:pPr eaLnBrk="0" hangingPunct="0"/>
                <a:endParaRPr lang="zh-CN" altLang="en-US">
                  <a:ea typeface="宋体" panose="02010600030101010101" pitchFamily="2" charset="-122"/>
                </a:endParaRPr>
              </a:p>
            </p:txBody>
          </p:sp>
          <p:sp>
            <p:nvSpPr>
              <p:cNvPr id="10313" name="Freeform 74">
                <a:extLst>
                  <a:ext uri="{FF2B5EF4-FFF2-40B4-BE49-F238E27FC236}">
                    <a16:creationId xmlns:a16="http://schemas.microsoft.com/office/drawing/2014/main" id="{60F9546B-8F73-DBD2-D2D8-95DB4E868DCE}"/>
                  </a:ext>
                </a:extLst>
              </p:cNvPr>
              <p:cNvSpPr>
                <a:spLocks noChangeArrowheads="1"/>
              </p:cNvSpPr>
              <p:nvPr/>
            </p:nvSpPr>
            <p:spPr bwMode="auto">
              <a:xfrm>
                <a:off x="1623" y="1681"/>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xtLst>
                <a:ext uri="{91240B29-F687-4F45-9708-019B960494DF}">
                  <a14:hiddenLine xmlns:a14="http://schemas.microsoft.com/office/drawing/2010/main" w="127000">
                    <a:solidFill>
                      <a:srgbClr val="000000"/>
                    </a:solidFill>
                    <a:round/>
                    <a:headEnd/>
                    <a:tailEnd/>
                  </a14:hiddenLine>
                </a:ext>
              </a:extLst>
            </p:spPr>
            <p:txBody>
              <a:bodyPr/>
              <a:lstStyle/>
              <a:p>
                <a:endParaRPr lang="zh-CN" altLang="en-US">
                  <a:ea typeface="宋体" panose="02010600030101010101" pitchFamily="2" charset="-122"/>
                </a:endParaRPr>
              </a:p>
            </p:txBody>
          </p:sp>
        </p:grpSp>
      </p:grpSp>
      <p:sp>
        <p:nvSpPr>
          <p:cNvPr id="10314" name="Rectangle 75">
            <a:extLst>
              <a:ext uri="{FF2B5EF4-FFF2-40B4-BE49-F238E27FC236}">
                <a16:creationId xmlns:a16="http://schemas.microsoft.com/office/drawing/2014/main" id="{48F72D39-2164-AC54-8D91-E3428E6E971D}"/>
              </a:ext>
            </a:extLst>
          </p:cNvPr>
          <p:cNvSpPr>
            <a:spLocks noChangeArrowheads="1"/>
          </p:cNvSpPr>
          <p:nvPr/>
        </p:nvSpPr>
        <p:spPr bwMode="auto">
          <a:xfrm>
            <a:off x="1116013" y="833438"/>
            <a:ext cx="8921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400">
                <a:latin typeface="Arial" panose="020B0604020202020204" pitchFamily="34" charset="0"/>
                <a:ea typeface="宋体" panose="02010600030101010101" pitchFamily="2" charset="-122"/>
              </a:rPr>
              <a:t>6 </a:t>
            </a:r>
            <a:r>
              <a:rPr lang="en-US" altLang="zh-CN" sz="2400">
                <a:latin typeface="Arial" panose="020B0604020202020204" pitchFamily="34" charset="0"/>
                <a:ea typeface="宋体" panose="02010600030101010101" pitchFamily="2" charset="-122"/>
              </a:rPr>
              <a:t>PM</a:t>
            </a:r>
          </a:p>
        </p:txBody>
      </p:sp>
      <p:sp>
        <p:nvSpPr>
          <p:cNvPr id="10315" name="Line 76">
            <a:extLst>
              <a:ext uri="{FF2B5EF4-FFF2-40B4-BE49-F238E27FC236}">
                <a16:creationId xmlns:a16="http://schemas.microsoft.com/office/drawing/2014/main" id="{D9DDA799-90D8-8BA6-003B-D56842C1A306}"/>
              </a:ext>
            </a:extLst>
          </p:cNvPr>
          <p:cNvSpPr>
            <a:spLocks noChangeShapeType="1"/>
          </p:cNvSpPr>
          <p:nvPr/>
        </p:nvSpPr>
        <p:spPr bwMode="auto">
          <a:xfrm>
            <a:off x="1479550" y="1362075"/>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16" name="Line 77">
            <a:extLst>
              <a:ext uri="{FF2B5EF4-FFF2-40B4-BE49-F238E27FC236}">
                <a16:creationId xmlns:a16="http://schemas.microsoft.com/office/drawing/2014/main" id="{C36C7C0F-D05D-D6E3-5ACA-E35F35A72C9E}"/>
              </a:ext>
            </a:extLst>
          </p:cNvPr>
          <p:cNvSpPr>
            <a:spLocks noChangeShapeType="1"/>
          </p:cNvSpPr>
          <p:nvPr/>
        </p:nvSpPr>
        <p:spPr bwMode="auto">
          <a:xfrm>
            <a:off x="1473200" y="12430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17" name="Rectangle 78">
            <a:extLst>
              <a:ext uri="{FF2B5EF4-FFF2-40B4-BE49-F238E27FC236}">
                <a16:creationId xmlns:a16="http://schemas.microsoft.com/office/drawing/2014/main" id="{4F44DE6F-F1A7-6FAF-68FA-E4C625B8EDDF}"/>
              </a:ext>
            </a:extLst>
          </p:cNvPr>
          <p:cNvSpPr>
            <a:spLocks noChangeArrowheads="1"/>
          </p:cNvSpPr>
          <p:nvPr/>
        </p:nvSpPr>
        <p:spPr bwMode="auto">
          <a:xfrm>
            <a:off x="2347913" y="846138"/>
            <a:ext cx="3508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400">
                <a:latin typeface="Arial" panose="020B0604020202020204" pitchFamily="34" charset="0"/>
                <a:ea typeface="宋体" panose="02010600030101010101" pitchFamily="2" charset="-122"/>
              </a:rPr>
              <a:t>7</a:t>
            </a:r>
          </a:p>
        </p:txBody>
      </p:sp>
      <p:sp>
        <p:nvSpPr>
          <p:cNvPr id="10318" name="Rectangle 79">
            <a:extLst>
              <a:ext uri="{FF2B5EF4-FFF2-40B4-BE49-F238E27FC236}">
                <a16:creationId xmlns:a16="http://schemas.microsoft.com/office/drawing/2014/main" id="{17AE7BA6-C1CC-C2C3-590B-EA15F653352C}"/>
              </a:ext>
            </a:extLst>
          </p:cNvPr>
          <p:cNvSpPr>
            <a:spLocks noChangeArrowheads="1"/>
          </p:cNvSpPr>
          <p:nvPr/>
        </p:nvSpPr>
        <p:spPr bwMode="auto">
          <a:xfrm>
            <a:off x="3414713" y="846138"/>
            <a:ext cx="3508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400">
                <a:latin typeface="Arial" panose="020B0604020202020204" pitchFamily="34" charset="0"/>
                <a:ea typeface="宋体" panose="02010600030101010101" pitchFamily="2" charset="-122"/>
              </a:rPr>
              <a:t>8</a:t>
            </a:r>
          </a:p>
        </p:txBody>
      </p:sp>
      <p:sp>
        <p:nvSpPr>
          <p:cNvPr id="10319" name="Rectangle 80">
            <a:extLst>
              <a:ext uri="{FF2B5EF4-FFF2-40B4-BE49-F238E27FC236}">
                <a16:creationId xmlns:a16="http://schemas.microsoft.com/office/drawing/2014/main" id="{571403C3-0FC0-FD74-9EFF-6B8906789C15}"/>
              </a:ext>
            </a:extLst>
          </p:cNvPr>
          <p:cNvSpPr>
            <a:spLocks noChangeArrowheads="1"/>
          </p:cNvSpPr>
          <p:nvPr/>
        </p:nvSpPr>
        <p:spPr bwMode="auto">
          <a:xfrm>
            <a:off x="4430713" y="846138"/>
            <a:ext cx="3508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400">
                <a:latin typeface="Arial" panose="020B0604020202020204" pitchFamily="34" charset="0"/>
                <a:ea typeface="宋体" panose="02010600030101010101" pitchFamily="2" charset="-122"/>
              </a:rPr>
              <a:t>9</a:t>
            </a:r>
          </a:p>
        </p:txBody>
      </p:sp>
      <p:sp>
        <p:nvSpPr>
          <p:cNvPr id="10320" name="Rectangle 81">
            <a:extLst>
              <a:ext uri="{FF2B5EF4-FFF2-40B4-BE49-F238E27FC236}">
                <a16:creationId xmlns:a16="http://schemas.microsoft.com/office/drawing/2014/main" id="{AE74E389-A872-9CE9-8BCA-61520D9BF5DB}"/>
              </a:ext>
            </a:extLst>
          </p:cNvPr>
          <p:cNvSpPr>
            <a:spLocks noChangeArrowheads="1"/>
          </p:cNvSpPr>
          <p:nvPr/>
        </p:nvSpPr>
        <p:spPr bwMode="auto">
          <a:xfrm>
            <a:off x="5370513" y="858838"/>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400">
                <a:latin typeface="Arial" panose="020B0604020202020204" pitchFamily="34" charset="0"/>
                <a:ea typeface="宋体" panose="02010600030101010101" pitchFamily="2" charset="-122"/>
              </a:rPr>
              <a:t>10</a:t>
            </a:r>
          </a:p>
        </p:txBody>
      </p:sp>
      <p:sp>
        <p:nvSpPr>
          <p:cNvPr id="10321" name="Rectangle 82">
            <a:extLst>
              <a:ext uri="{FF2B5EF4-FFF2-40B4-BE49-F238E27FC236}">
                <a16:creationId xmlns:a16="http://schemas.microsoft.com/office/drawing/2014/main" id="{4828D427-DEBC-CCF5-191B-2C8508663333}"/>
              </a:ext>
            </a:extLst>
          </p:cNvPr>
          <p:cNvSpPr>
            <a:spLocks noChangeArrowheads="1"/>
          </p:cNvSpPr>
          <p:nvPr/>
        </p:nvSpPr>
        <p:spPr bwMode="auto">
          <a:xfrm>
            <a:off x="6462713" y="846138"/>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2400">
                <a:latin typeface="Arial" panose="020B0604020202020204" pitchFamily="34" charset="0"/>
                <a:ea typeface="宋体" panose="02010600030101010101" pitchFamily="2" charset="-122"/>
              </a:rPr>
              <a:t>11</a:t>
            </a:r>
          </a:p>
        </p:txBody>
      </p:sp>
      <p:sp>
        <p:nvSpPr>
          <p:cNvPr id="10322" name="Rectangle 83">
            <a:extLst>
              <a:ext uri="{FF2B5EF4-FFF2-40B4-BE49-F238E27FC236}">
                <a16:creationId xmlns:a16="http://schemas.microsoft.com/office/drawing/2014/main" id="{814B5C5B-FD15-5807-94F1-D96808D97E19}"/>
              </a:ext>
            </a:extLst>
          </p:cNvPr>
          <p:cNvSpPr>
            <a:spLocks noChangeArrowheads="1"/>
          </p:cNvSpPr>
          <p:nvPr/>
        </p:nvSpPr>
        <p:spPr bwMode="auto">
          <a:xfrm>
            <a:off x="7137400" y="833438"/>
            <a:ext cx="14478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2400">
                <a:latin typeface="Arial" panose="020B0604020202020204" pitchFamily="34" charset="0"/>
                <a:ea typeface="宋体" panose="02010600030101010101" pitchFamily="2" charset="-122"/>
              </a:rPr>
              <a:t>Midnight</a:t>
            </a:r>
          </a:p>
        </p:txBody>
      </p:sp>
      <p:grpSp>
        <p:nvGrpSpPr>
          <p:cNvPr id="10323" name="Group 84">
            <a:extLst>
              <a:ext uri="{FF2B5EF4-FFF2-40B4-BE49-F238E27FC236}">
                <a16:creationId xmlns:a16="http://schemas.microsoft.com/office/drawing/2014/main" id="{E2AEA670-69CE-6704-C93C-67178E976E20}"/>
              </a:ext>
            </a:extLst>
          </p:cNvPr>
          <p:cNvGrpSpPr>
            <a:grpSpLocks/>
          </p:cNvGrpSpPr>
          <p:nvPr/>
        </p:nvGrpSpPr>
        <p:grpSpPr bwMode="auto">
          <a:xfrm>
            <a:off x="3016250" y="3021013"/>
            <a:ext cx="1535113" cy="711200"/>
            <a:chOff x="1900" y="2020"/>
            <a:chExt cx="967" cy="448"/>
          </a:xfrm>
        </p:grpSpPr>
        <p:grpSp>
          <p:nvGrpSpPr>
            <p:cNvPr id="10324" name="Group 85">
              <a:extLst>
                <a:ext uri="{FF2B5EF4-FFF2-40B4-BE49-F238E27FC236}">
                  <a16:creationId xmlns:a16="http://schemas.microsoft.com/office/drawing/2014/main" id="{85F13416-CFC9-1E8D-30EC-AE75462E246F}"/>
                </a:ext>
              </a:extLst>
            </p:cNvPr>
            <p:cNvGrpSpPr>
              <a:grpSpLocks/>
            </p:cNvGrpSpPr>
            <p:nvPr/>
          </p:nvGrpSpPr>
          <p:grpSpPr bwMode="auto">
            <a:xfrm>
              <a:off x="1900" y="2020"/>
              <a:ext cx="305" cy="448"/>
              <a:chOff x="1900" y="2020"/>
              <a:chExt cx="305" cy="448"/>
            </a:xfrm>
          </p:grpSpPr>
          <p:grpSp>
            <p:nvGrpSpPr>
              <p:cNvPr id="10325" name="Group 86">
                <a:extLst>
                  <a:ext uri="{FF2B5EF4-FFF2-40B4-BE49-F238E27FC236}">
                    <a16:creationId xmlns:a16="http://schemas.microsoft.com/office/drawing/2014/main" id="{D9FF260B-1F7F-0FFF-01B5-DA52C4EF4584}"/>
                  </a:ext>
                </a:extLst>
              </p:cNvPr>
              <p:cNvGrpSpPr>
                <a:grpSpLocks/>
              </p:cNvGrpSpPr>
              <p:nvPr/>
            </p:nvGrpSpPr>
            <p:grpSpPr bwMode="auto">
              <a:xfrm>
                <a:off x="1900" y="2020"/>
                <a:ext cx="305" cy="448"/>
                <a:chOff x="1900" y="2020"/>
                <a:chExt cx="305" cy="448"/>
              </a:xfrm>
            </p:grpSpPr>
            <p:sp>
              <p:nvSpPr>
                <p:cNvPr id="10326" name="AutoShape 87">
                  <a:extLst>
                    <a:ext uri="{FF2B5EF4-FFF2-40B4-BE49-F238E27FC236}">
                      <a16:creationId xmlns:a16="http://schemas.microsoft.com/office/drawing/2014/main" id="{DD745422-2D8F-0E89-CE5D-5886CE7E9024}"/>
                    </a:ext>
                  </a:extLst>
                </p:cNvPr>
                <p:cNvSpPr>
                  <a:spLocks noChangeArrowheads="1"/>
                </p:cNvSpPr>
                <p:nvPr/>
              </p:nvSpPr>
              <p:spPr bwMode="auto">
                <a:xfrm>
                  <a:off x="1900" y="2091"/>
                  <a:ext cx="305" cy="377"/>
                </a:xfrm>
                <a:prstGeom prst="cube">
                  <a:avLst>
                    <a:gd name="adj" fmla="val 24995"/>
                  </a:avLst>
                </a:prstGeom>
                <a:solidFill>
                  <a:srgbClr val="F6BF69"/>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27" name="AutoShape 88">
                  <a:extLst>
                    <a:ext uri="{FF2B5EF4-FFF2-40B4-BE49-F238E27FC236}">
                      <a16:creationId xmlns:a16="http://schemas.microsoft.com/office/drawing/2014/main" id="{B987FDAB-FBF2-4F43-F3AC-5A4BD4769754}"/>
                    </a:ext>
                  </a:extLst>
                </p:cNvPr>
                <p:cNvSpPr>
                  <a:spLocks noChangeArrowheads="1"/>
                </p:cNvSpPr>
                <p:nvPr/>
              </p:nvSpPr>
              <p:spPr bwMode="auto">
                <a:xfrm>
                  <a:off x="1970" y="2020"/>
                  <a:ext cx="235" cy="78"/>
                </a:xfrm>
                <a:prstGeom prst="cube">
                  <a:avLst>
                    <a:gd name="adj" fmla="val 24995"/>
                  </a:avLst>
                </a:prstGeom>
                <a:solidFill>
                  <a:srgbClr val="F6BF69"/>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28" name="AutoShape 89">
                <a:extLst>
                  <a:ext uri="{FF2B5EF4-FFF2-40B4-BE49-F238E27FC236}">
                    <a16:creationId xmlns:a16="http://schemas.microsoft.com/office/drawing/2014/main" id="{5AB6F3F3-B055-6D14-B8AB-2013B73652CA}"/>
                  </a:ext>
                </a:extLst>
              </p:cNvPr>
              <p:cNvSpPr>
                <a:spLocks noChangeArrowheads="1"/>
              </p:cNvSpPr>
              <p:nvPr/>
            </p:nvSpPr>
            <p:spPr bwMode="auto">
              <a:xfrm>
                <a:off x="1962" y="2124"/>
                <a:ext cx="158" cy="27"/>
              </a:xfrm>
              <a:prstGeom prst="parallelogram">
                <a:avLst>
                  <a:gd name="adj" fmla="val 146269"/>
                </a:avLst>
              </a:prstGeom>
              <a:solidFill>
                <a:srgbClr val="F6BF69"/>
              </a:solidFill>
              <a:ln w="254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0329" name="Group 90">
              <a:extLst>
                <a:ext uri="{FF2B5EF4-FFF2-40B4-BE49-F238E27FC236}">
                  <a16:creationId xmlns:a16="http://schemas.microsoft.com/office/drawing/2014/main" id="{5656B865-7003-799B-7751-BB383CEAB493}"/>
                </a:ext>
              </a:extLst>
            </p:cNvPr>
            <p:cNvGrpSpPr>
              <a:grpSpLocks/>
            </p:cNvGrpSpPr>
            <p:nvPr/>
          </p:nvGrpSpPr>
          <p:grpSpPr bwMode="auto">
            <a:xfrm>
              <a:off x="2201" y="2020"/>
              <a:ext cx="378" cy="448"/>
              <a:chOff x="2201" y="2020"/>
              <a:chExt cx="378" cy="448"/>
            </a:xfrm>
          </p:grpSpPr>
          <p:grpSp>
            <p:nvGrpSpPr>
              <p:cNvPr id="10330" name="Group 91">
                <a:extLst>
                  <a:ext uri="{FF2B5EF4-FFF2-40B4-BE49-F238E27FC236}">
                    <a16:creationId xmlns:a16="http://schemas.microsoft.com/office/drawing/2014/main" id="{7C127499-AE0B-A06A-FA5E-5698436B953C}"/>
                  </a:ext>
                </a:extLst>
              </p:cNvPr>
              <p:cNvGrpSpPr>
                <a:grpSpLocks/>
              </p:cNvGrpSpPr>
              <p:nvPr/>
            </p:nvGrpSpPr>
            <p:grpSpPr bwMode="auto">
              <a:xfrm>
                <a:off x="2201" y="2020"/>
                <a:ext cx="378" cy="448"/>
                <a:chOff x="2201" y="2020"/>
                <a:chExt cx="378" cy="448"/>
              </a:xfrm>
            </p:grpSpPr>
            <p:sp>
              <p:nvSpPr>
                <p:cNvPr id="10331" name="AutoShape 92">
                  <a:extLst>
                    <a:ext uri="{FF2B5EF4-FFF2-40B4-BE49-F238E27FC236}">
                      <a16:creationId xmlns:a16="http://schemas.microsoft.com/office/drawing/2014/main" id="{811C7FB2-D180-39A3-B235-DDF9C7F367FD}"/>
                    </a:ext>
                  </a:extLst>
                </p:cNvPr>
                <p:cNvSpPr>
                  <a:spLocks noChangeArrowheads="1"/>
                </p:cNvSpPr>
                <p:nvPr/>
              </p:nvSpPr>
              <p:spPr bwMode="auto">
                <a:xfrm>
                  <a:off x="2201" y="2091"/>
                  <a:ext cx="378" cy="377"/>
                </a:xfrm>
                <a:prstGeom prst="cube">
                  <a:avLst>
                    <a:gd name="adj" fmla="val 24995"/>
                  </a:avLst>
                </a:prstGeom>
                <a:solidFill>
                  <a:srgbClr val="A2C1FE"/>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32" name="AutoShape 93">
                  <a:extLst>
                    <a:ext uri="{FF2B5EF4-FFF2-40B4-BE49-F238E27FC236}">
                      <a16:creationId xmlns:a16="http://schemas.microsoft.com/office/drawing/2014/main" id="{788F745A-297D-5719-A1E4-377632D102A0}"/>
                    </a:ext>
                  </a:extLst>
                </p:cNvPr>
                <p:cNvSpPr>
                  <a:spLocks noChangeArrowheads="1"/>
                </p:cNvSpPr>
                <p:nvPr/>
              </p:nvSpPr>
              <p:spPr bwMode="auto">
                <a:xfrm>
                  <a:off x="2287" y="2020"/>
                  <a:ext cx="292" cy="78"/>
                </a:xfrm>
                <a:prstGeom prst="cube">
                  <a:avLst>
                    <a:gd name="adj" fmla="val 24995"/>
                  </a:avLst>
                </a:prstGeom>
                <a:solidFill>
                  <a:srgbClr val="A2C1FE"/>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33" name="Oval 94">
                <a:extLst>
                  <a:ext uri="{FF2B5EF4-FFF2-40B4-BE49-F238E27FC236}">
                    <a16:creationId xmlns:a16="http://schemas.microsoft.com/office/drawing/2014/main" id="{7B6BE832-78A2-C36B-D204-5D557216D6CD}"/>
                  </a:ext>
                </a:extLst>
              </p:cNvPr>
              <p:cNvSpPr>
                <a:spLocks noChangeArrowheads="1"/>
              </p:cNvSpPr>
              <p:nvPr/>
            </p:nvSpPr>
            <p:spPr bwMode="auto">
              <a:xfrm>
                <a:off x="2316" y="2056"/>
                <a:ext cx="49" cy="27"/>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0334" name="AutoShape 95">
                <a:extLst>
                  <a:ext uri="{FF2B5EF4-FFF2-40B4-BE49-F238E27FC236}">
                    <a16:creationId xmlns:a16="http://schemas.microsoft.com/office/drawing/2014/main" id="{3EF851BA-3C7E-010E-06E3-9D9028FFB327}"/>
                  </a:ext>
                </a:extLst>
              </p:cNvPr>
              <p:cNvSpPr>
                <a:spLocks noChangeArrowheads="1"/>
              </p:cNvSpPr>
              <p:nvPr/>
            </p:nvSpPr>
            <p:spPr bwMode="auto">
              <a:xfrm>
                <a:off x="2248" y="2266"/>
                <a:ext cx="198" cy="84"/>
              </a:xfrm>
              <a:prstGeom prst="octagon">
                <a:avLst>
                  <a:gd name="adj" fmla="val 29282"/>
                </a:avLst>
              </a:prstGeom>
              <a:solidFill>
                <a:srgbClr val="A2C1FE"/>
              </a:solidFill>
              <a:ln w="254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35" name="Freeform 96">
              <a:extLst>
                <a:ext uri="{FF2B5EF4-FFF2-40B4-BE49-F238E27FC236}">
                  <a16:creationId xmlns:a16="http://schemas.microsoft.com/office/drawing/2014/main" id="{27E710CD-9CB9-48A8-1E7E-45F75E57D6A7}"/>
                </a:ext>
              </a:extLst>
            </p:cNvPr>
            <p:cNvSpPr>
              <a:spLocks noChangeArrowheads="1"/>
            </p:cNvSpPr>
            <p:nvPr/>
          </p:nvSpPr>
          <p:spPr bwMode="auto">
            <a:xfrm>
              <a:off x="2765" y="2249"/>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ea typeface="宋体" panose="02010600030101010101" pitchFamily="2" charset="-122"/>
              </a:endParaRPr>
            </a:p>
          </p:txBody>
        </p:sp>
        <p:sp>
          <p:nvSpPr>
            <p:cNvPr id="10336" name="Rectangle 97">
              <a:extLst>
                <a:ext uri="{FF2B5EF4-FFF2-40B4-BE49-F238E27FC236}">
                  <a16:creationId xmlns:a16="http://schemas.microsoft.com/office/drawing/2014/main" id="{23E6EEED-0BC0-E1E5-46BF-5CEF4F119950}"/>
                </a:ext>
              </a:extLst>
            </p:cNvPr>
            <p:cNvSpPr>
              <a:spLocks noChangeArrowheads="1"/>
            </p:cNvSpPr>
            <p:nvPr/>
          </p:nvSpPr>
          <p:spPr bwMode="auto">
            <a:xfrm>
              <a:off x="2761" y="2249"/>
              <a:ext cx="106"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37" name="Rectangle 98">
              <a:extLst>
                <a:ext uri="{FF2B5EF4-FFF2-40B4-BE49-F238E27FC236}">
                  <a16:creationId xmlns:a16="http://schemas.microsoft.com/office/drawing/2014/main" id="{A30F1D2D-96BD-0160-1AAA-0BFA1BA2B48C}"/>
                </a:ext>
              </a:extLst>
            </p:cNvPr>
            <p:cNvSpPr>
              <a:spLocks noChangeArrowheads="1"/>
            </p:cNvSpPr>
            <p:nvPr/>
          </p:nvSpPr>
          <p:spPr bwMode="auto">
            <a:xfrm>
              <a:off x="2768" y="2330"/>
              <a:ext cx="82"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38" name="Rectangle 99">
              <a:extLst>
                <a:ext uri="{FF2B5EF4-FFF2-40B4-BE49-F238E27FC236}">
                  <a16:creationId xmlns:a16="http://schemas.microsoft.com/office/drawing/2014/main" id="{B1B7F5BB-715F-D534-5349-9C55998514C0}"/>
                </a:ext>
              </a:extLst>
            </p:cNvPr>
            <p:cNvSpPr>
              <a:spLocks noChangeArrowheads="1"/>
            </p:cNvSpPr>
            <p:nvPr/>
          </p:nvSpPr>
          <p:spPr bwMode="auto">
            <a:xfrm>
              <a:off x="2585" y="2330"/>
              <a:ext cx="103" cy="11"/>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grpSp>
          <p:nvGrpSpPr>
            <p:cNvPr id="10339" name="Group 100">
              <a:extLst>
                <a:ext uri="{FF2B5EF4-FFF2-40B4-BE49-F238E27FC236}">
                  <a16:creationId xmlns:a16="http://schemas.microsoft.com/office/drawing/2014/main" id="{E096C10A-51BE-7D89-7A42-AD272DF4F2FD}"/>
                </a:ext>
              </a:extLst>
            </p:cNvPr>
            <p:cNvGrpSpPr>
              <a:grpSpLocks/>
            </p:cNvGrpSpPr>
            <p:nvPr/>
          </p:nvGrpSpPr>
          <p:grpSpPr bwMode="auto">
            <a:xfrm>
              <a:off x="2583" y="2077"/>
              <a:ext cx="194" cy="364"/>
              <a:chOff x="2583" y="2077"/>
              <a:chExt cx="194" cy="364"/>
            </a:xfrm>
          </p:grpSpPr>
          <p:sp>
            <p:nvSpPr>
              <p:cNvPr id="10340" name="Oval 101">
                <a:extLst>
                  <a:ext uri="{FF2B5EF4-FFF2-40B4-BE49-F238E27FC236}">
                    <a16:creationId xmlns:a16="http://schemas.microsoft.com/office/drawing/2014/main" id="{F2597C24-79EC-F3B3-688A-46BA7EBE9F45}"/>
                  </a:ext>
                </a:extLst>
              </p:cNvPr>
              <p:cNvSpPr>
                <a:spLocks noChangeArrowheads="1"/>
              </p:cNvSpPr>
              <p:nvPr/>
            </p:nvSpPr>
            <p:spPr bwMode="auto">
              <a:xfrm>
                <a:off x="2659" y="2077"/>
                <a:ext cx="48" cy="48"/>
              </a:xfrm>
              <a:prstGeom prst="ellipse">
                <a:avLst/>
              </a:prstGeom>
              <a:solidFill>
                <a:srgbClr val="FC0128"/>
              </a:solidFill>
              <a:ln w="12700">
                <a:solidFill>
                  <a:srgbClr val="000000"/>
                </a:solidFill>
                <a:round/>
                <a:headEnd/>
                <a:tailEnd/>
              </a:ln>
            </p:spPr>
            <p:txBody>
              <a:bodyPr wrap="none" anchor="ctr"/>
              <a:lstStyle/>
              <a:p>
                <a:pPr eaLnBrk="0" hangingPunct="0"/>
                <a:endParaRPr lang="zh-CN" altLang="en-US">
                  <a:ea typeface="宋体" panose="02010600030101010101" pitchFamily="2" charset="-122"/>
                </a:endParaRPr>
              </a:p>
            </p:txBody>
          </p:sp>
          <p:sp>
            <p:nvSpPr>
              <p:cNvPr id="10341" name="Freeform 102">
                <a:extLst>
                  <a:ext uri="{FF2B5EF4-FFF2-40B4-BE49-F238E27FC236}">
                    <a16:creationId xmlns:a16="http://schemas.microsoft.com/office/drawing/2014/main" id="{317F25C1-E582-2CC1-E35E-45B6470079CB}"/>
                  </a:ext>
                </a:extLst>
              </p:cNvPr>
              <p:cNvSpPr>
                <a:spLocks noChangeArrowheads="1"/>
              </p:cNvSpPr>
              <p:nvPr/>
            </p:nvSpPr>
            <p:spPr bwMode="auto">
              <a:xfrm>
                <a:off x="2583" y="2145"/>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xtLst>
                <a:ext uri="{91240B29-F687-4F45-9708-019B960494DF}">
                  <a14:hiddenLine xmlns:a14="http://schemas.microsoft.com/office/drawing/2010/main" w="127000">
                    <a:solidFill>
                      <a:srgbClr val="000000"/>
                    </a:solidFill>
                    <a:round/>
                    <a:headEnd/>
                    <a:tailEnd/>
                  </a14:hiddenLine>
                </a:ext>
              </a:extLst>
            </p:spPr>
            <p:txBody>
              <a:bodyPr/>
              <a:lstStyle/>
              <a:p>
                <a:endParaRPr lang="zh-CN" altLang="en-US">
                  <a:ea typeface="宋体" panose="02010600030101010101" pitchFamily="2" charset="-122"/>
                </a:endParaRPr>
              </a:p>
            </p:txBody>
          </p:sp>
        </p:grpSp>
      </p:grpSp>
      <p:grpSp>
        <p:nvGrpSpPr>
          <p:cNvPr id="10342" name="Group 103">
            <a:extLst>
              <a:ext uri="{FF2B5EF4-FFF2-40B4-BE49-F238E27FC236}">
                <a16:creationId xmlns:a16="http://schemas.microsoft.com/office/drawing/2014/main" id="{D66D5D22-3E77-BD6B-2E3F-4ADFF08EB004}"/>
              </a:ext>
            </a:extLst>
          </p:cNvPr>
          <p:cNvGrpSpPr>
            <a:grpSpLocks/>
          </p:cNvGrpSpPr>
          <p:nvPr/>
        </p:nvGrpSpPr>
        <p:grpSpPr bwMode="auto">
          <a:xfrm>
            <a:off x="4464050" y="3732213"/>
            <a:ext cx="1535113" cy="711200"/>
            <a:chOff x="2812" y="2468"/>
            <a:chExt cx="967" cy="448"/>
          </a:xfrm>
        </p:grpSpPr>
        <p:grpSp>
          <p:nvGrpSpPr>
            <p:cNvPr id="10343" name="Group 104">
              <a:extLst>
                <a:ext uri="{FF2B5EF4-FFF2-40B4-BE49-F238E27FC236}">
                  <a16:creationId xmlns:a16="http://schemas.microsoft.com/office/drawing/2014/main" id="{DD50E748-3577-9B7D-6AA4-F7F5EDB3AA7E}"/>
                </a:ext>
              </a:extLst>
            </p:cNvPr>
            <p:cNvGrpSpPr>
              <a:grpSpLocks/>
            </p:cNvGrpSpPr>
            <p:nvPr/>
          </p:nvGrpSpPr>
          <p:grpSpPr bwMode="auto">
            <a:xfrm>
              <a:off x="2812" y="2468"/>
              <a:ext cx="305" cy="448"/>
              <a:chOff x="2812" y="2468"/>
              <a:chExt cx="305" cy="448"/>
            </a:xfrm>
          </p:grpSpPr>
          <p:grpSp>
            <p:nvGrpSpPr>
              <p:cNvPr id="10344" name="Group 105">
                <a:extLst>
                  <a:ext uri="{FF2B5EF4-FFF2-40B4-BE49-F238E27FC236}">
                    <a16:creationId xmlns:a16="http://schemas.microsoft.com/office/drawing/2014/main" id="{FB32E930-8304-3A8F-9320-085D5DE1DB90}"/>
                  </a:ext>
                </a:extLst>
              </p:cNvPr>
              <p:cNvGrpSpPr>
                <a:grpSpLocks/>
              </p:cNvGrpSpPr>
              <p:nvPr/>
            </p:nvGrpSpPr>
            <p:grpSpPr bwMode="auto">
              <a:xfrm>
                <a:off x="2812" y="2468"/>
                <a:ext cx="305" cy="448"/>
                <a:chOff x="2812" y="2468"/>
                <a:chExt cx="305" cy="448"/>
              </a:xfrm>
            </p:grpSpPr>
            <p:sp>
              <p:nvSpPr>
                <p:cNvPr id="10345" name="AutoShape 106">
                  <a:extLst>
                    <a:ext uri="{FF2B5EF4-FFF2-40B4-BE49-F238E27FC236}">
                      <a16:creationId xmlns:a16="http://schemas.microsoft.com/office/drawing/2014/main" id="{D409C224-E671-E764-24F0-F606C9A57C1A}"/>
                    </a:ext>
                  </a:extLst>
                </p:cNvPr>
                <p:cNvSpPr>
                  <a:spLocks noChangeArrowheads="1"/>
                </p:cNvSpPr>
                <p:nvPr/>
              </p:nvSpPr>
              <p:spPr bwMode="auto">
                <a:xfrm>
                  <a:off x="2812" y="2539"/>
                  <a:ext cx="305" cy="377"/>
                </a:xfrm>
                <a:prstGeom prst="cube">
                  <a:avLst>
                    <a:gd name="adj" fmla="val 24995"/>
                  </a:avLst>
                </a:prstGeom>
                <a:solidFill>
                  <a:srgbClr val="F6BF69"/>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46" name="AutoShape 107">
                  <a:extLst>
                    <a:ext uri="{FF2B5EF4-FFF2-40B4-BE49-F238E27FC236}">
                      <a16:creationId xmlns:a16="http://schemas.microsoft.com/office/drawing/2014/main" id="{F68133C5-7EE5-7372-8F99-746D1781480B}"/>
                    </a:ext>
                  </a:extLst>
                </p:cNvPr>
                <p:cNvSpPr>
                  <a:spLocks noChangeArrowheads="1"/>
                </p:cNvSpPr>
                <p:nvPr/>
              </p:nvSpPr>
              <p:spPr bwMode="auto">
                <a:xfrm>
                  <a:off x="2882" y="2468"/>
                  <a:ext cx="235" cy="78"/>
                </a:xfrm>
                <a:prstGeom prst="cube">
                  <a:avLst>
                    <a:gd name="adj" fmla="val 24995"/>
                  </a:avLst>
                </a:prstGeom>
                <a:solidFill>
                  <a:srgbClr val="F6BF69"/>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47" name="AutoShape 108">
                <a:extLst>
                  <a:ext uri="{FF2B5EF4-FFF2-40B4-BE49-F238E27FC236}">
                    <a16:creationId xmlns:a16="http://schemas.microsoft.com/office/drawing/2014/main" id="{7DBC20E2-8CFC-B47E-BB0E-7AAFE625E86F}"/>
                  </a:ext>
                </a:extLst>
              </p:cNvPr>
              <p:cNvSpPr>
                <a:spLocks noChangeArrowheads="1"/>
              </p:cNvSpPr>
              <p:nvPr/>
            </p:nvSpPr>
            <p:spPr bwMode="auto">
              <a:xfrm>
                <a:off x="2874" y="2572"/>
                <a:ext cx="158" cy="27"/>
              </a:xfrm>
              <a:prstGeom prst="parallelogram">
                <a:avLst>
                  <a:gd name="adj" fmla="val 146269"/>
                </a:avLst>
              </a:prstGeom>
              <a:solidFill>
                <a:srgbClr val="F6BF69"/>
              </a:solidFill>
              <a:ln w="254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0348" name="Group 109">
              <a:extLst>
                <a:ext uri="{FF2B5EF4-FFF2-40B4-BE49-F238E27FC236}">
                  <a16:creationId xmlns:a16="http://schemas.microsoft.com/office/drawing/2014/main" id="{F304DBCE-BA3E-D63C-7C2C-5B0F2DA2A692}"/>
                </a:ext>
              </a:extLst>
            </p:cNvPr>
            <p:cNvGrpSpPr>
              <a:grpSpLocks/>
            </p:cNvGrpSpPr>
            <p:nvPr/>
          </p:nvGrpSpPr>
          <p:grpSpPr bwMode="auto">
            <a:xfrm>
              <a:off x="3113" y="2468"/>
              <a:ext cx="378" cy="448"/>
              <a:chOff x="3113" y="2468"/>
              <a:chExt cx="378" cy="448"/>
            </a:xfrm>
          </p:grpSpPr>
          <p:grpSp>
            <p:nvGrpSpPr>
              <p:cNvPr id="10349" name="Group 110">
                <a:extLst>
                  <a:ext uri="{FF2B5EF4-FFF2-40B4-BE49-F238E27FC236}">
                    <a16:creationId xmlns:a16="http://schemas.microsoft.com/office/drawing/2014/main" id="{C31986A8-0C6C-42EE-39D0-4794511CFE04}"/>
                  </a:ext>
                </a:extLst>
              </p:cNvPr>
              <p:cNvGrpSpPr>
                <a:grpSpLocks/>
              </p:cNvGrpSpPr>
              <p:nvPr/>
            </p:nvGrpSpPr>
            <p:grpSpPr bwMode="auto">
              <a:xfrm>
                <a:off x="3113" y="2468"/>
                <a:ext cx="378" cy="448"/>
                <a:chOff x="3113" y="2468"/>
                <a:chExt cx="378" cy="448"/>
              </a:xfrm>
            </p:grpSpPr>
            <p:sp>
              <p:nvSpPr>
                <p:cNvPr id="10350" name="AutoShape 111">
                  <a:extLst>
                    <a:ext uri="{FF2B5EF4-FFF2-40B4-BE49-F238E27FC236}">
                      <a16:creationId xmlns:a16="http://schemas.microsoft.com/office/drawing/2014/main" id="{823B81D7-3F0E-0BB6-A666-30D673508549}"/>
                    </a:ext>
                  </a:extLst>
                </p:cNvPr>
                <p:cNvSpPr>
                  <a:spLocks noChangeArrowheads="1"/>
                </p:cNvSpPr>
                <p:nvPr/>
              </p:nvSpPr>
              <p:spPr bwMode="auto">
                <a:xfrm>
                  <a:off x="3113" y="2539"/>
                  <a:ext cx="378" cy="377"/>
                </a:xfrm>
                <a:prstGeom prst="cube">
                  <a:avLst>
                    <a:gd name="adj" fmla="val 24995"/>
                  </a:avLst>
                </a:prstGeom>
                <a:solidFill>
                  <a:srgbClr val="A2C1FE"/>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51" name="AutoShape 112">
                  <a:extLst>
                    <a:ext uri="{FF2B5EF4-FFF2-40B4-BE49-F238E27FC236}">
                      <a16:creationId xmlns:a16="http://schemas.microsoft.com/office/drawing/2014/main" id="{B68B2A3E-40DB-9F14-5C01-3A0067C43CC3}"/>
                    </a:ext>
                  </a:extLst>
                </p:cNvPr>
                <p:cNvSpPr>
                  <a:spLocks noChangeArrowheads="1"/>
                </p:cNvSpPr>
                <p:nvPr/>
              </p:nvSpPr>
              <p:spPr bwMode="auto">
                <a:xfrm>
                  <a:off x="3199" y="2468"/>
                  <a:ext cx="292" cy="78"/>
                </a:xfrm>
                <a:prstGeom prst="cube">
                  <a:avLst>
                    <a:gd name="adj" fmla="val 24995"/>
                  </a:avLst>
                </a:prstGeom>
                <a:solidFill>
                  <a:srgbClr val="A2C1FE"/>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52" name="Oval 113">
                <a:extLst>
                  <a:ext uri="{FF2B5EF4-FFF2-40B4-BE49-F238E27FC236}">
                    <a16:creationId xmlns:a16="http://schemas.microsoft.com/office/drawing/2014/main" id="{E5674BF8-F7EC-D162-8F1F-9A70746284E5}"/>
                  </a:ext>
                </a:extLst>
              </p:cNvPr>
              <p:cNvSpPr>
                <a:spLocks noChangeArrowheads="1"/>
              </p:cNvSpPr>
              <p:nvPr/>
            </p:nvSpPr>
            <p:spPr bwMode="auto">
              <a:xfrm>
                <a:off x="3228" y="2504"/>
                <a:ext cx="49" cy="27"/>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0353" name="AutoShape 114">
                <a:extLst>
                  <a:ext uri="{FF2B5EF4-FFF2-40B4-BE49-F238E27FC236}">
                    <a16:creationId xmlns:a16="http://schemas.microsoft.com/office/drawing/2014/main" id="{D76DCD1C-E431-FA63-FA3E-EBAD7D30BF0B}"/>
                  </a:ext>
                </a:extLst>
              </p:cNvPr>
              <p:cNvSpPr>
                <a:spLocks noChangeArrowheads="1"/>
              </p:cNvSpPr>
              <p:nvPr/>
            </p:nvSpPr>
            <p:spPr bwMode="auto">
              <a:xfrm>
                <a:off x="3160" y="2714"/>
                <a:ext cx="198" cy="84"/>
              </a:xfrm>
              <a:prstGeom prst="octagon">
                <a:avLst>
                  <a:gd name="adj" fmla="val 29282"/>
                </a:avLst>
              </a:prstGeom>
              <a:solidFill>
                <a:srgbClr val="A2C1FE"/>
              </a:solidFill>
              <a:ln w="254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54" name="Freeform 115">
              <a:extLst>
                <a:ext uri="{FF2B5EF4-FFF2-40B4-BE49-F238E27FC236}">
                  <a16:creationId xmlns:a16="http://schemas.microsoft.com/office/drawing/2014/main" id="{2463CF69-0F2B-2050-B9F4-BDC21FAF9F47}"/>
                </a:ext>
              </a:extLst>
            </p:cNvPr>
            <p:cNvSpPr>
              <a:spLocks noChangeArrowheads="1"/>
            </p:cNvSpPr>
            <p:nvPr/>
          </p:nvSpPr>
          <p:spPr bwMode="auto">
            <a:xfrm>
              <a:off x="3677" y="2697"/>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ea typeface="宋体" panose="02010600030101010101" pitchFamily="2" charset="-122"/>
              </a:endParaRPr>
            </a:p>
          </p:txBody>
        </p:sp>
        <p:sp>
          <p:nvSpPr>
            <p:cNvPr id="10355" name="Rectangle 116">
              <a:extLst>
                <a:ext uri="{FF2B5EF4-FFF2-40B4-BE49-F238E27FC236}">
                  <a16:creationId xmlns:a16="http://schemas.microsoft.com/office/drawing/2014/main" id="{277DB57E-2B27-215B-D2D4-EDD9A89724EF}"/>
                </a:ext>
              </a:extLst>
            </p:cNvPr>
            <p:cNvSpPr>
              <a:spLocks noChangeArrowheads="1"/>
            </p:cNvSpPr>
            <p:nvPr/>
          </p:nvSpPr>
          <p:spPr bwMode="auto">
            <a:xfrm>
              <a:off x="3673" y="2697"/>
              <a:ext cx="106"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6" name="Rectangle 117">
              <a:extLst>
                <a:ext uri="{FF2B5EF4-FFF2-40B4-BE49-F238E27FC236}">
                  <a16:creationId xmlns:a16="http://schemas.microsoft.com/office/drawing/2014/main" id="{DE6AEDFE-1CB1-B8A7-7651-1F17A687767D}"/>
                </a:ext>
              </a:extLst>
            </p:cNvPr>
            <p:cNvSpPr>
              <a:spLocks noChangeArrowheads="1"/>
            </p:cNvSpPr>
            <p:nvPr/>
          </p:nvSpPr>
          <p:spPr bwMode="auto">
            <a:xfrm>
              <a:off x="3680" y="2778"/>
              <a:ext cx="82"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7" name="Rectangle 118">
              <a:extLst>
                <a:ext uri="{FF2B5EF4-FFF2-40B4-BE49-F238E27FC236}">
                  <a16:creationId xmlns:a16="http://schemas.microsoft.com/office/drawing/2014/main" id="{8D5A7CB8-30D3-EB9B-B8DF-884585A78B95}"/>
                </a:ext>
              </a:extLst>
            </p:cNvPr>
            <p:cNvSpPr>
              <a:spLocks noChangeArrowheads="1"/>
            </p:cNvSpPr>
            <p:nvPr/>
          </p:nvSpPr>
          <p:spPr bwMode="auto">
            <a:xfrm>
              <a:off x="3497" y="2778"/>
              <a:ext cx="103" cy="11"/>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grpSp>
          <p:nvGrpSpPr>
            <p:cNvPr id="10358" name="Group 119">
              <a:extLst>
                <a:ext uri="{FF2B5EF4-FFF2-40B4-BE49-F238E27FC236}">
                  <a16:creationId xmlns:a16="http://schemas.microsoft.com/office/drawing/2014/main" id="{52FA5042-9ED5-A893-6A24-3D8499A658CE}"/>
                </a:ext>
              </a:extLst>
            </p:cNvPr>
            <p:cNvGrpSpPr>
              <a:grpSpLocks/>
            </p:cNvGrpSpPr>
            <p:nvPr/>
          </p:nvGrpSpPr>
          <p:grpSpPr bwMode="auto">
            <a:xfrm>
              <a:off x="3495" y="2525"/>
              <a:ext cx="194" cy="364"/>
              <a:chOff x="3495" y="2525"/>
              <a:chExt cx="194" cy="364"/>
            </a:xfrm>
          </p:grpSpPr>
          <p:sp>
            <p:nvSpPr>
              <p:cNvPr id="10359" name="Oval 120">
                <a:extLst>
                  <a:ext uri="{FF2B5EF4-FFF2-40B4-BE49-F238E27FC236}">
                    <a16:creationId xmlns:a16="http://schemas.microsoft.com/office/drawing/2014/main" id="{013D9C10-C638-C4F4-79C3-2958D002729D}"/>
                  </a:ext>
                </a:extLst>
              </p:cNvPr>
              <p:cNvSpPr>
                <a:spLocks noChangeArrowheads="1"/>
              </p:cNvSpPr>
              <p:nvPr/>
            </p:nvSpPr>
            <p:spPr bwMode="auto">
              <a:xfrm>
                <a:off x="3571" y="2525"/>
                <a:ext cx="48" cy="48"/>
              </a:xfrm>
              <a:prstGeom prst="ellipse">
                <a:avLst/>
              </a:prstGeom>
              <a:solidFill>
                <a:srgbClr val="FC0128"/>
              </a:solidFill>
              <a:ln w="12700">
                <a:solidFill>
                  <a:srgbClr val="000000"/>
                </a:solidFill>
                <a:round/>
                <a:headEnd/>
                <a:tailEnd/>
              </a:ln>
            </p:spPr>
            <p:txBody>
              <a:bodyPr wrap="none" anchor="ctr"/>
              <a:lstStyle/>
              <a:p>
                <a:pPr eaLnBrk="0" hangingPunct="0"/>
                <a:endParaRPr lang="zh-CN" altLang="en-US">
                  <a:ea typeface="宋体" panose="02010600030101010101" pitchFamily="2" charset="-122"/>
                </a:endParaRPr>
              </a:p>
            </p:txBody>
          </p:sp>
          <p:sp>
            <p:nvSpPr>
              <p:cNvPr id="10360" name="Freeform 121">
                <a:extLst>
                  <a:ext uri="{FF2B5EF4-FFF2-40B4-BE49-F238E27FC236}">
                    <a16:creationId xmlns:a16="http://schemas.microsoft.com/office/drawing/2014/main" id="{BD5C271D-B9AE-8BBD-A4B0-E8B11A578B71}"/>
                  </a:ext>
                </a:extLst>
              </p:cNvPr>
              <p:cNvSpPr>
                <a:spLocks noChangeArrowheads="1"/>
              </p:cNvSpPr>
              <p:nvPr/>
            </p:nvSpPr>
            <p:spPr bwMode="auto">
              <a:xfrm>
                <a:off x="3495" y="2593"/>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xtLst>
                <a:ext uri="{91240B29-F687-4F45-9708-019B960494DF}">
                  <a14:hiddenLine xmlns:a14="http://schemas.microsoft.com/office/drawing/2010/main" w="127000">
                    <a:solidFill>
                      <a:srgbClr val="000000"/>
                    </a:solidFill>
                    <a:round/>
                    <a:headEnd/>
                    <a:tailEnd/>
                  </a14:hiddenLine>
                </a:ext>
              </a:extLst>
            </p:spPr>
            <p:txBody>
              <a:bodyPr/>
              <a:lstStyle/>
              <a:p>
                <a:endParaRPr lang="zh-CN" altLang="en-US">
                  <a:ea typeface="宋体" panose="02010600030101010101" pitchFamily="2" charset="-122"/>
                </a:endParaRPr>
              </a:p>
            </p:txBody>
          </p:sp>
        </p:grpSp>
      </p:grpSp>
      <p:grpSp>
        <p:nvGrpSpPr>
          <p:cNvPr id="10361" name="Group 122">
            <a:extLst>
              <a:ext uri="{FF2B5EF4-FFF2-40B4-BE49-F238E27FC236}">
                <a16:creationId xmlns:a16="http://schemas.microsoft.com/office/drawing/2014/main" id="{A427A4B0-D6CA-F466-C363-E0A15BA0EBB6}"/>
              </a:ext>
            </a:extLst>
          </p:cNvPr>
          <p:cNvGrpSpPr>
            <a:grpSpLocks/>
          </p:cNvGrpSpPr>
          <p:nvPr/>
        </p:nvGrpSpPr>
        <p:grpSpPr bwMode="auto">
          <a:xfrm>
            <a:off x="6115050" y="4519613"/>
            <a:ext cx="1535113" cy="711200"/>
            <a:chOff x="3852" y="2964"/>
            <a:chExt cx="967" cy="448"/>
          </a:xfrm>
        </p:grpSpPr>
        <p:grpSp>
          <p:nvGrpSpPr>
            <p:cNvPr id="10362" name="Group 123">
              <a:extLst>
                <a:ext uri="{FF2B5EF4-FFF2-40B4-BE49-F238E27FC236}">
                  <a16:creationId xmlns:a16="http://schemas.microsoft.com/office/drawing/2014/main" id="{46132FCD-E182-421C-7D31-A56FDC7CB5EF}"/>
                </a:ext>
              </a:extLst>
            </p:cNvPr>
            <p:cNvGrpSpPr>
              <a:grpSpLocks/>
            </p:cNvGrpSpPr>
            <p:nvPr/>
          </p:nvGrpSpPr>
          <p:grpSpPr bwMode="auto">
            <a:xfrm>
              <a:off x="3852" y="2964"/>
              <a:ext cx="305" cy="448"/>
              <a:chOff x="3852" y="2964"/>
              <a:chExt cx="305" cy="448"/>
            </a:xfrm>
          </p:grpSpPr>
          <p:grpSp>
            <p:nvGrpSpPr>
              <p:cNvPr id="10363" name="Group 124">
                <a:extLst>
                  <a:ext uri="{FF2B5EF4-FFF2-40B4-BE49-F238E27FC236}">
                    <a16:creationId xmlns:a16="http://schemas.microsoft.com/office/drawing/2014/main" id="{F4B55139-46EC-1EA7-8E50-02465FEB4765}"/>
                  </a:ext>
                </a:extLst>
              </p:cNvPr>
              <p:cNvGrpSpPr>
                <a:grpSpLocks/>
              </p:cNvGrpSpPr>
              <p:nvPr/>
            </p:nvGrpSpPr>
            <p:grpSpPr bwMode="auto">
              <a:xfrm>
                <a:off x="3852" y="2964"/>
                <a:ext cx="305" cy="448"/>
                <a:chOff x="3852" y="2964"/>
                <a:chExt cx="305" cy="448"/>
              </a:xfrm>
            </p:grpSpPr>
            <p:sp>
              <p:nvSpPr>
                <p:cNvPr id="10364" name="AutoShape 125">
                  <a:extLst>
                    <a:ext uri="{FF2B5EF4-FFF2-40B4-BE49-F238E27FC236}">
                      <a16:creationId xmlns:a16="http://schemas.microsoft.com/office/drawing/2014/main" id="{D22C1B3A-A845-BD13-6C8D-843D5DEF8095}"/>
                    </a:ext>
                  </a:extLst>
                </p:cNvPr>
                <p:cNvSpPr>
                  <a:spLocks noChangeArrowheads="1"/>
                </p:cNvSpPr>
                <p:nvPr/>
              </p:nvSpPr>
              <p:spPr bwMode="auto">
                <a:xfrm>
                  <a:off x="3852" y="3035"/>
                  <a:ext cx="305" cy="377"/>
                </a:xfrm>
                <a:prstGeom prst="cube">
                  <a:avLst>
                    <a:gd name="adj" fmla="val 24995"/>
                  </a:avLst>
                </a:prstGeom>
                <a:solidFill>
                  <a:srgbClr val="F6BF69"/>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65" name="AutoShape 126">
                  <a:extLst>
                    <a:ext uri="{FF2B5EF4-FFF2-40B4-BE49-F238E27FC236}">
                      <a16:creationId xmlns:a16="http://schemas.microsoft.com/office/drawing/2014/main" id="{537398F5-F2B6-A36A-1740-6B1312FBB7B9}"/>
                    </a:ext>
                  </a:extLst>
                </p:cNvPr>
                <p:cNvSpPr>
                  <a:spLocks noChangeArrowheads="1"/>
                </p:cNvSpPr>
                <p:nvPr/>
              </p:nvSpPr>
              <p:spPr bwMode="auto">
                <a:xfrm>
                  <a:off x="3922" y="2964"/>
                  <a:ext cx="235" cy="78"/>
                </a:xfrm>
                <a:prstGeom prst="cube">
                  <a:avLst>
                    <a:gd name="adj" fmla="val 24995"/>
                  </a:avLst>
                </a:prstGeom>
                <a:solidFill>
                  <a:srgbClr val="F6BF69"/>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66" name="AutoShape 127">
                <a:extLst>
                  <a:ext uri="{FF2B5EF4-FFF2-40B4-BE49-F238E27FC236}">
                    <a16:creationId xmlns:a16="http://schemas.microsoft.com/office/drawing/2014/main" id="{1B5A0EEF-AA80-95F7-5BB5-FA666F98853D}"/>
                  </a:ext>
                </a:extLst>
              </p:cNvPr>
              <p:cNvSpPr>
                <a:spLocks noChangeArrowheads="1"/>
              </p:cNvSpPr>
              <p:nvPr/>
            </p:nvSpPr>
            <p:spPr bwMode="auto">
              <a:xfrm>
                <a:off x="3914" y="3068"/>
                <a:ext cx="158" cy="27"/>
              </a:xfrm>
              <a:prstGeom prst="parallelogram">
                <a:avLst>
                  <a:gd name="adj" fmla="val 146269"/>
                </a:avLst>
              </a:prstGeom>
              <a:solidFill>
                <a:srgbClr val="F6BF69"/>
              </a:solidFill>
              <a:ln w="254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0367" name="Group 128">
              <a:extLst>
                <a:ext uri="{FF2B5EF4-FFF2-40B4-BE49-F238E27FC236}">
                  <a16:creationId xmlns:a16="http://schemas.microsoft.com/office/drawing/2014/main" id="{554FB85D-77C4-5122-EA84-F47E202F9BB7}"/>
                </a:ext>
              </a:extLst>
            </p:cNvPr>
            <p:cNvGrpSpPr>
              <a:grpSpLocks/>
            </p:cNvGrpSpPr>
            <p:nvPr/>
          </p:nvGrpSpPr>
          <p:grpSpPr bwMode="auto">
            <a:xfrm>
              <a:off x="4153" y="2964"/>
              <a:ext cx="378" cy="448"/>
              <a:chOff x="4153" y="2964"/>
              <a:chExt cx="378" cy="448"/>
            </a:xfrm>
          </p:grpSpPr>
          <p:grpSp>
            <p:nvGrpSpPr>
              <p:cNvPr id="10368" name="Group 129">
                <a:extLst>
                  <a:ext uri="{FF2B5EF4-FFF2-40B4-BE49-F238E27FC236}">
                    <a16:creationId xmlns:a16="http://schemas.microsoft.com/office/drawing/2014/main" id="{1278373F-3FED-8E1B-0DF4-0D59F5BA2E50}"/>
                  </a:ext>
                </a:extLst>
              </p:cNvPr>
              <p:cNvGrpSpPr>
                <a:grpSpLocks/>
              </p:cNvGrpSpPr>
              <p:nvPr/>
            </p:nvGrpSpPr>
            <p:grpSpPr bwMode="auto">
              <a:xfrm>
                <a:off x="4153" y="2964"/>
                <a:ext cx="378" cy="448"/>
                <a:chOff x="4153" y="2964"/>
                <a:chExt cx="378" cy="448"/>
              </a:xfrm>
            </p:grpSpPr>
            <p:sp>
              <p:nvSpPr>
                <p:cNvPr id="10369" name="AutoShape 130">
                  <a:extLst>
                    <a:ext uri="{FF2B5EF4-FFF2-40B4-BE49-F238E27FC236}">
                      <a16:creationId xmlns:a16="http://schemas.microsoft.com/office/drawing/2014/main" id="{D344261E-86CB-5AF3-8AA0-C9FB5B6E7F75}"/>
                    </a:ext>
                  </a:extLst>
                </p:cNvPr>
                <p:cNvSpPr>
                  <a:spLocks noChangeArrowheads="1"/>
                </p:cNvSpPr>
                <p:nvPr/>
              </p:nvSpPr>
              <p:spPr bwMode="auto">
                <a:xfrm>
                  <a:off x="4153" y="3035"/>
                  <a:ext cx="378" cy="377"/>
                </a:xfrm>
                <a:prstGeom prst="cube">
                  <a:avLst>
                    <a:gd name="adj" fmla="val 24995"/>
                  </a:avLst>
                </a:prstGeom>
                <a:solidFill>
                  <a:srgbClr val="A2C1FE"/>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70" name="AutoShape 131">
                  <a:extLst>
                    <a:ext uri="{FF2B5EF4-FFF2-40B4-BE49-F238E27FC236}">
                      <a16:creationId xmlns:a16="http://schemas.microsoft.com/office/drawing/2014/main" id="{43EF5158-9A9C-2FCF-4FEF-856440506F92}"/>
                    </a:ext>
                  </a:extLst>
                </p:cNvPr>
                <p:cNvSpPr>
                  <a:spLocks noChangeArrowheads="1"/>
                </p:cNvSpPr>
                <p:nvPr/>
              </p:nvSpPr>
              <p:spPr bwMode="auto">
                <a:xfrm>
                  <a:off x="4239" y="2964"/>
                  <a:ext cx="292" cy="78"/>
                </a:xfrm>
                <a:prstGeom prst="cube">
                  <a:avLst>
                    <a:gd name="adj" fmla="val 24995"/>
                  </a:avLst>
                </a:prstGeom>
                <a:solidFill>
                  <a:srgbClr val="A2C1FE"/>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71" name="Oval 132">
                <a:extLst>
                  <a:ext uri="{FF2B5EF4-FFF2-40B4-BE49-F238E27FC236}">
                    <a16:creationId xmlns:a16="http://schemas.microsoft.com/office/drawing/2014/main" id="{40811839-11F6-6F1C-606C-C2EA839E9820}"/>
                  </a:ext>
                </a:extLst>
              </p:cNvPr>
              <p:cNvSpPr>
                <a:spLocks noChangeArrowheads="1"/>
              </p:cNvSpPr>
              <p:nvPr/>
            </p:nvSpPr>
            <p:spPr bwMode="auto">
              <a:xfrm>
                <a:off x="4268" y="3000"/>
                <a:ext cx="49" cy="27"/>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0372" name="AutoShape 133">
                <a:extLst>
                  <a:ext uri="{FF2B5EF4-FFF2-40B4-BE49-F238E27FC236}">
                    <a16:creationId xmlns:a16="http://schemas.microsoft.com/office/drawing/2014/main" id="{014DFEA4-46F1-A6A0-86CC-97DDE87FEDC9}"/>
                  </a:ext>
                </a:extLst>
              </p:cNvPr>
              <p:cNvSpPr>
                <a:spLocks noChangeArrowheads="1"/>
              </p:cNvSpPr>
              <p:nvPr/>
            </p:nvSpPr>
            <p:spPr bwMode="auto">
              <a:xfrm>
                <a:off x="4200" y="3210"/>
                <a:ext cx="198" cy="84"/>
              </a:xfrm>
              <a:prstGeom prst="octagon">
                <a:avLst>
                  <a:gd name="adj" fmla="val 29282"/>
                </a:avLst>
              </a:prstGeom>
              <a:solidFill>
                <a:srgbClr val="A2C1FE"/>
              </a:solidFill>
              <a:ln w="254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73" name="Freeform 134">
              <a:extLst>
                <a:ext uri="{FF2B5EF4-FFF2-40B4-BE49-F238E27FC236}">
                  <a16:creationId xmlns:a16="http://schemas.microsoft.com/office/drawing/2014/main" id="{7C9EF161-B512-DFD5-9C9A-A9E733832CEA}"/>
                </a:ext>
              </a:extLst>
            </p:cNvPr>
            <p:cNvSpPr>
              <a:spLocks noChangeArrowheads="1"/>
            </p:cNvSpPr>
            <p:nvPr/>
          </p:nvSpPr>
          <p:spPr bwMode="auto">
            <a:xfrm>
              <a:off x="4717" y="3193"/>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ea typeface="宋体" panose="02010600030101010101" pitchFamily="2" charset="-122"/>
              </a:endParaRPr>
            </a:p>
          </p:txBody>
        </p:sp>
        <p:sp>
          <p:nvSpPr>
            <p:cNvPr id="10374" name="Rectangle 135">
              <a:extLst>
                <a:ext uri="{FF2B5EF4-FFF2-40B4-BE49-F238E27FC236}">
                  <a16:creationId xmlns:a16="http://schemas.microsoft.com/office/drawing/2014/main" id="{0DA43E7D-6C55-2AB3-94BF-DA7E59F1DA48}"/>
                </a:ext>
              </a:extLst>
            </p:cNvPr>
            <p:cNvSpPr>
              <a:spLocks noChangeArrowheads="1"/>
            </p:cNvSpPr>
            <p:nvPr/>
          </p:nvSpPr>
          <p:spPr bwMode="auto">
            <a:xfrm>
              <a:off x="4713" y="3193"/>
              <a:ext cx="106"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75" name="Rectangle 136">
              <a:extLst>
                <a:ext uri="{FF2B5EF4-FFF2-40B4-BE49-F238E27FC236}">
                  <a16:creationId xmlns:a16="http://schemas.microsoft.com/office/drawing/2014/main" id="{E321CFE8-BA75-188F-5061-A565E6791F1B}"/>
                </a:ext>
              </a:extLst>
            </p:cNvPr>
            <p:cNvSpPr>
              <a:spLocks noChangeArrowheads="1"/>
            </p:cNvSpPr>
            <p:nvPr/>
          </p:nvSpPr>
          <p:spPr bwMode="auto">
            <a:xfrm>
              <a:off x="4720" y="3274"/>
              <a:ext cx="82"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76" name="Rectangle 137">
              <a:extLst>
                <a:ext uri="{FF2B5EF4-FFF2-40B4-BE49-F238E27FC236}">
                  <a16:creationId xmlns:a16="http://schemas.microsoft.com/office/drawing/2014/main" id="{9AA4364D-1A1E-F36F-CE34-787C3C108745}"/>
                </a:ext>
              </a:extLst>
            </p:cNvPr>
            <p:cNvSpPr>
              <a:spLocks noChangeArrowheads="1"/>
            </p:cNvSpPr>
            <p:nvPr/>
          </p:nvSpPr>
          <p:spPr bwMode="auto">
            <a:xfrm>
              <a:off x="4537" y="3274"/>
              <a:ext cx="103" cy="11"/>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grpSp>
          <p:nvGrpSpPr>
            <p:cNvPr id="10377" name="Group 138">
              <a:extLst>
                <a:ext uri="{FF2B5EF4-FFF2-40B4-BE49-F238E27FC236}">
                  <a16:creationId xmlns:a16="http://schemas.microsoft.com/office/drawing/2014/main" id="{A4C261BF-9765-E690-F9A4-2ED87DD09EA6}"/>
                </a:ext>
              </a:extLst>
            </p:cNvPr>
            <p:cNvGrpSpPr>
              <a:grpSpLocks/>
            </p:cNvGrpSpPr>
            <p:nvPr/>
          </p:nvGrpSpPr>
          <p:grpSpPr bwMode="auto">
            <a:xfrm>
              <a:off x="4535" y="3021"/>
              <a:ext cx="194" cy="364"/>
              <a:chOff x="4535" y="3021"/>
              <a:chExt cx="194" cy="364"/>
            </a:xfrm>
          </p:grpSpPr>
          <p:sp>
            <p:nvSpPr>
              <p:cNvPr id="10378" name="Oval 139">
                <a:extLst>
                  <a:ext uri="{FF2B5EF4-FFF2-40B4-BE49-F238E27FC236}">
                    <a16:creationId xmlns:a16="http://schemas.microsoft.com/office/drawing/2014/main" id="{86604D51-DC0B-57B8-3837-2E1407076608}"/>
                  </a:ext>
                </a:extLst>
              </p:cNvPr>
              <p:cNvSpPr>
                <a:spLocks noChangeArrowheads="1"/>
              </p:cNvSpPr>
              <p:nvPr/>
            </p:nvSpPr>
            <p:spPr bwMode="auto">
              <a:xfrm>
                <a:off x="4611" y="3021"/>
                <a:ext cx="48" cy="48"/>
              </a:xfrm>
              <a:prstGeom prst="ellipse">
                <a:avLst/>
              </a:prstGeom>
              <a:solidFill>
                <a:srgbClr val="FC0128"/>
              </a:solidFill>
              <a:ln w="12700">
                <a:solidFill>
                  <a:srgbClr val="000000"/>
                </a:solidFill>
                <a:round/>
                <a:headEnd/>
                <a:tailEnd/>
              </a:ln>
            </p:spPr>
            <p:txBody>
              <a:bodyPr wrap="none" anchor="ctr"/>
              <a:lstStyle/>
              <a:p>
                <a:pPr eaLnBrk="0" hangingPunct="0"/>
                <a:endParaRPr lang="zh-CN" altLang="en-US">
                  <a:ea typeface="宋体" panose="02010600030101010101" pitchFamily="2" charset="-122"/>
                </a:endParaRPr>
              </a:p>
            </p:txBody>
          </p:sp>
          <p:sp>
            <p:nvSpPr>
              <p:cNvPr id="10379" name="Freeform 140">
                <a:extLst>
                  <a:ext uri="{FF2B5EF4-FFF2-40B4-BE49-F238E27FC236}">
                    <a16:creationId xmlns:a16="http://schemas.microsoft.com/office/drawing/2014/main" id="{5B7D56E6-442E-4703-3C07-7B041E23CF57}"/>
                  </a:ext>
                </a:extLst>
              </p:cNvPr>
              <p:cNvSpPr>
                <a:spLocks noChangeArrowheads="1"/>
              </p:cNvSpPr>
              <p:nvPr/>
            </p:nvSpPr>
            <p:spPr bwMode="auto">
              <a:xfrm>
                <a:off x="4535" y="3089"/>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xtLst>
                <a:ext uri="{91240B29-F687-4F45-9708-019B960494DF}">
                  <a14:hiddenLine xmlns:a14="http://schemas.microsoft.com/office/drawing/2010/main" w="127000">
                    <a:solidFill>
                      <a:srgbClr val="000000"/>
                    </a:solidFill>
                    <a:round/>
                    <a:headEnd/>
                    <a:tailEnd/>
                  </a14:hiddenLine>
                </a:ext>
              </a:extLst>
            </p:spPr>
            <p:txBody>
              <a:bodyPr/>
              <a:lstStyle/>
              <a:p>
                <a:endParaRPr lang="zh-CN" altLang="en-US">
                  <a:ea typeface="宋体" panose="02010600030101010101" pitchFamily="2" charset="-122"/>
                </a:endParaRPr>
              </a:p>
            </p:txBody>
          </p:sp>
        </p:grpSp>
      </p:grpSp>
      <p:sp>
        <p:nvSpPr>
          <p:cNvPr id="10380" name="Rectangle 141">
            <a:extLst>
              <a:ext uri="{FF2B5EF4-FFF2-40B4-BE49-F238E27FC236}">
                <a16:creationId xmlns:a16="http://schemas.microsoft.com/office/drawing/2014/main" id="{0B639092-F673-7665-A702-7A05629186EE}"/>
              </a:ext>
            </a:extLst>
          </p:cNvPr>
          <p:cNvSpPr>
            <a:spLocks noChangeArrowheads="1"/>
          </p:cNvSpPr>
          <p:nvPr/>
        </p:nvSpPr>
        <p:spPr bwMode="auto">
          <a:xfrm>
            <a:off x="150813" y="2268538"/>
            <a:ext cx="358775"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1800" b="0" i="1">
                <a:latin typeface="Arial" panose="020B0604020202020204" pitchFamily="34" charset="0"/>
                <a:ea typeface="宋体" panose="02010600030101010101" pitchFamily="2" charset="-122"/>
              </a:rPr>
              <a:t>T</a:t>
            </a:r>
          </a:p>
          <a:p>
            <a:pPr algn="ctr" eaLnBrk="0" hangingPunct="0"/>
            <a:r>
              <a:rPr lang="en-US" altLang="zh-CN" sz="1800" b="0" i="1">
                <a:latin typeface="Arial" panose="020B0604020202020204" pitchFamily="34" charset="0"/>
                <a:ea typeface="宋体" panose="02010600030101010101" pitchFamily="2" charset="-122"/>
              </a:rPr>
              <a:t>a</a:t>
            </a:r>
          </a:p>
          <a:p>
            <a:pPr algn="ctr" eaLnBrk="0" hangingPunct="0"/>
            <a:r>
              <a:rPr lang="en-US" altLang="zh-CN" sz="1800" b="0" i="1">
                <a:latin typeface="Arial" panose="020B0604020202020204" pitchFamily="34" charset="0"/>
                <a:ea typeface="宋体" panose="02010600030101010101" pitchFamily="2" charset="-122"/>
              </a:rPr>
              <a:t>s</a:t>
            </a:r>
          </a:p>
          <a:p>
            <a:pPr algn="ctr" eaLnBrk="0" hangingPunct="0"/>
            <a:r>
              <a:rPr lang="en-US" altLang="zh-CN" sz="1800" b="0" i="1">
                <a:latin typeface="Arial" panose="020B0604020202020204" pitchFamily="34" charset="0"/>
                <a:ea typeface="宋体" panose="02010600030101010101" pitchFamily="2" charset="-122"/>
              </a:rPr>
              <a:t>k</a:t>
            </a:r>
          </a:p>
          <a:p>
            <a:pPr algn="ctr" eaLnBrk="0" hangingPunct="0"/>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O</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r>
              <a:rPr lang="en-US" altLang="zh-CN" sz="1800" b="0" i="1">
                <a:latin typeface="Arial" panose="020B0604020202020204" pitchFamily="34" charset="0"/>
                <a:ea typeface="宋体" panose="02010600030101010101" pitchFamily="2" charset="-122"/>
              </a:rPr>
              <a:t>d</a:t>
            </a:r>
          </a:p>
          <a:p>
            <a:pPr algn="ctr" eaLnBrk="0" hangingPunct="0"/>
            <a:r>
              <a:rPr lang="en-US" altLang="zh-CN" sz="1800" b="0" i="1">
                <a:latin typeface="Arial" panose="020B0604020202020204" pitchFamily="34" charset="0"/>
                <a:ea typeface="宋体" panose="02010600030101010101" pitchFamily="2" charset="-122"/>
              </a:rPr>
              <a:t>e</a:t>
            </a:r>
          </a:p>
          <a:p>
            <a:pPr algn="ctr" eaLnBrk="0" hangingPunct="0"/>
            <a:r>
              <a:rPr lang="en-US" altLang="zh-CN" sz="1800" b="0" i="1">
                <a:latin typeface="Arial" panose="020B0604020202020204" pitchFamily="34" charset="0"/>
                <a:ea typeface="宋体" panose="02010600030101010101" pitchFamily="2" charset="-122"/>
              </a:rPr>
              <a:t>r</a:t>
            </a:r>
          </a:p>
        </p:txBody>
      </p:sp>
      <p:sp>
        <p:nvSpPr>
          <p:cNvPr id="10381" name="Line 142">
            <a:extLst>
              <a:ext uri="{FF2B5EF4-FFF2-40B4-BE49-F238E27FC236}">
                <a16:creationId xmlns:a16="http://schemas.microsoft.com/office/drawing/2014/main" id="{EC577DAB-4955-DA3A-F407-ADAAD7F46DE8}"/>
              </a:ext>
            </a:extLst>
          </p:cNvPr>
          <p:cNvSpPr>
            <a:spLocks noChangeShapeType="1"/>
          </p:cNvSpPr>
          <p:nvPr/>
        </p:nvSpPr>
        <p:spPr bwMode="auto">
          <a:xfrm>
            <a:off x="635000" y="2119313"/>
            <a:ext cx="0" cy="30353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82" name="Rectangle 143">
            <a:extLst>
              <a:ext uri="{FF2B5EF4-FFF2-40B4-BE49-F238E27FC236}">
                <a16:creationId xmlns:a16="http://schemas.microsoft.com/office/drawing/2014/main" id="{22821DD9-BC5B-58DB-47EE-1D95EC2B203F}"/>
              </a:ext>
            </a:extLst>
          </p:cNvPr>
          <p:cNvSpPr>
            <a:spLocks noChangeArrowheads="1"/>
          </p:cNvSpPr>
          <p:nvPr/>
        </p:nvSpPr>
        <p:spPr bwMode="auto">
          <a:xfrm>
            <a:off x="4125913" y="1341438"/>
            <a:ext cx="6889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b="0" i="1">
                <a:latin typeface="Arial" panose="020B0604020202020204" pitchFamily="34" charset="0"/>
                <a:ea typeface="宋体" panose="02010600030101010101" pitchFamily="2" charset="-122"/>
              </a:rPr>
              <a:t>Time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4451">
                                            <p:txEl>
                                              <p:pRg st="0" end="0"/>
                                            </p:txEl>
                                          </p:spTgt>
                                        </p:tgtEl>
                                        <p:attrNameLst>
                                          <p:attrName>style.visibility</p:attrName>
                                        </p:attrNameLst>
                                      </p:cBhvr>
                                      <p:to>
                                        <p:strVal val="visible"/>
                                      </p:to>
                                    </p:set>
                                    <p:animEffect transition="in" filter="blinds(horizontal)">
                                      <p:cBhvr>
                                        <p:cTn id="7" dur="500"/>
                                        <p:tgtEl>
                                          <p:spTgt spid="1044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4451">
                                            <p:txEl>
                                              <p:pRg st="1" end="1"/>
                                            </p:txEl>
                                          </p:spTgt>
                                        </p:tgtEl>
                                        <p:attrNameLst>
                                          <p:attrName>style.visibility</p:attrName>
                                        </p:attrNameLst>
                                      </p:cBhvr>
                                      <p:to>
                                        <p:strVal val="visible"/>
                                      </p:to>
                                    </p:set>
                                    <p:animEffect transition="in" filter="blinds(horizontal)">
                                      <p:cBhvr>
                                        <p:cTn id="12" dur="500"/>
                                        <p:tgtEl>
                                          <p:spTgt spid="1044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04451">
                                            <p:txEl>
                                              <p:pRg st="2" end="2"/>
                                            </p:txEl>
                                          </p:spTgt>
                                        </p:tgtEl>
                                        <p:attrNameLst>
                                          <p:attrName>style.visibility</p:attrName>
                                        </p:attrNameLst>
                                      </p:cBhvr>
                                      <p:to>
                                        <p:strVal val="visible"/>
                                      </p:to>
                                    </p:set>
                                    <p:animEffect transition="in" filter="blinds(horizontal)">
                                      <p:cBhvr>
                                        <p:cTn id="17" dur="500"/>
                                        <p:tgtEl>
                                          <p:spTgt spid="1044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3D9889AF-4E6F-F693-FA78-3C84CA3CD6A7}"/>
              </a:ext>
            </a:extLst>
          </p:cNvPr>
          <p:cNvSpPr>
            <a:spLocks noGrp="1" noChangeArrowheads="1"/>
          </p:cNvSpPr>
          <p:nvPr>
            <p:ph type="title"/>
          </p:nvPr>
        </p:nvSpPr>
        <p:spPr>
          <a:xfrm>
            <a:off x="209550" y="0"/>
            <a:ext cx="9017000" cy="635000"/>
          </a:xfrm>
        </p:spPr>
        <p:txBody>
          <a:bodyPr lIns="90488" tIns="44450" rIns="90488" bIns="44450" anchor="ctr"/>
          <a:lstStyle/>
          <a:p>
            <a:r>
              <a:rPr lang="en-US" altLang="zh-CN" sz="2200">
                <a:ea typeface="宋体" panose="02010600030101010101" pitchFamily="2" charset="-122"/>
              </a:rPr>
              <a:t>Pipelined Laundry: (Start work ASAP)</a:t>
            </a:r>
          </a:p>
        </p:txBody>
      </p:sp>
      <p:sp>
        <p:nvSpPr>
          <p:cNvPr id="105475" name="Rectangle 3">
            <a:extLst>
              <a:ext uri="{FF2B5EF4-FFF2-40B4-BE49-F238E27FC236}">
                <a16:creationId xmlns:a16="http://schemas.microsoft.com/office/drawing/2014/main" id="{8BE13679-8C41-DDE8-F976-5B5627CCD972}"/>
              </a:ext>
            </a:extLst>
          </p:cNvPr>
          <p:cNvSpPr>
            <a:spLocks noGrp="1" noChangeArrowheads="1"/>
          </p:cNvSpPr>
          <p:nvPr>
            <p:ph idx="1"/>
          </p:nvPr>
        </p:nvSpPr>
        <p:spPr>
          <a:xfrm>
            <a:off x="4699000" y="2305050"/>
            <a:ext cx="3967163" cy="858838"/>
          </a:xfrm>
        </p:spPr>
        <p:txBody>
          <a:bodyPr lIns="90488" tIns="44450" rIns="90488" bIns="44450"/>
          <a:lstStyle/>
          <a:p>
            <a:pPr marL="342900" indent="-342900">
              <a:lnSpc>
                <a:spcPct val="120000"/>
              </a:lnSpc>
              <a:spcBef>
                <a:spcPct val="10000"/>
              </a:spcBef>
              <a:buFont typeface="Times New Roman" panose="02020603050405020304" pitchFamily="18" charset="0"/>
              <a:buNone/>
            </a:pPr>
            <a:r>
              <a:rPr lang="zh-CN" altLang="en-US" sz="2000">
                <a:solidFill>
                  <a:srgbClr val="FF0000"/>
                </a:solidFill>
                <a:latin typeface="微软雅黑" panose="020B0503020204020204" pitchFamily="34" charset="-122"/>
                <a:ea typeface="微软雅黑" panose="020B0503020204020204" pitchFamily="34" charset="-122"/>
              </a:rPr>
              <a:t>串行为</a:t>
            </a:r>
            <a:r>
              <a:rPr lang="en-US" altLang="zh-CN" sz="2000">
                <a:solidFill>
                  <a:srgbClr val="FF0000"/>
                </a:solidFill>
                <a:latin typeface="微软雅黑" panose="020B0503020204020204" pitchFamily="34" charset="-122"/>
                <a:ea typeface="微软雅黑" panose="020B0503020204020204" pitchFamily="34" charset="-122"/>
              </a:rPr>
              <a:t>90</a:t>
            </a:r>
            <a:r>
              <a:rPr lang="zh-CN" altLang="en-US" sz="2000">
                <a:solidFill>
                  <a:srgbClr val="FF0000"/>
                </a:solidFill>
                <a:latin typeface="微软雅黑" panose="020B0503020204020204" pitchFamily="34" charset="-122"/>
                <a:ea typeface="微软雅黑" panose="020B0503020204020204" pitchFamily="34" charset="-122"/>
              </a:rPr>
              <a:t>分钟</a:t>
            </a:r>
            <a:r>
              <a:rPr lang="en-US" altLang="zh-CN" sz="2000">
                <a:solidFill>
                  <a:srgbClr val="FF0000"/>
                </a:solidFill>
                <a:latin typeface="微软雅黑" panose="020B0503020204020204" pitchFamily="34" charset="-122"/>
                <a:ea typeface="微软雅黑" panose="020B0503020204020204" pitchFamily="34" charset="-122"/>
              </a:rPr>
              <a:t>x4=6</a:t>
            </a:r>
            <a:r>
              <a:rPr lang="zh-CN" altLang="en-US" sz="2000">
                <a:solidFill>
                  <a:srgbClr val="FF0000"/>
                </a:solidFill>
                <a:latin typeface="微软雅黑" panose="020B0503020204020204" pitchFamily="34" charset="-122"/>
                <a:ea typeface="微软雅黑" panose="020B0503020204020204" pitchFamily="34" charset="-122"/>
              </a:rPr>
              <a:t>小时</a:t>
            </a:r>
          </a:p>
          <a:p>
            <a:pPr marL="342900" indent="-342900">
              <a:lnSpc>
                <a:spcPct val="120000"/>
              </a:lnSpc>
              <a:spcBef>
                <a:spcPct val="10000"/>
              </a:spcBef>
              <a:buFont typeface="Times New Roman" panose="02020603050405020304" pitchFamily="18" charset="0"/>
              <a:buNone/>
            </a:pPr>
            <a:r>
              <a:rPr lang="en-US" altLang="zh-CN" sz="2000">
                <a:solidFill>
                  <a:srgbClr val="FF0000"/>
                </a:solidFill>
                <a:latin typeface="微软雅黑" panose="020B0503020204020204" pitchFamily="34" charset="-122"/>
                <a:ea typeface="微软雅黑" panose="020B0503020204020204" pitchFamily="34" charset="-122"/>
              </a:rPr>
              <a:t>N</a:t>
            </a:r>
            <a:r>
              <a:rPr lang="zh-CN" altLang="en-US" sz="2000">
                <a:solidFill>
                  <a:srgbClr val="FF0000"/>
                </a:solidFill>
                <a:latin typeface="微软雅黑" panose="020B0503020204020204" pitchFamily="34" charset="-122"/>
                <a:ea typeface="微软雅黑" panose="020B0503020204020204" pitchFamily="34" charset="-122"/>
              </a:rPr>
              <a:t>批则为</a:t>
            </a:r>
            <a:r>
              <a:rPr lang="en-US" altLang="zh-CN" sz="2000">
                <a:solidFill>
                  <a:srgbClr val="FF0000"/>
                </a:solidFill>
                <a:latin typeface="微软雅黑" panose="020B0503020204020204" pitchFamily="34" charset="-122"/>
                <a:ea typeface="微软雅黑" panose="020B0503020204020204" pitchFamily="34" charset="-122"/>
              </a:rPr>
              <a:t>90xN</a:t>
            </a:r>
            <a:r>
              <a:rPr lang="zh-CN" altLang="en-US" sz="2000">
                <a:solidFill>
                  <a:srgbClr val="FF0000"/>
                </a:solidFill>
                <a:latin typeface="微软雅黑" panose="020B0503020204020204" pitchFamily="34" charset="-122"/>
                <a:ea typeface="微软雅黑" panose="020B0503020204020204" pitchFamily="34" charset="-122"/>
              </a:rPr>
              <a:t>分钟</a:t>
            </a:r>
          </a:p>
        </p:txBody>
      </p:sp>
      <p:grpSp>
        <p:nvGrpSpPr>
          <p:cNvPr id="11267" name="Group 4">
            <a:extLst>
              <a:ext uri="{FF2B5EF4-FFF2-40B4-BE49-F238E27FC236}">
                <a16:creationId xmlns:a16="http://schemas.microsoft.com/office/drawing/2014/main" id="{8C1823BA-1108-ADD2-C109-8687CCA905DB}"/>
              </a:ext>
            </a:extLst>
          </p:cNvPr>
          <p:cNvGrpSpPr>
            <a:grpSpLocks/>
          </p:cNvGrpSpPr>
          <p:nvPr/>
        </p:nvGrpSpPr>
        <p:grpSpPr bwMode="auto">
          <a:xfrm>
            <a:off x="1079500" y="2338388"/>
            <a:ext cx="522288" cy="534987"/>
            <a:chOff x="712" y="1908"/>
            <a:chExt cx="329" cy="337"/>
          </a:xfrm>
        </p:grpSpPr>
        <p:sp>
          <p:nvSpPr>
            <p:cNvPr id="11268" name="Freeform 5">
              <a:extLst>
                <a:ext uri="{FF2B5EF4-FFF2-40B4-BE49-F238E27FC236}">
                  <a16:creationId xmlns:a16="http://schemas.microsoft.com/office/drawing/2014/main" id="{FCD4BFA0-B5AA-D7F8-EF0C-4FF17718736D}"/>
                </a:ext>
              </a:extLst>
            </p:cNvPr>
            <p:cNvSpPr>
              <a:spLocks noChangeArrowheads="1"/>
            </p:cNvSpPr>
            <p:nvPr/>
          </p:nvSpPr>
          <p:spPr bwMode="auto">
            <a:xfrm>
              <a:off x="712" y="190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11269" name="Rectangle 6">
              <a:extLst>
                <a:ext uri="{FF2B5EF4-FFF2-40B4-BE49-F238E27FC236}">
                  <a16:creationId xmlns:a16="http://schemas.microsoft.com/office/drawing/2014/main" id="{7DE61767-8A67-1354-FA58-5AD41CC4174A}"/>
                </a:ext>
              </a:extLst>
            </p:cNvPr>
            <p:cNvSpPr>
              <a:spLocks noChangeArrowheads="1"/>
            </p:cNvSpPr>
            <p:nvPr/>
          </p:nvSpPr>
          <p:spPr bwMode="auto">
            <a:xfrm>
              <a:off x="763" y="1959"/>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2400">
                  <a:latin typeface="Arial" panose="020B0604020202020204" pitchFamily="34" charset="0"/>
                  <a:ea typeface="宋体" panose="02010600030101010101" pitchFamily="2" charset="-122"/>
                </a:rPr>
                <a:t>A</a:t>
              </a:r>
            </a:p>
          </p:txBody>
        </p:sp>
      </p:grpSp>
      <p:grpSp>
        <p:nvGrpSpPr>
          <p:cNvPr id="11270" name="Group 7">
            <a:extLst>
              <a:ext uri="{FF2B5EF4-FFF2-40B4-BE49-F238E27FC236}">
                <a16:creationId xmlns:a16="http://schemas.microsoft.com/office/drawing/2014/main" id="{CC6228F5-99D1-0323-5751-252EDF024A0F}"/>
              </a:ext>
            </a:extLst>
          </p:cNvPr>
          <p:cNvGrpSpPr>
            <a:grpSpLocks/>
          </p:cNvGrpSpPr>
          <p:nvPr/>
        </p:nvGrpSpPr>
        <p:grpSpPr bwMode="auto">
          <a:xfrm>
            <a:off x="1066800" y="3189288"/>
            <a:ext cx="522288" cy="534987"/>
            <a:chOff x="704" y="2444"/>
            <a:chExt cx="329" cy="337"/>
          </a:xfrm>
        </p:grpSpPr>
        <p:sp>
          <p:nvSpPr>
            <p:cNvPr id="11271" name="Freeform 8">
              <a:extLst>
                <a:ext uri="{FF2B5EF4-FFF2-40B4-BE49-F238E27FC236}">
                  <a16:creationId xmlns:a16="http://schemas.microsoft.com/office/drawing/2014/main" id="{3CFB37C0-7A5E-71A4-3198-C247702B2329}"/>
                </a:ext>
              </a:extLst>
            </p:cNvPr>
            <p:cNvSpPr>
              <a:spLocks noChangeArrowheads="1"/>
            </p:cNvSpPr>
            <p:nvPr/>
          </p:nvSpPr>
          <p:spPr bwMode="auto">
            <a:xfrm>
              <a:off x="704" y="2444"/>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11272" name="Rectangle 9">
              <a:extLst>
                <a:ext uri="{FF2B5EF4-FFF2-40B4-BE49-F238E27FC236}">
                  <a16:creationId xmlns:a16="http://schemas.microsoft.com/office/drawing/2014/main" id="{B1E1217B-32E9-1FDA-83FB-1713D4BAED00}"/>
                </a:ext>
              </a:extLst>
            </p:cNvPr>
            <p:cNvSpPr>
              <a:spLocks noChangeArrowheads="1"/>
            </p:cNvSpPr>
            <p:nvPr/>
          </p:nvSpPr>
          <p:spPr bwMode="auto">
            <a:xfrm>
              <a:off x="755" y="2495"/>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2400">
                  <a:latin typeface="Arial" panose="020B0604020202020204" pitchFamily="34" charset="0"/>
                  <a:ea typeface="宋体" panose="02010600030101010101" pitchFamily="2" charset="-122"/>
                </a:rPr>
                <a:t>B</a:t>
              </a:r>
            </a:p>
          </p:txBody>
        </p:sp>
      </p:grpSp>
      <p:grpSp>
        <p:nvGrpSpPr>
          <p:cNvPr id="11273" name="Group 10">
            <a:extLst>
              <a:ext uri="{FF2B5EF4-FFF2-40B4-BE49-F238E27FC236}">
                <a16:creationId xmlns:a16="http://schemas.microsoft.com/office/drawing/2014/main" id="{AC87B05F-1104-0FE2-B542-7C3CD048869D}"/>
              </a:ext>
            </a:extLst>
          </p:cNvPr>
          <p:cNvGrpSpPr>
            <a:grpSpLocks/>
          </p:cNvGrpSpPr>
          <p:nvPr/>
        </p:nvGrpSpPr>
        <p:grpSpPr bwMode="auto">
          <a:xfrm>
            <a:off x="1028700" y="3938588"/>
            <a:ext cx="522288" cy="534987"/>
            <a:chOff x="680" y="2916"/>
            <a:chExt cx="329" cy="337"/>
          </a:xfrm>
        </p:grpSpPr>
        <p:sp>
          <p:nvSpPr>
            <p:cNvPr id="11274" name="Freeform 11">
              <a:extLst>
                <a:ext uri="{FF2B5EF4-FFF2-40B4-BE49-F238E27FC236}">
                  <a16:creationId xmlns:a16="http://schemas.microsoft.com/office/drawing/2014/main" id="{73FE4F8E-8658-B7EB-A5F4-ED265E62C07F}"/>
                </a:ext>
              </a:extLst>
            </p:cNvPr>
            <p:cNvSpPr>
              <a:spLocks noChangeArrowheads="1"/>
            </p:cNvSpPr>
            <p:nvPr/>
          </p:nvSpPr>
          <p:spPr bwMode="auto">
            <a:xfrm>
              <a:off x="680" y="2916"/>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11275" name="Rectangle 12">
              <a:extLst>
                <a:ext uri="{FF2B5EF4-FFF2-40B4-BE49-F238E27FC236}">
                  <a16:creationId xmlns:a16="http://schemas.microsoft.com/office/drawing/2014/main" id="{97ACD94E-3BD8-8982-9B55-6FDE284E799F}"/>
                </a:ext>
              </a:extLst>
            </p:cNvPr>
            <p:cNvSpPr>
              <a:spLocks noChangeArrowheads="1"/>
            </p:cNvSpPr>
            <p:nvPr/>
          </p:nvSpPr>
          <p:spPr bwMode="auto">
            <a:xfrm>
              <a:off x="731" y="2967"/>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2400">
                  <a:latin typeface="Arial" panose="020B0604020202020204" pitchFamily="34" charset="0"/>
                  <a:ea typeface="宋体" panose="02010600030101010101" pitchFamily="2" charset="-122"/>
                </a:rPr>
                <a:t>C</a:t>
              </a:r>
            </a:p>
          </p:txBody>
        </p:sp>
      </p:grpSp>
      <p:grpSp>
        <p:nvGrpSpPr>
          <p:cNvPr id="11276" name="Group 13">
            <a:extLst>
              <a:ext uri="{FF2B5EF4-FFF2-40B4-BE49-F238E27FC236}">
                <a16:creationId xmlns:a16="http://schemas.microsoft.com/office/drawing/2014/main" id="{2700BD1B-0EC8-17B2-1E68-FE3F1D37D13C}"/>
              </a:ext>
            </a:extLst>
          </p:cNvPr>
          <p:cNvGrpSpPr>
            <a:grpSpLocks/>
          </p:cNvGrpSpPr>
          <p:nvPr/>
        </p:nvGrpSpPr>
        <p:grpSpPr bwMode="auto">
          <a:xfrm>
            <a:off x="1028700" y="4662488"/>
            <a:ext cx="522288" cy="534987"/>
            <a:chOff x="680" y="3372"/>
            <a:chExt cx="329" cy="337"/>
          </a:xfrm>
        </p:grpSpPr>
        <p:sp>
          <p:nvSpPr>
            <p:cNvPr id="11277" name="Freeform 14">
              <a:extLst>
                <a:ext uri="{FF2B5EF4-FFF2-40B4-BE49-F238E27FC236}">
                  <a16:creationId xmlns:a16="http://schemas.microsoft.com/office/drawing/2014/main" id="{9CA43F91-703C-CBF9-AA26-5805BD537C90}"/>
                </a:ext>
              </a:extLst>
            </p:cNvPr>
            <p:cNvSpPr>
              <a:spLocks noChangeArrowheads="1"/>
            </p:cNvSpPr>
            <p:nvPr/>
          </p:nvSpPr>
          <p:spPr bwMode="auto">
            <a:xfrm>
              <a:off x="680" y="3372"/>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a:solidFill>
                <a:srgbClr val="000000"/>
              </a:solidFill>
              <a:round/>
              <a:headEnd/>
              <a:tailEnd/>
            </a:ln>
          </p:spPr>
          <p:txBody>
            <a:bodyPr/>
            <a:lstStyle/>
            <a:p>
              <a:endParaRPr lang="zh-CN" altLang="en-US">
                <a:ea typeface="宋体" panose="02010600030101010101" pitchFamily="2" charset="-122"/>
              </a:endParaRPr>
            </a:p>
          </p:txBody>
        </p:sp>
        <p:sp>
          <p:nvSpPr>
            <p:cNvPr id="11278" name="Rectangle 15">
              <a:extLst>
                <a:ext uri="{FF2B5EF4-FFF2-40B4-BE49-F238E27FC236}">
                  <a16:creationId xmlns:a16="http://schemas.microsoft.com/office/drawing/2014/main" id="{3ADBE292-A201-658A-D300-F0CD7A1974DB}"/>
                </a:ext>
              </a:extLst>
            </p:cNvPr>
            <p:cNvSpPr>
              <a:spLocks noChangeArrowheads="1"/>
            </p:cNvSpPr>
            <p:nvPr/>
          </p:nvSpPr>
          <p:spPr bwMode="auto">
            <a:xfrm>
              <a:off x="731" y="3423"/>
              <a:ext cx="25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2400">
                  <a:latin typeface="Arial" panose="020B0604020202020204" pitchFamily="34" charset="0"/>
                  <a:ea typeface="宋体" panose="02010600030101010101" pitchFamily="2" charset="-122"/>
                </a:rPr>
                <a:t>D</a:t>
              </a:r>
            </a:p>
          </p:txBody>
        </p:sp>
      </p:grpSp>
      <p:sp>
        <p:nvSpPr>
          <p:cNvPr id="11279" name="Rectangle 16">
            <a:extLst>
              <a:ext uri="{FF2B5EF4-FFF2-40B4-BE49-F238E27FC236}">
                <a16:creationId xmlns:a16="http://schemas.microsoft.com/office/drawing/2014/main" id="{3E69F8B8-1414-3B5A-D28D-3583820F210D}"/>
              </a:ext>
            </a:extLst>
          </p:cNvPr>
          <p:cNvSpPr>
            <a:spLocks noChangeArrowheads="1"/>
          </p:cNvSpPr>
          <p:nvPr/>
        </p:nvSpPr>
        <p:spPr bwMode="auto">
          <a:xfrm>
            <a:off x="1350963" y="742950"/>
            <a:ext cx="8921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2400">
                <a:latin typeface="Arial" panose="020B0604020202020204" pitchFamily="34" charset="0"/>
                <a:ea typeface="宋体" panose="02010600030101010101" pitchFamily="2" charset="-122"/>
              </a:rPr>
              <a:t>6 </a:t>
            </a:r>
            <a:r>
              <a:rPr lang="en-US" altLang="zh-CN" sz="2400">
                <a:latin typeface="Arial" panose="020B0604020202020204" pitchFamily="34" charset="0"/>
                <a:ea typeface="宋体" panose="02010600030101010101" pitchFamily="2" charset="-122"/>
              </a:rPr>
              <a:t>PM</a:t>
            </a:r>
          </a:p>
        </p:txBody>
      </p:sp>
      <p:sp>
        <p:nvSpPr>
          <p:cNvPr id="11280" name="Line 17">
            <a:extLst>
              <a:ext uri="{FF2B5EF4-FFF2-40B4-BE49-F238E27FC236}">
                <a16:creationId xmlns:a16="http://schemas.microsoft.com/office/drawing/2014/main" id="{2B5DDD00-A83B-6289-FFB6-BAA414992234}"/>
              </a:ext>
            </a:extLst>
          </p:cNvPr>
          <p:cNvSpPr>
            <a:spLocks noChangeShapeType="1"/>
          </p:cNvSpPr>
          <p:nvPr/>
        </p:nvSpPr>
        <p:spPr bwMode="auto">
          <a:xfrm>
            <a:off x="1714500" y="1328738"/>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1" name="Line 18">
            <a:extLst>
              <a:ext uri="{FF2B5EF4-FFF2-40B4-BE49-F238E27FC236}">
                <a16:creationId xmlns:a16="http://schemas.microsoft.com/office/drawing/2014/main" id="{D55BCC6A-9A7C-5ECF-2FB2-414D850CD499}"/>
              </a:ext>
            </a:extLst>
          </p:cNvPr>
          <p:cNvSpPr>
            <a:spLocks noChangeShapeType="1"/>
          </p:cNvSpPr>
          <p:nvPr/>
        </p:nvSpPr>
        <p:spPr bwMode="auto">
          <a:xfrm>
            <a:off x="1708150" y="1195388"/>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2" name="Rectangle 19">
            <a:extLst>
              <a:ext uri="{FF2B5EF4-FFF2-40B4-BE49-F238E27FC236}">
                <a16:creationId xmlns:a16="http://schemas.microsoft.com/office/drawing/2014/main" id="{CFA2B1C0-8618-CBB4-80B6-9E84124D724C}"/>
              </a:ext>
            </a:extLst>
          </p:cNvPr>
          <p:cNvSpPr>
            <a:spLocks noChangeArrowheads="1"/>
          </p:cNvSpPr>
          <p:nvPr/>
        </p:nvSpPr>
        <p:spPr bwMode="auto">
          <a:xfrm>
            <a:off x="2582863" y="755650"/>
            <a:ext cx="3508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2400">
                <a:latin typeface="Arial" panose="020B0604020202020204" pitchFamily="34" charset="0"/>
                <a:ea typeface="宋体" panose="02010600030101010101" pitchFamily="2" charset="-122"/>
              </a:rPr>
              <a:t>7</a:t>
            </a:r>
          </a:p>
        </p:txBody>
      </p:sp>
      <p:sp>
        <p:nvSpPr>
          <p:cNvPr id="11283" name="Rectangle 20">
            <a:extLst>
              <a:ext uri="{FF2B5EF4-FFF2-40B4-BE49-F238E27FC236}">
                <a16:creationId xmlns:a16="http://schemas.microsoft.com/office/drawing/2014/main" id="{7FA2A575-1B2E-8338-3D56-DC9982100C09}"/>
              </a:ext>
            </a:extLst>
          </p:cNvPr>
          <p:cNvSpPr>
            <a:spLocks noChangeArrowheads="1"/>
          </p:cNvSpPr>
          <p:nvPr/>
        </p:nvSpPr>
        <p:spPr bwMode="auto">
          <a:xfrm>
            <a:off x="3649663" y="755650"/>
            <a:ext cx="3508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2400">
                <a:latin typeface="Arial" panose="020B0604020202020204" pitchFamily="34" charset="0"/>
                <a:ea typeface="宋体" panose="02010600030101010101" pitchFamily="2" charset="-122"/>
              </a:rPr>
              <a:t>8</a:t>
            </a:r>
          </a:p>
        </p:txBody>
      </p:sp>
      <p:sp>
        <p:nvSpPr>
          <p:cNvPr id="11284" name="Rectangle 21">
            <a:extLst>
              <a:ext uri="{FF2B5EF4-FFF2-40B4-BE49-F238E27FC236}">
                <a16:creationId xmlns:a16="http://schemas.microsoft.com/office/drawing/2014/main" id="{BEB00245-A0A1-C1F7-C73A-4EF9C450BA8C}"/>
              </a:ext>
            </a:extLst>
          </p:cNvPr>
          <p:cNvSpPr>
            <a:spLocks noChangeArrowheads="1"/>
          </p:cNvSpPr>
          <p:nvPr/>
        </p:nvSpPr>
        <p:spPr bwMode="auto">
          <a:xfrm>
            <a:off x="4665663" y="755650"/>
            <a:ext cx="3508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2400">
                <a:latin typeface="Arial" panose="020B0604020202020204" pitchFamily="34" charset="0"/>
                <a:ea typeface="宋体" panose="02010600030101010101" pitchFamily="2" charset="-122"/>
              </a:rPr>
              <a:t>9</a:t>
            </a:r>
          </a:p>
        </p:txBody>
      </p:sp>
      <p:sp>
        <p:nvSpPr>
          <p:cNvPr id="11285" name="Rectangle 22">
            <a:extLst>
              <a:ext uri="{FF2B5EF4-FFF2-40B4-BE49-F238E27FC236}">
                <a16:creationId xmlns:a16="http://schemas.microsoft.com/office/drawing/2014/main" id="{3F826A6D-C735-3012-980E-B4719F5D89E6}"/>
              </a:ext>
            </a:extLst>
          </p:cNvPr>
          <p:cNvSpPr>
            <a:spLocks noChangeArrowheads="1"/>
          </p:cNvSpPr>
          <p:nvPr/>
        </p:nvSpPr>
        <p:spPr bwMode="auto">
          <a:xfrm>
            <a:off x="5605463" y="768350"/>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2400">
                <a:latin typeface="Arial" panose="020B0604020202020204" pitchFamily="34" charset="0"/>
                <a:ea typeface="宋体" panose="02010600030101010101" pitchFamily="2" charset="-122"/>
              </a:rPr>
              <a:t>10</a:t>
            </a:r>
          </a:p>
        </p:txBody>
      </p:sp>
      <p:sp>
        <p:nvSpPr>
          <p:cNvPr id="11286" name="Rectangle 23">
            <a:extLst>
              <a:ext uri="{FF2B5EF4-FFF2-40B4-BE49-F238E27FC236}">
                <a16:creationId xmlns:a16="http://schemas.microsoft.com/office/drawing/2014/main" id="{9871ABF8-26EF-5F30-E023-30437C510D25}"/>
              </a:ext>
            </a:extLst>
          </p:cNvPr>
          <p:cNvSpPr>
            <a:spLocks noChangeArrowheads="1"/>
          </p:cNvSpPr>
          <p:nvPr/>
        </p:nvSpPr>
        <p:spPr bwMode="auto">
          <a:xfrm>
            <a:off x="6697663" y="755650"/>
            <a:ext cx="5207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2400">
                <a:latin typeface="Arial" panose="020B0604020202020204" pitchFamily="34" charset="0"/>
                <a:ea typeface="宋体" panose="02010600030101010101" pitchFamily="2" charset="-122"/>
              </a:rPr>
              <a:t>11</a:t>
            </a:r>
          </a:p>
        </p:txBody>
      </p:sp>
      <p:sp>
        <p:nvSpPr>
          <p:cNvPr id="11287" name="Rectangle 24">
            <a:extLst>
              <a:ext uri="{FF2B5EF4-FFF2-40B4-BE49-F238E27FC236}">
                <a16:creationId xmlns:a16="http://schemas.microsoft.com/office/drawing/2014/main" id="{567D1F16-F474-01FF-1670-72C5CF79B3AC}"/>
              </a:ext>
            </a:extLst>
          </p:cNvPr>
          <p:cNvSpPr>
            <a:spLocks noChangeArrowheads="1"/>
          </p:cNvSpPr>
          <p:nvPr/>
        </p:nvSpPr>
        <p:spPr bwMode="auto">
          <a:xfrm>
            <a:off x="7372350" y="742950"/>
            <a:ext cx="14478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2400">
                <a:latin typeface="Arial" panose="020B0604020202020204" pitchFamily="34" charset="0"/>
                <a:ea typeface="宋体" panose="02010600030101010101" pitchFamily="2" charset="-122"/>
              </a:rPr>
              <a:t>Midnight</a:t>
            </a:r>
          </a:p>
        </p:txBody>
      </p:sp>
      <p:grpSp>
        <p:nvGrpSpPr>
          <p:cNvPr id="11288" name="Group 25">
            <a:extLst>
              <a:ext uri="{FF2B5EF4-FFF2-40B4-BE49-F238E27FC236}">
                <a16:creationId xmlns:a16="http://schemas.microsoft.com/office/drawing/2014/main" id="{28DCF879-DADC-7920-299E-941F3DB4CD53}"/>
              </a:ext>
            </a:extLst>
          </p:cNvPr>
          <p:cNvGrpSpPr>
            <a:grpSpLocks/>
          </p:cNvGrpSpPr>
          <p:nvPr/>
        </p:nvGrpSpPr>
        <p:grpSpPr bwMode="auto">
          <a:xfrm>
            <a:off x="1716088" y="2236788"/>
            <a:ext cx="3527425" cy="2933700"/>
            <a:chOff x="1113" y="1844"/>
            <a:chExt cx="2222" cy="1848"/>
          </a:xfrm>
        </p:grpSpPr>
        <p:grpSp>
          <p:nvGrpSpPr>
            <p:cNvPr id="11289" name="Group 26">
              <a:extLst>
                <a:ext uri="{FF2B5EF4-FFF2-40B4-BE49-F238E27FC236}">
                  <a16:creationId xmlns:a16="http://schemas.microsoft.com/office/drawing/2014/main" id="{D2B5DB53-5832-6C21-BAC8-A628DEEE8587}"/>
                </a:ext>
              </a:extLst>
            </p:cNvPr>
            <p:cNvGrpSpPr>
              <a:grpSpLocks/>
            </p:cNvGrpSpPr>
            <p:nvPr/>
          </p:nvGrpSpPr>
          <p:grpSpPr bwMode="auto">
            <a:xfrm>
              <a:off x="1113" y="1844"/>
              <a:ext cx="990" cy="448"/>
              <a:chOff x="1113" y="1844"/>
              <a:chExt cx="990" cy="448"/>
            </a:xfrm>
          </p:grpSpPr>
          <p:grpSp>
            <p:nvGrpSpPr>
              <p:cNvPr id="11290" name="Group 27">
                <a:extLst>
                  <a:ext uri="{FF2B5EF4-FFF2-40B4-BE49-F238E27FC236}">
                    <a16:creationId xmlns:a16="http://schemas.microsoft.com/office/drawing/2014/main" id="{E214BAA2-C587-ED19-A849-8D046693F88A}"/>
                  </a:ext>
                </a:extLst>
              </p:cNvPr>
              <p:cNvGrpSpPr>
                <a:grpSpLocks/>
              </p:cNvGrpSpPr>
              <p:nvPr/>
            </p:nvGrpSpPr>
            <p:grpSpPr bwMode="auto">
              <a:xfrm>
                <a:off x="1113" y="1844"/>
                <a:ext cx="307" cy="448"/>
                <a:chOff x="1113" y="1844"/>
                <a:chExt cx="307" cy="448"/>
              </a:xfrm>
            </p:grpSpPr>
            <p:grpSp>
              <p:nvGrpSpPr>
                <p:cNvPr id="11291" name="Group 28">
                  <a:extLst>
                    <a:ext uri="{FF2B5EF4-FFF2-40B4-BE49-F238E27FC236}">
                      <a16:creationId xmlns:a16="http://schemas.microsoft.com/office/drawing/2014/main" id="{15AF61B0-E8E8-0CB3-8797-371728D074CD}"/>
                    </a:ext>
                  </a:extLst>
                </p:cNvPr>
                <p:cNvGrpSpPr>
                  <a:grpSpLocks/>
                </p:cNvGrpSpPr>
                <p:nvPr/>
              </p:nvGrpSpPr>
              <p:grpSpPr bwMode="auto">
                <a:xfrm>
                  <a:off x="1113" y="1844"/>
                  <a:ext cx="307" cy="448"/>
                  <a:chOff x="1113" y="1844"/>
                  <a:chExt cx="307" cy="448"/>
                </a:xfrm>
              </p:grpSpPr>
              <p:sp>
                <p:nvSpPr>
                  <p:cNvPr id="11292" name="AutoShape 29">
                    <a:extLst>
                      <a:ext uri="{FF2B5EF4-FFF2-40B4-BE49-F238E27FC236}">
                        <a16:creationId xmlns:a16="http://schemas.microsoft.com/office/drawing/2014/main" id="{08EFDDB4-3D09-2BD8-F559-5CB86E4926CF}"/>
                      </a:ext>
                    </a:extLst>
                  </p:cNvPr>
                  <p:cNvSpPr>
                    <a:spLocks noChangeArrowheads="1"/>
                  </p:cNvSpPr>
                  <p:nvPr/>
                </p:nvSpPr>
                <p:spPr bwMode="auto">
                  <a:xfrm>
                    <a:off x="1113" y="1915"/>
                    <a:ext cx="305" cy="377"/>
                  </a:xfrm>
                  <a:prstGeom prst="cube">
                    <a:avLst>
                      <a:gd name="adj" fmla="val 24995"/>
                    </a:avLst>
                  </a:prstGeom>
                  <a:solidFill>
                    <a:srgbClr val="F6BF69"/>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sp>
                <p:nvSpPr>
                  <p:cNvPr id="11293" name="AutoShape 30">
                    <a:extLst>
                      <a:ext uri="{FF2B5EF4-FFF2-40B4-BE49-F238E27FC236}">
                        <a16:creationId xmlns:a16="http://schemas.microsoft.com/office/drawing/2014/main" id="{97C50DB6-4440-7D36-3B68-93CE09258670}"/>
                      </a:ext>
                    </a:extLst>
                  </p:cNvPr>
                  <p:cNvSpPr>
                    <a:spLocks noChangeArrowheads="1"/>
                  </p:cNvSpPr>
                  <p:nvPr/>
                </p:nvSpPr>
                <p:spPr bwMode="auto">
                  <a:xfrm>
                    <a:off x="1185" y="1844"/>
                    <a:ext cx="235" cy="78"/>
                  </a:xfrm>
                  <a:prstGeom prst="cube">
                    <a:avLst>
                      <a:gd name="adj" fmla="val 24995"/>
                    </a:avLst>
                  </a:prstGeom>
                  <a:solidFill>
                    <a:srgbClr val="F6BF69"/>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294" name="AutoShape 31">
                  <a:extLst>
                    <a:ext uri="{FF2B5EF4-FFF2-40B4-BE49-F238E27FC236}">
                      <a16:creationId xmlns:a16="http://schemas.microsoft.com/office/drawing/2014/main" id="{ECAB3BBE-AA6E-2A70-5E67-CAA0BC8337AD}"/>
                    </a:ext>
                  </a:extLst>
                </p:cNvPr>
                <p:cNvSpPr>
                  <a:spLocks noChangeArrowheads="1"/>
                </p:cNvSpPr>
                <p:nvPr/>
              </p:nvSpPr>
              <p:spPr bwMode="auto">
                <a:xfrm>
                  <a:off x="1198" y="1948"/>
                  <a:ext cx="158" cy="27"/>
                </a:xfrm>
                <a:prstGeom prst="parallelogram">
                  <a:avLst>
                    <a:gd name="adj" fmla="val 146269"/>
                  </a:avLst>
                </a:prstGeom>
                <a:solidFill>
                  <a:srgbClr val="F6BF69"/>
                </a:solidFill>
                <a:ln w="25400">
                  <a:solidFill>
                    <a:schemeClr val="tx1"/>
                  </a:solidFill>
                  <a:miter lim="800000"/>
                  <a:headEnd/>
                  <a:tailEnd/>
                </a:ln>
              </p:spPr>
              <p:txBody>
                <a:bodyPr wrap="none" anchor="ctr"/>
                <a:lstStyle/>
                <a:p>
                  <a:endParaRPr lang="zh-CN" altLang="en-US">
                    <a:ea typeface="宋体" panose="02010600030101010101" pitchFamily="2" charset="-122"/>
                  </a:endParaRPr>
                </a:p>
              </p:txBody>
            </p:sp>
          </p:grpSp>
          <p:grpSp>
            <p:nvGrpSpPr>
              <p:cNvPr id="11295" name="Group 32">
                <a:extLst>
                  <a:ext uri="{FF2B5EF4-FFF2-40B4-BE49-F238E27FC236}">
                    <a16:creationId xmlns:a16="http://schemas.microsoft.com/office/drawing/2014/main" id="{6443852A-D736-59D9-36CE-0738CA216F80}"/>
                  </a:ext>
                </a:extLst>
              </p:cNvPr>
              <p:cNvGrpSpPr>
                <a:grpSpLocks/>
              </p:cNvGrpSpPr>
              <p:nvPr/>
            </p:nvGrpSpPr>
            <p:grpSpPr bwMode="auto">
              <a:xfrm>
                <a:off x="1437" y="1844"/>
                <a:ext cx="378" cy="448"/>
                <a:chOff x="1437" y="1844"/>
                <a:chExt cx="378" cy="448"/>
              </a:xfrm>
            </p:grpSpPr>
            <p:grpSp>
              <p:nvGrpSpPr>
                <p:cNvPr id="11296" name="Group 33">
                  <a:extLst>
                    <a:ext uri="{FF2B5EF4-FFF2-40B4-BE49-F238E27FC236}">
                      <a16:creationId xmlns:a16="http://schemas.microsoft.com/office/drawing/2014/main" id="{5765DA0B-67CC-1A63-94F0-4EAE5EBBD292}"/>
                    </a:ext>
                  </a:extLst>
                </p:cNvPr>
                <p:cNvGrpSpPr>
                  <a:grpSpLocks/>
                </p:cNvGrpSpPr>
                <p:nvPr/>
              </p:nvGrpSpPr>
              <p:grpSpPr bwMode="auto">
                <a:xfrm>
                  <a:off x="1437" y="1844"/>
                  <a:ext cx="378" cy="448"/>
                  <a:chOff x="1437" y="1844"/>
                  <a:chExt cx="378" cy="448"/>
                </a:xfrm>
              </p:grpSpPr>
              <p:sp>
                <p:nvSpPr>
                  <p:cNvPr id="11297" name="AutoShape 34">
                    <a:extLst>
                      <a:ext uri="{FF2B5EF4-FFF2-40B4-BE49-F238E27FC236}">
                        <a16:creationId xmlns:a16="http://schemas.microsoft.com/office/drawing/2014/main" id="{3D005807-FEA8-0AA5-B368-25BF48DCFB8D}"/>
                      </a:ext>
                    </a:extLst>
                  </p:cNvPr>
                  <p:cNvSpPr>
                    <a:spLocks noChangeArrowheads="1"/>
                  </p:cNvSpPr>
                  <p:nvPr/>
                </p:nvSpPr>
                <p:spPr bwMode="auto">
                  <a:xfrm>
                    <a:off x="1437" y="1915"/>
                    <a:ext cx="378" cy="377"/>
                  </a:xfrm>
                  <a:prstGeom prst="cube">
                    <a:avLst>
                      <a:gd name="adj" fmla="val 24995"/>
                    </a:avLst>
                  </a:prstGeom>
                  <a:solidFill>
                    <a:srgbClr val="A2C1FE"/>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sp>
                <p:nvSpPr>
                  <p:cNvPr id="11298" name="AutoShape 35">
                    <a:extLst>
                      <a:ext uri="{FF2B5EF4-FFF2-40B4-BE49-F238E27FC236}">
                        <a16:creationId xmlns:a16="http://schemas.microsoft.com/office/drawing/2014/main" id="{EFD6718E-2662-EA54-B0D9-E559B160A523}"/>
                      </a:ext>
                    </a:extLst>
                  </p:cNvPr>
                  <p:cNvSpPr>
                    <a:spLocks noChangeArrowheads="1"/>
                  </p:cNvSpPr>
                  <p:nvPr/>
                </p:nvSpPr>
                <p:spPr bwMode="auto">
                  <a:xfrm>
                    <a:off x="1523" y="1844"/>
                    <a:ext cx="292" cy="78"/>
                  </a:xfrm>
                  <a:prstGeom prst="cube">
                    <a:avLst>
                      <a:gd name="adj" fmla="val 24995"/>
                    </a:avLst>
                  </a:prstGeom>
                  <a:solidFill>
                    <a:srgbClr val="A2C1FE"/>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299" name="Oval 36">
                  <a:extLst>
                    <a:ext uri="{FF2B5EF4-FFF2-40B4-BE49-F238E27FC236}">
                      <a16:creationId xmlns:a16="http://schemas.microsoft.com/office/drawing/2014/main" id="{E21DBCB7-6FA0-AF62-29D0-E09F4D496A65}"/>
                    </a:ext>
                  </a:extLst>
                </p:cNvPr>
                <p:cNvSpPr>
                  <a:spLocks noChangeArrowheads="1"/>
                </p:cNvSpPr>
                <p:nvPr/>
              </p:nvSpPr>
              <p:spPr bwMode="auto">
                <a:xfrm>
                  <a:off x="1552" y="1880"/>
                  <a:ext cx="49" cy="27"/>
                </a:xfrm>
                <a:prstGeom prst="ellipse">
                  <a:avLst/>
                </a:prstGeom>
                <a:solidFill>
                  <a:schemeClr val="bg1"/>
                </a:solidFill>
                <a:ln w="12700">
                  <a:solidFill>
                    <a:schemeClr val="tx1"/>
                  </a:solidFill>
                  <a:round/>
                  <a:headEnd/>
                  <a:tailEnd/>
                </a:ln>
              </p:spPr>
              <p:txBody>
                <a:bodyPr wrap="none" anchor="ctr"/>
                <a:lstStyle/>
                <a:p>
                  <a:endParaRPr lang="zh-CN" altLang="en-US">
                    <a:ea typeface="宋体" panose="02010600030101010101" pitchFamily="2" charset="-122"/>
                  </a:endParaRPr>
                </a:p>
              </p:txBody>
            </p:sp>
            <p:sp>
              <p:nvSpPr>
                <p:cNvPr id="11300" name="AutoShape 37">
                  <a:extLst>
                    <a:ext uri="{FF2B5EF4-FFF2-40B4-BE49-F238E27FC236}">
                      <a16:creationId xmlns:a16="http://schemas.microsoft.com/office/drawing/2014/main" id="{C8FE49C7-A395-1D7F-47D2-71DC6FF6AC13}"/>
                    </a:ext>
                  </a:extLst>
                </p:cNvPr>
                <p:cNvSpPr>
                  <a:spLocks noChangeArrowheads="1"/>
                </p:cNvSpPr>
                <p:nvPr/>
              </p:nvSpPr>
              <p:spPr bwMode="auto">
                <a:xfrm>
                  <a:off x="1484" y="2090"/>
                  <a:ext cx="198" cy="84"/>
                </a:xfrm>
                <a:prstGeom prst="octagon">
                  <a:avLst>
                    <a:gd name="adj" fmla="val 29282"/>
                  </a:avLst>
                </a:prstGeom>
                <a:solidFill>
                  <a:srgbClr val="A2C1FE"/>
                </a:solidFill>
                <a:ln w="254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301" name="Freeform 38">
                <a:extLst>
                  <a:ext uri="{FF2B5EF4-FFF2-40B4-BE49-F238E27FC236}">
                    <a16:creationId xmlns:a16="http://schemas.microsoft.com/office/drawing/2014/main" id="{C23CCC75-4BB3-C32A-6A90-990C8C539BBE}"/>
                  </a:ext>
                </a:extLst>
              </p:cNvPr>
              <p:cNvSpPr>
                <a:spLocks noChangeArrowheads="1"/>
              </p:cNvSpPr>
              <p:nvPr/>
            </p:nvSpPr>
            <p:spPr bwMode="auto">
              <a:xfrm>
                <a:off x="2001" y="2073"/>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ea typeface="宋体" panose="02010600030101010101" pitchFamily="2" charset="-122"/>
                </a:endParaRPr>
              </a:p>
            </p:txBody>
          </p:sp>
          <p:sp>
            <p:nvSpPr>
              <p:cNvPr id="11302" name="Rectangle 39">
                <a:extLst>
                  <a:ext uri="{FF2B5EF4-FFF2-40B4-BE49-F238E27FC236}">
                    <a16:creationId xmlns:a16="http://schemas.microsoft.com/office/drawing/2014/main" id="{F49B3A2B-1FAD-7840-B057-1CB7B320839F}"/>
                  </a:ext>
                </a:extLst>
              </p:cNvPr>
              <p:cNvSpPr>
                <a:spLocks noChangeArrowheads="1"/>
              </p:cNvSpPr>
              <p:nvPr/>
            </p:nvSpPr>
            <p:spPr bwMode="auto">
              <a:xfrm>
                <a:off x="1997" y="2073"/>
                <a:ext cx="106"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11303" name="Rectangle 40">
                <a:extLst>
                  <a:ext uri="{FF2B5EF4-FFF2-40B4-BE49-F238E27FC236}">
                    <a16:creationId xmlns:a16="http://schemas.microsoft.com/office/drawing/2014/main" id="{B73ECEBD-780F-6307-8E85-A1BDEF70ED8E}"/>
                  </a:ext>
                </a:extLst>
              </p:cNvPr>
              <p:cNvSpPr>
                <a:spLocks noChangeArrowheads="1"/>
              </p:cNvSpPr>
              <p:nvPr/>
            </p:nvSpPr>
            <p:spPr bwMode="auto">
              <a:xfrm>
                <a:off x="2004" y="2154"/>
                <a:ext cx="82"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11304" name="Rectangle 41">
                <a:extLst>
                  <a:ext uri="{FF2B5EF4-FFF2-40B4-BE49-F238E27FC236}">
                    <a16:creationId xmlns:a16="http://schemas.microsoft.com/office/drawing/2014/main" id="{C381308A-54A4-172A-48A3-F040337A1944}"/>
                  </a:ext>
                </a:extLst>
              </p:cNvPr>
              <p:cNvSpPr>
                <a:spLocks noChangeArrowheads="1"/>
              </p:cNvSpPr>
              <p:nvPr/>
            </p:nvSpPr>
            <p:spPr bwMode="auto">
              <a:xfrm>
                <a:off x="1855" y="2154"/>
                <a:ext cx="103" cy="11"/>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grpSp>
            <p:nvGrpSpPr>
              <p:cNvPr id="11305" name="Group 42">
                <a:extLst>
                  <a:ext uri="{FF2B5EF4-FFF2-40B4-BE49-F238E27FC236}">
                    <a16:creationId xmlns:a16="http://schemas.microsoft.com/office/drawing/2014/main" id="{0E8F2F15-3A82-258E-30DB-80BDB7EAA1C6}"/>
                  </a:ext>
                </a:extLst>
              </p:cNvPr>
              <p:cNvGrpSpPr>
                <a:grpSpLocks/>
              </p:cNvGrpSpPr>
              <p:nvPr/>
            </p:nvGrpSpPr>
            <p:grpSpPr bwMode="auto">
              <a:xfrm>
                <a:off x="1849" y="1901"/>
                <a:ext cx="194" cy="364"/>
                <a:chOff x="1849" y="1901"/>
                <a:chExt cx="194" cy="364"/>
              </a:xfrm>
            </p:grpSpPr>
            <p:sp>
              <p:nvSpPr>
                <p:cNvPr id="11306" name="Oval 43">
                  <a:extLst>
                    <a:ext uri="{FF2B5EF4-FFF2-40B4-BE49-F238E27FC236}">
                      <a16:creationId xmlns:a16="http://schemas.microsoft.com/office/drawing/2014/main" id="{711ABF58-DD31-34E7-86DA-5F2FC64476BB}"/>
                    </a:ext>
                  </a:extLst>
                </p:cNvPr>
                <p:cNvSpPr>
                  <a:spLocks noChangeArrowheads="1"/>
                </p:cNvSpPr>
                <p:nvPr/>
              </p:nvSpPr>
              <p:spPr bwMode="auto">
                <a:xfrm>
                  <a:off x="1916" y="1901"/>
                  <a:ext cx="48" cy="48"/>
                </a:xfrm>
                <a:prstGeom prst="ellipse">
                  <a:avLst/>
                </a:prstGeom>
                <a:solidFill>
                  <a:srgbClr val="FC0128"/>
                </a:solidFill>
                <a:ln w="12700">
                  <a:solidFill>
                    <a:srgbClr val="000000"/>
                  </a:solidFill>
                  <a:round/>
                  <a:headEnd/>
                  <a:tailEnd/>
                </a:ln>
              </p:spPr>
              <p:txBody>
                <a:bodyPr wrap="none" anchor="ctr"/>
                <a:lstStyle/>
                <a:p>
                  <a:endParaRPr lang="zh-CN" altLang="en-US">
                    <a:ea typeface="宋体" panose="02010600030101010101" pitchFamily="2" charset="-122"/>
                  </a:endParaRPr>
                </a:p>
              </p:txBody>
            </p:sp>
            <p:sp>
              <p:nvSpPr>
                <p:cNvPr id="11307" name="Freeform 44">
                  <a:extLst>
                    <a:ext uri="{FF2B5EF4-FFF2-40B4-BE49-F238E27FC236}">
                      <a16:creationId xmlns:a16="http://schemas.microsoft.com/office/drawing/2014/main" id="{016CD26B-FB42-D6B0-B4B1-2527195B5272}"/>
                    </a:ext>
                  </a:extLst>
                </p:cNvPr>
                <p:cNvSpPr>
                  <a:spLocks noChangeArrowheads="1"/>
                </p:cNvSpPr>
                <p:nvPr/>
              </p:nvSpPr>
              <p:spPr bwMode="auto">
                <a:xfrm>
                  <a:off x="1849" y="1969"/>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xtLst>
                  <a:ext uri="{91240B29-F687-4F45-9708-019B960494DF}">
                    <a14:hiddenLine xmlns:a14="http://schemas.microsoft.com/office/drawing/2010/main" w="127000">
                      <a:solidFill>
                        <a:srgbClr val="000000"/>
                      </a:solidFill>
                      <a:round/>
                      <a:headEnd/>
                      <a:tailEnd/>
                    </a14:hiddenLine>
                  </a:ext>
                </a:extLst>
              </p:spPr>
              <p:txBody>
                <a:bodyPr/>
                <a:lstStyle/>
                <a:p>
                  <a:endParaRPr lang="zh-CN" altLang="en-US">
                    <a:ea typeface="宋体" panose="02010600030101010101" pitchFamily="2" charset="-122"/>
                  </a:endParaRPr>
                </a:p>
              </p:txBody>
            </p:sp>
          </p:grpSp>
        </p:grpSp>
        <p:grpSp>
          <p:nvGrpSpPr>
            <p:cNvPr id="11308" name="Group 45">
              <a:extLst>
                <a:ext uri="{FF2B5EF4-FFF2-40B4-BE49-F238E27FC236}">
                  <a16:creationId xmlns:a16="http://schemas.microsoft.com/office/drawing/2014/main" id="{E4453A48-0E88-7E94-789C-E2439C95B011}"/>
                </a:ext>
              </a:extLst>
            </p:cNvPr>
            <p:cNvGrpSpPr>
              <a:grpSpLocks/>
            </p:cNvGrpSpPr>
            <p:nvPr/>
          </p:nvGrpSpPr>
          <p:grpSpPr bwMode="auto">
            <a:xfrm>
              <a:off x="1536" y="2308"/>
              <a:ext cx="967" cy="448"/>
              <a:chOff x="1536" y="2308"/>
              <a:chExt cx="967" cy="448"/>
            </a:xfrm>
          </p:grpSpPr>
          <p:grpSp>
            <p:nvGrpSpPr>
              <p:cNvPr id="11309" name="Group 46">
                <a:extLst>
                  <a:ext uri="{FF2B5EF4-FFF2-40B4-BE49-F238E27FC236}">
                    <a16:creationId xmlns:a16="http://schemas.microsoft.com/office/drawing/2014/main" id="{9A59F82D-C497-BF7B-4172-868DDE312D15}"/>
                  </a:ext>
                </a:extLst>
              </p:cNvPr>
              <p:cNvGrpSpPr>
                <a:grpSpLocks/>
              </p:cNvGrpSpPr>
              <p:nvPr/>
            </p:nvGrpSpPr>
            <p:grpSpPr bwMode="auto">
              <a:xfrm>
                <a:off x="1536" y="2308"/>
                <a:ext cx="305" cy="448"/>
                <a:chOff x="1536" y="2308"/>
                <a:chExt cx="305" cy="448"/>
              </a:xfrm>
            </p:grpSpPr>
            <p:grpSp>
              <p:nvGrpSpPr>
                <p:cNvPr id="11310" name="Group 47">
                  <a:extLst>
                    <a:ext uri="{FF2B5EF4-FFF2-40B4-BE49-F238E27FC236}">
                      <a16:creationId xmlns:a16="http://schemas.microsoft.com/office/drawing/2014/main" id="{5FBEC31E-A80F-0CAD-A74C-BEF6A0CA0D33}"/>
                    </a:ext>
                  </a:extLst>
                </p:cNvPr>
                <p:cNvGrpSpPr>
                  <a:grpSpLocks/>
                </p:cNvGrpSpPr>
                <p:nvPr/>
              </p:nvGrpSpPr>
              <p:grpSpPr bwMode="auto">
                <a:xfrm>
                  <a:off x="1536" y="2308"/>
                  <a:ext cx="305" cy="448"/>
                  <a:chOff x="1536" y="2308"/>
                  <a:chExt cx="305" cy="448"/>
                </a:xfrm>
              </p:grpSpPr>
              <p:sp>
                <p:nvSpPr>
                  <p:cNvPr id="11311" name="AutoShape 48">
                    <a:extLst>
                      <a:ext uri="{FF2B5EF4-FFF2-40B4-BE49-F238E27FC236}">
                        <a16:creationId xmlns:a16="http://schemas.microsoft.com/office/drawing/2014/main" id="{9A0230A4-7A62-34EB-3635-13F855E14DA7}"/>
                      </a:ext>
                    </a:extLst>
                  </p:cNvPr>
                  <p:cNvSpPr>
                    <a:spLocks noChangeArrowheads="1"/>
                  </p:cNvSpPr>
                  <p:nvPr/>
                </p:nvSpPr>
                <p:spPr bwMode="auto">
                  <a:xfrm>
                    <a:off x="1536" y="2379"/>
                    <a:ext cx="305" cy="377"/>
                  </a:xfrm>
                  <a:prstGeom prst="cube">
                    <a:avLst>
                      <a:gd name="adj" fmla="val 24995"/>
                    </a:avLst>
                  </a:prstGeom>
                  <a:solidFill>
                    <a:srgbClr val="F6BF69"/>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sp>
                <p:nvSpPr>
                  <p:cNvPr id="11312" name="AutoShape 49">
                    <a:extLst>
                      <a:ext uri="{FF2B5EF4-FFF2-40B4-BE49-F238E27FC236}">
                        <a16:creationId xmlns:a16="http://schemas.microsoft.com/office/drawing/2014/main" id="{2088F4BA-04B2-8792-B6D2-DDA5B6EF16E8}"/>
                      </a:ext>
                    </a:extLst>
                  </p:cNvPr>
                  <p:cNvSpPr>
                    <a:spLocks noChangeArrowheads="1"/>
                  </p:cNvSpPr>
                  <p:nvPr/>
                </p:nvSpPr>
                <p:spPr bwMode="auto">
                  <a:xfrm>
                    <a:off x="1606" y="2308"/>
                    <a:ext cx="235" cy="78"/>
                  </a:xfrm>
                  <a:prstGeom prst="cube">
                    <a:avLst>
                      <a:gd name="adj" fmla="val 24995"/>
                    </a:avLst>
                  </a:prstGeom>
                  <a:solidFill>
                    <a:srgbClr val="F6BF69"/>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313" name="AutoShape 50">
                  <a:extLst>
                    <a:ext uri="{FF2B5EF4-FFF2-40B4-BE49-F238E27FC236}">
                      <a16:creationId xmlns:a16="http://schemas.microsoft.com/office/drawing/2014/main" id="{8C65EB15-572B-FB5F-8882-FFF2B6D782B7}"/>
                    </a:ext>
                  </a:extLst>
                </p:cNvPr>
                <p:cNvSpPr>
                  <a:spLocks noChangeArrowheads="1"/>
                </p:cNvSpPr>
                <p:nvPr/>
              </p:nvSpPr>
              <p:spPr bwMode="auto">
                <a:xfrm>
                  <a:off x="1598" y="2412"/>
                  <a:ext cx="158" cy="27"/>
                </a:xfrm>
                <a:prstGeom prst="parallelogram">
                  <a:avLst>
                    <a:gd name="adj" fmla="val 146269"/>
                  </a:avLst>
                </a:prstGeom>
                <a:solidFill>
                  <a:srgbClr val="F6BF69"/>
                </a:solidFill>
                <a:ln w="25400">
                  <a:solidFill>
                    <a:schemeClr val="tx1"/>
                  </a:solidFill>
                  <a:miter lim="800000"/>
                  <a:headEnd/>
                  <a:tailEnd/>
                </a:ln>
              </p:spPr>
              <p:txBody>
                <a:bodyPr wrap="none" anchor="ctr"/>
                <a:lstStyle/>
                <a:p>
                  <a:endParaRPr lang="zh-CN" altLang="en-US">
                    <a:ea typeface="宋体" panose="02010600030101010101" pitchFamily="2" charset="-122"/>
                  </a:endParaRPr>
                </a:p>
              </p:txBody>
            </p:sp>
          </p:grpSp>
          <p:grpSp>
            <p:nvGrpSpPr>
              <p:cNvPr id="11314" name="Group 51">
                <a:extLst>
                  <a:ext uri="{FF2B5EF4-FFF2-40B4-BE49-F238E27FC236}">
                    <a16:creationId xmlns:a16="http://schemas.microsoft.com/office/drawing/2014/main" id="{07CCA32F-94BB-931A-AD0E-BA0EA5CA580B}"/>
                  </a:ext>
                </a:extLst>
              </p:cNvPr>
              <p:cNvGrpSpPr>
                <a:grpSpLocks/>
              </p:cNvGrpSpPr>
              <p:nvPr/>
            </p:nvGrpSpPr>
            <p:grpSpPr bwMode="auto">
              <a:xfrm>
                <a:off x="1837" y="2308"/>
                <a:ext cx="378" cy="448"/>
                <a:chOff x="1837" y="2308"/>
                <a:chExt cx="378" cy="448"/>
              </a:xfrm>
            </p:grpSpPr>
            <p:grpSp>
              <p:nvGrpSpPr>
                <p:cNvPr id="11315" name="Group 52">
                  <a:extLst>
                    <a:ext uri="{FF2B5EF4-FFF2-40B4-BE49-F238E27FC236}">
                      <a16:creationId xmlns:a16="http://schemas.microsoft.com/office/drawing/2014/main" id="{5BCEC28A-95BB-AB80-A91C-44322F1A457C}"/>
                    </a:ext>
                  </a:extLst>
                </p:cNvPr>
                <p:cNvGrpSpPr>
                  <a:grpSpLocks/>
                </p:cNvGrpSpPr>
                <p:nvPr/>
              </p:nvGrpSpPr>
              <p:grpSpPr bwMode="auto">
                <a:xfrm>
                  <a:off x="1837" y="2308"/>
                  <a:ext cx="378" cy="448"/>
                  <a:chOff x="1837" y="2308"/>
                  <a:chExt cx="378" cy="448"/>
                </a:xfrm>
              </p:grpSpPr>
              <p:sp>
                <p:nvSpPr>
                  <p:cNvPr id="11316" name="AutoShape 53">
                    <a:extLst>
                      <a:ext uri="{FF2B5EF4-FFF2-40B4-BE49-F238E27FC236}">
                        <a16:creationId xmlns:a16="http://schemas.microsoft.com/office/drawing/2014/main" id="{AD36F465-4D3C-3FF3-6F37-1DC3F278172F}"/>
                      </a:ext>
                    </a:extLst>
                  </p:cNvPr>
                  <p:cNvSpPr>
                    <a:spLocks noChangeArrowheads="1"/>
                  </p:cNvSpPr>
                  <p:nvPr/>
                </p:nvSpPr>
                <p:spPr bwMode="auto">
                  <a:xfrm>
                    <a:off x="1837" y="2379"/>
                    <a:ext cx="378" cy="377"/>
                  </a:xfrm>
                  <a:prstGeom prst="cube">
                    <a:avLst>
                      <a:gd name="adj" fmla="val 24995"/>
                    </a:avLst>
                  </a:prstGeom>
                  <a:solidFill>
                    <a:srgbClr val="A2C1FE"/>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sp>
                <p:nvSpPr>
                  <p:cNvPr id="11317" name="AutoShape 54">
                    <a:extLst>
                      <a:ext uri="{FF2B5EF4-FFF2-40B4-BE49-F238E27FC236}">
                        <a16:creationId xmlns:a16="http://schemas.microsoft.com/office/drawing/2014/main" id="{CC2624D0-5753-7288-4312-1871AFA89AA3}"/>
                      </a:ext>
                    </a:extLst>
                  </p:cNvPr>
                  <p:cNvSpPr>
                    <a:spLocks noChangeArrowheads="1"/>
                  </p:cNvSpPr>
                  <p:nvPr/>
                </p:nvSpPr>
                <p:spPr bwMode="auto">
                  <a:xfrm>
                    <a:off x="1923" y="2308"/>
                    <a:ext cx="292" cy="78"/>
                  </a:xfrm>
                  <a:prstGeom prst="cube">
                    <a:avLst>
                      <a:gd name="adj" fmla="val 24995"/>
                    </a:avLst>
                  </a:prstGeom>
                  <a:solidFill>
                    <a:srgbClr val="A2C1FE"/>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318" name="Oval 55">
                  <a:extLst>
                    <a:ext uri="{FF2B5EF4-FFF2-40B4-BE49-F238E27FC236}">
                      <a16:creationId xmlns:a16="http://schemas.microsoft.com/office/drawing/2014/main" id="{D7F6AE67-EDD9-3A6C-CB36-F86EA46346CE}"/>
                    </a:ext>
                  </a:extLst>
                </p:cNvPr>
                <p:cNvSpPr>
                  <a:spLocks noChangeArrowheads="1"/>
                </p:cNvSpPr>
                <p:nvPr/>
              </p:nvSpPr>
              <p:spPr bwMode="auto">
                <a:xfrm>
                  <a:off x="1952" y="2344"/>
                  <a:ext cx="49" cy="27"/>
                </a:xfrm>
                <a:prstGeom prst="ellipse">
                  <a:avLst/>
                </a:prstGeom>
                <a:solidFill>
                  <a:schemeClr val="bg1"/>
                </a:solidFill>
                <a:ln w="12700">
                  <a:solidFill>
                    <a:schemeClr val="tx1"/>
                  </a:solidFill>
                  <a:round/>
                  <a:headEnd/>
                  <a:tailEnd/>
                </a:ln>
              </p:spPr>
              <p:txBody>
                <a:bodyPr wrap="none" anchor="ctr"/>
                <a:lstStyle/>
                <a:p>
                  <a:endParaRPr lang="zh-CN" altLang="en-US">
                    <a:ea typeface="宋体" panose="02010600030101010101" pitchFamily="2" charset="-122"/>
                  </a:endParaRPr>
                </a:p>
              </p:txBody>
            </p:sp>
            <p:sp>
              <p:nvSpPr>
                <p:cNvPr id="11319" name="AutoShape 56">
                  <a:extLst>
                    <a:ext uri="{FF2B5EF4-FFF2-40B4-BE49-F238E27FC236}">
                      <a16:creationId xmlns:a16="http://schemas.microsoft.com/office/drawing/2014/main" id="{C84D95AB-6DE7-096B-5DF7-A4877C8EE328}"/>
                    </a:ext>
                  </a:extLst>
                </p:cNvPr>
                <p:cNvSpPr>
                  <a:spLocks noChangeArrowheads="1"/>
                </p:cNvSpPr>
                <p:nvPr/>
              </p:nvSpPr>
              <p:spPr bwMode="auto">
                <a:xfrm>
                  <a:off x="1884" y="2554"/>
                  <a:ext cx="198" cy="84"/>
                </a:xfrm>
                <a:prstGeom prst="octagon">
                  <a:avLst>
                    <a:gd name="adj" fmla="val 29282"/>
                  </a:avLst>
                </a:prstGeom>
                <a:solidFill>
                  <a:srgbClr val="A2C1FE"/>
                </a:solidFill>
                <a:ln w="254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320" name="Freeform 57">
                <a:extLst>
                  <a:ext uri="{FF2B5EF4-FFF2-40B4-BE49-F238E27FC236}">
                    <a16:creationId xmlns:a16="http://schemas.microsoft.com/office/drawing/2014/main" id="{DF42AD5D-1A19-A318-9EBA-BE44643B6027}"/>
                  </a:ext>
                </a:extLst>
              </p:cNvPr>
              <p:cNvSpPr>
                <a:spLocks noChangeArrowheads="1"/>
              </p:cNvSpPr>
              <p:nvPr/>
            </p:nvSpPr>
            <p:spPr bwMode="auto">
              <a:xfrm>
                <a:off x="2401" y="2537"/>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ea typeface="宋体" panose="02010600030101010101" pitchFamily="2" charset="-122"/>
                </a:endParaRPr>
              </a:p>
            </p:txBody>
          </p:sp>
          <p:sp>
            <p:nvSpPr>
              <p:cNvPr id="11321" name="Rectangle 58">
                <a:extLst>
                  <a:ext uri="{FF2B5EF4-FFF2-40B4-BE49-F238E27FC236}">
                    <a16:creationId xmlns:a16="http://schemas.microsoft.com/office/drawing/2014/main" id="{61BDA87E-354C-6569-EB52-D19FAB33FAE8}"/>
                  </a:ext>
                </a:extLst>
              </p:cNvPr>
              <p:cNvSpPr>
                <a:spLocks noChangeArrowheads="1"/>
              </p:cNvSpPr>
              <p:nvPr/>
            </p:nvSpPr>
            <p:spPr bwMode="auto">
              <a:xfrm>
                <a:off x="2397" y="2537"/>
                <a:ext cx="106"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11322" name="Rectangle 59">
                <a:extLst>
                  <a:ext uri="{FF2B5EF4-FFF2-40B4-BE49-F238E27FC236}">
                    <a16:creationId xmlns:a16="http://schemas.microsoft.com/office/drawing/2014/main" id="{926D2E54-2E8C-29EE-E7DF-7E6F262F7C24}"/>
                  </a:ext>
                </a:extLst>
              </p:cNvPr>
              <p:cNvSpPr>
                <a:spLocks noChangeArrowheads="1"/>
              </p:cNvSpPr>
              <p:nvPr/>
            </p:nvSpPr>
            <p:spPr bwMode="auto">
              <a:xfrm>
                <a:off x="2404" y="2618"/>
                <a:ext cx="82"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11323" name="Rectangle 60">
                <a:extLst>
                  <a:ext uri="{FF2B5EF4-FFF2-40B4-BE49-F238E27FC236}">
                    <a16:creationId xmlns:a16="http://schemas.microsoft.com/office/drawing/2014/main" id="{2B13A282-1E71-617B-1CAF-02279114CE26}"/>
                  </a:ext>
                </a:extLst>
              </p:cNvPr>
              <p:cNvSpPr>
                <a:spLocks noChangeArrowheads="1"/>
              </p:cNvSpPr>
              <p:nvPr/>
            </p:nvSpPr>
            <p:spPr bwMode="auto">
              <a:xfrm>
                <a:off x="2259" y="2618"/>
                <a:ext cx="103" cy="11"/>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grpSp>
            <p:nvGrpSpPr>
              <p:cNvPr id="11324" name="Group 61">
                <a:extLst>
                  <a:ext uri="{FF2B5EF4-FFF2-40B4-BE49-F238E27FC236}">
                    <a16:creationId xmlns:a16="http://schemas.microsoft.com/office/drawing/2014/main" id="{A70C84FD-24A0-8372-D6AA-4E6C556C881E}"/>
                  </a:ext>
                </a:extLst>
              </p:cNvPr>
              <p:cNvGrpSpPr>
                <a:grpSpLocks/>
              </p:cNvGrpSpPr>
              <p:nvPr/>
            </p:nvGrpSpPr>
            <p:grpSpPr bwMode="auto">
              <a:xfrm>
                <a:off x="2253" y="2365"/>
                <a:ext cx="194" cy="364"/>
                <a:chOff x="2253" y="2365"/>
                <a:chExt cx="194" cy="364"/>
              </a:xfrm>
            </p:grpSpPr>
            <p:sp>
              <p:nvSpPr>
                <p:cNvPr id="11325" name="Oval 62">
                  <a:extLst>
                    <a:ext uri="{FF2B5EF4-FFF2-40B4-BE49-F238E27FC236}">
                      <a16:creationId xmlns:a16="http://schemas.microsoft.com/office/drawing/2014/main" id="{FB43C558-FB11-3A52-445C-70FE3811F70E}"/>
                    </a:ext>
                  </a:extLst>
                </p:cNvPr>
                <p:cNvSpPr>
                  <a:spLocks noChangeArrowheads="1"/>
                </p:cNvSpPr>
                <p:nvPr/>
              </p:nvSpPr>
              <p:spPr bwMode="auto">
                <a:xfrm>
                  <a:off x="2321" y="2365"/>
                  <a:ext cx="48" cy="48"/>
                </a:xfrm>
                <a:prstGeom prst="ellipse">
                  <a:avLst/>
                </a:prstGeom>
                <a:solidFill>
                  <a:srgbClr val="FC0128"/>
                </a:solidFill>
                <a:ln w="12700">
                  <a:solidFill>
                    <a:srgbClr val="000000"/>
                  </a:solidFill>
                  <a:round/>
                  <a:headEnd/>
                  <a:tailEnd/>
                </a:ln>
              </p:spPr>
              <p:txBody>
                <a:bodyPr wrap="none" anchor="ctr"/>
                <a:lstStyle/>
                <a:p>
                  <a:endParaRPr lang="zh-CN" altLang="en-US">
                    <a:ea typeface="宋体" panose="02010600030101010101" pitchFamily="2" charset="-122"/>
                  </a:endParaRPr>
                </a:p>
              </p:txBody>
            </p:sp>
            <p:sp>
              <p:nvSpPr>
                <p:cNvPr id="11326" name="Freeform 63">
                  <a:extLst>
                    <a:ext uri="{FF2B5EF4-FFF2-40B4-BE49-F238E27FC236}">
                      <a16:creationId xmlns:a16="http://schemas.microsoft.com/office/drawing/2014/main" id="{4528CB06-7E3E-D5A2-BCB0-43356067FFAA}"/>
                    </a:ext>
                  </a:extLst>
                </p:cNvPr>
                <p:cNvSpPr>
                  <a:spLocks noChangeArrowheads="1"/>
                </p:cNvSpPr>
                <p:nvPr/>
              </p:nvSpPr>
              <p:spPr bwMode="auto">
                <a:xfrm>
                  <a:off x="2253" y="2433"/>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xtLst>
                  <a:ext uri="{91240B29-F687-4F45-9708-019B960494DF}">
                    <a14:hiddenLine xmlns:a14="http://schemas.microsoft.com/office/drawing/2010/main" w="127000">
                      <a:solidFill>
                        <a:srgbClr val="000000"/>
                      </a:solidFill>
                      <a:round/>
                      <a:headEnd/>
                      <a:tailEnd/>
                    </a14:hiddenLine>
                  </a:ext>
                </a:extLst>
              </p:spPr>
              <p:txBody>
                <a:bodyPr/>
                <a:lstStyle/>
                <a:p>
                  <a:endParaRPr lang="zh-CN" altLang="en-US">
                    <a:ea typeface="宋体" panose="02010600030101010101" pitchFamily="2" charset="-122"/>
                  </a:endParaRPr>
                </a:p>
              </p:txBody>
            </p:sp>
          </p:grpSp>
        </p:grpSp>
        <p:grpSp>
          <p:nvGrpSpPr>
            <p:cNvPr id="11327" name="Group 64">
              <a:extLst>
                <a:ext uri="{FF2B5EF4-FFF2-40B4-BE49-F238E27FC236}">
                  <a16:creationId xmlns:a16="http://schemas.microsoft.com/office/drawing/2014/main" id="{290020B4-7413-563C-4123-7BE7C8BE5E0D}"/>
                </a:ext>
              </a:extLst>
            </p:cNvPr>
            <p:cNvGrpSpPr>
              <a:grpSpLocks/>
            </p:cNvGrpSpPr>
            <p:nvPr/>
          </p:nvGrpSpPr>
          <p:grpSpPr bwMode="auto">
            <a:xfrm>
              <a:off x="1952" y="2796"/>
              <a:ext cx="967" cy="448"/>
              <a:chOff x="1952" y="2796"/>
              <a:chExt cx="967" cy="448"/>
            </a:xfrm>
          </p:grpSpPr>
          <p:grpSp>
            <p:nvGrpSpPr>
              <p:cNvPr id="11328" name="Group 65">
                <a:extLst>
                  <a:ext uri="{FF2B5EF4-FFF2-40B4-BE49-F238E27FC236}">
                    <a16:creationId xmlns:a16="http://schemas.microsoft.com/office/drawing/2014/main" id="{4A4A9B9F-7342-92A9-1C98-078A4476C83C}"/>
                  </a:ext>
                </a:extLst>
              </p:cNvPr>
              <p:cNvGrpSpPr>
                <a:grpSpLocks/>
              </p:cNvGrpSpPr>
              <p:nvPr/>
            </p:nvGrpSpPr>
            <p:grpSpPr bwMode="auto">
              <a:xfrm>
                <a:off x="1952" y="2796"/>
                <a:ext cx="305" cy="448"/>
                <a:chOff x="1952" y="2796"/>
                <a:chExt cx="305" cy="448"/>
              </a:xfrm>
            </p:grpSpPr>
            <p:grpSp>
              <p:nvGrpSpPr>
                <p:cNvPr id="11329" name="Group 66">
                  <a:extLst>
                    <a:ext uri="{FF2B5EF4-FFF2-40B4-BE49-F238E27FC236}">
                      <a16:creationId xmlns:a16="http://schemas.microsoft.com/office/drawing/2014/main" id="{3816ECBA-500E-EBB9-ED1D-F4B3A4E7AEBA}"/>
                    </a:ext>
                  </a:extLst>
                </p:cNvPr>
                <p:cNvGrpSpPr>
                  <a:grpSpLocks/>
                </p:cNvGrpSpPr>
                <p:nvPr/>
              </p:nvGrpSpPr>
              <p:grpSpPr bwMode="auto">
                <a:xfrm>
                  <a:off x="1952" y="2796"/>
                  <a:ext cx="305" cy="448"/>
                  <a:chOff x="1952" y="2796"/>
                  <a:chExt cx="305" cy="448"/>
                </a:xfrm>
              </p:grpSpPr>
              <p:sp>
                <p:nvSpPr>
                  <p:cNvPr id="11330" name="AutoShape 67">
                    <a:extLst>
                      <a:ext uri="{FF2B5EF4-FFF2-40B4-BE49-F238E27FC236}">
                        <a16:creationId xmlns:a16="http://schemas.microsoft.com/office/drawing/2014/main" id="{C4D8FCE1-D359-4C30-6621-8A1835CA11CD}"/>
                      </a:ext>
                    </a:extLst>
                  </p:cNvPr>
                  <p:cNvSpPr>
                    <a:spLocks noChangeArrowheads="1"/>
                  </p:cNvSpPr>
                  <p:nvPr/>
                </p:nvSpPr>
                <p:spPr bwMode="auto">
                  <a:xfrm>
                    <a:off x="1952" y="2867"/>
                    <a:ext cx="305" cy="377"/>
                  </a:xfrm>
                  <a:prstGeom prst="cube">
                    <a:avLst>
                      <a:gd name="adj" fmla="val 24995"/>
                    </a:avLst>
                  </a:prstGeom>
                  <a:solidFill>
                    <a:srgbClr val="F6BF69"/>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sp>
                <p:nvSpPr>
                  <p:cNvPr id="11331" name="AutoShape 68">
                    <a:extLst>
                      <a:ext uri="{FF2B5EF4-FFF2-40B4-BE49-F238E27FC236}">
                        <a16:creationId xmlns:a16="http://schemas.microsoft.com/office/drawing/2014/main" id="{77A83CF0-C286-DF88-4DB7-C02BB6863E55}"/>
                      </a:ext>
                    </a:extLst>
                  </p:cNvPr>
                  <p:cNvSpPr>
                    <a:spLocks noChangeArrowheads="1"/>
                  </p:cNvSpPr>
                  <p:nvPr/>
                </p:nvSpPr>
                <p:spPr bwMode="auto">
                  <a:xfrm>
                    <a:off x="2022" y="2796"/>
                    <a:ext cx="235" cy="78"/>
                  </a:xfrm>
                  <a:prstGeom prst="cube">
                    <a:avLst>
                      <a:gd name="adj" fmla="val 24995"/>
                    </a:avLst>
                  </a:prstGeom>
                  <a:solidFill>
                    <a:srgbClr val="F6BF69"/>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332" name="AutoShape 69">
                  <a:extLst>
                    <a:ext uri="{FF2B5EF4-FFF2-40B4-BE49-F238E27FC236}">
                      <a16:creationId xmlns:a16="http://schemas.microsoft.com/office/drawing/2014/main" id="{863C53EB-0B47-AA5B-040C-ECE79D242017}"/>
                    </a:ext>
                  </a:extLst>
                </p:cNvPr>
                <p:cNvSpPr>
                  <a:spLocks noChangeArrowheads="1"/>
                </p:cNvSpPr>
                <p:nvPr/>
              </p:nvSpPr>
              <p:spPr bwMode="auto">
                <a:xfrm>
                  <a:off x="2014" y="2900"/>
                  <a:ext cx="158" cy="27"/>
                </a:xfrm>
                <a:prstGeom prst="parallelogram">
                  <a:avLst>
                    <a:gd name="adj" fmla="val 146269"/>
                  </a:avLst>
                </a:prstGeom>
                <a:solidFill>
                  <a:srgbClr val="F6BF69"/>
                </a:solidFill>
                <a:ln w="25400">
                  <a:solidFill>
                    <a:schemeClr val="tx1"/>
                  </a:solidFill>
                  <a:miter lim="800000"/>
                  <a:headEnd/>
                  <a:tailEnd/>
                </a:ln>
              </p:spPr>
              <p:txBody>
                <a:bodyPr wrap="none" anchor="ctr"/>
                <a:lstStyle/>
                <a:p>
                  <a:endParaRPr lang="zh-CN" altLang="en-US">
                    <a:ea typeface="宋体" panose="02010600030101010101" pitchFamily="2" charset="-122"/>
                  </a:endParaRPr>
                </a:p>
              </p:txBody>
            </p:sp>
          </p:grpSp>
          <p:grpSp>
            <p:nvGrpSpPr>
              <p:cNvPr id="11333" name="Group 70">
                <a:extLst>
                  <a:ext uri="{FF2B5EF4-FFF2-40B4-BE49-F238E27FC236}">
                    <a16:creationId xmlns:a16="http://schemas.microsoft.com/office/drawing/2014/main" id="{15704E28-A255-09DD-4113-33886D01B283}"/>
                  </a:ext>
                </a:extLst>
              </p:cNvPr>
              <p:cNvGrpSpPr>
                <a:grpSpLocks/>
              </p:cNvGrpSpPr>
              <p:nvPr/>
            </p:nvGrpSpPr>
            <p:grpSpPr bwMode="auto">
              <a:xfrm>
                <a:off x="2253" y="2796"/>
                <a:ext cx="378" cy="448"/>
                <a:chOff x="2253" y="2796"/>
                <a:chExt cx="378" cy="448"/>
              </a:xfrm>
            </p:grpSpPr>
            <p:grpSp>
              <p:nvGrpSpPr>
                <p:cNvPr id="11334" name="Group 71">
                  <a:extLst>
                    <a:ext uri="{FF2B5EF4-FFF2-40B4-BE49-F238E27FC236}">
                      <a16:creationId xmlns:a16="http://schemas.microsoft.com/office/drawing/2014/main" id="{9D27208F-7E5B-9B4A-C102-7BB52E23EF49}"/>
                    </a:ext>
                  </a:extLst>
                </p:cNvPr>
                <p:cNvGrpSpPr>
                  <a:grpSpLocks/>
                </p:cNvGrpSpPr>
                <p:nvPr/>
              </p:nvGrpSpPr>
              <p:grpSpPr bwMode="auto">
                <a:xfrm>
                  <a:off x="2253" y="2796"/>
                  <a:ext cx="378" cy="448"/>
                  <a:chOff x="2253" y="2796"/>
                  <a:chExt cx="378" cy="448"/>
                </a:xfrm>
              </p:grpSpPr>
              <p:sp>
                <p:nvSpPr>
                  <p:cNvPr id="11335" name="AutoShape 72">
                    <a:extLst>
                      <a:ext uri="{FF2B5EF4-FFF2-40B4-BE49-F238E27FC236}">
                        <a16:creationId xmlns:a16="http://schemas.microsoft.com/office/drawing/2014/main" id="{B3E3A658-5F36-3037-45D7-B1A0CB56F973}"/>
                      </a:ext>
                    </a:extLst>
                  </p:cNvPr>
                  <p:cNvSpPr>
                    <a:spLocks noChangeArrowheads="1"/>
                  </p:cNvSpPr>
                  <p:nvPr/>
                </p:nvSpPr>
                <p:spPr bwMode="auto">
                  <a:xfrm>
                    <a:off x="2253" y="2867"/>
                    <a:ext cx="378" cy="377"/>
                  </a:xfrm>
                  <a:prstGeom prst="cube">
                    <a:avLst>
                      <a:gd name="adj" fmla="val 24995"/>
                    </a:avLst>
                  </a:prstGeom>
                  <a:solidFill>
                    <a:srgbClr val="A2C1FE"/>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sp>
                <p:nvSpPr>
                  <p:cNvPr id="11336" name="AutoShape 73">
                    <a:extLst>
                      <a:ext uri="{FF2B5EF4-FFF2-40B4-BE49-F238E27FC236}">
                        <a16:creationId xmlns:a16="http://schemas.microsoft.com/office/drawing/2014/main" id="{29B9CC12-01A6-3627-2678-72B447F95D62}"/>
                      </a:ext>
                    </a:extLst>
                  </p:cNvPr>
                  <p:cNvSpPr>
                    <a:spLocks noChangeArrowheads="1"/>
                  </p:cNvSpPr>
                  <p:nvPr/>
                </p:nvSpPr>
                <p:spPr bwMode="auto">
                  <a:xfrm>
                    <a:off x="2339" y="2796"/>
                    <a:ext cx="292" cy="78"/>
                  </a:xfrm>
                  <a:prstGeom prst="cube">
                    <a:avLst>
                      <a:gd name="adj" fmla="val 24995"/>
                    </a:avLst>
                  </a:prstGeom>
                  <a:solidFill>
                    <a:srgbClr val="A2C1FE"/>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337" name="Oval 74">
                  <a:extLst>
                    <a:ext uri="{FF2B5EF4-FFF2-40B4-BE49-F238E27FC236}">
                      <a16:creationId xmlns:a16="http://schemas.microsoft.com/office/drawing/2014/main" id="{12DCA9BF-CF42-3ECD-F7F0-F167E2FCADE9}"/>
                    </a:ext>
                  </a:extLst>
                </p:cNvPr>
                <p:cNvSpPr>
                  <a:spLocks noChangeArrowheads="1"/>
                </p:cNvSpPr>
                <p:nvPr/>
              </p:nvSpPr>
              <p:spPr bwMode="auto">
                <a:xfrm>
                  <a:off x="2368" y="2832"/>
                  <a:ext cx="49" cy="27"/>
                </a:xfrm>
                <a:prstGeom prst="ellipse">
                  <a:avLst/>
                </a:prstGeom>
                <a:solidFill>
                  <a:schemeClr val="bg1"/>
                </a:solidFill>
                <a:ln w="12700">
                  <a:solidFill>
                    <a:schemeClr val="tx1"/>
                  </a:solidFill>
                  <a:round/>
                  <a:headEnd/>
                  <a:tailEnd/>
                </a:ln>
              </p:spPr>
              <p:txBody>
                <a:bodyPr wrap="none" anchor="ctr"/>
                <a:lstStyle/>
                <a:p>
                  <a:endParaRPr lang="zh-CN" altLang="en-US">
                    <a:ea typeface="宋体" panose="02010600030101010101" pitchFamily="2" charset="-122"/>
                  </a:endParaRPr>
                </a:p>
              </p:txBody>
            </p:sp>
            <p:sp>
              <p:nvSpPr>
                <p:cNvPr id="11338" name="AutoShape 75">
                  <a:extLst>
                    <a:ext uri="{FF2B5EF4-FFF2-40B4-BE49-F238E27FC236}">
                      <a16:creationId xmlns:a16="http://schemas.microsoft.com/office/drawing/2014/main" id="{9C01E262-9DFA-4EC5-6AE7-2F7A5A4069C6}"/>
                    </a:ext>
                  </a:extLst>
                </p:cNvPr>
                <p:cNvSpPr>
                  <a:spLocks noChangeArrowheads="1"/>
                </p:cNvSpPr>
                <p:nvPr/>
              </p:nvSpPr>
              <p:spPr bwMode="auto">
                <a:xfrm>
                  <a:off x="2300" y="3042"/>
                  <a:ext cx="198" cy="84"/>
                </a:xfrm>
                <a:prstGeom prst="octagon">
                  <a:avLst>
                    <a:gd name="adj" fmla="val 29282"/>
                  </a:avLst>
                </a:prstGeom>
                <a:solidFill>
                  <a:srgbClr val="A2C1FE"/>
                </a:solidFill>
                <a:ln w="254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339" name="Freeform 76">
                <a:extLst>
                  <a:ext uri="{FF2B5EF4-FFF2-40B4-BE49-F238E27FC236}">
                    <a16:creationId xmlns:a16="http://schemas.microsoft.com/office/drawing/2014/main" id="{8F493D53-2872-9601-FBED-757FA50CD456}"/>
                  </a:ext>
                </a:extLst>
              </p:cNvPr>
              <p:cNvSpPr>
                <a:spLocks noChangeArrowheads="1"/>
              </p:cNvSpPr>
              <p:nvPr/>
            </p:nvSpPr>
            <p:spPr bwMode="auto">
              <a:xfrm>
                <a:off x="2817" y="3025"/>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ea typeface="宋体" panose="02010600030101010101" pitchFamily="2" charset="-122"/>
                </a:endParaRPr>
              </a:p>
            </p:txBody>
          </p:sp>
          <p:sp>
            <p:nvSpPr>
              <p:cNvPr id="11340" name="Rectangle 77">
                <a:extLst>
                  <a:ext uri="{FF2B5EF4-FFF2-40B4-BE49-F238E27FC236}">
                    <a16:creationId xmlns:a16="http://schemas.microsoft.com/office/drawing/2014/main" id="{DF1ADFBB-EEE9-2356-314D-E9B9DBDEBFF0}"/>
                  </a:ext>
                </a:extLst>
              </p:cNvPr>
              <p:cNvSpPr>
                <a:spLocks noChangeArrowheads="1"/>
              </p:cNvSpPr>
              <p:nvPr/>
            </p:nvSpPr>
            <p:spPr bwMode="auto">
              <a:xfrm>
                <a:off x="2813" y="3025"/>
                <a:ext cx="106"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11341" name="Rectangle 78">
                <a:extLst>
                  <a:ext uri="{FF2B5EF4-FFF2-40B4-BE49-F238E27FC236}">
                    <a16:creationId xmlns:a16="http://schemas.microsoft.com/office/drawing/2014/main" id="{B90CB435-A66A-8445-100A-81FE10CA633A}"/>
                  </a:ext>
                </a:extLst>
              </p:cNvPr>
              <p:cNvSpPr>
                <a:spLocks noChangeArrowheads="1"/>
              </p:cNvSpPr>
              <p:nvPr/>
            </p:nvSpPr>
            <p:spPr bwMode="auto">
              <a:xfrm>
                <a:off x="2820" y="3106"/>
                <a:ext cx="82"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11342" name="Rectangle 79">
                <a:extLst>
                  <a:ext uri="{FF2B5EF4-FFF2-40B4-BE49-F238E27FC236}">
                    <a16:creationId xmlns:a16="http://schemas.microsoft.com/office/drawing/2014/main" id="{065AA45E-0796-03FB-B318-C378861065A8}"/>
                  </a:ext>
                </a:extLst>
              </p:cNvPr>
              <p:cNvSpPr>
                <a:spLocks noChangeArrowheads="1"/>
              </p:cNvSpPr>
              <p:nvPr/>
            </p:nvSpPr>
            <p:spPr bwMode="auto">
              <a:xfrm>
                <a:off x="2671" y="3106"/>
                <a:ext cx="103" cy="11"/>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grpSp>
            <p:nvGrpSpPr>
              <p:cNvPr id="11343" name="Group 80">
                <a:extLst>
                  <a:ext uri="{FF2B5EF4-FFF2-40B4-BE49-F238E27FC236}">
                    <a16:creationId xmlns:a16="http://schemas.microsoft.com/office/drawing/2014/main" id="{3E8564C8-954D-957C-6AC3-60E015E7FDB9}"/>
                  </a:ext>
                </a:extLst>
              </p:cNvPr>
              <p:cNvGrpSpPr>
                <a:grpSpLocks/>
              </p:cNvGrpSpPr>
              <p:nvPr/>
            </p:nvGrpSpPr>
            <p:grpSpPr bwMode="auto">
              <a:xfrm>
                <a:off x="2669" y="2853"/>
                <a:ext cx="194" cy="364"/>
                <a:chOff x="2669" y="2853"/>
                <a:chExt cx="194" cy="364"/>
              </a:xfrm>
            </p:grpSpPr>
            <p:sp>
              <p:nvSpPr>
                <p:cNvPr id="11344" name="Oval 81">
                  <a:extLst>
                    <a:ext uri="{FF2B5EF4-FFF2-40B4-BE49-F238E27FC236}">
                      <a16:creationId xmlns:a16="http://schemas.microsoft.com/office/drawing/2014/main" id="{4F79A6F1-996F-633F-7E6A-101DA2F9A196}"/>
                    </a:ext>
                  </a:extLst>
                </p:cNvPr>
                <p:cNvSpPr>
                  <a:spLocks noChangeArrowheads="1"/>
                </p:cNvSpPr>
                <p:nvPr/>
              </p:nvSpPr>
              <p:spPr bwMode="auto">
                <a:xfrm>
                  <a:off x="2737" y="2853"/>
                  <a:ext cx="48" cy="48"/>
                </a:xfrm>
                <a:prstGeom prst="ellipse">
                  <a:avLst/>
                </a:prstGeom>
                <a:solidFill>
                  <a:srgbClr val="FC0128"/>
                </a:solidFill>
                <a:ln w="12700">
                  <a:solidFill>
                    <a:srgbClr val="000000"/>
                  </a:solidFill>
                  <a:round/>
                  <a:headEnd/>
                  <a:tailEnd/>
                </a:ln>
              </p:spPr>
              <p:txBody>
                <a:bodyPr wrap="none" anchor="ctr"/>
                <a:lstStyle/>
                <a:p>
                  <a:endParaRPr lang="zh-CN" altLang="en-US">
                    <a:ea typeface="宋体" panose="02010600030101010101" pitchFamily="2" charset="-122"/>
                  </a:endParaRPr>
                </a:p>
              </p:txBody>
            </p:sp>
            <p:sp>
              <p:nvSpPr>
                <p:cNvPr id="11345" name="Freeform 82">
                  <a:extLst>
                    <a:ext uri="{FF2B5EF4-FFF2-40B4-BE49-F238E27FC236}">
                      <a16:creationId xmlns:a16="http://schemas.microsoft.com/office/drawing/2014/main" id="{D91235E5-FD40-500C-14E6-A3C4D8763BFC}"/>
                    </a:ext>
                  </a:extLst>
                </p:cNvPr>
                <p:cNvSpPr>
                  <a:spLocks noChangeArrowheads="1"/>
                </p:cNvSpPr>
                <p:nvPr/>
              </p:nvSpPr>
              <p:spPr bwMode="auto">
                <a:xfrm>
                  <a:off x="2669" y="2921"/>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xtLst>
                  <a:ext uri="{91240B29-F687-4F45-9708-019B960494DF}">
                    <a14:hiddenLine xmlns:a14="http://schemas.microsoft.com/office/drawing/2010/main" w="127000">
                      <a:solidFill>
                        <a:srgbClr val="000000"/>
                      </a:solidFill>
                      <a:round/>
                      <a:headEnd/>
                      <a:tailEnd/>
                    </a14:hiddenLine>
                  </a:ext>
                </a:extLst>
              </p:spPr>
              <p:txBody>
                <a:bodyPr/>
                <a:lstStyle/>
                <a:p>
                  <a:endParaRPr lang="zh-CN" altLang="en-US">
                    <a:ea typeface="宋体" panose="02010600030101010101" pitchFamily="2" charset="-122"/>
                  </a:endParaRPr>
                </a:p>
              </p:txBody>
            </p:sp>
          </p:grpSp>
        </p:grpSp>
        <p:grpSp>
          <p:nvGrpSpPr>
            <p:cNvPr id="11346" name="Group 83">
              <a:extLst>
                <a:ext uri="{FF2B5EF4-FFF2-40B4-BE49-F238E27FC236}">
                  <a16:creationId xmlns:a16="http://schemas.microsoft.com/office/drawing/2014/main" id="{03B8D694-2744-0DFB-43D8-1431D38BDE2A}"/>
                </a:ext>
              </a:extLst>
            </p:cNvPr>
            <p:cNvGrpSpPr>
              <a:grpSpLocks/>
            </p:cNvGrpSpPr>
            <p:nvPr/>
          </p:nvGrpSpPr>
          <p:grpSpPr bwMode="auto">
            <a:xfrm>
              <a:off x="2368" y="3244"/>
              <a:ext cx="967" cy="448"/>
              <a:chOff x="2368" y="3244"/>
              <a:chExt cx="967" cy="448"/>
            </a:xfrm>
          </p:grpSpPr>
          <p:grpSp>
            <p:nvGrpSpPr>
              <p:cNvPr id="11347" name="Group 84">
                <a:extLst>
                  <a:ext uri="{FF2B5EF4-FFF2-40B4-BE49-F238E27FC236}">
                    <a16:creationId xmlns:a16="http://schemas.microsoft.com/office/drawing/2014/main" id="{3BBB8BF1-ED5B-9C51-D335-117CB68AE693}"/>
                  </a:ext>
                </a:extLst>
              </p:cNvPr>
              <p:cNvGrpSpPr>
                <a:grpSpLocks/>
              </p:cNvGrpSpPr>
              <p:nvPr/>
            </p:nvGrpSpPr>
            <p:grpSpPr bwMode="auto">
              <a:xfrm>
                <a:off x="2368" y="3244"/>
                <a:ext cx="305" cy="448"/>
                <a:chOff x="2368" y="3244"/>
                <a:chExt cx="305" cy="448"/>
              </a:xfrm>
            </p:grpSpPr>
            <p:grpSp>
              <p:nvGrpSpPr>
                <p:cNvPr id="11348" name="Group 85">
                  <a:extLst>
                    <a:ext uri="{FF2B5EF4-FFF2-40B4-BE49-F238E27FC236}">
                      <a16:creationId xmlns:a16="http://schemas.microsoft.com/office/drawing/2014/main" id="{712928E0-33FA-63A4-B3A6-EC46EBB99FA3}"/>
                    </a:ext>
                  </a:extLst>
                </p:cNvPr>
                <p:cNvGrpSpPr>
                  <a:grpSpLocks/>
                </p:cNvGrpSpPr>
                <p:nvPr/>
              </p:nvGrpSpPr>
              <p:grpSpPr bwMode="auto">
                <a:xfrm>
                  <a:off x="2368" y="3244"/>
                  <a:ext cx="305" cy="448"/>
                  <a:chOff x="2368" y="3244"/>
                  <a:chExt cx="305" cy="448"/>
                </a:xfrm>
              </p:grpSpPr>
              <p:sp>
                <p:nvSpPr>
                  <p:cNvPr id="11349" name="AutoShape 86">
                    <a:extLst>
                      <a:ext uri="{FF2B5EF4-FFF2-40B4-BE49-F238E27FC236}">
                        <a16:creationId xmlns:a16="http://schemas.microsoft.com/office/drawing/2014/main" id="{224D3F23-EA42-AF58-E574-99BCF67A0686}"/>
                      </a:ext>
                    </a:extLst>
                  </p:cNvPr>
                  <p:cNvSpPr>
                    <a:spLocks noChangeArrowheads="1"/>
                  </p:cNvSpPr>
                  <p:nvPr/>
                </p:nvSpPr>
                <p:spPr bwMode="auto">
                  <a:xfrm>
                    <a:off x="2368" y="3315"/>
                    <a:ext cx="305" cy="377"/>
                  </a:xfrm>
                  <a:prstGeom prst="cube">
                    <a:avLst>
                      <a:gd name="adj" fmla="val 24995"/>
                    </a:avLst>
                  </a:prstGeom>
                  <a:solidFill>
                    <a:srgbClr val="F6BF69"/>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sp>
                <p:nvSpPr>
                  <p:cNvPr id="11350" name="AutoShape 87">
                    <a:extLst>
                      <a:ext uri="{FF2B5EF4-FFF2-40B4-BE49-F238E27FC236}">
                        <a16:creationId xmlns:a16="http://schemas.microsoft.com/office/drawing/2014/main" id="{E1CE0BF3-2592-A012-616F-CE28F089DD65}"/>
                      </a:ext>
                    </a:extLst>
                  </p:cNvPr>
                  <p:cNvSpPr>
                    <a:spLocks noChangeArrowheads="1"/>
                  </p:cNvSpPr>
                  <p:nvPr/>
                </p:nvSpPr>
                <p:spPr bwMode="auto">
                  <a:xfrm>
                    <a:off x="2438" y="3244"/>
                    <a:ext cx="235" cy="78"/>
                  </a:xfrm>
                  <a:prstGeom prst="cube">
                    <a:avLst>
                      <a:gd name="adj" fmla="val 24995"/>
                    </a:avLst>
                  </a:prstGeom>
                  <a:solidFill>
                    <a:srgbClr val="F6BF69"/>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351" name="AutoShape 88">
                  <a:extLst>
                    <a:ext uri="{FF2B5EF4-FFF2-40B4-BE49-F238E27FC236}">
                      <a16:creationId xmlns:a16="http://schemas.microsoft.com/office/drawing/2014/main" id="{39E64A85-686F-12A1-0E76-58AEFE0377D9}"/>
                    </a:ext>
                  </a:extLst>
                </p:cNvPr>
                <p:cNvSpPr>
                  <a:spLocks noChangeArrowheads="1"/>
                </p:cNvSpPr>
                <p:nvPr/>
              </p:nvSpPr>
              <p:spPr bwMode="auto">
                <a:xfrm>
                  <a:off x="2430" y="3348"/>
                  <a:ext cx="158" cy="27"/>
                </a:xfrm>
                <a:prstGeom prst="parallelogram">
                  <a:avLst>
                    <a:gd name="adj" fmla="val 146269"/>
                  </a:avLst>
                </a:prstGeom>
                <a:solidFill>
                  <a:srgbClr val="F6BF69"/>
                </a:solidFill>
                <a:ln w="25400">
                  <a:solidFill>
                    <a:schemeClr val="tx1"/>
                  </a:solidFill>
                  <a:miter lim="800000"/>
                  <a:headEnd/>
                  <a:tailEnd/>
                </a:ln>
              </p:spPr>
              <p:txBody>
                <a:bodyPr wrap="none" anchor="ctr"/>
                <a:lstStyle/>
                <a:p>
                  <a:endParaRPr lang="zh-CN" altLang="en-US">
                    <a:ea typeface="宋体" panose="02010600030101010101" pitchFamily="2" charset="-122"/>
                  </a:endParaRPr>
                </a:p>
              </p:txBody>
            </p:sp>
          </p:grpSp>
          <p:grpSp>
            <p:nvGrpSpPr>
              <p:cNvPr id="11352" name="Group 89">
                <a:extLst>
                  <a:ext uri="{FF2B5EF4-FFF2-40B4-BE49-F238E27FC236}">
                    <a16:creationId xmlns:a16="http://schemas.microsoft.com/office/drawing/2014/main" id="{CAAD7449-9587-F48C-1F06-B83D8C67DDD7}"/>
                  </a:ext>
                </a:extLst>
              </p:cNvPr>
              <p:cNvGrpSpPr>
                <a:grpSpLocks/>
              </p:cNvGrpSpPr>
              <p:nvPr/>
            </p:nvGrpSpPr>
            <p:grpSpPr bwMode="auto">
              <a:xfrm>
                <a:off x="2669" y="3244"/>
                <a:ext cx="378" cy="448"/>
                <a:chOff x="2669" y="3244"/>
                <a:chExt cx="378" cy="448"/>
              </a:xfrm>
            </p:grpSpPr>
            <p:grpSp>
              <p:nvGrpSpPr>
                <p:cNvPr id="11353" name="Group 90">
                  <a:extLst>
                    <a:ext uri="{FF2B5EF4-FFF2-40B4-BE49-F238E27FC236}">
                      <a16:creationId xmlns:a16="http://schemas.microsoft.com/office/drawing/2014/main" id="{690920D5-A8A7-A223-DC3C-F8E4FDBEC4BB}"/>
                    </a:ext>
                  </a:extLst>
                </p:cNvPr>
                <p:cNvGrpSpPr>
                  <a:grpSpLocks/>
                </p:cNvGrpSpPr>
                <p:nvPr/>
              </p:nvGrpSpPr>
              <p:grpSpPr bwMode="auto">
                <a:xfrm>
                  <a:off x="2669" y="3244"/>
                  <a:ext cx="378" cy="448"/>
                  <a:chOff x="2669" y="3244"/>
                  <a:chExt cx="378" cy="448"/>
                </a:xfrm>
              </p:grpSpPr>
              <p:sp>
                <p:nvSpPr>
                  <p:cNvPr id="11354" name="AutoShape 91">
                    <a:extLst>
                      <a:ext uri="{FF2B5EF4-FFF2-40B4-BE49-F238E27FC236}">
                        <a16:creationId xmlns:a16="http://schemas.microsoft.com/office/drawing/2014/main" id="{4261A0CB-2D17-7E78-23C9-D8D15487E7D6}"/>
                      </a:ext>
                    </a:extLst>
                  </p:cNvPr>
                  <p:cNvSpPr>
                    <a:spLocks noChangeArrowheads="1"/>
                  </p:cNvSpPr>
                  <p:nvPr/>
                </p:nvSpPr>
                <p:spPr bwMode="auto">
                  <a:xfrm>
                    <a:off x="2669" y="3315"/>
                    <a:ext cx="378" cy="377"/>
                  </a:xfrm>
                  <a:prstGeom prst="cube">
                    <a:avLst>
                      <a:gd name="adj" fmla="val 24995"/>
                    </a:avLst>
                  </a:prstGeom>
                  <a:solidFill>
                    <a:srgbClr val="A2C1FE"/>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sp>
                <p:nvSpPr>
                  <p:cNvPr id="11355" name="AutoShape 92">
                    <a:extLst>
                      <a:ext uri="{FF2B5EF4-FFF2-40B4-BE49-F238E27FC236}">
                        <a16:creationId xmlns:a16="http://schemas.microsoft.com/office/drawing/2014/main" id="{8AB8CB09-C115-2262-93F6-342DAA92670D}"/>
                      </a:ext>
                    </a:extLst>
                  </p:cNvPr>
                  <p:cNvSpPr>
                    <a:spLocks noChangeArrowheads="1"/>
                  </p:cNvSpPr>
                  <p:nvPr/>
                </p:nvSpPr>
                <p:spPr bwMode="auto">
                  <a:xfrm>
                    <a:off x="2755" y="3244"/>
                    <a:ext cx="292" cy="78"/>
                  </a:xfrm>
                  <a:prstGeom prst="cube">
                    <a:avLst>
                      <a:gd name="adj" fmla="val 24995"/>
                    </a:avLst>
                  </a:prstGeom>
                  <a:solidFill>
                    <a:srgbClr val="A2C1FE"/>
                  </a:solidFill>
                  <a:ln w="127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356" name="Oval 93">
                  <a:extLst>
                    <a:ext uri="{FF2B5EF4-FFF2-40B4-BE49-F238E27FC236}">
                      <a16:creationId xmlns:a16="http://schemas.microsoft.com/office/drawing/2014/main" id="{C02ED3AB-9B1F-3975-525C-60E45A94E5C5}"/>
                    </a:ext>
                  </a:extLst>
                </p:cNvPr>
                <p:cNvSpPr>
                  <a:spLocks noChangeArrowheads="1"/>
                </p:cNvSpPr>
                <p:nvPr/>
              </p:nvSpPr>
              <p:spPr bwMode="auto">
                <a:xfrm>
                  <a:off x="2784" y="3280"/>
                  <a:ext cx="49" cy="27"/>
                </a:xfrm>
                <a:prstGeom prst="ellipse">
                  <a:avLst/>
                </a:prstGeom>
                <a:solidFill>
                  <a:schemeClr val="bg1"/>
                </a:solidFill>
                <a:ln w="12700">
                  <a:solidFill>
                    <a:schemeClr val="tx1"/>
                  </a:solidFill>
                  <a:round/>
                  <a:headEnd/>
                  <a:tailEnd/>
                </a:ln>
              </p:spPr>
              <p:txBody>
                <a:bodyPr wrap="none" anchor="ctr"/>
                <a:lstStyle/>
                <a:p>
                  <a:endParaRPr lang="zh-CN" altLang="en-US">
                    <a:ea typeface="宋体" panose="02010600030101010101" pitchFamily="2" charset="-122"/>
                  </a:endParaRPr>
                </a:p>
              </p:txBody>
            </p:sp>
            <p:sp>
              <p:nvSpPr>
                <p:cNvPr id="11357" name="AutoShape 94">
                  <a:extLst>
                    <a:ext uri="{FF2B5EF4-FFF2-40B4-BE49-F238E27FC236}">
                      <a16:creationId xmlns:a16="http://schemas.microsoft.com/office/drawing/2014/main" id="{C2ADCD1F-D73E-6BCC-3DE3-ECD4D7256347}"/>
                    </a:ext>
                  </a:extLst>
                </p:cNvPr>
                <p:cNvSpPr>
                  <a:spLocks noChangeArrowheads="1"/>
                </p:cNvSpPr>
                <p:nvPr/>
              </p:nvSpPr>
              <p:spPr bwMode="auto">
                <a:xfrm>
                  <a:off x="2716" y="3490"/>
                  <a:ext cx="198" cy="84"/>
                </a:xfrm>
                <a:prstGeom prst="octagon">
                  <a:avLst>
                    <a:gd name="adj" fmla="val 29282"/>
                  </a:avLst>
                </a:prstGeom>
                <a:solidFill>
                  <a:srgbClr val="A2C1FE"/>
                </a:solidFill>
                <a:ln w="25400">
                  <a:solidFill>
                    <a:schemeClr val="tx1"/>
                  </a:solidFill>
                  <a:miter lim="800000"/>
                  <a:headEnd/>
                  <a:tailEnd/>
                </a:ln>
              </p:spPr>
              <p:txBody>
                <a:bodyPr wrap="none" anchor="ctr"/>
                <a:lstStyle/>
                <a:p>
                  <a:endParaRPr lang="zh-CN" altLang="en-US">
                    <a:ea typeface="宋体" panose="02010600030101010101" pitchFamily="2" charset="-122"/>
                  </a:endParaRPr>
                </a:p>
              </p:txBody>
            </p:sp>
          </p:grpSp>
          <p:sp>
            <p:nvSpPr>
              <p:cNvPr id="11358" name="Freeform 95">
                <a:extLst>
                  <a:ext uri="{FF2B5EF4-FFF2-40B4-BE49-F238E27FC236}">
                    <a16:creationId xmlns:a16="http://schemas.microsoft.com/office/drawing/2014/main" id="{D783C560-A258-CBB6-0A5A-B216A5987878}"/>
                  </a:ext>
                </a:extLst>
              </p:cNvPr>
              <p:cNvSpPr>
                <a:spLocks noChangeArrowheads="1"/>
              </p:cNvSpPr>
              <p:nvPr/>
            </p:nvSpPr>
            <p:spPr bwMode="auto">
              <a:xfrm>
                <a:off x="3233" y="3473"/>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ea typeface="宋体" panose="02010600030101010101" pitchFamily="2" charset="-122"/>
                </a:endParaRPr>
              </a:p>
            </p:txBody>
          </p:sp>
          <p:sp>
            <p:nvSpPr>
              <p:cNvPr id="11359" name="Rectangle 96">
                <a:extLst>
                  <a:ext uri="{FF2B5EF4-FFF2-40B4-BE49-F238E27FC236}">
                    <a16:creationId xmlns:a16="http://schemas.microsoft.com/office/drawing/2014/main" id="{510E07EB-ECA7-CD9E-3272-B2564DDAF87F}"/>
                  </a:ext>
                </a:extLst>
              </p:cNvPr>
              <p:cNvSpPr>
                <a:spLocks noChangeArrowheads="1"/>
              </p:cNvSpPr>
              <p:nvPr/>
            </p:nvSpPr>
            <p:spPr bwMode="auto">
              <a:xfrm>
                <a:off x="3229" y="3473"/>
                <a:ext cx="106"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11360" name="Rectangle 97">
                <a:extLst>
                  <a:ext uri="{FF2B5EF4-FFF2-40B4-BE49-F238E27FC236}">
                    <a16:creationId xmlns:a16="http://schemas.microsoft.com/office/drawing/2014/main" id="{3F4F8F82-9CAA-2222-013F-8F129870F0D1}"/>
                  </a:ext>
                </a:extLst>
              </p:cNvPr>
              <p:cNvSpPr>
                <a:spLocks noChangeArrowheads="1"/>
              </p:cNvSpPr>
              <p:nvPr/>
            </p:nvSpPr>
            <p:spPr bwMode="auto">
              <a:xfrm>
                <a:off x="3236" y="3554"/>
                <a:ext cx="82" cy="16"/>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
            <p:nvSpPr>
              <p:cNvPr id="11361" name="Rectangle 98">
                <a:extLst>
                  <a:ext uri="{FF2B5EF4-FFF2-40B4-BE49-F238E27FC236}">
                    <a16:creationId xmlns:a16="http://schemas.microsoft.com/office/drawing/2014/main" id="{24AC8DCA-862D-A469-C42A-41A17267686F}"/>
                  </a:ext>
                </a:extLst>
              </p:cNvPr>
              <p:cNvSpPr>
                <a:spLocks noChangeArrowheads="1"/>
              </p:cNvSpPr>
              <p:nvPr/>
            </p:nvSpPr>
            <p:spPr bwMode="auto">
              <a:xfrm>
                <a:off x="3053" y="3554"/>
                <a:ext cx="103" cy="11"/>
              </a:xfrm>
              <a:prstGeom prst="rect">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grpSp>
            <p:nvGrpSpPr>
              <p:cNvPr id="11362" name="Group 99">
                <a:extLst>
                  <a:ext uri="{FF2B5EF4-FFF2-40B4-BE49-F238E27FC236}">
                    <a16:creationId xmlns:a16="http://schemas.microsoft.com/office/drawing/2014/main" id="{C9185B1A-DBCA-78EF-80E9-45C51E21BF13}"/>
                  </a:ext>
                </a:extLst>
              </p:cNvPr>
              <p:cNvGrpSpPr>
                <a:grpSpLocks/>
              </p:cNvGrpSpPr>
              <p:nvPr/>
            </p:nvGrpSpPr>
            <p:grpSpPr bwMode="auto">
              <a:xfrm>
                <a:off x="3051" y="3301"/>
                <a:ext cx="194" cy="364"/>
                <a:chOff x="3051" y="3301"/>
                <a:chExt cx="194" cy="364"/>
              </a:xfrm>
            </p:grpSpPr>
            <p:sp>
              <p:nvSpPr>
                <p:cNvPr id="11363" name="Oval 100">
                  <a:extLst>
                    <a:ext uri="{FF2B5EF4-FFF2-40B4-BE49-F238E27FC236}">
                      <a16:creationId xmlns:a16="http://schemas.microsoft.com/office/drawing/2014/main" id="{27D96184-C252-87CF-6FD4-3F5AF3454AA4}"/>
                    </a:ext>
                  </a:extLst>
                </p:cNvPr>
                <p:cNvSpPr>
                  <a:spLocks noChangeArrowheads="1"/>
                </p:cNvSpPr>
                <p:nvPr/>
              </p:nvSpPr>
              <p:spPr bwMode="auto">
                <a:xfrm>
                  <a:off x="3127" y="3301"/>
                  <a:ext cx="48" cy="48"/>
                </a:xfrm>
                <a:prstGeom prst="ellipse">
                  <a:avLst/>
                </a:prstGeom>
                <a:solidFill>
                  <a:srgbClr val="FC0128"/>
                </a:solidFill>
                <a:ln w="12700">
                  <a:solidFill>
                    <a:srgbClr val="000000"/>
                  </a:solidFill>
                  <a:round/>
                  <a:headEnd/>
                  <a:tailEnd/>
                </a:ln>
              </p:spPr>
              <p:txBody>
                <a:bodyPr wrap="none" anchor="ctr"/>
                <a:lstStyle/>
                <a:p>
                  <a:endParaRPr lang="zh-CN" altLang="en-US">
                    <a:ea typeface="宋体" panose="02010600030101010101" pitchFamily="2" charset="-122"/>
                  </a:endParaRPr>
                </a:p>
              </p:txBody>
            </p:sp>
            <p:sp>
              <p:nvSpPr>
                <p:cNvPr id="11364" name="Freeform 101">
                  <a:extLst>
                    <a:ext uri="{FF2B5EF4-FFF2-40B4-BE49-F238E27FC236}">
                      <a16:creationId xmlns:a16="http://schemas.microsoft.com/office/drawing/2014/main" id="{B6E839C1-C86E-9CC7-5F60-8FF86A50070D}"/>
                    </a:ext>
                  </a:extLst>
                </p:cNvPr>
                <p:cNvSpPr>
                  <a:spLocks noChangeArrowheads="1"/>
                </p:cNvSpPr>
                <p:nvPr/>
              </p:nvSpPr>
              <p:spPr bwMode="auto">
                <a:xfrm>
                  <a:off x="3051" y="3369"/>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xtLst>
                  <a:ext uri="{91240B29-F687-4F45-9708-019B960494DF}">
                    <a14:hiddenLine xmlns:a14="http://schemas.microsoft.com/office/drawing/2010/main" w="127000">
                      <a:solidFill>
                        <a:srgbClr val="000000"/>
                      </a:solidFill>
                      <a:round/>
                      <a:headEnd/>
                      <a:tailEnd/>
                    </a14:hiddenLine>
                  </a:ext>
                </a:extLst>
              </p:spPr>
              <p:txBody>
                <a:bodyPr/>
                <a:lstStyle/>
                <a:p>
                  <a:endParaRPr lang="zh-CN" altLang="en-US">
                    <a:ea typeface="宋体" panose="02010600030101010101" pitchFamily="2" charset="-122"/>
                  </a:endParaRPr>
                </a:p>
              </p:txBody>
            </p:sp>
          </p:grpSp>
        </p:grpSp>
      </p:grpSp>
      <p:sp>
        <p:nvSpPr>
          <p:cNvPr id="11365" name="Rectangle 102">
            <a:extLst>
              <a:ext uri="{FF2B5EF4-FFF2-40B4-BE49-F238E27FC236}">
                <a16:creationId xmlns:a16="http://schemas.microsoft.com/office/drawing/2014/main" id="{1AF0ED54-E3DE-E07F-7A03-58C9B2599C83}"/>
              </a:ext>
            </a:extLst>
          </p:cNvPr>
          <p:cNvSpPr>
            <a:spLocks noChangeArrowheads="1"/>
          </p:cNvSpPr>
          <p:nvPr/>
        </p:nvSpPr>
        <p:spPr bwMode="auto">
          <a:xfrm>
            <a:off x="385763" y="2220913"/>
            <a:ext cx="358775"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1800" b="0" i="1">
                <a:latin typeface="Arial" panose="020B0604020202020204" pitchFamily="34" charset="0"/>
                <a:ea typeface="宋体" panose="02010600030101010101" pitchFamily="2" charset="-122"/>
              </a:rPr>
              <a:t>T</a:t>
            </a:r>
          </a:p>
          <a:p>
            <a:pPr algn="ctr"/>
            <a:r>
              <a:rPr lang="en-US" altLang="zh-CN" sz="1800" b="0" i="1">
                <a:latin typeface="Arial" panose="020B0604020202020204" pitchFamily="34" charset="0"/>
                <a:ea typeface="宋体" panose="02010600030101010101" pitchFamily="2" charset="-122"/>
              </a:rPr>
              <a:t>a</a:t>
            </a:r>
          </a:p>
          <a:p>
            <a:pPr algn="ctr"/>
            <a:r>
              <a:rPr lang="en-US" altLang="zh-CN" sz="1800" b="0" i="1">
                <a:latin typeface="Arial" panose="020B0604020202020204" pitchFamily="34" charset="0"/>
                <a:ea typeface="宋体" panose="02010600030101010101" pitchFamily="2" charset="-122"/>
              </a:rPr>
              <a:t>s</a:t>
            </a:r>
          </a:p>
          <a:p>
            <a:pPr algn="ctr"/>
            <a:r>
              <a:rPr lang="en-US" altLang="zh-CN" sz="1800" b="0" i="1">
                <a:latin typeface="Arial" panose="020B0604020202020204" pitchFamily="34" charset="0"/>
                <a:ea typeface="宋体" panose="02010600030101010101" pitchFamily="2" charset="-122"/>
              </a:rPr>
              <a:t>k</a:t>
            </a:r>
          </a:p>
          <a:p>
            <a:pPr algn="ctr"/>
            <a:endParaRPr lang="en-US" altLang="zh-CN" sz="1800" b="0" i="1">
              <a:latin typeface="Arial" panose="020B0604020202020204" pitchFamily="34" charset="0"/>
              <a:ea typeface="宋体" panose="02010600030101010101" pitchFamily="2" charset="-122"/>
            </a:endParaRPr>
          </a:p>
          <a:p>
            <a:pPr algn="ctr"/>
            <a:r>
              <a:rPr lang="en-US" altLang="zh-CN" sz="1800" b="0" i="1">
                <a:latin typeface="Arial" panose="020B0604020202020204" pitchFamily="34" charset="0"/>
                <a:ea typeface="宋体" panose="02010600030101010101" pitchFamily="2" charset="-122"/>
              </a:rPr>
              <a:t>O</a:t>
            </a:r>
          </a:p>
          <a:p>
            <a:pPr algn="ctr"/>
            <a:r>
              <a:rPr lang="en-US" altLang="zh-CN" sz="1800" b="0" i="1">
                <a:latin typeface="Arial" panose="020B0604020202020204" pitchFamily="34" charset="0"/>
                <a:ea typeface="宋体" panose="02010600030101010101" pitchFamily="2" charset="-122"/>
              </a:rPr>
              <a:t>r</a:t>
            </a:r>
          </a:p>
          <a:p>
            <a:pPr algn="ctr"/>
            <a:r>
              <a:rPr lang="en-US" altLang="zh-CN" sz="1800" b="0" i="1">
                <a:latin typeface="Arial" panose="020B0604020202020204" pitchFamily="34" charset="0"/>
                <a:ea typeface="宋体" panose="02010600030101010101" pitchFamily="2" charset="-122"/>
              </a:rPr>
              <a:t>d</a:t>
            </a:r>
          </a:p>
          <a:p>
            <a:pPr algn="ctr"/>
            <a:r>
              <a:rPr lang="en-US" altLang="zh-CN" sz="1800" b="0" i="1">
                <a:latin typeface="Arial" panose="020B0604020202020204" pitchFamily="34" charset="0"/>
                <a:ea typeface="宋体" panose="02010600030101010101" pitchFamily="2" charset="-122"/>
              </a:rPr>
              <a:t>e</a:t>
            </a:r>
          </a:p>
          <a:p>
            <a:pPr algn="ctr"/>
            <a:r>
              <a:rPr lang="en-US" altLang="zh-CN" sz="1800" b="0" i="1">
                <a:latin typeface="Arial" panose="020B0604020202020204" pitchFamily="34" charset="0"/>
                <a:ea typeface="宋体" panose="02010600030101010101" pitchFamily="2" charset="-122"/>
              </a:rPr>
              <a:t>r</a:t>
            </a:r>
          </a:p>
        </p:txBody>
      </p:sp>
      <p:sp>
        <p:nvSpPr>
          <p:cNvPr id="11366" name="Line 103">
            <a:extLst>
              <a:ext uri="{FF2B5EF4-FFF2-40B4-BE49-F238E27FC236}">
                <a16:creationId xmlns:a16="http://schemas.microsoft.com/office/drawing/2014/main" id="{5274D8E3-0717-D402-26C2-E67DF012EA2A}"/>
              </a:ext>
            </a:extLst>
          </p:cNvPr>
          <p:cNvSpPr>
            <a:spLocks noChangeShapeType="1"/>
          </p:cNvSpPr>
          <p:nvPr/>
        </p:nvSpPr>
        <p:spPr bwMode="auto">
          <a:xfrm>
            <a:off x="869950" y="2071688"/>
            <a:ext cx="0" cy="30353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67" name="Rectangle 104">
            <a:extLst>
              <a:ext uri="{FF2B5EF4-FFF2-40B4-BE49-F238E27FC236}">
                <a16:creationId xmlns:a16="http://schemas.microsoft.com/office/drawing/2014/main" id="{FF173D5F-22C8-4567-84B3-111355DED8E1}"/>
              </a:ext>
            </a:extLst>
          </p:cNvPr>
          <p:cNvSpPr>
            <a:spLocks noChangeArrowheads="1"/>
          </p:cNvSpPr>
          <p:nvPr/>
        </p:nvSpPr>
        <p:spPr bwMode="auto">
          <a:xfrm>
            <a:off x="4360863" y="1293813"/>
            <a:ext cx="6889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800" b="0" i="1">
                <a:latin typeface="Arial" panose="020B0604020202020204" pitchFamily="34" charset="0"/>
                <a:ea typeface="宋体" panose="02010600030101010101" pitchFamily="2" charset="-122"/>
              </a:rPr>
              <a:t>Time</a:t>
            </a:r>
          </a:p>
        </p:txBody>
      </p:sp>
      <p:grpSp>
        <p:nvGrpSpPr>
          <p:cNvPr id="11368" name="Group 105">
            <a:extLst>
              <a:ext uri="{FF2B5EF4-FFF2-40B4-BE49-F238E27FC236}">
                <a16:creationId xmlns:a16="http://schemas.microsoft.com/office/drawing/2014/main" id="{B7D92344-B0A1-E934-B701-D33AA617B530}"/>
              </a:ext>
            </a:extLst>
          </p:cNvPr>
          <p:cNvGrpSpPr>
            <a:grpSpLocks/>
          </p:cNvGrpSpPr>
          <p:nvPr/>
        </p:nvGrpSpPr>
        <p:grpSpPr bwMode="auto">
          <a:xfrm>
            <a:off x="1712913" y="1665288"/>
            <a:ext cx="3568700" cy="3740150"/>
            <a:chOff x="1111" y="1484"/>
            <a:chExt cx="2248" cy="2356"/>
          </a:xfrm>
        </p:grpSpPr>
        <p:sp>
          <p:nvSpPr>
            <p:cNvPr id="11369" name="Rectangle 106">
              <a:extLst>
                <a:ext uri="{FF2B5EF4-FFF2-40B4-BE49-F238E27FC236}">
                  <a16:creationId xmlns:a16="http://schemas.microsoft.com/office/drawing/2014/main" id="{3372CE2D-8694-DE05-8504-61BBE0839E52}"/>
                </a:ext>
              </a:extLst>
            </p:cNvPr>
            <p:cNvSpPr>
              <a:spLocks noChangeArrowheads="1"/>
            </p:cNvSpPr>
            <p:nvPr/>
          </p:nvSpPr>
          <p:spPr bwMode="auto">
            <a:xfrm>
              <a:off x="1111" y="1599"/>
              <a:ext cx="32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zh-CN" altLang="en-US" sz="2400">
                  <a:latin typeface="Arial" panose="020B0604020202020204" pitchFamily="34" charset="0"/>
                  <a:ea typeface="宋体" panose="02010600030101010101" pitchFamily="2" charset="-122"/>
                </a:rPr>
                <a:t>30</a:t>
              </a:r>
            </a:p>
          </p:txBody>
        </p:sp>
        <p:sp>
          <p:nvSpPr>
            <p:cNvPr id="11370" name="Line 107">
              <a:extLst>
                <a:ext uri="{FF2B5EF4-FFF2-40B4-BE49-F238E27FC236}">
                  <a16:creationId xmlns:a16="http://schemas.microsoft.com/office/drawing/2014/main" id="{39B8BE24-1E0E-8931-34B1-89C5E888BF04}"/>
                </a:ext>
              </a:extLst>
            </p:cNvPr>
            <p:cNvSpPr>
              <a:spLocks noChangeShapeType="1"/>
            </p:cNvSpPr>
            <p:nvPr/>
          </p:nvSpPr>
          <p:spPr bwMode="auto">
            <a:xfrm>
              <a:off x="1124" y="1560"/>
              <a:ext cx="288" cy="0"/>
            </a:xfrm>
            <a:prstGeom prst="line">
              <a:avLst/>
            </a:prstGeom>
            <a:noFill/>
            <a:ln w="50800">
              <a:solidFill>
                <a:srgbClr val="F6BF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1" name="Line 108">
              <a:extLst>
                <a:ext uri="{FF2B5EF4-FFF2-40B4-BE49-F238E27FC236}">
                  <a16:creationId xmlns:a16="http://schemas.microsoft.com/office/drawing/2014/main" id="{71A76FEA-8540-D639-3F9B-A758668650C4}"/>
                </a:ext>
              </a:extLst>
            </p:cNvPr>
            <p:cNvSpPr>
              <a:spLocks noChangeShapeType="1"/>
            </p:cNvSpPr>
            <p:nvPr/>
          </p:nvSpPr>
          <p:spPr bwMode="auto">
            <a:xfrm flipH="1">
              <a:off x="1415" y="1484"/>
              <a:ext cx="0" cy="235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372" name="Group 109">
              <a:extLst>
                <a:ext uri="{FF2B5EF4-FFF2-40B4-BE49-F238E27FC236}">
                  <a16:creationId xmlns:a16="http://schemas.microsoft.com/office/drawing/2014/main" id="{6D2010A9-F05B-0E14-3315-076E1A55F2A3}"/>
                </a:ext>
              </a:extLst>
            </p:cNvPr>
            <p:cNvGrpSpPr>
              <a:grpSpLocks/>
            </p:cNvGrpSpPr>
            <p:nvPr/>
          </p:nvGrpSpPr>
          <p:grpSpPr bwMode="auto">
            <a:xfrm>
              <a:off x="1460" y="1484"/>
              <a:ext cx="384" cy="2356"/>
              <a:chOff x="1460" y="1484"/>
              <a:chExt cx="384" cy="2356"/>
            </a:xfrm>
          </p:grpSpPr>
          <p:sp>
            <p:nvSpPr>
              <p:cNvPr id="11373" name="Line 110">
                <a:extLst>
                  <a:ext uri="{FF2B5EF4-FFF2-40B4-BE49-F238E27FC236}">
                    <a16:creationId xmlns:a16="http://schemas.microsoft.com/office/drawing/2014/main" id="{BFE407A7-2799-4CE6-3E2B-4F85CC327162}"/>
                  </a:ext>
                </a:extLst>
              </p:cNvPr>
              <p:cNvSpPr>
                <a:spLocks noChangeShapeType="1"/>
              </p:cNvSpPr>
              <p:nvPr/>
            </p:nvSpPr>
            <p:spPr bwMode="auto">
              <a:xfrm>
                <a:off x="1460" y="1592"/>
                <a:ext cx="360" cy="0"/>
              </a:xfrm>
              <a:prstGeom prst="line">
                <a:avLst/>
              </a:prstGeom>
              <a:noFill/>
              <a:ln w="50800">
                <a:solidFill>
                  <a:srgbClr val="A2C1F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4" name="Rectangle 111">
                <a:extLst>
                  <a:ext uri="{FF2B5EF4-FFF2-40B4-BE49-F238E27FC236}">
                    <a16:creationId xmlns:a16="http://schemas.microsoft.com/office/drawing/2014/main" id="{462ABC15-243F-8041-FF4D-F06A007DDEF6}"/>
                  </a:ext>
                </a:extLst>
              </p:cNvPr>
              <p:cNvSpPr>
                <a:spLocks noChangeArrowheads="1"/>
              </p:cNvSpPr>
              <p:nvPr/>
            </p:nvSpPr>
            <p:spPr bwMode="auto">
              <a:xfrm>
                <a:off x="1479" y="1599"/>
                <a:ext cx="32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zh-CN" altLang="en-US" sz="2400">
                    <a:latin typeface="Arial" panose="020B0604020202020204" pitchFamily="34" charset="0"/>
                    <a:ea typeface="宋体" panose="02010600030101010101" pitchFamily="2" charset="-122"/>
                  </a:rPr>
                  <a:t>40</a:t>
                </a:r>
              </a:p>
            </p:txBody>
          </p:sp>
          <p:sp>
            <p:nvSpPr>
              <p:cNvPr id="11375" name="Line 112">
                <a:extLst>
                  <a:ext uri="{FF2B5EF4-FFF2-40B4-BE49-F238E27FC236}">
                    <a16:creationId xmlns:a16="http://schemas.microsoft.com/office/drawing/2014/main" id="{63329EB8-C83B-E079-C813-850FAAB1D8AE}"/>
                  </a:ext>
                </a:extLst>
              </p:cNvPr>
              <p:cNvSpPr>
                <a:spLocks noChangeShapeType="1"/>
              </p:cNvSpPr>
              <p:nvPr/>
            </p:nvSpPr>
            <p:spPr bwMode="auto">
              <a:xfrm>
                <a:off x="1844" y="1484"/>
                <a:ext cx="0" cy="23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376" name="Group 113">
              <a:extLst>
                <a:ext uri="{FF2B5EF4-FFF2-40B4-BE49-F238E27FC236}">
                  <a16:creationId xmlns:a16="http://schemas.microsoft.com/office/drawing/2014/main" id="{547A35BD-89A6-C3A6-594B-B91D31DEB37F}"/>
                </a:ext>
              </a:extLst>
            </p:cNvPr>
            <p:cNvGrpSpPr>
              <a:grpSpLocks/>
            </p:cNvGrpSpPr>
            <p:nvPr/>
          </p:nvGrpSpPr>
          <p:grpSpPr bwMode="auto">
            <a:xfrm>
              <a:off x="1868" y="1484"/>
              <a:ext cx="384" cy="2356"/>
              <a:chOff x="1868" y="1484"/>
              <a:chExt cx="384" cy="2356"/>
            </a:xfrm>
          </p:grpSpPr>
          <p:sp>
            <p:nvSpPr>
              <p:cNvPr id="11377" name="Line 114">
                <a:extLst>
                  <a:ext uri="{FF2B5EF4-FFF2-40B4-BE49-F238E27FC236}">
                    <a16:creationId xmlns:a16="http://schemas.microsoft.com/office/drawing/2014/main" id="{C33F5235-34C5-8591-CB66-96158DE4E474}"/>
                  </a:ext>
                </a:extLst>
              </p:cNvPr>
              <p:cNvSpPr>
                <a:spLocks noChangeShapeType="1"/>
              </p:cNvSpPr>
              <p:nvPr/>
            </p:nvSpPr>
            <p:spPr bwMode="auto">
              <a:xfrm>
                <a:off x="1868" y="1592"/>
                <a:ext cx="360" cy="0"/>
              </a:xfrm>
              <a:prstGeom prst="line">
                <a:avLst/>
              </a:prstGeom>
              <a:noFill/>
              <a:ln w="50800">
                <a:solidFill>
                  <a:srgbClr val="A2C1F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8" name="Rectangle 115">
                <a:extLst>
                  <a:ext uri="{FF2B5EF4-FFF2-40B4-BE49-F238E27FC236}">
                    <a16:creationId xmlns:a16="http://schemas.microsoft.com/office/drawing/2014/main" id="{A9DC947E-4336-FC19-CEC3-E8F9A0030D08}"/>
                  </a:ext>
                </a:extLst>
              </p:cNvPr>
              <p:cNvSpPr>
                <a:spLocks noChangeArrowheads="1"/>
              </p:cNvSpPr>
              <p:nvPr/>
            </p:nvSpPr>
            <p:spPr bwMode="auto">
              <a:xfrm>
                <a:off x="1887" y="1599"/>
                <a:ext cx="32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zh-CN" altLang="en-US" sz="2400">
                    <a:latin typeface="Arial" panose="020B0604020202020204" pitchFamily="34" charset="0"/>
                    <a:ea typeface="宋体" panose="02010600030101010101" pitchFamily="2" charset="-122"/>
                  </a:rPr>
                  <a:t>40</a:t>
                </a:r>
              </a:p>
            </p:txBody>
          </p:sp>
          <p:sp>
            <p:nvSpPr>
              <p:cNvPr id="11379" name="Line 116">
                <a:extLst>
                  <a:ext uri="{FF2B5EF4-FFF2-40B4-BE49-F238E27FC236}">
                    <a16:creationId xmlns:a16="http://schemas.microsoft.com/office/drawing/2014/main" id="{3A2EABD9-CB60-EA07-05CA-26B93AD6A0D1}"/>
                  </a:ext>
                </a:extLst>
              </p:cNvPr>
              <p:cNvSpPr>
                <a:spLocks noChangeShapeType="1"/>
              </p:cNvSpPr>
              <p:nvPr/>
            </p:nvSpPr>
            <p:spPr bwMode="auto">
              <a:xfrm>
                <a:off x="2252" y="1484"/>
                <a:ext cx="0" cy="23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380" name="Group 117">
              <a:extLst>
                <a:ext uri="{FF2B5EF4-FFF2-40B4-BE49-F238E27FC236}">
                  <a16:creationId xmlns:a16="http://schemas.microsoft.com/office/drawing/2014/main" id="{6758B101-4878-EBE1-4C24-D6F2D7A996C7}"/>
                </a:ext>
              </a:extLst>
            </p:cNvPr>
            <p:cNvGrpSpPr>
              <a:grpSpLocks/>
            </p:cNvGrpSpPr>
            <p:nvPr/>
          </p:nvGrpSpPr>
          <p:grpSpPr bwMode="auto">
            <a:xfrm>
              <a:off x="2276" y="1484"/>
              <a:ext cx="384" cy="2356"/>
              <a:chOff x="2276" y="1484"/>
              <a:chExt cx="384" cy="2356"/>
            </a:xfrm>
          </p:grpSpPr>
          <p:sp>
            <p:nvSpPr>
              <p:cNvPr id="11381" name="Line 118">
                <a:extLst>
                  <a:ext uri="{FF2B5EF4-FFF2-40B4-BE49-F238E27FC236}">
                    <a16:creationId xmlns:a16="http://schemas.microsoft.com/office/drawing/2014/main" id="{466D7AE4-344D-19BB-FD52-39ADD088D356}"/>
                  </a:ext>
                </a:extLst>
              </p:cNvPr>
              <p:cNvSpPr>
                <a:spLocks noChangeShapeType="1"/>
              </p:cNvSpPr>
              <p:nvPr/>
            </p:nvSpPr>
            <p:spPr bwMode="auto">
              <a:xfrm>
                <a:off x="2276" y="1592"/>
                <a:ext cx="360" cy="0"/>
              </a:xfrm>
              <a:prstGeom prst="line">
                <a:avLst/>
              </a:prstGeom>
              <a:noFill/>
              <a:ln w="50800">
                <a:solidFill>
                  <a:srgbClr val="A2C1F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82" name="Rectangle 119">
                <a:extLst>
                  <a:ext uri="{FF2B5EF4-FFF2-40B4-BE49-F238E27FC236}">
                    <a16:creationId xmlns:a16="http://schemas.microsoft.com/office/drawing/2014/main" id="{6F7D5091-3DEA-7F40-FF71-C63D31B88B65}"/>
                  </a:ext>
                </a:extLst>
              </p:cNvPr>
              <p:cNvSpPr>
                <a:spLocks noChangeArrowheads="1"/>
              </p:cNvSpPr>
              <p:nvPr/>
            </p:nvSpPr>
            <p:spPr bwMode="auto">
              <a:xfrm>
                <a:off x="2295" y="1599"/>
                <a:ext cx="32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zh-CN" altLang="en-US" sz="2400">
                    <a:latin typeface="Arial" panose="020B0604020202020204" pitchFamily="34" charset="0"/>
                    <a:ea typeface="宋体" panose="02010600030101010101" pitchFamily="2" charset="-122"/>
                  </a:rPr>
                  <a:t>40</a:t>
                </a:r>
              </a:p>
            </p:txBody>
          </p:sp>
          <p:sp>
            <p:nvSpPr>
              <p:cNvPr id="11383" name="Line 120">
                <a:extLst>
                  <a:ext uri="{FF2B5EF4-FFF2-40B4-BE49-F238E27FC236}">
                    <a16:creationId xmlns:a16="http://schemas.microsoft.com/office/drawing/2014/main" id="{9BE0D98F-2892-C272-D8AA-DB90E68CC34E}"/>
                  </a:ext>
                </a:extLst>
              </p:cNvPr>
              <p:cNvSpPr>
                <a:spLocks noChangeShapeType="1"/>
              </p:cNvSpPr>
              <p:nvPr/>
            </p:nvSpPr>
            <p:spPr bwMode="auto">
              <a:xfrm>
                <a:off x="2660" y="1484"/>
                <a:ext cx="0" cy="23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384" name="Line 121">
              <a:extLst>
                <a:ext uri="{FF2B5EF4-FFF2-40B4-BE49-F238E27FC236}">
                  <a16:creationId xmlns:a16="http://schemas.microsoft.com/office/drawing/2014/main" id="{A1EEB643-23AC-24AA-EFFE-B54E1DCDDBF0}"/>
                </a:ext>
              </a:extLst>
            </p:cNvPr>
            <p:cNvSpPr>
              <a:spLocks noChangeShapeType="1"/>
            </p:cNvSpPr>
            <p:nvPr/>
          </p:nvSpPr>
          <p:spPr bwMode="auto">
            <a:xfrm>
              <a:off x="2684" y="1592"/>
              <a:ext cx="360" cy="0"/>
            </a:xfrm>
            <a:prstGeom prst="line">
              <a:avLst/>
            </a:prstGeom>
            <a:noFill/>
            <a:ln w="50800">
              <a:solidFill>
                <a:srgbClr val="A2C1F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85" name="Line 122">
              <a:extLst>
                <a:ext uri="{FF2B5EF4-FFF2-40B4-BE49-F238E27FC236}">
                  <a16:creationId xmlns:a16="http://schemas.microsoft.com/office/drawing/2014/main" id="{1A043DD0-B84F-D3F9-890C-1FE608CC3F7C}"/>
                </a:ext>
              </a:extLst>
            </p:cNvPr>
            <p:cNvSpPr>
              <a:spLocks noChangeShapeType="1"/>
            </p:cNvSpPr>
            <p:nvPr/>
          </p:nvSpPr>
          <p:spPr bwMode="auto">
            <a:xfrm>
              <a:off x="3084" y="1624"/>
              <a:ext cx="216" cy="0"/>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86" name="Rectangle 123">
              <a:extLst>
                <a:ext uri="{FF2B5EF4-FFF2-40B4-BE49-F238E27FC236}">
                  <a16:creationId xmlns:a16="http://schemas.microsoft.com/office/drawing/2014/main" id="{52DD85DD-A9BA-B63A-4B71-A97E76BD1257}"/>
                </a:ext>
              </a:extLst>
            </p:cNvPr>
            <p:cNvSpPr>
              <a:spLocks noChangeArrowheads="1"/>
            </p:cNvSpPr>
            <p:nvPr/>
          </p:nvSpPr>
          <p:spPr bwMode="auto">
            <a:xfrm>
              <a:off x="2703" y="1599"/>
              <a:ext cx="32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zh-CN" altLang="en-US" sz="2400">
                  <a:latin typeface="Arial" panose="020B0604020202020204" pitchFamily="34" charset="0"/>
                  <a:ea typeface="宋体" panose="02010600030101010101" pitchFamily="2" charset="-122"/>
                </a:rPr>
                <a:t>40</a:t>
              </a:r>
            </a:p>
          </p:txBody>
        </p:sp>
        <p:sp>
          <p:nvSpPr>
            <p:cNvPr id="11387" name="Rectangle 124">
              <a:extLst>
                <a:ext uri="{FF2B5EF4-FFF2-40B4-BE49-F238E27FC236}">
                  <a16:creationId xmlns:a16="http://schemas.microsoft.com/office/drawing/2014/main" id="{1ED0DA2D-BC8C-2838-DE7B-FEEA44800DDE}"/>
                </a:ext>
              </a:extLst>
            </p:cNvPr>
            <p:cNvSpPr>
              <a:spLocks noChangeArrowheads="1"/>
            </p:cNvSpPr>
            <p:nvPr/>
          </p:nvSpPr>
          <p:spPr bwMode="auto">
            <a:xfrm>
              <a:off x="3031" y="1599"/>
              <a:ext cx="32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zh-CN" altLang="en-US" sz="2400">
                  <a:latin typeface="Arial" panose="020B0604020202020204" pitchFamily="34" charset="0"/>
                  <a:ea typeface="宋体" panose="02010600030101010101" pitchFamily="2" charset="-122"/>
                </a:rPr>
                <a:t>20</a:t>
              </a:r>
            </a:p>
          </p:txBody>
        </p:sp>
        <p:sp>
          <p:nvSpPr>
            <p:cNvPr id="11388" name="Line 125">
              <a:extLst>
                <a:ext uri="{FF2B5EF4-FFF2-40B4-BE49-F238E27FC236}">
                  <a16:creationId xmlns:a16="http://schemas.microsoft.com/office/drawing/2014/main" id="{0AEF223C-BBE4-74B2-49A5-AE8487C79E74}"/>
                </a:ext>
              </a:extLst>
            </p:cNvPr>
            <p:cNvSpPr>
              <a:spLocks noChangeShapeType="1"/>
            </p:cNvSpPr>
            <p:nvPr/>
          </p:nvSpPr>
          <p:spPr bwMode="auto">
            <a:xfrm flipH="1">
              <a:off x="3039" y="1484"/>
              <a:ext cx="0" cy="232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89" name="Line 126">
              <a:extLst>
                <a:ext uri="{FF2B5EF4-FFF2-40B4-BE49-F238E27FC236}">
                  <a16:creationId xmlns:a16="http://schemas.microsoft.com/office/drawing/2014/main" id="{7C23E7A2-57FB-6CE2-2EEC-F78AF124C9C9}"/>
                </a:ext>
              </a:extLst>
            </p:cNvPr>
            <p:cNvSpPr>
              <a:spLocks noChangeShapeType="1"/>
            </p:cNvSpPr>
            <p:nvPr/>
          </p:nvSpPr>
          <p:spPr bwMode="auto">
            <a:xfrm>
              <a:off x="3324" y="1484"/>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0" name="Line 127">
              <a:extLst>
                <a:ext uri="{FF2B5EF4-FFF2-40B4-BE49-F238E27FC236}">
                  <a16:creationId xmlns:a16="http://schemas.microsoft.com/office/drawing/2014/main" id="{D5A19B9A-4C53-F555-B6E1-D1CF5DA8E7E5}"/>
                </a:ext>
              </a:extLst>
            </p:cNvPr>
            <p:cNvSpPr>
              <a:spLocks noChangeShapeType="1"/>
            </p:cNvSpPr>
            <p:nvPr/>
          </p:nvSpPr>
          <p:spPr bwMode="auto">
            <a:xfrm>
              <a:off x="1532" y="1560"/>
              <a:ext cx="288" cy="0"/>
            </a:xfrm>
            <a:prstGeom prst="line">
              <a:avLst/>
            </a:prstGeom>
            <a:noFill/>
            <a:ln w="50800">
              <a:solidFill>
                <a:srgbClr val="F6BF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1" name="Line 128">
              <a:extLst>
                <a:ext uri="{FF2B5EF4-FFF2-40B4-BE49-F238E27FC236}">
                  <a16:creationId xmlns:a16="http://schemas.microsoft.com/office/drawing/2014/main" id="{2318BAA7-BA5D-3180-6116-C973045207E1}"/>
                </a:ext>
              </a:extLst>
            </p:cNvPr>
            <p:cNvSpPr>
              <a:spLocks noChangeShapeType="1"/>
            </p:cNvSpPr>
            <p:nvPr/>
          </p:nvSpPr>
          <p:spPr bwMode="auto">
            <a:xfrm>
              <a:off x="1940" y="1560"/>
              <a:ext cx="288" cy="0"/>
            </a:xfrm>
            <a:prstGeom prst="line">
              <a:avLst/>
            </a:prstGeom>
            <a:noFill/>
            <a:ln w="50800">
              <a:solidFill>
                <a:srgbClr val="F6BF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2" name="Line 129">
              <a:extLst>
                <a:ext uri="{FF2B5EF4-FFF2-40B4-BE49-F238E27FC236}">
                  <a16:creationId xmlns:a16="http://schemas.microsoft.com/office/drawing/2014/main" id="{F826AA8C-E866-19FB-81C2-9EC91B73167C}"/>
                </a:ext>
              </a:extLst>
            </p:cNvPr>
            <p:cNvSpPr>
              <a:spLocks noChangeShapeType="1"/>
            </p:cNvSpPr>
            <p:nvPr/>
          </p:nvSpPr>
          <p:spPr bwMode="auto">
            <a:xfrm>
              <a:off x="2348" y="1560"/>
              <a:ext cx="288" cy="0"/>
            </a:xfrm>
            <a:prstGeom prst="line">
              <a:avLst/>
            </a:prstGeom>
            <a:noFill/>
            <a:ln w="50800">
              <a:solidFill>
                <a:srgbClr val="F6BF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3" name="Line 130">
              <a:extLst>
                <a:ext uri="{FF2B5EF4-FFF2-40B4-BE49-F238E27FC236}">
                  <a16:creationId xmlns:a16="http://schemas.microsoft.com/office/drawing/2014/main" id="{9E070070-1D59-F6BA-C288-57F2812EF49A}"/>
                </a:ext>
              </a:extLst>
            </p:cNvPr>
            <p:cNvSpPr>
              <a:spLocks noChangeShapeType="1"/>
            </p:cNvSpPr>
            <p:nvPr/>
          </p:nvSpPr>
          <p:spPr bwMode="auto">
            <a:xfrm>
              <a:off x="1868" y="1624"/>
              <a:ext cx="216" cy="0"/>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4" name="Line 131">
              <a:extLst>
                <a:ext uri="{FF2B5EF4-FFF2-40B4-BE49-F238E27FC236}">
                  <a16:creationId xmlns:a16="http://schemas.microsoft.com/office/drawing/2014/main" id="{DF643C25-08E6-145A-9416-3882395489E2}"/>
                </a:ext>
              </a:extLst>
            </p:cNvPr>
            <p:cNvSpPr>
              <a:spLocks noChangeShapeType="1"/>
            </p:cNvSpPr>
            <p:nvPr/>
          </p:nvSpPr>
          <p:spPr bwMode="auto">
            <a:xfrm>
              <a:off x="2276" y="1624"/>
              <a:ext cx="216" cy="0"/>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5" name="Line 132">
              <a:extLst>
                <a:ext uri="{FF2B5EF4-FFF2-40B4-BE49-F238E27FC236}">
                  <a16:creationId xmlns:a16="http://schemas.microsoft.com/office/drawing/2014/main" id="{67BF716B-64A7-95AC-C31E-1931E2EBBF68}"/>
                </a:ext>
              </a:extLst>
            </p:cNvPr>
            <p:cNvSpPr>
              <a:spLocks noChangeShapeType="1"/>
            </p:cNvSpPr>
            <p:nvPr/>
          </p:nvSpPr>
          <p:spPr bwMode="auto">
            <a:xfrm>
              <a:off x="2684" y="1624"/>
              <a:ext cx="216" cy="0"/>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5606" name="Text Box 134">
            <a:extLst>
              <a:ext uri="{FF2B5EF4-FFF2-40B4-BE49-F238E27FC236}">
                <a16:creationId xmlns:a16="http://schemas.microsoft.com/office/drawing/2014/main" id="{EF1CBF87-61EC-0248-AA8B-3CFD93504AE0}"/>
              </a:ext>
            </a:extLst>
          </p:cNvPr>
          <p:cNvSpPr txBox="1">
            <a:spLocks noChangeArrowheads="1"/>
          </p:cNvSpPr>
          <p:nvPr/>
        </p:nvSpPr>
        <p:spPr bwMode="auto">
          <a:xfrm>
            <a:off x="5624513" y="3298825"/>
            <a:ext cx="33147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ts val="600"/>
              </a:spcBef>
            </a:pPr>
            <a:r>
              <a:rPr lang="zh-CN" altLang="en-US" sz="2000">
                <a:latin typeface="微软雅黑" panose="020B0503020204020204" pitchFamily="34" charset="-122"/>
                <a:ea typeface="微软雅黑" panose="020B0503020204020204" pitchFamily="34" charset="-122"/>
              </a:rPr>
              <a:t>流水线方式下，需</a:t>
            </a:r>
            <a:r>
              <a:rPr lang="en-US" altLang="zh-CN" sz="2000">
                <a:latin typeface="微软雅黑" panose="020B0503020204020204" pitchFamily="34" charset="-122"/>
                <a:ea typeface="微软雅黑" panose="020B0503020204020204" pitchFamily="34" charset="-122"/>
              </a:rPr>
              <a:t>30+4x40+20</a:t>
            </a:r>
          </a:p>
          <a:p>
            <a:pPr>
              <a:spcBef>
                <a:spcPts val="600"/>
              </a:spcBef>
            </a:pPr>
            <a:r>
              <a:rPr lang="en-US" altLang="zh-CN" sz="2000">
                <a:latin typeface="微软雅黑" panose="020B0503020204020204" pitchFamily="34" charset="-122"/>
                <a:ea typeface="微软雅黑" panose="020B0503020204020204" pitchFamily="34" charset="-122"/>
              </a:rPr>
              <a:t>=210</a:t>
            </a:r>
            <a:r>
              <a:rPr lang="zh-CN" altLang="en-US" sz="2000">
                <a:latin typeface="微软雅黑" panose="020B0503020204020204" pitchFamily="34" charset="-122"/>
                <a:ea typeface="微软雅黑" panose="020B0503020204020204" pitchFamily="34" charset="-122"/>
              </a:rPr>
              <a:t>分</a:t>
            </a:r>
            <a:r>
              <a:rPr lang="en-US" altLang="zh-CN" sz="2000">
                <a:latin typeface="微软雅黑" panose="020B0503020204020204" pitchFamily="34" charset="-122"/>
                <a:ea typeface="微软雅黑" panose="020B0503020204020204" pitchFamily="34" charset="-122"/>
              </a:rPr>
              <a:t> (3.5</a:t>
            </a:r>
            <a:r>
              <a:rPr lang="zh-CN" altLang="en-US" sz="2000">
                <a:latin typeface="微软雅黑" panose="020B0503020204020204" pitchFamily="34" charset="-122"/>
                <a:ea typeface="微软雅黑" panose="020B0503020204020204" pitchFamily="34" charset="-122"/>
              </a:rPr>
              <a:t>小时</a:t>
            </a:r>
            <a:r>
              <a:rPr lang="en-US" altLang="zh-CN" sz="2000">
                <a:latin typeface="微软雅黑" panose="020B0503020204020204" pitchFamily="34" charset="-122"/>
                <a:ea typeface="微软雅黑" panose="020B0503020204020204" pitchFamily="34" charset="-122"/>
              </a:rPr>
              <a:t>)</a:t>
            </a:r>
          </a:p>
          <a:p>
            <a:pPr>
              <a:spcBef>
                <a:spcPts val="600"/>
              </a:spcBef>
            </a:pPr>
            <a:r>
              <a:rPr lang="zh-CN" altLang="en-US" sz="2000">
                <a:solidFill>
                  <a:schemeClr val="accent2"/>
                </a:solidFill>
                <a:latin typeface="微软雅黑" panose="020B0503020204020204" pitchFamily="34" charset="-122"/>
                <a:ea typeface="微软雅黑" panose="020B0503020204020204" pitchFamily="34" charset="-122"/>
              </a:rPr>
              <a:t>如果有</a:t>
            </a:r>
            <a:r>
              <a:rPr lang="en-US" altLang="zh-CN" sz="2000">
                <a:solidFill>
                  <a:schemeClr val="accent2"/>
                </a:solidFill>
                <a:latin typeface="微软雅黑" panose="020B0503020204020204" pitchFamily="34" charset="-122"/>
                <a:ea typeface="微软雅黑" panose="020B0503020204020204" pitchFamily="34" charset="-122"/>
              </a:rPr>
              <a:t>N</a:t>
            </a:r>
            <a:r>
              <a:rPr lang="zh-CN" altLang="en-US" sz="2000">
                <a:solidFill>
                  <a:schemeClr val="accent2"/>
                </a:solidFill>
                <a:latin typeface="微软雅黑" panose="020B0503020204020204" pitchFamily="34" charset="-122"/>
                <a:ea typeface="微软雅黑" panose="020B0503020204020204" pitchFamily="34" charset="-122"/>
              </a:rPr>
              <a:t>批衣服呢？</a:t>
            </a:r>
          </a:p>
          <a:p>
            <a:pPr>
              <a:spcBef>
                <a:spcPts val="600"/>
              </a:spcBef>
            </a:pPr>
            <a:r>
              <a:rPr lang="en-US" altLang="zh-CN" sz="2000">
                <a:solidFill>
                  <a:schemeClr val="accent2"/>
                </a:solidFill>
                <a:latin typeface="微软雅黑" panose="020B0503020204020204" pitchFamily="34" charset="-122"/>
                <a:ea typeface="微软雅黑" panose="020B0503020204020204" pitchFamily="34" charset="-122"/>
              </a:rPr>
              <a:t>30+Nx40+20</a:t>
            </a:r>
            <a:r>
              <a:rPr lang="zh-CN" altLang="en-US" sz="2000">
                <a:solidFill>
                  <a:schemeClr val="accent2"/>
                </a:solidFill>
                <a:latin typeface="微软雅黑" panose="020B0503020204020204" pitchFamily="34" charset="-122"/>
                <a:ea typeface="微软雅黑" panose="020B0503020204020204" pitchFamily="34" charset="-122"/>
              </a:rPr>
              <a:t>分钟</a:t>
            </a:r>
          </a:p>
          <a:p>
            <a:pPr>
              <a:spcBef>
                <a:spcPts val="600"/>
              </a:spcBef>
            </a:pPr>
            <a:r>
              <a:rPr lang="zh-CN" altLang="en-US" sz="2000">
                <a:solidFill>
                  <a:schemeClr val="accent2"/>
                </a:solidFill>
                <a:latin typeface="微软雅黑" panose="020B0503020204020204" pitchFamily="34" charset="-122"/>
                <a:ea typeface="微软雅黑" panose="020B0503020204020204" pitchFamily="34" charset="-122"/>
              </a:rPr>
              <a:t>假定每一步时间均衡，当</a:t>
            </a:r>
            <a:r>
              <a:rPr lang="en-US" altLang="zh-CN" sz="2000">
                <a:solidFill>
                  <a:schemeClr val="accent2"/>
                </a:solidFill>
                <a:latin typeface="微软雅黑" panose="020B0503020204020204" pitchFamily="34" charset="-122"/>
                <a:ea typeface="微软雅黑" panose="020B0503020204020204" pitchFamily="34" charset="-122"/>
              </a:rPr>
              <a:t>N</a:t>
            </a:r>
            <a:r>
              <a:rPr lang="zh-CN" altLang="en-US" sz="2000">
                <a:solidFill>
                  <a:schemeClr val="accent2"/>
                </a:solidFill>
                <a:latin typeface="微软雅黑" panose="020B0503020204020204" pitchFamily="34" charset="-122"/>
                <a:ea typeface="微软雅黑" panose="020B0503020204020204" pitchFamily="34" charset="-122"/>
              </a:rPr>
              <a:t>很大的时候，流水线比串行方式提高约</a:t>
            </a:r>
            <a:r>
              <a:rPr lang="en-US" altLang="zh-CN" sz="2000">
                <a:solidFill>
                  <a:schemeClr val="accent2"/>
                </a:solidFill>
                <a:latin typeface="微软雅黑" panose="020B0503020204020204" pitchFamily="34" charset="-122"/>
                <a:ea typeface="微软雅黑" panose="020B0503020204020204" pitchFamily="34" charset="-122"/>
              </a:rPr>
              <a:t>3</a:t>
            </a:r>
            <a:r>
              <a:rPr lang="zh-CN" altLang="en-US" sz="2000">
                <a:solidFill>
                  <a:schemeClr val="accent2"/>
                </a:solidFill>
                <a:latin typeface="微软雅黑" panose="020B0503020204020204" pitchFamily="34" charset="-122"/>
                <a:ea typeface="微软雅黑" panose="020B0503020204020204" pitchFamily="34" charset="-122"/>
              </a:rPr>
              <a:t>倍！</a:t>
            </a:r>
          </a:p>
          <a:p>
            <a:pPr>
              <a:lnSpc>
                <a:spcPct val="125000"/>
              </a:lnSpc>
              <a:spcBef>
                <a:spcPct val="20000"/>
              </a:spcBef>
            </a:pPr>
            <a:endParaRPr lang="en-US" altLang="zh-CN" sz="2200">
              <a:solidFill>
                <a:schemeClr val="accent2"/>
              </a:solidFill>
              <a:latin typeface="Arial" panose="020B0604020202020204" pitchFamily="34" charset="0"/>
              <a:ea typeface="宋体" panose="02010600030101010101" pitchFamily="2" charset="-122"/>
            </a:endParaRPr>
          </a:p>
        </p:txBody>
      </p:sp>
      <p:sp>
        <p:nvSpPr>
          <p:cNvPr id="105607" name="Text Box 135">
            <a:extLst>
              <a:ext uri="{FF2B5EF4-FFF2-40B4-BE49-F238E27FC236}">
                <a16:creationId xmlns:a16="http://schemas.microsoft.com/office/drawing/2014/main" id="{758DF1A6-51F8-0A8B-4244-C076E5A29011}"/>
              </a:ext>
            </a:extLst>
          </p:cNvPr>
          <p:cNvSpPr txBox="1">
            <a:spLocks noChangeArrowheads="1"/>
          </p:cNvSpPr>
          <p:nvPr/>
        </p:nvSpPr>
        <p:spPr bwMode="auto">
          <a:xfrm>
            <a:off x="784225" y="5556250"/>
            <a:ext cx="360203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25000"/>
              </a:lnSpc>
              <a:spcBef>
                <a:spcPct val="50000"/>
              </a:spcBef>
            </a:pPr>
            <a:r>
              <a:rPr lang="zh-CN" altLang="en-US" sz="2100">
                <a:latin typeface="微软雅黑" panose="020B0503020204020204" pitchFamily="34" charset="-122"/>
                <a:ea typeface="微软雅黑" panose="020B0503020204020204" pitchFamily="34" charset="-122"/>
              </a:rPr>
              <a:t>流水方式下，所用时间主要与最长阶段的时间有关！</a:t>
            </a:r>
            <a:endParaRPr lang="en-US" altLang="zh-CN" sz="2100">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5475">
                                            <p:txEl>
                                              <p:pRg st="0" end="0"/>
                                            </p:txEl>
                                          </p:spTgt>
                                        </p:tgtEl>
                                        <p:attrNameLst>
                                          <p:attrName>style.visibility</p:attrName>
                                        </p:attrNameLst>
                                      </p:cBhvr>
                                      <p:to>
                                        <p:strVal val="visible"/>
                                      </p:to>
                                    </p:set>
                                    <p:animEffect transition="in" filter="blinds(horizontal)">
                                      <p:cBhvr>
                                        <p:cTn id="7" dur="500"/>
                                        <p:tgtEl>
                                          <p:spTgt spid="1054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5475">
                                            <p:txEl>
                                              <p:pRg st="1" end="1"/>
                                            </p:txEl>
                                          </p:spTgt>
                                        </p:tgtEl>
                                        <p:attrNameLst>
                                          <p:attrName>style.visibility</p:attrName>
                                        </p:attrNameLst>
                                      </p:cBhvr>
                                      <p:to>
                                        <p:strVal val="visible"/>
                                      </p:to>
                                    </p:set>
                                    <p:animEffect transition="in" filter="blinds(horizontal)">
                                      <p:cBhvr>
                                        <p:cTn id="12" dur="500"/>
                                        <p:tgtEl>
                                          <p:spTgt spid="1054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05606">
                                            <p:txEl>
                                              <p:pRg st="0" end="0"/>
                                            </p:txEl>
                                          </p:spTgt>
                                        </p:tgtEl>
                                        <p:attrNameLst>
                                          <p:attrName>style.visibility</p:attrName>
                                        </p:attrNameLst>
                                      </p:cBhvr>
                                      <p:to>
                                        <p:strVal val="visible"/>
                                      </p:to>
                                    </p:set>
                                    <p:animEffect transition="in" filter="blinds(horizontal)">
                                      <p:cBhvr>
                                        <p:cTn id="17" dur="500"/>
                                        <p:tgtEl>
                                          <p:spTgt spid="10560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05606">
                                            <p:txEl>
                                              <p:pRg st="1" end="1"/>
                                            </p:txEl>
                                          </p:spTgt>
                                        </p:tgtEl>
                                        <p:attrNameLst>
                                          <p:attrName>style.visibility</p:attrName>
                                        </p:attrNameLst>
                                      </p:cBhvr>
                                      <p:to>
                                        <p:strVal val="visible"/>
                                      </p:to>
                                    </p:set>
                                    <p:animEffect transition="in" filter="blinds(horizontal)">
                                      <p:cBhvr>
                                        <p:cTn id="22" dur="500"/>
                                        <p:tgtEl>
                                          <p:spTgt spid="105606">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05606">
                                            <p:txEl>
                                              <p:pRg st="2" end="2"/>
                                            </p:txEl>
                                          </p:spTgt>
                                        </p:tgtEl>
                                        <p:attrNameLst>
                                          <p:attrName>style.visibility</p:attrName>
                                        </p:attrNameLst>
                                      </p:cBhvr>
                                      <p:to>
                                        <p:strVal val="visible"/>
                                      </p:to>
                                    </p:set>
                                    <p:animEffect transition="in" filter="blinds(horizontal)">
                                      <p:cBhvr>
                                        <p:cTn id="27" dur="500"/>
                                        <p:tgtEl>
                                          <p:spTgt spid="105606">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05606">
                                            <p:txEl>
                                              <p:pRg st="3" end="3"/>
                                            </p:txEl>
                                          </p:spTgt>
                                        </p:tgtEl>
                                        <p:attrNameLst>
                                          <p:attrName>style.visibility</p:attrName>
                                        </p:attrNameLst>
                                      </p:cBhvr>
                                      <p:to>
                                        <p:strVal val="visible"/>
                                      </p:to>
                                    </p:set>
                                    <p:animEffect transition="in" filter="blinds(horizontal)">
                                      <p:cBhvr>
                                        <p:cTn id="32" dur="500"/>
                                        <p:tgtEl>
                                          <p:spTgt spid="105606">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05606">
                                            <p:txEl>
                                              <p:pRg st="4" end="4"/>
                                            </p:txEl>
                                          </p:spTgt>
                                        </p:tgtEl>
                                        <p:attrNameLst>
                                          <p:attrName>style.visibility</p:attrName>
                                        </p:attrNameLst>
                                      </p:cBhvr>
                                      <p:to>
                                        <p:strVal val="visible"/>
                                      </p:to>
                                    </p:set>
                                    <p:animEffect transition="in" filter="blinds(horizontal)">
                                      <p:cBhvr>
                                        <p:cTn id="37" dur="500"/>
                                        <p:tgtEl>
                                          <p:spTgt spid="105606">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05607">
                                            <p:txEl>
                                              <p:pRg st="0" end="0"/>
                                            </p:txEl>
                                          </p:spTgt>
                                        </p:tgtEl>
                                        <p:attrNameLst>
                                          <p:attrName>style.visibility</p:attrName>
                                        </p:attrNameLst>
                                      </p:cBhvr>
                                      <p:to>
                                        <p:strVal val="visible"/>
                                      </p:to>
                                    </p:set>
                                    <p:animEffect transition="in" filter="blinds(horizontal)">
                                      <p:cBhvr>
                                        <p:cTn id="42" dur="500"/>
                                        <p:tgtEl>
                                          <p:spTgt spid="1056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9E8077D2-C765-8014-12DF-C0BCCFCB62CB}"/>
              </a:ext>
            </a:extLst>
          </p:cNvPr>
          <p:cNvSpPr>
            <a:spLocks noGrp="1" noChangeArrowheads="1"/>
          </p:cNvSpPr>
          <p:nvPr>
            <p:ph type="title"/>
          </p:nvPr>
        </p:nvSpPr>
        <p:spPr>
          <a:xfrm>
            <a:off x="277813" y="128588"/>
            <a:ext cx="7970837" cy="373062"/>
          </a:xfrm>
        </p:spPr>
        <p:txBody>
          <a:bodyPr/>
          <a:lstStyle/>
          <a:p>
            <a:r>
              <a:rPr lang="zh-CN" altLang="en-US">
                <a:ea typeface="宋体" panose="02010600030101010101" pitchFamily="2" charset="-122"/>
              </a:rPr>
              <a:t>回顾：单周期数据通路中的关键路径</a:t>
            </a:r>
            <a:endParaRPr lang="en-US" altLang="zh-CN">
              <a:ea typeface="宋体" panose="02010600030101010101" pitchFamily="2" charset="-122"/>
            </a:endParaRPr>
          </a:p>
        </p:txBody>
      </p:sp>
      <p:sp>
        <p:nvSpPr>
          <p:cNvPr id="304131" name="Rectangle 3">
            <a:extLst>
              <a:ext uri="{FF2B5EF4-FFF2-40B4-BE49-F238E27FC236}">
                <a16:creationId xmlns:a16="http://schemas.microsoft.com/office/drawing/2014/main" id="{23480472-6A9D-75FB-A96B-5F851AAA6E92}"/>
              </a:ext>
            </a:extLst>
          </p:cNvPr>
          <p:cNvSpPr>
            <a:spLocks noGrp="1" noChangeArrowheads="1"/>
          </p:cNvSpPr>
          <p:nvPr>
            <p:ph idx="1"/>
          </p:nvPr>
        </p:nvSpPr>
        <p:spPr>
          <a:xfrm>
            <a:off x="33338" y="630238"/>
            <a:ext cx="9078912" cy="1824037"/>
          </a:xfrm>
        </p:spPr>
        <p:txBody>
          <a:bodyPr/>
          <a:lstStyle/>
          <a:p>
            <a:pPr>
              <a:spcBef>
                <a:spcPct val="10000"/>
              </a:spcBef>
            </a:pPr>
            <a:r>
              <a:rPr lang="zh-CN" altLang="en-US">
                <a:latin typeface="微软雅黑" panose="020B0503020204020204" pitchFamily="34" charset="-122"/>
                <a:ea typeface="微软雅黑" panose="020B0503020204020204" pitchFamily="34" charset="-122"/>
              </a:rPr>
              <a:t>寄存器组和理想存储器的定时方式</a:t>
            </a:r>
          </a:p>
          <a:p>
            <a:pPr lvl="1">
              <a:spcBef>
                <a:spcPct val="10000"/>
              </a:spcBef>
            </a:pPr>
            <a:r>
              <a:rPr lang="zh-CN" altLang="en-US">
                <a:latin typeface="微软雅黑" panose="020B0503020204020204" pitchFamily="34" charset="-122"/>
                <a:ea typeface="微软雅黑" panose="020B0503020204020204" pitchFamily="34" charset="-122"/>
              </a:rPr>
              <a:t>写操作时，作为时序逻辑电路。即：</a:t>
            </a:r>
          </a:p>
          <a:p>
            <a:pPr lvl="2">
              <a:spcBef>
                <a:spcPct val="10000"/>
              </a:spcBef>
            </a:pPr>
            <a:r>
              <a:rPr lang="zh-CN" altLang="en-US">
                <a:latin typeface="微软雅黑" panose="020B0503020204020204" pitchFamily="34" charset="-122"/>
                <a:ea typeface="微软雅黑" panose="020B0503020204020204" pitchFamily="34" charset="-122"/>
              </a:rPr>
              <a:t>时钟到达前，输入需</a:t>
            </a:r>
            <a:r>
              <a:rPr lang="en-US" altLang="zh-CN">
                <a:latin typeface="微软雅黑" panose="020B0503020204020204" pitchFamily="34" charset="-122"/>
                <a:ea typeface="微软雅黑" panose="020B0503020204020204" pitchFamily="34" charset="-122"/>
              </a:rPr>
              <a:t>setup</a:t>
            </a:r>
            <a:r>
              <a:rPr lang="zh-CN" altLang="en-US">
                <a:latin typeface="微软雅黑" panose="020B0503020204020204" pitchFamily="34" charset="-122"/>
                <a:ea typeface="微软雅黑" panose="020B0503020204020204" pitchFamily="34" charset="-122"/>
              </a:rPr>
              <a:t>；时钟到达后经</a:t>
            </a:r>
            <a:r>
              <a:rPr lang="en-US" altLang="zh-CN">
                <a:latin typeface="微软雅黑" panose="020B0503020204020204" pitchFamily="34" charset="-122"/>
                <a:ea typeface="微软雅黑" panose="020B0503020204020204" pitchFamily="34" charset="-122"/>
              </a:rPr>
              <a:t>Clk-to-Q</a:t>
            </a:r>
            <a:r>
              <a:rPr lang="zh-CN" altLang="en-US">
                <a:latin typeface="微软雅黑" panose="020B0503020204020204" pitchFamily="34" charset="-122"/>
                <a:ea typeface="微软雅黑" panose="020B0503020204020204" pitchFamily="34" charset="-122"/>
              </a:rPr>
              <a:t>，写入数据到达输出端</a:t>
            </a:r>
          </a:p>
          <a:p>
            <a:pPr lvl="1">
              <a:spcBef>
                <a:spcPct val="10000"/>
              </a:spcBef>
            </a:pPr>
            <a:r>
              <a:rPr lang="zh-CN" altLang="en-US">
                <a:latin typeface="微软雅黑" panose="020B0503020204020204" pitchFamily="34" charset="-122"/>
                <a:ea typeface="微软雅黑" panose="020B0503020204020204" pitchFamily="34" charset="-122"/>
              </a:rPr>
              <a:t>读操作时，作为组合逻辑电路。即：</a:t>
            </a:r>
            <a:endParaRPr lang="en-US" altLang="zh-CN">
              <a:latin typeface="微软雅黑" panose="020B0503020204020204" pitchFamily="34" charset="-122"/>
              <a:ea typeface="微软雅黑" panose="020B0503020204020204" pitchFamily="34" charset="-122"/>
            </a:endParaRPr>
          </a:p>
          <a:p>
            <a:pPr lvl="2">
              <a:spcBef>
                <a:spcPct val="10000"/>
              </a:spcBef>
            </a:pPr>
            <a:r>
              <a:rPr lang="zh-CN" altLang="en-US">
                <a:latin typeface="微软雅黑" panose="020B0503020204020204" pitchFamily="34" charset="-122"/>
                <a:ea typeface="微软雅黑" panose="020B0503020204020204" pitchFamily="34" charset="-122"/>
              </a:rPr>
              <a:t>地址有效后经过 “</a:t>
            </a:r>
            <a:r>
              <a:rPr lang="en-US" altLang="zh-CN">
                <a:latin typeface="微软雅黑" panose="020B0503020204020204" pitchFamily="34" charset="-122"/>
                <a:ea typeface="微软雅黑" panose="020B0503020204020204" pitchFamily="34" charset="-122"/>
              </a:rPr>
              <a:t>access time”</a:t>
            </a:r>
            <a:r>
              <a:rPr lang="zh-CN" altLang="en-US">
                <a:latin typeface="微软雅黑" panose="020B0503020204020204" pitchFamily="34" charset="-122"/>
                <a:ea typeface="微软雅黑" panose="020B0503020204020204" pitchFamily="34" charset="-122"/>
              </a:rPr>
              <a:t>，输出开始有效</a:t>
            </a:r>
          </a:p>
        </p:txBody>
      </p:sp>
      <p:sp>
        <p:nvSpPr>
          <p:cNvPr id="304215" name="Text Box 87">
            <a:extLst>
              <a:ext uri="{FF2B5EF4-FFF2-40B4-BE49-F238E27FC236}">
                <a16:creationId xmlns:a16="http://schemas.microsoft.com/office/drawing/2014/main" id="{342FBBFC-6A1B-086E-D863-B8A8545727C7}"/>
              </a:ext>
            </a:extLst>
          </p:cNvPr>
          <p:cNvSpPr txBox="1">
            <a:spLocks noChangeArrowheads="1"/>
          </p:cNvSpPr>
          <p:nvPr/>
        </p:nvSpPr>
        <p:spPr bwMode="auto">
          <a:xfrm>
            <a:off x="5953125" y="536575"/>
            <a:ext cx="3044825" cy="646113"/>
          </a:xfrm>
          <a:prstGeom prst="rect">
            <a:avLst/>
          </a:prstGeom>
          <a:solidFill>
            <a:schemeClr val="bg1"/>
          </a:solidFill>
          <a:ln>
            <a:noFill/>
          </a:ln>
          <a:extLst>
            <a:ext uri="{91240B29-F687-4F45-9708-019B960494DF}">
              <a14:hiddenLine xmlns:a14="http://schemas.microsoft.com/office/drawing/2010/main" w="50800">
                <a:solidFill>
                  <a:srgbClr val="000000"/>
                </a:solidFill>
                <a:miter lim="800000"/>
                <a:headEnd/>
                <a:tailEnd/>
              </a14:hiddenLine>
            </a:ext>
          </a:extLst>
        </p:spPr>
        <p:txBody>
          <a:bodyPr>
            <a:spAutoFit/>
          </a:bodyPr>
          <a:lstStyle/>
          <a:p>
            <a:pPr eaLnBrk="0" hangingPunct="0">
              <a:spcBef>
                <a:spcPct val="20000"/>
              </a:spcBef>
            </a:pPr>
            <a:r>
              <a:rPr lang="en-US" altLang="zh-CN" sz="1800">
                <a:solidFill>
                  <a:srgbClr val="006600"/>
                </a:solidFill>
                <a:latin typeface="微软雅黑" panose="020B0503020204020204" pitchFamily="34" charset="-122"/>
                <a:ea typeface="微软雅黑" panose="020B0503020204020204" pitchFamily="34" charset="-122"/>
              </a:rPr>
              <a:t>Load</a:t>
            </a:r>
            <a:r>
              <a:rPr lang="zh-CN" altLang="en-US" sz="1800">
                <a:solidFill>
                  <a:srgbClr val="006600"/>
                </a:solidFill>
                <a:latin typeface="微软雅黑" panose="020B0503020204020204" pitchFamily="34" charset="-122"/>
                <a:ea typeface="微软雅黑" panose="020B0503020204020204" pitchFamily="34" charset="-122"/>
              </a:rPr>
              <a:t>操作：</a:t>
            </a:r>
            <a:endParaRPr lang="en-US" altLang="zh-CN" sz="1800">
              <a:solidFill>
                <a:srgbClr val="006600"/>
              </a:solidFill>
              <a:latin typeface="微软雅黑" panose="020B0503020204020204" pitchFamily="34" charset="-122"/>
              <a:ea typeface="微软雅黑" panose="020B0503020204020204" pitchFamily="34" charset="-122"/>
            </a:endParaRPr>
          </a:p>
          <a:p>
            <a:pPr eaLnBrk="0" hangingPunct="0"/>
            <a:r>
              <a:rPr lang="en-US" altLang="zh-CN" sz="1800">
                <a:solidFill>
                  <a:srgbClr val="006600"/>
                </a:solidFill>
                <a:latin typeface="微软雅黑" panose="020B0503020204020204" pitchFamily="34" charset="-122"/>
                <a:ea typeface="微软雅黑" panose="020B0503020204020204" pitchFamily="34" charset="-122"/>
              </a:rPr>
              <a:t>R[rd] ← M[R[rs1]+imm]</a:t>
            </a:r>
            <a:endParaRPr lang="en-US" altLang="en-US" sz="1800">
              <a:solidFill>
                <a:srgbClr val="006600"/>
              </a:solidFill>
              <a:latin typeface="微软雅黑" panose="020B0503020204020204" pitchFamily="34" charset="-122"/>
              <a:ea typeface="微软雅黑" panose="020B0503020204020204" pitchFamily="34" charset="-122"/>
            </a:endParaRPr>
          </a:p>
        </p:txBody>
      </p:sp>
      <p:pic>
        <p:nvPicPr>
          <p:cNvPr id="12292" name="Picture 88">
            <a:extLst>
              <a:ext uri="{FF2B5EF4-FFF2-40B4-BE49-F238E27FC236}">
                <a16:creationId xmlns:a16="http://schemas.microsoft.com/office/drawing/2014/main" id="{2F286CC4-B430-1E67-86CE-52D937F82C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 y="2117725"/>
            <a:ext cx="7834313" cy="472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4214" name="Rectangle 86">
            <a:extLst>
              <a:ext uri="{FF2B5EF4-FFF2-40B4-BE49-F238E27FC236}">
                <a16:creationId xmlns:a16="http://schemas.microsoft.com/office/drawing/2014/main" id="{A81EB7C5-ECE2-9DF7-53B1-EAB4A4F2519B}"/>
              </a:ext>
            </a:extLst>
          </p:cNvPr>
          <p:cNvSpPr>
            <a:spLocks noChangeArrowheads="1"/>
          </p:cNvSpPr>
          <p:nvPr/>
        </p:nvSpPr>
        <p:spPr bwMode="auto">
          <a:xfrm>
            <a:off x="4687888" y="2214563"/>
            <a:ext cx="4403725" cy="2286000"/>
          </a:xfrm>
          <a:prstGeom prst="rect">
            <a:avLst/>
          </a:prstGeom>
          <a:solidFill>
            <a:schemeClr val="bg1"/>
          </a:solidFill>
          <a:ln w="9525">
            <a:solidFill>
              <a:schemeClr val="tx1"/>
            </a:solidFill>
            <a:miter lim="800000"/>
            <a:headEnd/>
            <a:tailEnd/>
          </a:ln>
        </p:spPr>
        <p:txBody>
          <a:bodyPr wrap="none"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Critical Path (Load Operation) = </a:t>
            </a:r>
          </a:p>
          <a:p>
            <a:pPr eaLnBrk="0" hangingPunct="0"/>
            <a:r>
              <a:rPr lang="en-US" altLang="zh-CN" sz="1800">
                <a:solidFill>
                  <a:schemeClr val="accent1"/>
                </a:solidFill>
                <a:latin typeface="Arial" panose="020B0604020202020204" pitchFamily="34" charset="0"/>
                <a:ea typeface="宋体" panose="02010600030101010101" pitchFamily="2" charset="-122"/>
              </a:rPr>
              <a:t>    PC’s prop time (Clk-to-Q) +</a:t>
            </a:r>
          </a:p>
          <a:p>
            <a:pPr eaLnBrk="0" hangingPunct="0"/>
            <a:r>
              <a:rPr lang="en-US" altLang="zh-CN" sz="1800">
                <a:solidFill>
                  <a:schemeClr val="accent1"/>
                </a:solidFill>
                <a:latin typeface="Arial" panose="020B0604020202020204" pitchFamily="34" charset="0"/>
                <a:ea typeface="宋体" panose="02010600030101010101" pitchFamily="2" charset="-122"/>
              </a:rPr>
              <a:t>    Instruction Memory’s Access Time +</a:t>
            </a:r>
          </a:p>
          <a:p>
            <a:pPr eaLnBrk="0" hangingPunct="0"/>
            <a:r>
              <a:rPr lang="en-US" altLang="zh-CN" sz="1800">
                <a:latin typeface="Arial" panose="020B0604020202020204" pitchFamily="34" charset="0"/>
                <a:ea typeface="宋体" panose="02010600030101010101" pitchFamily="2" charset="-122"/>
              </a:rPr>
              <a:t>    </a:t>
            </a:r>
            <a:r>
              <a:rPr lang="en-US" altLang="zh-CN" sz="1800">
                <a:solidFill>
                  <a:srgbClr val="0A10F4"/>
                </a:solidFill>
                <a:latin typeface="Arial" panose="020B0604020202020204" pitchFamily="34" charset="0"/>
                <a:ea typeface="宋体" panose="02010600030101010101" pitchFamily="2" charset="-122"/>
              </a:rPr>
              <a:t>Register File’s Access Time +</a:t>
            </a:r>
          </a:p>
          <a:p>
            <a:pPr eaLnBrk="0" hangingPunct="0"/>
            <a:r>
              <a:rPr lang="en-US" altLang="zh-CN" sz="1800">
                <a:solidFill>
                  <a:srgbClr val="0A10F4"/>
                </a:solidFill>
                <a:latin typeface="Arial" panose="020B0604020202020204" pitchFamily="34" charset="0"/>
                <a:ea typeface="宋体" panose="02010600030101010101" pitchFamily="2" charset="-122"/>
              </a:rPr>
              <a:t>    ALU to Perform a 32-bit Add +</a:t>
            </a:r>
          </a:p>
          <a:p>
            <a:pPr eaLnBrk="0" hangingPunct="0"/>
            <a:r>
              <a:rPr lang="en-US" altLang="zh-CN" sz="1800">
                <a:solidFill>
                  <a:srgbClr val="0A10F4"/>
                </a:solidFill>
                <a:latin typeface="Arial" panose="020B0604020202020204" pitchFamily="34" charset="0"/>
                <a:ea typeface="宋体" panose="02010600030101010101" pitchFamily="2" charset="-122"/>
              </a:rPr>
              <a:t>    Data Memory Access Time +</a:t>
            </a:r>
          </a:p>
          <a:p>
            <a:pPr eaLnBrk="0" hangingPunct="0"/>
            <a:r>
              <a:rPr lang="en-US" altLang="zh-CN" sz="1800">
                <a:solidFill>
                  <a:srgbClr val="0A10F4"/>
                </a:solidFill>
                <a:latin typeface="Arial" panose="020B0604020202020204" pitchFamily="34" charset="0"/>
                <a:ea typeface="宋体" panose="02010600030101010101" pitchFamily="2" charset="-122"/>
              </a:rPr>
              <a:t>    Setup Time for Register File Write </a:t>
            </a:r>
            <a:r>
              <a:rPr lang="en-US" altLang="zh-CN" sz="1800">
                <a:latin typeface="Arial" panose="020B0604020202020204" pitchFamily="34" charset="0"/>
                <a:ea typeface="宋体" panose="02010600030101010101" pitchFamily="2" charset="-122"/>
              </a:rPr>
              <a:t>+</a:t>
            </a:r>
          </a:p>
          <a:p>
            <a:pPr eaLnBrk="0" hangingPunct="0"/>
            <a:r>
              <a:rPr lang="en-US" altLang="zh-CN" sz="1800">
                <a:latin typeface="Arial" panose="020B0604020202020204" pitchFamily="34" charset="0"/>
                <a:ea typeface="宋体" panose="02010600030101010101" pitchFamily="2" charset="-122"/>
              </a:rPr>
              <a:t>    Clock Skew</a:t>
            </a:r>
          </a:p>
        </p:txBody>
      </p:sp>
      <p:cxnSp>
        <p:nvCxnSpPr>
          <p:cNvPr id="3" name="直接连接符 2">
            <a:extLst>
              <a:ext uri="{FF2B5EF4-FFF2-40B4-BE49-F238E27FC236}">
                <a16:creationId xmlns:a16="http://schemas.microsoft.com/office/drawing/2014/main" id="{E5E63584-EEE0-26B5-77F5-37A10971F38C}"/>
              </a:ext>
            </a:extLst>
          </p:cNvPr>
          <p:cNvCxnSpPr/>
          <p:nvPr/>
        </p:nvCxnSpPr>
        <p:spPr bwMode="auto">
          <a:xfrm>
            <a:off x="2933700" y="2686050"/>
            <a:ext cx="0" cy="360363"/>
          </a:xfrm>
          <a:prstGeom prst="line">
            <a:avLst/>
          </a:prstGeom>
          <a:ln w="444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2DF82C6-D299-B7E9-0426-D25192108E2D}"/>
              </a:ext>
            </a:extLst>
          </p:cNvPr>
          <p:cNvCxnSpPr/>
          <p:nvPr/>
        </p:nvCxnSpPr>
        <p:spPr bwMode="auto">
          <a:xfrm>
            <a:off x="1111250" y="3035300"/>
            <a:ext cx="1836738" cy="0"/>
          </a:xfrm>
          <a:prstGeom prst="line">
            <a:avLst/>
          </a:prstGeom>
          <a:ln w="444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ECC3C28-447D-B3F5-B7DE-E5D66082AAA5}"/>
              </a:ext>
            </a:extLst>
          </p:cNvPr>
          <p:cNvCxnSpPr/>
          <p:nvPr/>
        </p:nvCxnSpPr>
        <p:spPr bwMode="auto">
          <a:xfrm>
            <a:off x="1111250" y="2824163"/>
            <a:ext cx="0" cy="215900"/>
          </a:xfrm>
          <a:prstGeom prst="line">
            <a:avLst/>
          </a:prstGeom>
          <a:ln w="444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CDC2BA56-B18F-1B27-91F0-51F5299B99E4}"/>
              </a:ext>
            </a:extLst>
          </p:cNvPr>
          <p:cNvCxnSpPr/>
          <p:nvPr/>
        </p:nvCxnSpPr>
        <p:spPr bwMode="auto">
          <a:xfrm>
            <a:off x="330200" y="2855913"/>
            <a:ext cx="0" cy="2771775"/>
          </a:xfrm>
          <a:prstGeom prst="line">
            <a:avLst/>
          </a:prstGeom>
          <a:ln w="444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6543C7F9-3031-54F6-0907-86AA61FF1729}"/>
              </a:ext>
            </a:extLst>
          </p:cNvPr>
          <p:cNvCxnSpPr/>
          <p:nvPr/>
        </p:nvCxnSpPr>
        <p:spPr bwMode="auto">
          <a:xfrm>
            <a:off x="2933700" y="3035300"/>
            <a:ext cx="936625" cy="0"/>
          </a:xfrm>
          <a:prstGeom prst="line">
            <a:avLst/>
          </a:prstGeom>
          <a:ln w="444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1B994DD-3CB3-A8D9-88B9-165E277A76BA}"/>
              </a:ext>
            </a:extLst>
          </p:cNvPr>
          <p:cNvCxnSpPr/>
          <p:nvPr/>
        </p:nvCxnSpPr>
        <p:spPr bwMode="auto">
          <a:xfrm>
            <a:off x="3883025" y="2770188"/>
            <a:ext cx="0" cy="288925"/>
          </a:xfrm>
          <a:prstGeom prst="line">
            <a:avLst/>
          </a:prstGeom>
          <a:ln w="444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D817BFA2-E32F-69AC-A631-80379C767566}"/>
              </a:ext>
            </a:extLst>
          </p:cNvPr>
          <p:cNvCxnSpPr/>
          <p:nvPr/>
        </p:nvCxnSpPr>
        <p:spPr bwMode="auto">
          <a:xfrm>
            <a:off x="4286250" y="2173288"/>
            <a:ext cx="0" cy="179387"/>
          </a:xfrm>
          <a:prstGeom prst="line">
            <a:avLst/>
          </a:prstGeom>
          <a:ln w="444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90B3C8D-DB91-5AF7-6735-A1C07C3F598A}"/>
              </a:ext>
            </a:extLst>
          </p:cNvPr>
          <p:cNvCxnSpPr/>
          <p:nvPr/>
        </p:nvCxnSpPr>
        <p:spPr bwMode="auto">
          <a:xfrm>
            <a:off x="2927350" y="2184400"/>
            <a:ext cx="1366838" cy="0"/>
          </a:xfrm>
          <a:prstGeom prst="line">
            <a:avLst/>
          </a:prstGeom>
          <a:ln w="444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E453799-9B5D-C87A-E0A6-F660DF7331AE}"/>
              </a:ext>
            </a:extLst>
          </p:cNvPr>
          <p:cNvCxnSpPr/>
          <p:nvPr/>
        </p:nvCxnSpPr>
        <p:spPr bwMode="auto">
          <a:xfrm>
            <a:off x="2941638" y="2159000"/>
            <a:ext cx="0" cy="288925"/>
          </a:xfrm>
          <a:prstGeom prst="line">
            <a:avLst/>
          </a:prstGeom>
          <a:ln w="444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4215"/>
                                        </p:tgtEl>
                                        <p:attrNameLst>
                                          <p:attrName>style.visibility</p:attrName>
                                        </p:attrNameLst>
                                      </p:cBhvr>
                                      <p:to>
                                        <p:strVal val="visible"/>
                                      </p:to>
                                    </p:set>
                                    <p:animEffect transition="in" filter="blinds(horizontal)">
                                      <p:cBhvr>
                                        <p:cTn id="7" dur="500"/>
                                        <p:tgtEl>
                                          <p:spTgt spid="3042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4131">
                                            <p:txEl>
                                              <p:pRg st="0" end="0"/>
                                            </p:txEl>
                                          </p:spTgt>
                                        </p:tgtEl>
                                        <p:attrNameLst>
                                          <p:attrName>style.visibility</p:attrName>
                                        </p:attrNameLst>
                                      </p:cBhvr>
                                      <p:to>
                                        <p:strVal val="visible"/>
                                      </p:to>
                                    </p:set>
                                    <p:animEffect transition="in" filter="blinds(horizontal)">
                                      <p:cBhvr>
                                        <p:cTn id="12" dur="500"/>
                                        <p:tgtEl>
                                          <p:spTgt spid="30413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04131">
                                            <p:txEl>
                                              <p:pRg st="1" end="1"/>
                                            </p:txEl>
                                          </p:spTgt>
                                        </p:tgtEl>
                                        <p:attrNameLst>
                                          <p:attrName>style.visibility</p:attrName>
                                        </p:attrNameLst>
                                      </p:cBhvr>
                                      <p:to>
                                        <p:strVal val="visible"/>
                                      </p:to>
                                    </p:set>
                                    <p:animEffect transition="in" filter="blinds(horizontal)">
                                      <p:cBhvr>
                                        <p:cTn id="17" dur="500"/>
                                        <p:tgtEl>
                                          <p:spTgt spid="304131">
                                            <p:txEl>
                                              <p:pRg st="1" end="1"/>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304131">
                                            <p:txEl>
                                              <p:pRg st="2" end="2"/>
                                            </p:txEl>
                                          </p:spTgt>
                                        </p:tgtEl>
                                        <p:attrNameLst>
                                          <p:attrName>style.visibility</p:attrName>
                                        </p:attrNameLst>
                                      </p:cBhvr>
                                      <p:to>
                                        <p:strVal val="visible"/>
                                      </p:to>
                                    </p:set>
                                    <p:animEffect transition="in" filter="blinds(horizontal)">
                                      <p:cBhvr>
                                        <p:cTn id="20" dur="500"/>
                                        <p:tgtEl>
                                          <p:spTgt spid="304131">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04131">
                                            <p:txEl>
                                              <p:pRg st="3" end="3"/>
                                            </p:txEl>
                                          </p:spTgt>
                                        </p:tgtEl>
                                        <p:attrNameLst>
                                          <p:attrName>style.visibility</p:attrName>
                                        </p:attrNameLst>
                                      </p:cBhvr>
                                      <p:to>
                                        <p:strVal val="visible"/>
                                      </p:to>
                                    </p:set>
                                    <p:animEffect transition="in" filter="blinds(horizontal)">
                                      <p:cBhvr>
                                        <p:cTn id="25" dur="500"/>
                                        <p:tgtEl>
                                          <p:spTgt spid="304131">
                                            <p:txEl>
                                              <p:pRg st="3" end="3"/>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04131">
                                            <p:txEl>
                                              <p:pRg st="4" end="4"/>
                                            </p:txEl>
                                          </p:spTgt>
                                        </p:tgtEl>
                                        <p:attrNameLst>
                                          <p:attrName>style.visibility</p:attrName>
                                        </p:attrNameLst>
                                      </p:cBhvr>
                                      <p:to>
                                        <p:strVal val="visible"/>
                                      </p:to>
                                    </p:set>
                                    <p:animEffect transition="in" filter="blinds(horizontal)">
                                      <p:cBhvr>
                                        <p:cTn id="28" dur="500"/>
                                        <p:tgtEl>
                                          <p:spTgt spid="304131">
                                            <p:txEl>
                                              <p:pRg st="4" end="4"/>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04214"/>
                                        </p:tgtEl>
                                        <p:attrNameLst>
                                          <p:attrName>style.visibility</p:attrName>
                                        </p:attrNameLst>
                                      </p:cBhvr>
                                      <p:to>
                                        <p:strVal val="visible"/>
                                      </p:to>
                                    </p:set>
                                    <p:animEffect transition="in" filter="blinds(horizontal)">
                                      <p:cBhvr>
                                        <p:cTn id="33" dur="500"/>
                                        <p:tgtEl>
                                          <p:spTgt spid="304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215" grpId="0" animBg="1"/>
      <p:bldP spid="3042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FF55CA5F-15E0-42DD-6E83-E006E2951B69}"/>
              </a:ext>
            </a:extLst>
          </p:cNvPr>
          <p:cNvSpPr>
            <a:spLocks noGrp="1" noChangeArrowheads="1"/>
          </p:cNvSpPr>
          <p:nvPr>
            <p:ph type="title"/>
          </p:nvPr>
        </p:nvSpPr>
        <p:spPr>
          <a:xfrm>
            <a:off x="800100" y="228600"/>
            <a:ext cx="5181600" cy="368300"/>
          </a:xfrm>
        </p:spPr>
        <p:txBody>
          <a:bodyPr/>
          <a:lstStyle/>
          <a:p>
            <a:r>
              <a:rPr lang="zh-CN" altLang="en-US">
                <a:ea typeface="宋体" panose="02010600030101010101" pitchFamily="2" charset="-122"/>
              </a:rPr>
              <a:t>复习：</a:t>
            </a:r>
            <a:r>
              <a:rPr lang="en-US" altLang="zh-CN">
                <a:ea typeface="宋体" panose="02010600030101010101" pitchFamily="2" charset="-122"/>
              </a:rPr>
              <a:t>Load</a:t>
            </a:r>
            <a:r>
              <a:rPr lang="zh-CN" altLang="en-US">
                <a:ea typeface="宋体" panose="02010600030101010101" pitchFamily="2" charset="-122"/>
              </a:rPr>
              <a:t>指令的</a:t>
            </a:r>
            <a:r>
              <a:rPr lang="en-US" altLang="zh-CN">
                <a:ea typeface="宋体" panose="02010600030101010101" pitchFamily="2" charset="-122"/>
              </a:rPr>
              <a:t>5</a:t>
            </a:r>
            <a:r>
              <a:rPr lang="zh-CN" altLang="en-US">
                <a:ea typeface="宋体" panose="02010600030101010101" pitchFamily="2" charset="-122"/>
              </a:rPr>
              <a:t>个阶段</a:t>
            </a:r>
            <a:endParaRPr lang="en-US" altLang="zh-CN">
              <a:ea typeface="宋体" panose="02010600030101010101" pitchFamily="2" charset="-122"/>
            </a:endParaRPr>
          </a:p>
        </p:txBody>
      </p:sp>
      <p:sp>
        <p:nvSpPr>
          <p:cNvPr id="14338" name="Rectangle 3">
            <a:extLst>
              <a:ext uri="{FF2B5EF4-FFF2-40B4-BE49-F238E27FC236}">
                <a16:creationId xmlns:a16="http://schemas.microsoft.com/office/drawing/2014/main" id="{FA9169FE-880E-FCFA-4852-D269079D54D8}"/>
              </a:ext>
            </a:extLst>
          </p:cNvPr>
          <p:cNvSpPr>
            <a:spLocks noGrp="1" noChangeArrowheads="1"/>
          </p:cNvSpPr>
          <p:nvPr>
            <p:ph idx="1"/>
          </p:nvPr>
        </p:nvSpPr>
        <p:spPr>
          <a:xfrm>
            <a:off x="334963" y="1736725"/>
            <a:ext cx="8640762" cy="4133850"/>
          </a:xfrm>
        </p:spPr>
        <p:txBody>
          <a:bodyPr/>
          <a:lstStyle/>
          <a:p>
            <a:pPr>
              <a:lnSpc>
                <a:spcPct val="115000"/>
              </a:lnSpc>
              <a:spcBef>
                <a:spcPct val="20000"/>
              </a:spcBef>
            </a:pPr>
            <a:r>
              <a:rPr lang="en-US" altLang="zh-CN" sz="2000">
                <a:latin typeface="微软雅黑" panose="020B0503020204020204" pitchFamily="34" charset="-122"/>
                <a:ea typeface="微软雅黑" panose="020B0503020204020204" pitchFamily="34" charset="-122"/>
              </a:rPr>
              <a:t>Ifetch </a:t>
            </a:r>
            <a:r>
              <a:rPr lang="en-US" altLang="zh-CN" sz="2000">
                <a:solidFill>
                  <a:schemeClr val="accent1"/>
                </a:solidFill>
                <a:latin typeface="微软雅黑" panose="020B0503020204020204" pitchFamily="34" charset="-122"/>
                <a:ea typeface="微软雅黑" panose="020B0503020204020204" pitchFamily="34" charset="-122"/>
              </a:rPr>
              <a:t>(</a:t>
            </a:r>
            <a:r>
              <a:rPr lang="zh-CN" altLang="en-US" sz="2000">
                <a:solidFill>
                  <a:schemeClr val="accent1"/>
                </a:solidFill>
                <a:latin typeface="微软雅黑" panose="020B0503020204020204" pitchFamily="34" charset="-122"/>
                <a:ea typeface="微软雅黑" panose="020B0503020204020204" pitchFamily="34" charset="-122"/>
              </a:rPr>
              <a:t>取指</a:t>
            </a:r>
            <a:r>
              <a:rPr lang="en-US" altLang="zh-CN" sz="2000">
                <a:solidFill>
                  <a:schemeClr val="accent1"/>
                </a:solidFill>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 : </a:t>
            </a:r>
            <a:r>
              <a:rPr lang="zh-CN" altLang="en-US" sz="2000">
                <a:latin typeface="微软雅黑" panose="020B0503020204020204" pitchFamily="34" charset="-122"/>
                <a:ea typeface="微软雅黑" panose="020B0503020204020204" pitchFamily="34" charset="-122"/>
              </a:rPr>
              <a:t>取指令并计算</a:t>
            </a:r>
            <a:r>
              <a:rPr lang="en-US" altLang="zh-CN" sz="2000">
                <a:latin typeface="微软雅黑" panose="020B0503020204020204" pitchFamily="34" charset="-122"/>
                <a:ea typeface="微软雅黑" panose="020B0503020204020204" pitchFamily="34" charset="-122"/>
              </a:rPr>
              <a:t>PC+4 </a:t>
            </a:r>
            <a:r>
              <a:rPr lang="en-US" altLang="zh-CN" sz="2000">
                <a:solidFill>
                  <a:schemeClr val="accent2"/>
                </a:solidFill>
                <a:latin typeface="微软雅黑" panose="020B0503020204020204" pitchFamily="34" charset="-122"/>
                <a:ea typeface="微软雅黑" panose="020B0503020204020204" pitchFamily="34" charset="-122"/>
              </a:rPr>
              <a:t>(</a:t>
            </a:r>
            <a:r>
              <a:rPr lang="zh-CN" altLang="en-US" sz="2000">
                <a:solidFill>
                  <a:schemeClr val="accent2"/>
                </a:solidFill>
                <a:latin typeface="微软雅黑" panose="020B0503020204020204" pitchFamily="34" charset="-122"/>
                <a:ea typeface="微软雅黑" panose="020B0503020204020204" pitchFamily="34" charset="-122"/>
              </a:rPr>
              <a:t>用到哪些部件？</a:t>
            </a:r>
            <a:r>
              <a:rPr lang="en-US" altLang="zh-CN" sz="2000">
                <a:solidFill>
                  <a:schemeClr val="accent2"/>
                </a:solidFill>
                <a:latin typeface="微软雅黑" panose="020B0503020204020204" pitchFamily="34" charset="-122"/>
                <a:ea typeface="微软雅黑" panose="020B0503020204020204" pitchFamily="34" charset="-122"/>
              </a:rPr>
              <a:t>)</a:t>
            </a:r>
          </a:p>
          <a:p>
            <a:pPr>
              <a:lnSpc>
                <a:spcPct val="115000"/>
              </a:lnSpc>
              <a:spcBef>
                <a:spcPct val="20000"/>
              </a:spcBef>
            </a:pPr>
            <a:endParaRPr lang="en-US" altLang="zh-CN" sz="2000">
              <a:latin typeface="微软雅黑" panose="020B0503020204020204" pitchFamily="34" charset="-122"/>
              <a:ea typeface="微软雅黑" panose="020B0503020204020204" pitchFamily="34" charset="-122"/>
            </a:endParaRPr>
          </a:p>
          <a:p>
            <a:pPr>
              <a:lnSpc>
                <a:spcPct val="115000"/>
              </a:lnSpc>
              <a:spcBef>
                <a:spcPct val="20000"/>
              </a:spcBef>
            </a:pPr>
            <a:r>
              <a:rPr lang="en-US" altLang="zh-CN" sz="2000">
                <a:latin typeface="微软雅黑" panose="020B0503020204020204" pitchFamily="34" charset="-122"/>
                <a:ea typeface="微软雅黑" panose="020B0503020204020204" pitchFamily="34" charset="-122"/>
              </a:rPr>
              <a:t>Reg/Dec </a:t>
            </a:r>
            <a:r>
              <a:rPr lang="en-US" altLang="zh-CN" sz="2000">
                <a:solidFill>
                  <a:schemeClr val="accent1"/>
                </a:solidFill>
                <a:latin typeface="微软雅黑" panose="020B0503020204020204" pitchFamily="34" charset="-122"/>
                <a:ea typeface="微软雅黑" panose="020B0503020204020204" pitchFamily="34" charset="-122"/>
              </a:rPr>
              <a:t>(</a:t>
            </a:r>
            <a:r>
              <a:rPr lang="zh-CN" altLang="en-US" sz="2000">
                <a:solidFill>
                  <a:schemeClr val="accent1"/>
                </a:solidFill>
                <a:latin typeface="微软雅黑" panose="020B0503020204020204" pitchFamily="34" charset="-122"/>
                <a:ea typeface="微软雅黑" panose="020B0503020204020204" pitchFamily="34" charset="-122"/>
              </a:rPr>
              <a:t>取数和译码</a:t>
            </a:r>
            <a:r>
              <a:rPr lang="en-US" altLang="zh-CN" sz="2000">
                <a:solidFill>
                  <a:schemeClr val="accent1"/>
                </a:solidFill>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 : </a:t>
            </a:r>
            <a:r>
              <a:rPr lang="zh-CN" altLang="en-US" sz="2000">
                <a:latin typeface="微软雅黑" panose="020B0503020204020204" pitchFamily="34" charset="-122"/>
                <a:ea typeface="微软雅黑" panose="020B0503020204020204" pitchFamily="34" charset="-122"/>
              </a:rPr>
              <a:t>取数同时译码 </a:t>
            </a:r>
            <a:r>
              <a:rPr lang="en-US" altLang="zh-CN" sz="2000">
                <a:solidFill>
                  <a:schemeClr val="accent2"/>
                </a:solidFill>
                <a:latin typeface="微软雅黑" panose="020B0503020204020204" pitchFamily="34" charset="-122"/>
                <a:ea typeface="微软雅黑" panose="020B0503020204020204" pitchFamily="34" charset="-122"/>
              </a:rPr>
              <a:t>(</a:t>
            </a:r>
            <a:r>
              <a:rPr lang="zh-CN" altLang="en-US" sz="2000">
                <a:solidFill>
                  <a:schemeClr val="accent2"/>
                </a:solidFill>
                <a:latin typeface="微软雅黑" panose="020B0503020204020204" pitchFamily="34" charset="-122"/>
                <a:ea typeface="微软雅黑" panose="020B0503020204020204" pitchFamily="34" charset="-122"/>
              </a:rPr>
              <a:t>用到哪些部件？</a:t>
            </a:r>
            <a:r>
              <a:rPr lang="en-US" altLang="zh-CN" sz="2000">
                <a:solidFill>
                  <a:schemeClr val="accent2"/>
                </a:solidFill>
                <a:latin typeface="微软雅黑" panose="020B0503020204020204" pitchFamily="34" charset="-122"/>
                <a:ea typeface="微软雅黑" panose="020B0503020204020204" pitchFamily="34" charset="-122"/>
              </a:rPr>
              <a:t>)</a:t>
            </a:r>
            <a:endParaRPr lang="zh-CN" altLang="en-US" sz="2000">
              <a:solidFill>
                <a:schemeClr val="accent2"/>
              </a:solidFill>
              <a:latin typeface="微软雅黑" panose="020B0503020204020204" pitchFamily="34" charset="-122"/>
              <a:ea typeface="微软雅黑" panose="020B0503020204020204" pitchFamily="34" charset="-122"/>
            </a:endParaRPr>
          </a:p>
          <a:p>
            <a:pPr lvl="1">
              <a:lnSpc>
                <a:spcPct val="115000"/>
              </a:lnSpc>
              <a:spcBef>
                <a:spcPct val="20000"/>
              </a:spcBef>
            </a:pPr>
            <a:endParaRPr lang="zh-CN" altLang="en-US" sz="2000">
              <a:latin typeface="微软雅黑" panose="020B0503020204020204" pitchFamily="34" charset="-122"/>
              <a:ea typeface="微软雅黑" panose="020B0503020204020204" pitchFamily="34" charset="-122"/>
            </a:endParaRPr>
          </a:p>
          <a:p>
            <a:pPr>
              <a:lnSpc>
                <a:spcPct val="115000"/>
              </a:lnSpc>
              <a:spcBef>
                <a:spcPct val="20000"/>
              </a:spcBef>
            </a:pPr>
            <a:r>
              <a:rPr lang="en-US" altLang="zh-CN" sz="2000">
                <a:latin typeface="微软雅黑" panose="020B0503020204020204" pitchFamily="34" charset="-122"/>
                <a:ea typeface="微软雅黑" panose="020B0503020204020204" pitchFamily="34" charset="-122"/>
              </a:rPr>
              <a:t>Exec </a:t>
            </a:r>
            <a:r>
              <a:rPr lang="en-US" altLang="zh-CN" sz="2000">
                <a:solidFill>
                  <a:schemeClr val="accent1"/>
                </a:solidFill>
                <a:latin typeface="微软雅黑" panose="020B0503020204020204" pitchFamily="34" charset="-122"/>
                <a:ea typeface="微软雅黑" panose="020B0503020204020204" pitchFamily="34" charset="-122"/>
              </a:rPr>
              <a:t>(</a:t>
            </a:r>
            <a:r>
              <a:rPr lang="zh-CN" altLang="en-US" sz="2000">
                <a:solidFill>
                  <a:schemeClr val="accent1"/>
                </a:solidFill>
                <a:latin typeface="微软雅黑" panose="020B0503020204020204" pitchFamily="34" charset="-122"/>
                <a:ea typeface="微软雅黑" panose="020B0503020204020204" pitchFamily="34" charset="-122"/>
              </a:rPr>
              <a:t>执行</a:t>
            </a:r>
            <a:r>
              <a:rPr lang="en-US" altLang="zh-CN" sz="2000">
                <a:solidFill>
                  <a:schemeClr val="accent1"/>
                </a:solidFill>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 : </a:t>
            </a:r>
            <a:r>
              <a:rPr lang="zh-CN" altLang="en-US" sz="2000">
                <a:latin typeface="微软雅黑" panose="020B0503020204020204" pitchFamily="34" charset="-122"/>
                <a:ea typeface="微软雅黑" panose="020B0503020204020204" pitchFamily="34" charset="-122"/>
              </a:rPr>
              <a:t>计算内存单元地址 </a:t>
            </a:r>
            <a:r>
              <a:rPr lang="en-US" altLang="zh-CN" sz="2000">
                <a:solidFill>
                  <a:schemeClr val="accent2"/>
                </a:solidFill>
                <a:latin typeface="微软雅黑" panose="020B0503020204020204" pitchFamily="34" charset="-122"/>
                <a:ea typeface="微软雅黑" panose="020B0503020204020204" pitchFamily="34" charset="-122"/>
              </a:rPr>
              <a:t>(</a:t>
            </a:r>
            <a:r>
              <a:rPr lang="zh-CN" altLang="en-US" sz="2000">
                <a:solidFill>
                  <a:schemeClr val="accent2"/>
                </a:solidFill>
                <a:latin typeface="微软雅黑" panose="020B0503020204020204" pitchFamily="34" charset="-122"/>
                <a:ea typeface="微软雅黑" panose="020B0503020204020204" pitchFamily="34" charset="-122"/>
              </a:rPr>
              <a:t>用到哪些部件？</a:t>
            </a:r>
            <a:r>
              <a:rPr lang="en-US" altLang="zh-CN" sz="2000">
                <a:solidFill>
                  <a:schemeClr val="accent2"/>
                </a:solidFill>
                <a:latin typeface="微软雅黑" panose="020B0503020204020204" pitchFamily="34" charset="-122"/>
                <a:ea typeface="微软雅黑" panose="020B0503020204020204" pitchFamily="34" charset="-122"/>
              </a:rPr>
              <a:t>)</a:t>
            </a:r>
            <a:endParaRPr lang="zh-CN" altLang="en-US" sz="2000">
              <a:solidFill>
                <a:schemeClr val="accent2"/>
              </a:solidFill>
              <a:latin typeface="微软雅黑" panose="020B0503020204020204" pitchFamily="34" charset="-122"/>
              <a:ea typeface="微软雅黑" panose="020B0503020204020204" pitchFamily="34" charset="-122"/>
            </a:endParaRPr>
          </a:p>
          <a:p>
            <a:pPr lvl="1">
              <a:lnSpc>
                <a:spcPct val="115000"/>
              </a:lnSpc>
              <a:spcBef>
                <a:spcPct val="20000"/>
              </a:spcBef>
            </a:pPr>
            <a:endParaRPr lang="zh-CN" altLang="en-US" sz="2000">
              <a:latin typeface="微软雅黑" panose="020B0503020204020204" pitchFamily="34" charset="-122"/>
              <a:ea typeface="微软雅黑" panose="020B0503020204020204" pitchFamily="34" charset="-122"/>
            </a:endParaRPr>
          </a:p>
          <a:p>
            <a:pPr>
              <a:lnSpc>
                <a:spcPct val="115000"/>
              </a:lnSpc>
              <a:spcBef>
                <a:spcPct val="20000"/>
              </a:spcBef>
            </a:pPr>
            <a:r>
              <a:rPr lang="en-US" altLang="zh-CN" sz="2000">
                <a:latin typeface="微软雅黑" panose="020B0503020204020204" pitchFamily="34" charset="-122"/>
                <a:ea typeface="微软雅黑" panose="020B0503020204020204" pitchFamily="34" charset="-122"/>
              </a:rPr>
              <a:t>Mem </a:t>
            </a:r>
            <a:r>
              <a:rPr lang="en-US" altLang="zh-CN" sz="2000">
                <a:solidFill>
                  <a:schemeClr val="accent1"/>
                </a:solidFill>
                <a:latin typeface="微软雅黑" panose="020B0503020204020204" pitchFamily="34" charset="-122"/>
                <a:ea typeface="微软雅黑" panose="020B0503020204020204" pitchFamily="34" charset="-122"/>
              </a:rPr>
              <a:t>(</a:t>
            </a:r>
            <a:r>
              <a:rPr lang="zh-CN" altLang="en-US" sz="2000">
                <a:solidFill>
                  <a:schemeClr val="accent1"/>
                </a:solidFill>
                <a:latin typeface="微软雅黑" panose="020B0503020204020204" pitchFamily="34" charset="-122"/>
                <a:ea typeface="微软雅黑" panose="020B0503020204020204" pitchFamily="34" charset="-122"/>
              </a:rPr>
              <a:t>读存储器</a:t>
            </a:r>
            <a:r>
              <a:rPr lang="en-US" altLang="zh-CN" sz="2000">
                <a:solidFill>
                  <a:schemeClr val="accent1"/>
                </a:solidFill>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 : </a:t>
            </a:r>
            <a:r>
              <a:rPr lang="zh-CN" altLang="en-US" sz="2000">
                <a:latin typeface="微软雅黑" panose="020B0503020204020204" pitchFamily="34" charset="-122"/>
                <a:ea typeface="微软雅黑" panose="020B0503020204020204" pitchFamily="34" charset="-122"/>
              </a:rPr>
              <a:t>从数据存储器中读 </a:t>
            </a:r>
            <a:r>
              <a:rPr lang="en-US" altLang="zh-CN" sz="2000">
                <a:solidFill>
                  <a:schemeClr val="accent2"/>
                </a:solidFill>
                <a:latin typeface="微软雅黑" panose="020B0503020204020204" pitchFamily="34" charset="-122"/>
                <a:ea typeface="微软雅黑" panose="020B0503020204020204" pitchFamily="34" charset="-122"/>
              </a:rPr>
              <a:t>(</a:t>
            </a:r>
            <a:r>
              <a:rPr lang="zh-CN" altLang="en-US" sz="2000">
                <a:solidFill>
                  <a:schemeClr val="accent2"/>
                </a:solidFill>
                <a:latin typeface="微软雅黑" panose="020B0503020204020204" pitchFamily="34" charset="-122"/>
                <a:ea typeface="微软雅黑" panose="020B0503020204020204" pitchFamily="34" charset="-122"/>
              </a:rPr>
              <a:t>用到哪些部件？</a:t>
            </a:r>
            <a:r>
              <a:rPr lang="en-US" altLang="zh-CN" sz="2000">
                <a:solidFill>
                  <a:schemeClr val="accent2"/>
                </a:solidFill>
                <a:latin typeface="微软雅黑" panose="020B0503020204020204" pitchFamily="34" charset="-122"/>
                <a:ea typeface="微软雅黑" panose="020B0503020204020204" pitchFamily="34" charset="-122"/>
              </a:rPr>
              <a:t>)</a:t>
            </a:r>
            <a:endParaRPr lang="zh-CN" altLang="en-US" sz="2000">
              <a:solidFill>
                <a:schemeClr val="accent2"/>
              </a:solidFill>
              <a:latin typeface="微软雅黑" panose="020B0503020204020204" pitchFamily="34" charset="-122"/>
              <a:ea typeface="微软雅黑" panose="020B0503020204020204" pitchFamily="34" charset="-122"/>
            </a:endParaRPr>
          </a:p>
          <a:p>
            <a:pPr lvl="1">
              <a:lnSpc>
                <a:spcPct val="115000"/>
              </a:lnSpc>
              <a:spcBef>
                <a:spcPct val="20000"/>
              </a:spcBef>
            </a:pPr>
            <a:endParaRPr lang="zh-CN" altLang="en-US" sz="2000">
              <a:latin typeface="微软雅黑" panose="020B0503020204020204" pitchFamily="34" charset="-122"/>
              <a:ea typeface="微软雅黑" panose="020B0503020204020204" pitchFamily="34" charset="-122"/>
            </a:endParaRPr>
          </a:p>
          <a:p>
            <a:pPr>
              <a:lnSpc>
                <a:spcPct val="115000"/>
              </a:lnSpc>
              <a:spcBef>
                <a:spcPct val="20000"/>
              </a:spcBef>
            </a:pPr>
            <a:r>
              <a:rPr lang="en-US" altLang="zh-CN" sz="2000">
                <a:latin typeface="微软雅黑" panose="020B0503020204020204" pitchFamily="34" charset="-122"/>
                <a:ea typeface="微软雅黑" panose="020B0503020204020204" pitchFamily="34" charset="-122"/>
              </a:rPr>
              <a:t>Wr</a:t>
            </a:r>
            <a:r>
              <a:rPr lang="en-US" altLang="zh-CN" sz="2000">
                <a:solidFill>
                  <a:schemeClr val="accent1"/>
                </a:solidFill>
                <a:latin typeface="微软雅黑" panose="020B0503020204020204" pitchFamily="34" charset="-122"/>
                <a:ea typeface="微软雅黑" panose="020B0503020204020204" pitchFamily="34" charset="-122"/>
              </a:rPr>
              <a:t>(</a:t>
            </a:r>
            <a:r>
              <a:rPr lang="zh-CN" altLang="en-US" sz="2000">
                <a:solidFill>
                  <a:schemeClr val="accent1"/>
                </a:solidFill>
                <a:latin typeface="微软雅黑" panose="020B0503020204020204" pitchFamily="34" charset="-122"/>
                <a:ea typeface="微软雅黑" panose="020B0503020204020204" pitchFamily="34" charset="-122"/>
              </a:rPr>
              <a:t>写寄存器</a:t>
            </a:r>
            <a:r>
              <a:rPr lang="en-US" altLang="zh-CN" sz="2000">
                <a:solidFill>
                  <a:schemeClr val="accent1"/>
                </a:solidFill>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将数据写到寄存器中 </a:t>
            </a:r>
            <a:r>
              <a:rPr lang="en-US" altLang="zh-CN" sz="2000">
                <a:solidFill>
                  <a:schemeClr val="accent2"/>
                </a:solidFill>
                <a:latin typeface="微软雅黑" panose="020B0503020204020204" pitchFamily="34" charset="-122"/>
                <a:ea typeface="微软雅黑" panose="020B0503020204020204" pitchFamily="34" charset="-122"/>
              </a:rPr>
              <a:t>(</a:t>
            </a:r>
            <a:r>
              <a:rPr lang="zh-CN" altLang="en-US" sz="2000">
                <a:solidFill>
                  <a:schemeClr val="accent2"/>
                </a:solidFill>
                <a:latin typeface="微软雅黑" panose="020B0503020204020204" pitchFamily="34" charset="-122"/>
                <a:ea typeface="微软雅黑" panose="020B0503020204020204" pitchFamily="34" charset="-122"/>
              </a:rPr>
              <a:t>用到哪些部件？</a:t>
            </a:r>
            <a:r>
              <a:rPr lang="en-US" altLang="zh-CN" sz="2000">
                <a:solidFill>
                  <a:schemeClr val="accent2"/>
                </a:solidFill>
                <a:latin typeface="微软雅黑" panose="020B0503020204020204" pitchFamily="34" charset="-122"/>
                <a:ea typeface="微软雅黑" panose="020B0503020204020204" pitchFamily="34" charset="-122"/>
              </a:rPr>
              <a:t>)</a:t>
            </a:r>
            <a:endParaRPr lang="zh-CN" altLang="en-US" sz="2000">
              <a:solidFill>
                <a:schemeClr val="accent2"/>
              </a:solidFill>
              <a:latin typeface="微软雅黑" panose="020B0503020204020204" pitchFamily="34" charset="-122"/>
              <a:ea typeface="微软雅黑" panose="020B0503020204020204" pitchFamily="34" charset="-122"/>
            </a:endParaRPr>
          </a:p>
          <a:p>
            <a:pPr lvl="1">
              <a:lnSpc>
                <a:spcPct val="115000"/>
              </a:lnSpc>
              <a:spcBef>
                <a:spcPct val="30000"/>
              </a:spcBef>
            </a:pPr>
            <a:endParaRPr lang="zh-CN" altLang="en-US" sz="2000">
              <a:latin typeface="微软雅黑" panose="020B0503020204020204" pitchFamily="34" charset="-122"/>
              <a:ea typeface="微软雅黑" panose="020B0503020204020204" pitchFamily="34" charset="-122"/>
            </a:endParaRPr>
          </a:p>
        </p:txBody>
      </p:sp>
      <p:grpSp>
        <p:nvGrpSpPr>
          <p:cNvPr id="14339" name="Group 68">
            <a:extLst>
              <a:ext uri="{FF2B5EF4-FFF2-40B4-BE49-F238E27FC236}">
                <a16:creationId xmlns:a16="http://schemas.microsoft.com/office/drawing/2014/main" id="{CC676C43-90E9-BB4F-9485-7C2FEF66EFAE}"/>
              </a:ext>
            </a:extLst>
          </p:cNvPr>
          <p:cNvGrpSpPr>
            <a:grpSpLocks/>
          </p:cNvGrpSpPr>
          <p:nvPr/>
        </p:nvGrpSpPr>
        <p:grpSpPr bwMode="auto">
          <a:xfrm>
            <a:off x="622300" y="771525"/>
            <a:ext cx="7451725" cy="795338"/>
            <a:chOff x="985" y="707"/>
            <a:chExt cx="4110" cy="501"/>
          </a:xfrm>
        </p:grpSpPr>
        <p:sp>
          <p:nvSpPr>
            <p:cNvPr id="14340" name="Line 33">
              <a:extLst>
                <a:ext uri="{FF2B5EF4-FFF2-40B4-BE49-F238E27FC236}">
                  <a16:creationId xmlns:a16="http://schemas.microsoft.com/office/drawing/2014/main" id="{0F418FB0-21AE-406F-A59B-81500C9EBFEC}"/>
                </a:ext>
              </a:extLst>
            </p:cNvPr>
            <p:cNvSpPr>
              <a:spLocks noChangeShapeType="1"/>
            </p:cNvSpPr>
            <p:nvPr/>
          </p:nvSpPr>
          <p:spPr bwMode="auto">
            <a:xfrm flipV="1">
              <a:off x="985" y="708"/>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1" name="Line 34">
              <a:extLst>
                <a:ext uri="{FF2B5EF4-FFF2-40B4-BE49-F238E27FC236}">
                  <a16:creationId xmlns:a16="http://schemas.microsoft.com/office/drawing/2014/main" id="{E3729152-BEE5-E3D0-A505-3C7DB8EB862D}"/>
                </a:ext>
              </a:extLst>
            </p:cNvPr>
            <p:cNvSpPr>
              <a:spLocks noChangeShapeType="1"/>
            </p:cNvSpPr>
            <p:nvPr/>
          </p:nvSpPr>
          <p:spPr bwMode="auto">
            <a:xfrm flipV="1">
              <a:off x="1854" y="708"/>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2" name="Rectangle 35">
              <a:extLst>
                <a:ext uri="{FF2B5EF4-FFF2-40B4-BE49-F238E27FC236}">
                  <a16:creationId xmlns:a16="http://schemas.microsoft.com/office/drawing/2014/main" id="{D0A1293F-64FC-30DD-97F9-79E94F4B3D99}"/>
                </a:ext>
              </a:extLst>
            </p:cNvPr>
            <p:cNvSpPr>
              <a:spLocks noChangeArrowheads="1"/>
            </p:cNvSpPr>
            <p:nvPr/>
          </p:nvSpPr>
          <p:spPr bwMode="auto">
            <a:xfrm>
              <a:off x="1151" y="716"/>
              <a:ext cx="43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zh-CN" altLang="en-US" sz="1800">
                  <a:latin typeface="Arial" panose="020B0604020202020204" pitchFamily="34" charset="0"/>
                  <a:ea typeface="黑体" panose="02010609060101010101" pitchFamily="49" charset="-122"/>
                </a:rPr>
                <a:t>阶段</a:t>
              </a:r>
              <a:r>
                <a:rPr lang="en-US" altLang="zh-CN">
                  <a:latin typeface="Arial" panose="020B0604020202020204" pitchFamily="34" charset="0"/>
                  <a:ea typeface="黑体" panose="02010609060101010101" pitchFamily="49" charset="-122"/>
                </a:rPr>
                <a:t>1</a:t>
              </a:r>
            </a:p>
          </p:txBody>
        </p:sp>
        <p:sp>
          <p:nvSpPr>
            <p:cNvPr id="14343" name="Rectangle 36">
              <a:extLst>
                <a:ext uri="{FF2B5EF4-FFF2-40B4-BE49-F238E27FC236}">
                  <a16:creationId xmlns:a16="http://schemas.microsoft.com/office/drawing/2014/main" id="{E49294FD-5A2A-36FB-8661-DE53ABADFB32}"/>
                </a:ext>
              </a:extLst>
            </p:cNvPr>
            <p:cNvSpPr>
              <a:spLocks noChangeArrowheads="1"/>
            </p:cNvSpPr>
            <p:nvPr/>
          </p:nvSpPr>
          <p:spPr bwMode="auto">
            <a:xfrm>
              <a:off x="1844" y="716"/>
              <a:ext cx="42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latin typeface="Arial" panose="020B0604020202020204" pitchFamily="34" charset="0"/>
                  <a:ea typeface="黑体" panose="02010609060101010101" pitchFamily="49" charset="-122"/>
                </a:rPr>
                <a:t>阶段</a:t>
              </a:r>
              <a:r>
                <a:rPr lang="en-US" altLang="zh-CN" sz="1800">
                  <a:latin typeface="Arial" panose="020B0604020202020204" pitchFamily="34" charset="0"/>
                  <a:ea typeface="黑体" panose="02010609060101010101" pitchFamily="49" charset="-122"/>
                </a:rPr>
                <a:t>2</a:t>
              </a:r>
            </a:p>
          </p:txBody>
        </p:sp>
        <p:sp>
          <p:nvSpPr>
            <p:cNvPr id="14344" name="Line 37">
              <a:extLst>
                <a:ext uri="{FF2B5EF4-FFF2-40B4-BE49-F238E27FC236}">
                  <a16:creationId xmlns:a16="http://schemas.microsoft.com/office/drawing/2014/main" id="{7B82A0C9-0CA8-5492-4955-C30E0B588EC0}"/>
                </a:ext>
              </a:extLst>
            </p:cNvPr>
            <p:cNvSpPr>
              <a:spLocks noChangeShapeType="1"/>
            </p:cNvSpPr>
            <p:nvPr/>
          </p:nvSpPr>
          <p:spPr bwMode="auto">
            <a:xfrm flipV="1">
              <a:off x="2427" y="708"/>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5" name="Line 38">
              <a:extLst>
                <a:ext uri="{FF2B5EF4-FFF2-40B4-BE49-F238E27FC236}">
                  <a16:creationId xmlns:a16="http://schemas.microsoft.com/office/drawing/2014/main" id="{594E6E5F-828A-A707-1354-492499CB0758}"/>
                </a:ext>
              </a:extLst>
            </p:cNvPr>
            <p:cNvSpPr>
              <a:spLocks noChangeShapeType="1"/>
            </p:cNvSpPr>
            <p:nvPr/>
          </p:nvSpPr>
          <p:spPr bwMode="auto">
            <a:xfrm flipV="1">
              <a:off x="3458" y="708"/>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6" name="Line 39">
              <a:extLst>
                <a:ext uri="{FF2B5EF4-FFF2-40B4-BE49-F238E27FC236}">
                  <a16:creationId xmlns:a16="http://schemas.microsoft.com/office/drawing/2014/main" id="{54330399-B072-6857-0929-661083EFD7DF}"/>
                </a:ext>
              </a:extLst>
            </p:cNvPr>
            <p:cNvSpPr>
              <a:spLocks noChangeShapeType="1"/>
            </p:cNvSpPr>
            <p:nvPr/>
          </p:nvSpPr>
          <p:spPr bwMode="auto">
            <a:xfrm flipV="1">
              <a:off x="4471" y="708"/>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7" name="Line 40">
              <a:extLst>
                <a:ext uri="{FF2B5EF4-FFF2-40B4-BE49-F238E27FC236}">
                  <a16:creationId xmlns:a16="http://schemas.microsoft.com/office/drawing/2014/main" id="{694E7A35-C5F6-F3EF-F68E-D51150F663F5}"/>
                </a:ext>
              </a:extLst>
            </p:cNvPr>
            <p:cNvSpPr>
              <a:spLocks noChangeShapeType="1"/>
            </p:cNvSpPr>
            <p:nvPr/>
          </p:nvSpPr>
          <p:spPr bwMode="auto">
            <a:xfrm flipV="1">
              <a:off x="5095" y="735"/>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8" name="Rectangle 41">
              <a:extLst>
                <a:ext uri="{FF2B5EF4-FFF2-40B4-BE49-F238E27FC236}">
                  <a16:creationId xmlns:a16="http://schemas.microsoft.com/office/drawing/2014/main" id="{5F864814-8A97-DDB3-7133-22249EB9E18A}"/>
                </a:ext>
              </a:extLst>
            </p:cNvPr>
            <p:cNvSpPr>
              <a:spLocks noChangeArrowheads="1"/>
            </p:cNvSpPr>
            <p:nvPr/>
          </p:nvSpPr>
          <p:spPr bwMode="auto">
            <a:xfrm>
              <a:off x="2716" y="716"/>
              <a:ext cx="43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latin typeface="Arial" panose="020B0604020202020204" pitchFamily="34" charset="0"/>
                  <a:ea typeface="黑体" panose="02010609060101010101" pitchFamily="49" charset="-122"/>
                </a:rPr>
                <a:t>阶段</a:t>
              </a:r>
              <a:r>
                <a:rPr lang="zh-CN" altLang="en-US">
                  <a:ea typeface="宋体" panose="02010600030101010101" pitchFamily="2" charset="-122"/>
                </a:rPr>
                <a:t> </a:t>
              </a:r>
              <a:r>
                <a:rPr lang="en-US" altLang="zh-CN">
                  <a:ea typeface="宋体" panose="02010600030101010101" pitchFamily="2" charset="-122"/>
                </a:rPr>
                <a:t>3</a:t>
              </a:r>
            </a:p>
          </p:txBody>
        </p:sp>
        <p:sp>
          <p:nvSpPr>
            <p:cNvPr id="14349" name="Rectangle 42">
              <a:extLst>
                <a:ext uri="{FF2B5EF4-FFF2-40B4-BE49-F238E27FC236}">
                  <a16:creationId xmlns:a16="http://schemas.microsoft.com/office/drawing/2014/main" id="{849CE670-4091-498D-E77B-A021F44EB934}"/>
                </a:ext>
              </a:extLst>
            </p:cNvPr>
            <p:cNvSpPr>
              <a:spLocks noChangeArrowheads="1"/>
            </p:cNvSpPr>
            <p:nvPr/>
          </p:nvSpPr>
          <p:spPr bwMode="auto">
            <a:xfrm>
              <a:off x="3685" y="707"/>
              <a:ext cx="45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latin typeface="Arial" panose="020B0604020202020204" pitchFamily="34" charset="0"/>
                  <a:ea typeface="黑体" panose="02010609060101010101" pitchFamily="49" charset="-122"/>
                </a:rPr>
                <a:t>阶段 </a:t>
              </a:r>
              <a:r>
                <a:rPr lang="en-US" altLang="zh-CN" sz="1800">
                  <a:latin typeface="Arial" panose="020B0604020202020204" pitchFamily="34" charset="0"/>
                  <a:ea typeface="黑体" panose="02010609060101010101" pitchFamily="49" charset="-122"/>
                </a:rPr>
                <a:t>4</a:t>
              </a:r>
            </a:p>
          </p:txBody>
        </p:sp>
        <p:sp>
          <p:nvSpPr>
            <p:cNvPr id="14350" name="Rectangle 43">
              <a:extLst>
                <a:ext uri="{FF2B5EF4-FFF2-40B4-BE49-F238E27FC236}">
                  <a16:creationId xmlns:a16="http://schemas.microsoft.com/office/drawing/2014/main" id="{7B4384C9-D67C-8B16-5EC8-CA919D692C33}"/>
                </a:ext>
              </a:extLst>
            </p:cNvPr>
            <p:cNvSpPr>
              <a:spLocks noChangeArrowheads="1"/>
            </p:cNvSpPr>
            <p:nvPr/>
          </p:nvSpPr>
          <p:spPr bwMode="auto">
            <a:xfrm>
              <a:off x="4583" y="716"/>
              <a:ext cx="42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800">
                  <a:latin typeface="Arial" panose="020B0604020202020204" pitchFamily="34" charset="0"/>
                  <a:ea typeface="黑体" panose="02010609060101010101" pitchFamily="49" charset="-122"/>
                </a:rPr>
                <a:t>阶段</a:t>
              </a:r>
              <a:r>
                <a:rPr lang="en-US" altLang="zh-CN" sz="1800">
                  <a:latin typeface="Arial" panose="020B0604020202020204" pitchFamily="34" charset="0"/>
                  <a:ea typeface="黑体" panose="02010609060101010101" pitchFamily="49" charset="-122"/>
                </a:rPr>
                <a:t>5</a:t>
              </a:r>
            </a:p>
          </p:txBody>
        </p:sp>
        <p:grpSp>
          <p:nvGrpSpPr>
            <p:cNvPr id="14351" name="Group 45">
              <a:extLst>
                <a:ext uri="{FF2B5EF4-FFF2-40B4-BE49-F238E27FC236}">
                  <a16:creationId xmlns:a16="http://schemas.microsoft.com/office/drawing/2014/main" id="{8B778C4D-7ADD-C5A9-3EA1-877E9A8C6FC8}"/>
                </a:ext>
              </a:extLst>
            </p:cNvPr>
            <p:cNvGrpSpPr>
              <a:grpSpLocks/>
            </p:cNvGrpSpPr>
            <p:nvPr/>
          </p:nvGrpSpPr>
          <p:grpSpPr bwMode="auto">
            <a:xfrm>
              <a:off x="989" y="979"/>
              <a:ext cx="866" cy="229"/>
              <a:chOff x="1256" y="1008"/>
              <a:chExt cx="512" cy="229"/>
            </a:xfrm>
          </p:grpSpPr>
          <p:sp>
            <p:nvSpPr>
              <p:cNvPr id="14352" name="Rectangle 46">
                <a:extLst>
                  <a:ext uri="{FF2B5EF4-FFF2-40B4-BE49-F238E27FC236}">
                    <a16:creationId xmlns:a16="http://schemas.microsoft.com/office/drawing/2014/main" id="{CEC5DB97-464C-E24E-3699-1CAC3065BE41}"/>
                  </a:ext>
                </a:extLst>
              </p:cNvPr>
              <p:cNvSpPr>
                <a:spLocks noChangeArrowheads="1"/>
              </p:cNvSpPr>
              <p:nvPr/>
            </p:nvSpPr>
            <p:spPr bwMode="auto">
              <a:xfrm>
                <a:off x="1256"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353" name="Rectangle 47">
                <a:extLst>
                  <a:ext uri="{FF2B5EF4-FFF2-40B4-BE49-F238E27FC236}">
                    <a16:creationId xmlns:a16="http://schemas.microsoft.com/office/drawing/2014/main" id="{2B0D10DA-1F53-06D5-0D51-B3AACA74003F}"/>
                  </a:ext>
                </a:extLst>
              </p:cNvPr>
              <p:cNvSpPr>
                <a:spLocks noChangeArrowheads="1"/>
              </p:cNvSpPr>
              <p:nvPr/>
            </p:nvSpPr>
            <p:spPr bwMode="auto">
              <a:xfrm>
                <a:off x="1297" y="1008"/>
                <a:ext cx="25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latin typeface="Arial" panose="020B0604020202020204" pitchFamily="34" charset="0"/>
                    <a:ea typeface="黑体" panose="02010609060101010101" pitchFamily="49" charset="-122"/>
                  </a:rPr>
                  <a:t>Ifetch</a:t>
                </a:r>
              </a:p>
            </p:txBody>
          </p:sp>
        </p:grpSp>
        <p:grpSp>
          <p:nvGrpSpPr>
            <p:cNvPr id="14354" name="Group 48">
              <a:extLst>
                <a:ext uri="{FF2B5EF4-FFF2-40B4-BE49-F238E27FC236}">
                  <a16:creationId xmlns:a16="http://schemas.microsoft.com/office/drawing/2014/main" id="{A7C1BF0B-3BD2-071D-3097-4B60319F1E60}"/>
                </a:ext>
              </a:extLst>
            </p:cNvPr>
            <p:cNvGrpSpPr>
              <a:grpSpLocks/>
            </p:cNvGrpSpPr>
            <p:nvPr/>
          </p:nvGrpSpPr>
          <p:grpSpPr bwMode="auto">
            <a:xfrm>
              <a:off x="1836" y="979"/>
              <a:ext cx="604" cy="229"/>
              <a:chOff x="1767" y="1008"/>
              <a:chExt cx="548" cy="229"/>
            </a:xfrm>
          </p:grpSpPr>
          <p:sp>
            <p:nvSpPr>
              <p:cNvPr id="14355" name="Rectangle 49">
                <a:extLst>
                  <a:ext uri="{FF2B5EF4-FFF2-40B4-BE49-F238E27FC236}">
                    <a16:creationId xmlns:a16="http://schemas.microsoft.com/office/drawing/2014/main" id="{3DC7DFEC-8FC4-1AC1-30D0-97BF1630D240}"/>
                  </a:ext>
                </a:extLst>
              </p:cNvPr>
              <p:cNvSpPr>
                <a:spLocks noChangeArrowheads="1"/>
              </p:cNvSpPr>
              <p:nvPr/>
            </p:nvSpPr>
            <p:spPr bwMode="auto">
              <a:xfrm>
                <a:off x="1784"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356" name="Rectangle 50">
                <a:extLst>
                  <a:ext uri="{FF2B5EF4-FFF2-40B4-BE49-F238E27FC236}">
                    <a16:creationId xmlns:a16="http://schemas.microsoft.com/office/drawing/2014/main" id="{79A95612-13FC-0B2C-A9E2-630A73F0EB89}"/>
                  </a:ext>
                </a:extLst>
              </p:cNvPr>
              <p:cNvSpPr>
                <a:spLocks noChangeArrowheads="1"/>
              </p:cNvSpPr>
              <p:nvPr/>
            </p:nvSpPr>
            <p:spPr bwMode="auto">
              <a:xfrm>
                <a:off x="1767" y="1008"/>
                <a:ext cx="54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latin typeface="Arial" panose="020B0604020202020204" pitchFamily="34" charset="0"/>
                    <a:ea typeface="黑体" panose="02010609060101010101" pitchFamily="49" charset="-122"/>
                  </a:rPr>
                  <a:t>Reg/Dec</a:t>
                </a:r>
              </a:p>
            </p:txBody>
          </p:sp>
        </p:grpSp>
        <p:sp>
          <p:nvSpPr>
            <p:cNvPr id="14357" name="Rectangle 52">
              <a:extLst>
                <a:ext uri="{FF2B5EF4-FFF2-40B4-BE49-F238E27FC236}">
                  <a16:creationId xmlns:a16="http://schemas.microsoft.com/office/drawing/2014/main" id="{F613252B-5612-3947-6534-33F1001F8A2C}"/>
                </a:ext>
              </a:extLst>
            </p:cNvPr>
            <p:cNvSpPr>
              <a:spLocks noChangeArrowheads="1"/>
            </p:cNvSpPr>
            <p:nvPr/>
          </p:nvSpPr>
          <p:spPr bwMode="auto">
            <a:xfrm>
              <a:off x="2417" y="987"/>
              <a:ext cx="1047"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358" name="Rectangle 53">
              <a:extLst>
                <a:ext uri="{FF2B5EF4-FFF2-40B4-BE49-F238E27FC236}">
                  <a16:creationId xmlns:a16="http://schemas.microsoft.com/office/drawing/2014/main" id="{500ADA1D-38BB-AAEC-6947-1D713AA0AF6A}"/>
                </a:ext>
              </a:extLst>
            </p:cNvPr>
            <p:cNvSpPr>
              <a:spLocks noChangeArrowheads="1"/>
            </p:cNvSpPr>
            <p:nvPr/>
          </p:nvSpPr>
          <p:spPr bwMode="auto">
            <a:xfrm>
              <a:off x="2750" y="979"/>
              <a:ext cx="39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latin typeface="Arial" panose="020B0604020202020204" pitchFamily="34" charset="0"/>
                  <a:ea typeface="黑体" panose="02010609060101010101" pitchFamily="49" charset="-122"/>
                </a:rPr>
                <a:t>Exec</a:t>
              </a:r>
            </a:p>
          </p:txBody>
        </p:sp>
        <p:sp>
          <p:nvSpPr>
            <p:cNvPr id="14359" name="Rectangle 55">
              <a:extLst>
                <a:ext uri="{FF2B5EF4-FFF2-40B4-BE49-F238E27FC236}">
                  <a16:creationId xmlns:a16="http://schemas.microsoft.com/office/drawing/2014/main" id="{37F41FC1-D3D0-8E9B-4A76-10F6B1E51A5C}"/>
                </a:ext>
              </a:extLst>
            </p:cNvPr>
            <p:cNvSpPr>
              <a:spLocks noChangeArrowheads="1"/>
            </p:cNvSpPr>
            <p:nvPr/>
          </p:nvSpPr>
          <p:spPr bwMode="auto">
            <a:xfrm>
              <a:off x="3467" y="987"/>
              <a:ext cx="10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360" name="Rectangle 56">
              <a:extLst>
                <a:ext uri="{FF2B5EF4-FFF2-40B4-BE49-F238E27FC236}">
                  <a16:creationId xmlns:a16="http://schemas.microsoft.com/office/drawing/2014/main" id="{0C2F4208-461D-EFB2-714D-993CB5EAEB34}"/>
                </a:ext>
              </a:extLst>
            </p:cNvPr>
            <p:cNvSpPr>
              <a:spLocks noChangeArrowheads="1"/>
            </p:cNvSpPr>
            <p:nvPr/>
          </p:nvSpPr>
          <p:spPr bwMode="auto">
            <a:xfrm>
              <a:off x="3749" y="979"/>
              <a:ext cx="38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latin typeface="Arial" panose="020B0604020202020204" pitchFamily="34" charset="0"/>
                  <a:ea typeface="黑体" panose="02010609060101010101" pitchFamily="49" charset="-122"/>
                </a:rPr>
                <a:t>Mem</a:t>
              </a:r>
            </a:p>
          </p:txBody>
        </p:sp>
        <p:sp>
          <p:nvSpPr>
            <p:cNvPr id="14361" name="Rectangle 58">
              <a:extLst>
                <a:ext uri="{FF2B5EF4-FFF2-40B4-BE49-F238E27FC236}">
                  <a16:creationId xmlns:a16="http://schemas.microsoft.com/office/drawing/2014/main" id="{8F604A61-A362-CCEF-7269-8FF6FDF0C1D6}"/>
                </a:ext>
              </a:extLst>
            </p:cNvPr>
            <p:cNvSpPr>
              <a:spLocks noChangeArrowheads="1"/>
            </p:cNvSpPr>
            <p:nvPr/>
          </p:nvSpPr>
          <p:spPr bwMode="auto">
            <a:xfrm>
              <a:off x="4482" y="987"/>
              <a:ext cx="609"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362" name="Rectangle 59">
              <a:extLst>
                <a:ext uri="{FF2B5EF4-FFF2-40B4-BE49-F238E27FC236}">
                  <a16:creationId xmlns:a16="http://schemas.microsoft.com/office/drawing/2014/main" id="{B7535E0F-DEDC-9CAD-1EA7-99022D68A722}"/>
                </a:ext>
              </a:extLst>
            </p:cNvPr>
            <p:cNvSpPr>
              <a:spLocks noChangeArrowheads="1"/>
            </p:cNvSpPr>
            <p:nvPr/>
          </p:nvSpPr>
          <p:spPr bwMode="auto">
            <a:xfrm>
              <a:off x="4648" y="979"/>
              <a:ext cx="35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黑体" panose="02010609060101010101" pitchFamily="49" charset="-122"/>
                </a:rPr>
                <a:t>Wr</a:t>
              </a:r>
            </a:p>
          </p:txBody>
        </p:sp>
      </p:grpSp>
      <p:sp>
        <p:nvSpPr>
          <p:cNvPr id="173117" name="Rectangle 61">
            <a:extLst>
              <a:ext uri="{FF2B5EF4-FFF2-40B4-BE49-F238E27FC236}">
                <a16:creationId xmlns:a16="http://schemas.microsoft.com/office/drawing/2014/main" id="{63BDE2FE-37A8-DB6D-AF35-F4185A55ADC7}"/>
              </a:ext>
            </a:extLst>
          </p:cNvPr>
          <p:cNvSpPr>
            <a:spLocks noChangeArrowheads="1"/>
          </p:cNvSpPr>
          <p:nvPr/>
        </p:nvSpPr>
        <p:spPr bwMode="auto">
          <a:xfrm>
            <a:off x="1682750" y="2117725"/>
            <a:ext cx="29749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lvl="1" eaLnBrk="0" hangingPunct="0">
              <a:lnSpc>
                <a:spcPct val="115000"/>
              </a:lnSpc>
              <a:spcBef>
                <a:spcPct val="30000"/>
              </a:spcBef>
            </a:pPr>
            <a:r>
              <a:rPr lang="zh-CN" altLang="en-US" sz="2000">
                <a:solidFill>
                  <a:srgbClr val="E67F18"/>
                </a:solidFill>
                <a:latin typeface="微软雅黑" panose="020B0503020204020204" pitchFamily="34" charset="-122"/>
                <a:ea typeface="微软雅黑" panose="020B0503020204020204" pitchFamily="34" charset="-122"/>
              </a:rPr>
              <a:t>指令存储器、</a:t>
            </a:r>
            <a:r>
              <a:rPr lang="en-US" altLang="zh-CN" sz="2000">
                <a:solidFill>
                  <a:srgbClr val="E67F18"/>
                </a:solidFill>
                <a:latin typeface="微软雅黑" panose="020B0503020204020204" pitchFamily="34" charset="-122"/>
                <a:ea typeface="微软雅黑" panose="020B0503020204020204" pitchFamily="34" charset="-122"/>
              </a:rPr>
              <a:t>Adder</a:t>
            </a:r>
            <a:endParaRPr lang="zh-CN" altLang="en-US" sz="2000">
              <a:solidFill>
                <a:srgbClr val="E67F18"/>
              </a:solidFill>
              <a:latin typeface="微软雅黑" panose="020B0503020204020204" pitchFamily="34" charset="-122"/>
              <a:ea typeface="微软雅黑" panose="020B0503020204020204" pitchFamily="34" charset="-122"/>
            </a:endParaRPr>
          </a:p>
        </p:txBody>
      </p:sp>
      <p:sp>
        <p:nvSpPr>
          <p:cNvPr id="173118" name="Rectangle 62">
            <a:extLst>
              <a:ext uri="{FF2B5EF4-FFF2-40B4-BE49-F238E27FC236}">
                <a16:creationId xmlns:a16="http://schemas.microsoft.com/office/drawing/2014/main" id="{88F43FC1-2CF0-8F31-8B4E-8F5C981C56E2}"/>
              </a:ext>
            </a:extLst>
          </p:cNvPr>
          <p:cNvSpPr>
            <a:spLocks noChangeArrowheads="1"/>
          </p:cNvSpPr>
          <p:nvPr/>
        </p:nvSpPr>
        <p:spPr bwMode="auto">
          <a:xfrm>
            <a:off x="2201863" y="2940050"/>
            <a:ext cx="325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zh-CN" altLang="en-US" sz="2000">
                <a:solidFill>
                  <a:srgbClr val="E67F18"/>
                </a:solidFill>
                <a:latin typeface="微软雅黑" panose="020B0503020204020204" pitchFamily="34" charset="-122"/>
                <a:ea typeface="微软雅黑" panose="020B0503020204020204" pitchFamily="34" charset="-122"/>
              </a:rPr>
              <a:t>寄存器堆读口、指令译码器</a:t>
            </a:r>
          </a:p>
        </p:txBody>
      </p:sp>
      <p:sp>
        <p:nvSpPr>
          <p:cNvPr id="173119" name="Rectangle 63">
            <a:extLst>
              <a:ext uri="{FF2B5EF4-FFF2-40B4-BE49-F238E27FC236}">
                <a16:creationId xmlns:a16="http://schemas.microsoft.com/office/drawing/2014/main" id="{F04B58C3-4F37-7087-738D-A2553A4F4A77}"/>
              </a:ext>
            </a:extLst>
          </p:cNvPr>
          <p:cNvSpPr>
            <a:spLocks noChangeArrowheads="1"/>
          </p:cNvSpPr>
          <p:nvPr/>
        </p:nvSpPr>
        <p:spPr bwMode="auto">
          <a:xfrm>
            <a:off x="2189163" y="3827463"/>
            <a:ext cx="19113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b="1">
                <a:solidFill>
                  <a:schemeClr val="tx1"/>
                </a:solidFill>
                <a:latin typeface="Times New Roman" panose="02020603050405020304" pitchFamily="18" charset="0"/>
              </a:defRPr>
            </a:lvl1pPr>
            <a:lvl2pPr indent="-285750">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lvl="1" eaLnBrk="0" hangingPunct="0">
              <a:lnSpc>
                <a:spcPct val="115000"/>
              </a:lnSpc>
              <a:spcBef>
                <a:spcPct val="30000"/>
              </a:spcBef>
            </a:pPr>
            <a:r>
              <a:rPr lang="zh-CN" altLang="en-US" sz="2000">
                <a:solidFill>
                  <a:srgbClr val="E67F18"/>
                </a:solidFill>
                <a:latin typeface="微软雅黑" panose="020B0503020204020204" pitchFamily="34" charset="-122"/>
                <a:ea typeface="微软雅黑" panose="020B0503020204020204" pitchFamily="34" charset="-122"/>
              </a:rPr>
              <a:t>扩展器、</a:t>
            </a:r>
            <a:r>
              <a:rPr lang="en-US" altLang="zh-CN" sz="2000">
                <a:solidFill>
                  <a:srgbClr val="E67F18"/>
                </a:solidFill>
                <a:latin typeface="微软雅黑" panose="020B0503020204020204" pitchFamily="34" charset="-122"/>
                <a:ea typeface="微软雅黑" panose="020B0503020204020204" pitchFamily="34" charset="-122"/>
              </a:rPr>
              <a:t>ALU</a:t>
            </a:r>
            <a:endParaRPr lang="zh-CN" altLang="en-US" sz="2000">
              <a:solidFill>
                <a:srgbClr val="E67F18"/>
              </a:solidFill>
              <a:latin typeface="微软雅黑" panose="020B0503020204020204" pitchFamily="34" charset="-122"/>
              <a:ea typeface="微软雅黑" panose="020B0503020204020204" pitchFamily="34" charset="-122"/>
            </a:endParaRPr>
          </a:p>
        </p:txBody>
      </p:sp>
      <p:sp>
        <p:nvSpPr>
          <p:cNvPr id="173120" name="Rectangle 64">
            <a:extLst>
              <a:ext uri="{FF2B5EF4-FFF2-40B4-BE49-F238E27FC236}">
                <a16:creationId xmlns:a16="http://schemas.microsoft.com/office/drawing/2014/main" id="{C44A3477-9AE1-4A91-FF76-E15540BA82F4}"/>
              </a:ext>
            </a:extLst>
          </p:cNvPr>
          <p:cNvSpPr>
            <a:spLocks noChangeArrowheads="1"/>
          </p:cNvSpPr>
          <p:nvPr/>
        </p:nvSpPr>
        <p:spPr bwMode="auto">
          <a:xfrm>
            <a:off x="2130425" y="4627563"/>
            <a:ext cx="1462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zh-CN" altLang="en-US" sz="2000">
                <a:solidFill>
                  <a:srgbClr val="E67F18"/>
                </a:solidFill>
                <a:latin typeface="微软雅黑" panose="020B0503020204020204" pitchFamily="34" charset="-122"/>
                <a:ea typeface="微软雅黑" panose="020B0503020204020204" pitchFamily="34" charset="-122"/>
              </a:rPr>
              <a:t>数据存储器</a:t>
            </a:r>
          </a:p>
        </p:txBody>
      </p:sp>
      <p:sp>
        <p:nvSpPr>
          <p:cNvPr id="173121" name="Rectangle 65">
            <a:extLst>
              <a:ext uri="{FF2B5EF4-FFF2-40B4-BE49-F238E27FC236}">
                <a16:creationId xmlns:a16="http://schemas.microsoft.com/office/drawing/2014/main" id="{BBB5E994-5281-459B-E9EA-AB6C47BA927B}"/>
              </a:ext>
            </a:extLst>
          </p:cNvPr>
          <p:cNvSpPr>
            <a:spLocks noChangeArrowheads="1"/>
          </p:cNvSpPr>
          <p:nvPr/>
        </p:nvSpPr>
        <p:spPr bwMode="auto">
          <a:xfrm>
            <a:off x="2168525" y="5408613"/>
            <a:ext cx="189706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b="1">
                <a:solidFill>
                  <a:schemeClr val="tx1"/>
                </a:solidFill>
                <a:latin typeface="Times New Roman" panose="02020603050405020304" pitchFamily="18" charset="0"/>
              </a:defRPr>
            </a:lvl1pPr>
            <a:lvl2pPr indent="-285750">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lvl="1" eaLnBrk="0" hangingPunct="0">
              <a:lnSpc>
                <a:spcPct val="115000"/>
              </a:lnSpc>
              <a:spcBef>
                <a:spcPct val="30000"/>
              </a:spcBef>
            </a:pPr>
            <a:r>
              <a:rPr lang="zh-CN" altLang="en-US" sz="2000">
                <a:solidFill>
                  <a:srgbClr val="E67F18"/>
                </a:solidFill>
                <a:latin typeface="微软雅黑" panose="020B0503020204020204" pitchFamily="34" charset="-122"/>
                <a:ea typeface="微软雅黑" panose="020B0503020204020204" pitchFamily="34" charset="-122"/>
              </a:rPr>
              <a:t>寄存器堆写口</a:t>
            </a:r>
          </a:p>
        </p:txBody>
      </p:sp>
      <p:sp>
        <p:nvSpPr>
          <p:cNvPr id="173123" name="Text Box 67">
            <a:extLst>
              <a:ext uri="{FF2B5EF4-FFF2-40B4-BE49-F238E27FC236}">
                <a16:creationId xmlns:a16="http://schemas.microsoft.com/office/drawing/2014/main" id="{782A677C-3FA3-F197-FF72-37168C2DE3C1}"/>
              </a:ext>
            </a:extLst>
          </p:cNvPr>
          <p:cNvSpPr txBox="1">
            <a:spLocks noChangeArrowheads="1"/>
          </p:cNvSpPr>
          <p:nvPr/>
        </p:nvSpPr>
        <p:spPr bwMode="auto">
          <a:xfrm>
            <a:off x="7196138" y="3003550"/>
            <a:ext cx="1685925" cy="176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200">
                <a:solidFill>
                  <a:srgbClr val="008000"/>
                </a:solidFill>
                <a:ea typeface="黑体" panose="02010609060101010101" pitchFamily="49" charset="-122"/>
              </a:rPr>
              <a:t>这里寄存器堆的读口和写口可看成两个不同的部件。</a:t>
            </a:r>
          </a:p>
        </p:txBody>
      </p:sp>
      <p:sp>
        <p:nvSpPr>
          <p:cNvPr id="173125" name="Text Box 69">
            <a:extLst>
              <a:ext uri="{FF2B5EF4-FFF2-40B4-BE49-F238E27FC236}">
                <a16:creationId xmlns:a16="http://schemas.microsoft.com/office/drawing/2014/main" id="{C54FE9A4-ECF7-441B-B2CF-6BE880FDD5BA}"/>
              </a:ext>
            </a:extLst>
          </p:cNvPr>
          <p:cNvSpPr txBox="1">
            <a:spLocks noChangeArrowheads="1"/>
          </p:cNvSpPr>
          <p:nvPr/>
        </p:nvSpPr>
        <p:spPr bwMode="auto">
          <a:xfrm>
            <a:off x="903288" y="5907088"/>
            <a:ext cx="563721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200">
                <a:solidFill>
                  <a:srgbClr val="CC0000"/>
                </a:solidFill>
                <a:ea typeface="黑体" panose="02010609060101010101" pitchFamily="49" charset="-122"/>
              </a:rPr>
              <a:t>指令的执行过程是否和</a:t>
            </a:r>
            <a:r>
              <a:rPr lang="zh-CN" altLang="en-US" sz="2200">
                <a:solidFill>
                  <a:srgbClr val="CC0000"/>
                </a:solidFill>
                <a:latin typeface="黑体" panose="02010609060101010101" pitchFamily="49" charset="-122"/>
                <a:ea typeface="黑体" panose="02010609060101010101" pitchFamily="49" charset="-122"/>
              </a:rPr>
              <a:t>“</a:t>
            </a:r>
            <a:r>
              <a:rPr lang="zh-CN" altLang="en-US" sz="2200">
                <a:solidFill>
                  <a:srgbClr val="CC0000"/>
                </a:solidFill>
                <a:ea typeface="黑体" panose="02010609060101010101" pitchFamily="49" charset="-122"/>
              </a:rPr>
              <a:t>洗衣</a:t>
            </a:r>
            <a:r>
              <a:rPr lang="zh-CN" altLang="en-US" sz="2200">
                <a:solidFill>
                  <a:srgbClr val="CC0000"/>
                </a:solidFill>
                <a:latin typeface="黑体" panose="02010609060101010101" pitchFamily="49" charset="-122"/>
                <a:ea typeface="黑体" panose="02010609060101010101" pitchFamily="49" charset="-122"/>
              </a:rPr>
              <a:t>”</a:t>
            </a:r>
            <a:r>
              <a:rPr lang="zh-CN" altLang="en-US" sz="2200">
                <a:solidFill>
                  <a:srgbClr val="CC0000"/>
                </a:solidFill>
                <a:ea typeface="黑体" panose="02010609060101010101" pitchFamily="49" charset="-122"/>
              </a:rPr>
              <a:t>过程类似？是否可以采用类似方式来执行指令呢？</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3117"/>
                                        </p:tgtEl>
                                        <p:attrNameLst>
                                          <p:attrName>style.visibility</p:attrName>
                                        </p:attrNameLst>
                                      </p:cBhvr>
                                      <p:to>
                                        <p:strVal val="visible"/>
                                      </p:to>
                                    </p:set>
                                    <p:animEffect transition="in" filter="checkerboard(across)">
                                      <p:cBhvr>
                                        <p:cTn id="7" dur="500"/>
                                        <p:tgtEl>
                                          <p:spTgt spid="1731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3118"/>
                                        </p:tgtEl>
                                        <p:attrNameLst>
                                          <p:attrName>style.visibility</p:attrName>
                                        </p:attrNameLst>
                                      </p:cBhvr>
                                      <p:to>
                                        <p:strVal val="visible"/>
                                      </p:to>
                                    </p:set>
                                    <p:animEffect transition="in" filter="checkerboard(across)">
                                      <p:cBhvr>
                                        <p:cTn id="12" dur="500"/>
                                        <p:tgtEl>
                                          <p:spTgt spid="1731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73119"/>
                                        </p:tgtEl>
                                        <p:attrNameLst>
                                          <p:attrName>style.visibility</p:attrName>
                                        </p:attrNameLst>
                                      </p:cBhvr>
                                      <p:to>
                                        <p:strVal val="visible"/>
                                      </p:to>
                                    </p:set>
                                    <p:animEffect transition="in" filter="checkerboard(across)">
                                      <p:cBhvr>
                                        <p:cTn id="17" dur="500"/>
                                        <p:tgtEl>
                                          <p:spTgt spid="1731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73120"/>
                                        </p:tgtEl>
                                        <p:attrNameLst>
                                          <p:attrName>style.visibility</p:attrName>
                                        </p:attrNameLst>
                                      </p:cBhvr>
                                      <p:to>
                                        <p:strVal val="visible"/>
                                      </p:to>
                                    </p:set>
                                    <p:animEffect transition="in" filter="checkerboard(across)">
                                      <p:cBhvr>
                                        <p:cTn id="22" dur="500"/>
                                        <p:tgtEl>
                                          <p:spTgt spid="1731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73121"/>
                                        </p:tgtEl>
                                        <p:attrNameLst>
                                          <p:attrName>style.visibility</p:attrName>
                                        </p:attrNameLst>
                                      </p:cBhvr>
                                      <p:to>
                                        <p:strVal val="visible"/>
                                      </p:to>
                                    </p:set>
                                    <p:animEffect transition="in" filter="checkerboard(across)">
                                      <p:cBhvr>
                                        <p:cTn id="27" dur="500"/>
                                        <p:tgtEl>
                                          <p:spTgt spid="1731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73123">
                                            <p:txEl>
                                              <p:pRg st="0" end="0"/>
                                            </p:txEl>
                                          </p:spTgt>
                                        </p:tgtEl>
                                        <p:attrNameLst>
                                          <p:attrName>style.visibility</p:attrName>
                                        </p:attrNameLst>
                                      </p:cBhvr>
                                      <p:to>
                                        <p:strVal val="visible"/>
                                      </p:to>
                                    </p:set>
                                    <p:animEffect transition="in" filter="blinds(horizontal)">
                                      <p:cBhvr>
                                        <p:cTn id="32" dur="500"/>
                                        <p:tgtEl>
                                          <p:spTgt spid="173123">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73125">
                                            <p:txEl>
                                              <p:pRg st="0" end="0"/>
                                            </p:txEl>
                                          </p:spTgt>
                                        </p:tgtEl>
                                        <p:attrNameLst>
                                          <p:attrName>style.visibility</p:attrName>
                                        </p:attrNameLst>
                                      </p:cBhvr>
                                      <p:to>
                                        <p:strVal val="visible"/>
                                      </p:to>
                                    </p:set>
                                    <p:animEffect transition="in" filter="blinds(horizontal)">
                                      <p:cBhvr>
                                        <p:cTn id="37" dur="500"/>
                                        <p:tgtEl>
                                          <p:spTgt spid="1731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117" grpId="0"/>
      <p:bldP spid="173118" grpId="0"/>
      <p:bldP spid="173119" grpId="0"/>
      <p:bldP spid="173120" grpId="0"/>
      <p:bldP spid="1731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67508BE9-ED38-F34D-6757-5E9800FDD915}"/>
              </a:ext>
            </a:extLst>
          </p:cNvPr>
          <p:cNvSpPr>
            <a:spLocks noGrp="1" noChangeArrowheads="1"/>
          </p:cNvSpPr>
          <p:nvPr>
            <p:ph type="title"/>
          </p:nvPr>
        </p:nvSpPr>
        <p:spPr>
          <a:xfrm>
            <a:off x="700088" y="200025"/>
            <a:ext cx="5562600" cy="368300"/>
          </a:xfrm>
        </p:spPr>
        <p:txBody>
          <a:bodyPr/>
          <a:lstStyle/>
          <a:p>
            <a:r>
              <a:rPr lang="zh-CN" altLang="en-US">
                <a:ea typeface="宋体" panose="02010600030101010101" pitchFamily="2" charset="-122"/>
              </a:rPr>
              <a:t>单周期指令模型与流水模型的性能比较</a:t>
            </a:r>
          </a:p>
        </p:txBody>
      </p:sp>
      <p:sp>
        <p:nvSpPr>
          <p:cNvPr id="172035" name="Rectangle 3">
            <a:extLst>
              <a:ext uri="{FF2B5EF4-FFF2-40B4-BE49-F238E27FC236}">
                <a16:creationId xmlns:a16="http://schemas.microsoft.com/office/drawing/2014/main" id="{F5BD394F-59B2-C5B0-FBED-657FB12CE01E}"/>
              </a:ext>
            </a:extLst>
          </p:cNvPr>
          <p:cNvSpPr>
            <a:spLocks noGrp="1" noChangeArrowheads="1"/>
          </p:cNvSpPr>
          <p:nvPr>
            <p:ph idx="1"/>
          </p:nvPr>
        </p:nvSpPr>
        <p:spPr>
          <a:xfrm>
            <a:off x="609600" y="585788"/>
            <a:ext cx="8258175" cy="5761037"/>
          </a:xfrm>
        </p:spPr>
        <p:txBody>
          <a:bodyPr/>
          <a:lstStyle/>
          <a:p>
            <a:pPr>
              <a:spcBef>
                <a:spcPct val="10000"/>
              </a:spcBef>
            </a:pPr>
            <a:r>
              <a:rPr lang="zh-CN" altLang="en-US" sz="2000">
                <a:ea typeface="黑体" panose="02010609060101010101" pitchFamily="49" charset="-122"/>
              </a:rPr>
              <a:t>假定以下每步操作所花时间为：</a:t>
            </a:r>
            <a:endParaRPr lang="en-US" altLang="zh-CN" sz="2000">
              <a:ea typeface="黑体" panose="02010609060101010101" pitchFamily="49" charset="-122"/>
            </a:endParaRPr>
          </a:p>
          <a:p>
            <a:pPr lvl="2">
              <a:lnSpc>
                <a:spcPct val="100000"/>
              </a:lnSpc>
              <a:spcBef>
                <a:spcPct val="10000"/>
              </a:spcBef>
            </a:pPr>
            <a:r>
              <a:rPr lang="zh-CN" altLang="en-US" sz="2000">
                <a:ea typeface="黑体" panose="02010609060101010101" pitchFamily="49" charset="-122"/>
              </a:rPr>
              <a:t>取指：</a:t>
            </a:r>
            <a:r>
              <a:rPr lang="en-US" altLang="zh-CN" sz="2000">
                <a:ea typeface="黑体" panose="02010609060101010101" pitchFamily="49" charset="-122"/>
              </a:rPr>
              <a:t>2ns</a:t>
            </a:r>
            <a:endParaRPr lang="zh-CN" altLang="en-US" sz="2000">
              <a:ea typeface="黑体" panose="02010609060101010101" pitchFamily="49" charset="-122"/>
            </a:endParaRPr>
          </a:p>
          <a:p>
            <a:pPr lvl="2">
              <a:lnSpc>
                <a:spcPct val="100000"/>
              </a:lnSpc>
              <a:spcBef>
                <a:spcPct val="10000"/>
              </a:spcBef>
            </a:pPr>
            <a:r>
              <a:rPr lang="zh-CN" altLang="en-US" sz="2000">
                <a:ea typeface="黑体" panose="02010609060101010101" pitchFamily="49" charset="-122"/>
              </a:rPr>
              <a:t>寄存器读：</a:t>
            </a:r>
            <a:r>
              <a:rPr lang="en-US" altLang="zh-CN" sz="2000">
                <a:ea typeface="黑体" panose="02010609060101010101" pitchFamily="49" charset="-122"/>
              </a:rPr>
              <a:t>1ns</a:t>
            </a:r>
            <a:endParaRPr lang="zh-CN" altLang="en-US" sz="2000">
              <a:ea typeface="黑体" panose="02010609060101010101" pitchFamily="49" charset="-122"/>
            </a:endParaRPr>
          </a:p>
          <a:p>
            <a:pPr lvl="2">
              <a:lnSpc>
                <a:spcPct val="100000"/>
              </a:lnSpc>
              <a:spcBef>
                <a:spcPct val="10000"/>
              </a:spcBef>
            </a:pPr>
            <a:r>
              <a:rPr lang="en-US" altLang="zh-CN" sz="2000">
                <a:ea typeface="黑体" panose="02010609060101010101" pitchFamily="49" charset="-122"/>
              </a:rPr>
              <a:t>ALU</a:t>
            </a:r>
            <a:r>
              <a:rPr lang="zh-CN" altLang="en-US" sz="2000">
                <a:ea typeface="黑体" panose="02010609060101010101" pitchFamily="49" charset="-122"/>
              </a:rPr>
              <a:t>操作：</a:t>
            </a:r>
            <a:r>
              <a:rPr lang="en-US" altLang="zh-CN" sz="2000">
                <a:ea typeface="黑体" panose="02010609060101010101" pitchFamily="49" charset="-122"/>
              </a:rPr>
              <a:t>2ns</a:t>
            </a:r>
            <a:endParaRPr lang="zh-CN" altLang="en-US" sz="2000">
              <a:ea typeface="黑体" panose="02010609060101010101" pitchFamily="49" charset="-122"/>
            </a:endParaRPr>
          </a:p>
          <a:p>
            <a:pPr lvl="2">
              <a:lnSpc>
                <a:spcPct val="100000"/>
              </a:lnSpc>
              <a:spcBef>
                <a:spcPct val="10000"/>
              </a:spcBef>
            </a:pPr>
            <a:r>
              <a:rPr lang="zh-CN" altLang="en-US" sz="2000">
                <a:ea typeface="黑体" panose="02010609060101010101" pitchFamily="49" charset="-122"/>
              </a:rPr>
              <a:t>存储器读：</a:t>
            </a:r>
            <a:r>
              <a:rPr lang="en-US" altLang="zh-CN" sz="2000">
                <a:ea typeface="黑体" panose="02010609060101010101" pitchFamily="49" charset="-122"/>
              </a:rPr>
              <a:t>2ns</a:t>
            </a:r>
            <a:endParaRPr lang="zh-CN" altLang="en-US" sz="2000">
              <a:ea typeface="黑体" panose="02010609060101010101" pitchFamily="49" charset="-122"/>
            </a:endParaRPr>
          </a:p>
          <a:p>
            <a:pPr lvl="2">
              <a:lnSpc>
                <a:spcPct val="100000"/>
              </a:lnSpc>
              <a:spcBef>
                <a:spcPct val="10000"/>
              </a:spcBef>
            </a:pPr>
            <a:r>
              <a:rPr lang="zh-CN" altLang="en-US" sz="2000">
                <a:ea typeface="黑体" panose="02010609060101010101" pitchFamily="49" charset="-122"/>
              </a:rPr>
              <a:t>寄存器写：</a:t>
            </a:r>
            <a:r>
              <a:rPr lang="en-US" altLang="zh-CN" sz="2000">
                <a:ea typeface="黑体" panose="02010609060101010101" pitchFamily="49" charset="-122"/>
              </a:rPr>
              <a:t>1ns</a:t>
            </a:r>
          </a:p>
          <a:p>
            <a:pPr>
              <a:spcBef>
                <a:spcPct val="10000"/>
              </a:spcBef>
            </a:pPr>
            <a:r>
              <a:rPr lang="zh-CN" altLang="en-US" sz="2000">
                <a:ea typeface="黑体" panose="02010609060101010101" pitchFamily="49" charset="-122"/>
              </a:rPr>
              <a:t>单周期模型</a:t>
            </a:r>
          </a:p>
          <a:p>
            <a:pPr lvl="1">
              <a:lnSpc>
                <a:spcPct val="100000"/>
              </a:lnSpc>
              <a:spcBef>
                <a:spcPct val="10000"/>
              </a:spcBef>
            </a:pPr>
            <a:r>
              <a:rPr lang="zh-CN" altLang="en-US" sz="2000">
                <a:ea typeface="黑体" panose="02010609060101010101" pitchFamily="49" charset="-122"/>
              </a:rPr>
              <a:t>每条指令在一个时钟周期内完成</a:t>
            </a:r>
          </a:p>
          <a:p>
            <a:pPr lvl="1">
              <a:lnSpc>
                <a:spcPct val="100000"/>
              </a:lnSpc>
              <a:spcBef>
                <a:spcPct val="10000"/>
              </a:spcBef>
            </a:pPr>
            <a:r>
              <a:rPr lang="zh-CN" altLang="en-US" sz="2000">
                <a:ea typeface="黑体" panose="02010609060101010101" pitchFamily="49" charset="-122"/>
              </a:rPr>
              <a:t>时钟周期等于最长的</a:t>
            </a:r>
            <a:r>
              <a:rPr lang="en-US" altLang="zh-CN" sz="2000">
                <a:ea typeface="黑体" panose="02010609060101010101" pitchFamily="49" charset="-122"/>
              </a:rPr>
              <a:t>lw</a:t>
            </a:r>
            <a:r>
              <a:rPr lang="zh-CN" altLang="en-US" sz="2000">
                <a:ea typeface="黑体" panose="02010609060101010101" pitchFamily="49" charset="-122"/>
              </a:rPr>
              <a:t>指令的执行时间，即：</a:t>
            </a:r>
            <a:r>
              <a:rPr lang="en-US" altLang="zh-CN" sz="2000">
                <a:ea typeface="黑体" panose="02010609060101010101" pitchFamily="49" charset="-122"/>
              </a:rPr>
              <a:t>8ns</a:t>
            </a:r>
          </a:p>
          <a:p>
            <a:pPr lvl="1">
              <a:lnSpc>
                <a:spcPct val="100000"/>
              </a:lnSpc>
              <a:spcBef>
                <a:spcPct val="10000"/>
              </a:spcBef>
            </a:pPr>
            <a:r>
              <a:rPr lang="zh-CN" altLang="en-US" sz="2000">
                <a:ea typeface="黑体" panose="02010609060101010101" pitchFamily="49" charset="-122"/>
              </a:rPr>
              <a:t>串行执行时，</a:t>
            </a:r>
            <a:r>
              <a:rPr lang="en-US" altLang="zh-CN" sz="2000">
                <a:ea typeface="黑体" panose="02010609060101010101" pitchFamily="49" charset="-122"/>
              </a:rPr>
              <a:t>N</a:t>
            </a:r>
            <a:r>
              <a:rPr lang="zh-CN" altLang="en-US" sz="2000">
                <a:ea typeface="黑体" panose="02010609060101010101" pitchFamily="49" charset="-122"/>
              </a:rPr>
              <a:t>条指令的执行时间为：</a:t>
            </a:r>
            <a:r>
              <a:rPr lang="en-US" altLang="zh-CN" sz="2000">
                <a:ea typeface="黑体" panose="02010609060101010101" pitchFamily="49" charset="-122"/>
              </a:rPr>
              <a:t>8Nns</a:t>
            </a:r>
          </a:p>
          <a:p>
            <a:pPr>
              <a:spcBef>
                <a:spcPct val="10000"/>
              </a:spcBef>
            </a:pPr>
            <a:r>
              <a:rPr lang="zh-CN" altLang="en-US" sz="2000">
                <a:ea typeface="黑体" panose="02010609060101010101" pitchFamily="49" charset="-122"/>
              </a:rPr>
              <a:t>流水线性能</a:t>
            </a:r>
            <a:endParaRPr lang="en-US" altLang="zh-CN" sz="2000">
              <a:ea typeface="黑体" panose="02010609060101010101" pitchFamily="49" charset="-122"/>
            </a:endParaRPr>
          </a:p>
          <a:p>
            <a:pPr lvl="1">
              <a:lnSpc>
                <a:spcPct val="100000"/>
              </a:lnSpc>
              <a:spcBef>
                <a:spcPct val="10000"/>
              </a:spcBef>
            </a:pPr>
            <a:r>
              <a:rPr lang="zh-CN" altLang="en-US" sz="2000">
                <a:ea typeface="黑体" panose="02010609060101010101" pitchFamily="49" charset="-122"/>
              </a:rPr>
              <a:t>时钟周期等于最长阶段所花时间为：</a:t>
            </a:r>
            <a:r>
              <a:rPr lang="en-US" altLang="zh-CN" sz="2000">
                <a:ea typeface="黑体" panose="02010609060101010101" pitchFamily="49" charset="-122"/>
              </a:rPr>
              <a:t>2ns</a:t>
            </a:r>
          </a:p>
          <a:p>
            <a:pPr lvl="1">
              <a:lnSpc>
                <a:spcPct val="100000"/>
              </a:lnSpc>
              <a:spcBef>
                <a:spcPct val="10000"/>
              </a:spcBef>
            </a:pPr>
            <a:r>
              <a:rPr lang="zh-CN" altLang="en-US" sz="2000">
                <a:ea typeface="黑体" panose="02010609060101010101" pitchFamily="49" charset="-122"/>
              </a:rPr>
              <a:t>每条指令的执行时间为：</a:t>
            </a:r>
            <a:r>
              <a:rPr lang="en-US" altLang="zh-CN" sz="2000">
                <a:ea typeface="黑体" panose="02010609060101010101" pitchFamily="49" charset="-122"/>
              </a:rPr>
              <a:t> 2nsx5=10ns</a:t>
            </a:r>
          </a:p>
          <a:p>
            <a:pPr lvl="1">
              <a:lnSpc>
                <a:spcPct val="100000"/>
              </a:lnSpc>
              <a:spcBef>
                <a:spcPct val="10000"/>
              </a:spcBef>
            </a:pPr>
            <a:r>
              <a:rPr lang="en-US" altLang="zh-CN" sz="2000">
                <a:ea typeface="黑体" panose="02010609060101010101" pitchFamily="49" charset="-122"/>
              </a:rPr>
              <a:t>N</a:t>
            </a:r>
            <a:r>
              <a:rPr lang="zh-CN" altLang="en-US" sz="2000">
                <a:ea typeface="黑体" panose="02010609060101010101" pitchFamily="49" charset="-122"/>
              </a:rPr>
              <a:t>条指令的执行时间为：</a:t>
            </a:r>
            <a:r>
              <a:rPr lang="en-US" altLang="zh-CN" sz="2000">
                <a:ea typeface="黑体" panose="02010609060101010101" pitchFamily="49" charset="-122"/>
              </a:rPr>
              <a:t>(4+N)x2ns</a:t>
            </a:r>
            <a:endParaRPr lang="en-US" altLang="zh-CN" sz="2000">
              <a:solidFill>
                <a:schemeClr val="accent1"/>
              </a:solidFill>
              <a:ea typeface="黑体" panose="02010609060101010101" pitchFamily="49" charset="-122"/>
            </a:endParaRPr>
          </a:p>
          <a:p>
            <a:pPr lvl="1">
              <a:lnSpc>
                <a:spcPct val="100000"/>
              </a:lnSpc>
              <a:spcBef>
                <a:spcPct val="10000"/>
              </a:spcBef>
            </a:pPr>
            <a:r>
              <a:rPr lang="zh-CN" altLang="en-US" sz="2000">
                <a:ea typeface="黑体" panose="02010609060101010101" pitchFamily="49" charset="-122"/>
              </a:rPr>
              <a:t>在</a:t>
            </a:r>
            <a:r>
              <a:rPr lang="en-US" altLang="zh-CN" sz="2000">
                <a:ea typeface="黑体" panose="02010609060101010101" pitchFamily="49" charset="-122"/>
              </a:rPr>
              <a:t>N</a:t>
            </a:r>
            <a:r>
              <a:rPr lang="zh-CN" altLang="en-US" sz="2000">
                <a:ea typeface="黑体" panose="02010609060101010101" pitchFamily="49" charset="-122"/>
              </a:rPr>
              <a:t>很大时，比串行方式提高约 </a:t>
            </a:r>
            <a:r>
              <a:rPr lang="en-US" altLang="zh-CN" sz="2000">
                <a:ea typeface="黑体" panose="02010609060101010101" pitchFamily="49" charset="-122"/>
              </a:rPr>
              <a:t>4 </a:t>
            </a:r>
            <a:r>
              <a:rPr lang="zh-CN" altLang="en-US" sz="2000">
                <a:ea typeface="黑体" panose="02010609060101010101" pitchFamily="49" charset="-122"/>
              </a:rPr>
              <a:t>倍</a:t>
            </a:r>
          </a:p>
          <a:p>
            <a:pPr lvl="1">
              <a:lnSpc>
                <a:spcPct val="100000"/>
              </a:lnSpc>
              <a:spcBef>
                <a:spcPct val="10000"/>
              </a:spcBef>
            </a:pPr>
            <a:r>
              <a:rPr lang="zh-CN" altLang="en-US" sz="2000">
                <a:ea typeface="黑体" panose="02010609060101010101" pitchFamily="49" charset="-122"/>
              </a:rPr>
              <a:t>若各阶段操作均衡</a:t>
            </a:r>
            <a:r>
              <a:rPr lang="en-US" altLang="zh-CN" sz="2000">
                <a:ea typeface="黑体" panose="02010609060101010101" pitchFamily="49" charset="-122"/>
              </a:rPr>
              <a:t>(</a:t>
            </a:r>
            <a:r>
              <a:rPr lang="zh-CN" altLang="en-US" sz="2000">
                <a:ea typeface="黑体" panose="02010609060101010101" pitchFamily="49" charset="-122"/>
              </a:rPr>
              <a:t>例如，各阶段都是</a:t>
            </a:r>
            <a:r>
              <a:rPr lang="en-US" altLang="zh-CN" sz="2000">
                <a:ea typeface="黑体" panose="02010609060101010101" pitchFamily="49" charset="-122"/>
              </a:rPr>
              <a:t>2ns)</a:t>
            </a:r>
            <a:r>
              <a:rPr lang="zh-CN" altLang="en-US" sz="2000">
                <a:ea typeface="黑体" panose="02010609060101010101" pitchFamily="49" charset="-122"/>
              </a:rPr>
              <a:t>，则提高倍数为</a:t>
            </a:r>
            <a:r>
              <a:rPr lang="en-US" altLang="zh-CN" sz="2000">
                <a:ea typeface="黑体" panose="02010609060101010101" pitchFamily="49" charset="-122"/>
              </a:rPr>
              <a:t>5</a:t>
            </a:r>
            <a:r>
              <a:rPr lang="zh-CN" altLang="en-US" sz="2000">
                <a:ea typeface="黑体" panose="02010609060101010101" pitchFamily="49" charset="-122"/>
              </a:rPr>
              <a:t>倍。</a:t>
            </a:r>
          </a:p>
          <a:p>
            <a:pPr lvl="1">
              <a:buFontTx/>
              <a:buNone/>
            </a:pPr>
            <a:endParaRPr lang="en-US" altLang="zh-CN" sz="2000">
              <a:solidFill>
                <a:srgbClr val="990000"/>
              </a:solidFill>
              <a:ea typeface="黑体" panose="02010609060101010101" pitchFamily="49" charset="-122"/>
            </a:endParaRPr>
          </a:p>
        </p:txBody>
      </p:sp>
      <p:sp>
        <p:nvSpPr>
          <p:cNvPr id="16387" name="AutoShape 4">
            <a:extLst>
              <a:ext uri="{FF2B5EF4-FFF2-40B4-BE49-F238E27FC236}">
                <a16:creationId xmlns:a16="http://schemas.microsoft.com/office/drawing/2014/main" id="{4F884A59-C2AE-ED3E-3241-F8C26A0F1DA0}"/>
              </a:ext>
            </a:extLst>
          </p:cNvPr>
          <p:cNvSpPr>
            <a:spLocks/>
          </p:cNvSpPr>
          <p:nvPr/>
        </p:nvSpPr>
        <p:spPr bwMode="auto">
          <a:xfrm>
            <a:off x="3756025" y="1038225"/>
            <a:ext cx="334963" cy="1436688"/>
          </a:xfrm>
          <a:prstGeom prst="rightBrace">
            <a:avLst>
              <a:gd name="adj1" fmla="val 35623"/>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6388" name="Rectangle 5">
            <a:extLst>
              <a:ext uri="{FF2B5EF4-FFF2-40B4-BE49-F238E27FC236}">
                <a16:creationId xmlns:a16="http://schemas.microsoft.com/office/drawing/2014/main" id="{7B709554-25E7-9CFE-1CD2-A43B764E4DB4}"/>
              </a:ext>
            </a:extLst>
          </p:cNvPr>
          <p:cNvSpPr>
            <a:spLocks noChangeArrowheads="1"/>
          </p:cNvSpPr>
          <p:nvPr/>
        </p:nvSpPr>
        <p:spPr bwMode="auto">
          <a:xfrm>
            <a:off x="4216400" y="1203325"/>
            <a:ext cx="402431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20000"/>
              </a:spcBef>
            </a:pPr>
            <a:r>
              <a:rPr lang="en-US" altLang="zh-CN" sz="2000">
                <a:latin typeface="Arial" panose="020B0604020202020204" pitchFamily="34" charset="0"/>
                <a:ea typeface="黑体" panose="02010609060101010101" pitchFamily="49" charset="-122"/>
              </a:rPr>
              <a:t>Load</a:t>
            </a:r>
            <a:r>
              <a:rPr lang="zh-CN" altLang="en-US" sz="2000">
                <a:latin typeface="Arial" panose="020B0604020202020204" pitchFamily="34" charset="0"/>
                <a:ea typeface="黑体" panose="02010609060101010101" pitchFamily="49" charset="-122"/>
              </a:rPr>
              <a:t>指令执行时间总计为：</a:t>
            </a:r>
            <a:r>
              <a:rPr lang="en-US" altLang="zh-CN" sz="2000">
                <a:latin typeface="Arial" panose="020B0604020202020204" pitchFamily="34" charset="0"/>
                <a:ea typeface="黑体" panose="02010609060101010101" pitchFamily="49" charset="-122"/>
              </a:rPr>
              <a:t>8ns</a:t>
            </a:r>
            <a:r>
              <a:rPr lang="zh-CN" altLang="en-US" sz="2000">
                <a:latin typeface="Arial" panose="020B0604020202020204" pitchFamily="34" charset="0"/>
                <a:ea typeface="黑体" panose="02010609060101010101" pitchFamily="49" charset="-122"/>
              </a:rPr>
              <a:t> </a:t>
            </a:r>
          </a:p>
          <a:p>
            <a:pPr eaLnBrk="0" hangingPunct="0">
              <a:spcBef>
                <a:spcPct val="20000"/>
              </a:spcBef>
            </a:pPr>
            <a:r>
              <a:rPr lang="en-US" altLang="zh-CN" sz="2000">
                <a:solidFill>
                  <a:srgbClr val="990000"/>
                </a:solidFill>
                <a:latin typeface="Arial" panose="020B0604020202020204" pitchFamily="34" charset="0"/>
                <a:ea typeface="黑体" panose="02010609060101010101" pitchFamily="49" charset="-122"/>
              </a:rPr>
              <a:t>(</a:t>
            </a:r>
            <a:r>
              <a:rPr lang="zh-CN" altLang="en-US" sz="2000">
                <a:solidFill>
                  <a:srgbClr val="990000"/>
                </a:solidFill>
                <a:latin typeface="Arial" panose="020B0604020202020204" pitchFamily="34" charset="0"/>
                <a:ea typeface="黑体" panose="02010609060101010101" pitchFamily="49" charset="-122"/>
              </a:rPr>
              <a:t>假定控制单元、</a:t>
            </a:r>
            <a:r>
              <a:rPr lang="en-US" altLang="zh-CN" sz="2000">
                <a:solidFill>
                  <a:srgbClr val="990000"/>
                </a:solidFill>
                <a:latin typeface="Arial" panose="020B0604020202020204" pitchFamily="34" charset="0"/>
                <a:ea typeface="黑体" panose="02010609060101010101" pitchFamily="49" charset="-122"/>
              </a:rPr>
              <a:t>PC</a:t>
            </a:r>
            <a:r>
              <a:rPr lang="zh-CN" altLang="en-US" sz="2000">
                <a:solidFill>
                  <a:srgbClr val="990000"/>
                </a:solidFill>
                <a:latin typeface="Arial" panose="020B0604020202020204" pitchFamily="34" charset="0"/>
                <a:ea typeface="黑体" panose="02010609060101010101" pitchFamily="49" charset="-122"/>
              </a:rPr>
              <a:t>访问、信号传递等没有延迟</a:t>
            </a:r>
            <a:r>
              <a:rPr lang="en-US" altLang="zh-CN" sz="2000">
                <a:solidFill>
                  <a:srgbClr val="990000"/>
                </a:solidFill>
                <a:latin typeface="Arial" panose="020B0604020202020204" pitchFamily="34" charset="0"/>
                <a:ea typeface="黑体" panose="02010609060101010101" pitchFamily="49" charset="-122"/>
              </a:rPr>
              <a:t>)</a:t>
            </a:r>
            <a:endParaRPr lang="en-US" altLang="zh-CN" sz="2000">
              <a:latin typeface="Arial" panose="020B0604020202020204" pitchFamily="34" charset="0"/>
              <a:ea typeface="黑体" panose="02010609060101010101" pitchFamily="49" charset="-122"/>
            </a:endParaRPr>
          </a:p>
          <a:p>
            <a:pPr eaLnBrk="0" hangingPunct="0"/>
            <a:endParaRPr lang="en-US" altLang="zh-CN" sz="2000">
              <a:latin typeface="Arial" panose="020B0604020202020204" pitchFamily="34" charset="0"/>
              <a:ea typeface="黑体" panose="02010609060101010101" pitchFamily="49" charset="-122"/>
            </a:endParaRPr>
          </a:p>
        </p:txBody>
      </p:sp>
      <p:sp>
        <p:nvSpPr>
          <p:cNvPr id="172038" name="Text Box 6">
            <a:extLst>
              <a:ext uri="{FF2B5EF4-FFF2-40B4-BE49-F238E27FC236}">
                <a16:creationId xmlns:a16="http://schemas.microsoft.com/office/drawing/2014/main" id="{BC07BAC9-1B63-DCFD-5C91-D6329DF58ED6}"/>
              </a:ext>
            </a:extLst>
          </p:cNvPr>
          <p:cNvSpPr txBox="1">
            <a:spLocks noChangeArrowheads="1"/>
          </p:cNvSpPr>
          <p:nvPr/>
        </p:nvSpPr>
        <p:spPr bwMode="auto">
          <a:xfrm>
            <a:off x="587375" y="6059488"/>
            <a:ext cx="8135938" cy="3810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chemeClr val="accent1"/>
                </a:solidFill>
                <a:latin typeface="Arial" panose="020B0604020202020204" pitchFamily="34" charset="0"/>
                <a:ea typeface="黑体" panose="02010609060101010101" pitchFamily="49" charset="-122"/>
              </a:rPr>
              <a:t>流水线方式下，单条指令执行时间不能缩短，但能大大提高指令吞吐率！</a:t>
            </a:r>
            <a:endParaRPr lang="en-US" altLang="zh-CN" sz="1900">
              <a:solidFill>
                <a:schemeClr val="accent1"/>
              </a:solidFill>
              <a:latin typeface="Arial" panose="020B0604020202020204" pitchFamily="34" charset="0"/>
              <a:ea typeface="黑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2035">
                                            <p:txEl>
                                              <p:pRg st="7" end="7"/>
                                            </p:txEl>
                                          </p:spTgt>
                                        </p:tgtEl>
                                        <p:attrNameLst>
                                          <p:attrName>style.visibility</p:attrName>
                                        </p:attrNameLst>
                                      </p:cBhvr>
                                      <p:to>
                                        <p:strVal val="visible"/>
                                      </p:to>
                                    </p:set>
                                    <p:animEffect transition="in" filter="blinds(horizontal)">
                                      <p:cBhvr>
                                        <p:cTn id="7" dur="500"/>
                                        <p:tgtEl>
                                          <p:spTgt spid="172035">
                                            <p:txEl>
                                              <p:pRg st="7" end="7"/>
                                            </p:txEl>
                                          </p:spTgt>
                                        </p:tgtEl>
                                      </p:cBhvr>
                                    </p:animEffect>
                                  </p:childTnLst>
                                  <p:subTnLst>
                                    <p:animClr clrSpc="rgb" dir="cw">
                                      <p:cBhvr override="childStyle">
                                        <p:cTn dur="1" fill="hold" display="0" masterRel="nextClick" afterEffect="1"/>
                                        <p:tgtEl>
                                          <p:spTgt spid="172035">
                                            <p:txEl>
                                              <p:pRg st="7" end="7"/>
                                            </p:txEl>
                                          </p:spTgt>
                                        </p:tgtEl>
                                        <p:attrNameLst>
                                          <p:attrName>ppt_c</p:attrName>
                                        </p:attrNameLst>
                                      </p:cBhvr>
                                      <p:to>
                                        <a:srgbClr val="3399FF"/>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2035">
                                            <p:txEl>
                                              <p:pRg st="8" end="8"/>
                                            </p:txEl>
                                          </p:spTgt>
                                        </p:tgtEl>
                                        <p:attrNameLst>
                                          <p:attrName>style.visibility</p:attrName>
                                        </p:attrNameLst>
                                      </p:cBhvr>
                                      <p:to>
                                        <p:strVal val="visible"/>
                                      </p:to>
                                    </p:set>
                                    <p:animEffect transition="in" filter="blinds(horizontal)">
                                      <p:cBhvr>
                                        <p:cTn id="12" dur="500"/>
                                        <p:tgtEl>
                                          <p:spTgt spid="172035">
                                            <p:txEl>
                                              <p:pRg st="8" end="8"/>
                                            </p:txEl>
                                          </p:spTgt>
                                        </p:tgtEl>
                                      </p:cBhvr>
                                    </p:animEffect>
                                  </p:childTnLst>
                                  <p:subTnLst>
                                    <p:animClr clrSpc="rgb" dir="cw">
                                      <p:cBhvr override="childStyle">
                                        <p:cTn dur="1" fill="hold" display="0" masterRel="nextClick" afterEffect="1"/>
                                        <p:tgtEl>
                                          <p:spTgt spid="172035">
                                            <p:txEl>
                                              <p:pRg st="8" end="8"/>
                                            </p:txEl>
                                          </p:spTgt>
                                        </p:tgtEl>
                                        <p:attrNameLst>
                                          <p:attrName>ppt_c</p:attrName>
                                        </p:attrNameLst>
                                      </p:cBhvr>
                                      <p:to>
                                        <a:srgbClr val="3399FF"/>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2035">
                                            <p:txEl>
                                              <p:pRg st="9" end="9"/>
                                            </p:txEl>
                                          </p:spTgt>
                                        </p:tgtEl>
                                        <p:attrNameLst>
                                          <p:attrName>style.visibility</p:attrName>
                                        </p:attrNameLst>
                                      </p:cBhvr>
                                      <p:to>
                                        <p:strVal val="visible"/>
                                      </p:to>
                                    </p:set>
                                    <p:animEffect transition="in" filter="blinds(horizontal)">
                                      <p:cBhvr>
                                        <p:cTn id="17" dur="500"/>
                                        <p:tgtEl>
                                          <p:spTgt spid="172035">
                                            <p:txEl>
                                              <p:pRg st="9" end="9"/>
                                            </p:txEl>
                                          </p:spTgt>
                                        </p:tgtEl>
                                      </p:cBhvr>
                                    </p:animEffect>
                                  </p:childTnLst>
                                  <p:subTnLst>
                                    <p:animClr clrSpc="rgb" dir="cw">
                                      <p:cBhvr override="childStyle">
                                        <p:cTn dur="1" fill="hold" display="0" masterRel="nextClick" afterEffect="1"/>
                                        <p:tgtEl>
                                          <p:spTgt spid="172035">
                                            <p:txEl>
                                              <p:pRg st="9" end="9"/>
                                            </p:txEl>
                                          </p:spTgt>
                                        </p:tgtEl>
                                        <p:attrNameLst>
                                          <p:attrName>ppt_c</p:attrName>
                                        </p:attrNameLst>
                                      </p:cBhvr>
                                      <p:to>
                                        <a:srgbClr val="3399FF"/>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72035">
                                            <p:txEl>
                                              <p:pRg st="11" end="11"/>
                                            </p:txEl>
                                          </p:spTgt>
                                        </p:tgtEl>
                                        <p:attrNameLst>
                                          <p:attrName>style.visibility</p:attrName>
                                        </p:attrNameLst>
                                      </p:cBhvr>
                                      <p:to>
                                        <p:strVal val="visible"/>
                                      </p:to>
                                    </p:set>
                                    <p:animEffect transition="in" filter="blinds(horizontal)">
                                      <p:cBhvr>
                                        <p:cTn id="22" dur="500"/>
                                        <p:tgtEl>
                                          <p:spTgt spid="172035">
                                            <p:txEl>
                                              <p:pRg st="11" end="11"/>
                                            </p:txEl>
                                          </p:spTgt>
                                        </p:tgtEl>
                                      </p:cBhvr>
                                    </p:animEffect>
                                  </p:childTnLst>
                                  <p:subTnLst>
                                    <p:animClr clrSpc="rgb" dir="cw">
                                      <p:cBhvr override="childStyle">
                                        <p:cTn dur="1" fill="hold" display="0" masterRel="nextClick" afterEffect="1"/>
                                        <p:tgtEl>
                                          <p:spTgt spid="172035">
                                            <p:txEl>
                                              <p:pRg st="11" end="11"/>
                                            </p:txEl>
                                          </p:spTgt>
                                        </p:tgtEl>
                                        <p:attrNameLst>
                                          <p:attrName>ppt_c</p:attrName>
                                        </p:attrNameLst>
                                      </p:cBhvr>
                                      <p:to>
                                        <a:srgbClr val="3399FF"/>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72035">
                                            <p:txEl>
                                              <p:pRg st="12" end="12"/>
                                            </p:txEl>
                                          </p:spTgt>
                                        </p:tgtEl>
                                        <p:attrNameLst>
                                          <p:attrName>style.visibility</p:attrName>
                                        </p:attrNameLst>
                                      </p:cBhvr>
                                      <p:to>
                                        <p:strVal val="visible"/>
                                      </p:to>
                                    </p:set>
                                    <p:animEffect transition="in" filter="blinds(horizontal)">
                                      <p:cBhvr>
                                        <p:cTn id="27" dur="500"/>
                                        <p:tgtEl>
                                          <p:spTgt spid="172035">
                                            <p:txEl>
                                              <p:pRg st="12" end="12"/>
                                            </p:txEl>
                                          </p:spTgt>
                                        </p:tgtEl>
                                      </p:cBhvr>
                                    </p:animEffect>
                                  </p:childTnLst>
                                  <p:subTnLst>
                                    <p:animClr clrSpc="rgb" dir="cw">
                                      <p:cBhvr override="childStyle">
                                        <p:cTn dur="1" fill="hold" display="0" masterRel="nextClick" afterEffect="1"/>
                                        <p:tgtEl>
                                          <p:spTgt spid="172035">
                                            <p:txEl>
                                              <p:pRg st="12" end="12"/>
                                            </p:txEl>
                                          </p:spTgt>
                                        </p:tgtEl>
                                        <p:attrNameLst>
                                          <p:attrName>ppt_c</p:attrName>
                                        </p:attrNameLst>
                                      </p:cBhvr>
                                      <p:to>
                                        <a:srgbClr val="3399FF"/>
                                      </p:to>
                                    </p:animClr>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72035">
                                            <p:txEl>
                                              <p:pRg st="13" end="13"/>
                                            </p:txEl>
                                          </p:spTgt>
                                        </p:tgtEl>
                                        <p:attrNameLst>
                                          <p:attrName>style.visibility</p:attrName>
                                        </p:attrNameLst>
                                      </p:cBhvr>
                                      <p:to>
                                        <p:strVal val="visible"/>
                                      </p:to>
                                    </p:set>
                                    <p:animEffect transition="in" filter="blinds(horizontal)">
                                      <p:cBhvr>
                                        <p:cTn id="32" dur="500"/>
                                        <p:tgtEl>
                                          <p:spTgt spid="172035">
                                            <p:txEl>
                                              <p:pRg st="13" end="13"/>
                                            </p:txEl>
                                          </p:spTgt>
                                        </p:tgtEl>
                                      </p:cBhvr>
                                    </p:animEffect>
                                  </p:childTnLst>
                                  <p:subTnLst>
                                    <p:animClr clrSpc="rgb" dir="cw">
                                      <p:cBhvr override="childStyle">
                                        <p:cTn dur="1" fill="hold" display="0" masterRel="nextClick" afterEffect="1"/>
                                        <p:tgtEl>
                                          <p:spTgt spid="172035">
                                            <p:txEl>
                                              <p:pRg st="13" end="13"/>
                                            </p:txEl>
                                          </p:spTgt>
                                        </p:tgtEl>
                                        <p:attrNameLst>
                                          <p:attrName>ppt_c</p:attrName>
                                        </p:attrNameLst>
                                      </p:cBhvr>
                                      <p:to>
                                        <a:srgbClr val="3399FF"/>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72035">
                                            <p:txEl>
                                              <p:pRg st="14" end="14"/>
                                            </p:txEl>
                                          </p:spTgt>
                                        </p:tgtEl>
                                        <p:attrNameLst>
                                          <p:attrName>style.visibility</p:attrName>
                                        </p:attrNameLst>
                                      </p:cBhvr>
                                      <p:to>
                                        <p:strVal val="visible"/>
                                      </p:to>
                                    </p:set>
                                    <p:animEffect transition="in" filter="blinds(horizontal)">
                                      <p:cBhvr>
                                        <p:cTn id="37" dur="500"/>
                                        <p:tgtEl>
                                          <p:spTgt spid="172035">
                                            <p:txEl>
                                              <p:pRg st="14" end="14"/>
                                            </p:txEl>
                                          </p:spTgt>
                                        </p:tgtEl>
                                      </p:cBhvr>
                                    </p:animEffect>
                                  </p:childTnLst>
                                  <p:subTnLst>
                                    <p:animClr clrSpc="rgb" dir="cw">
                                      <p:cBhvr override="childStyle">
                                        <p:cTn dur="1" fill="hold" display="0" masterRel="nextClick" afterEffect="1"/>
                                        <p:tgtEl>
                                          <p:spTgt spid="172035">
                                            <p:txEl>
                                              <p:pRg st="14" end="14"/>
                                            </p:txEl>
                                          </p:spTgt>
                                        </p:tgtEl>
                                        <p:attrNameLst>
                                          <p:attrName>ppt_c</p:attrName>
                                        </p:attrNameLst>
                                      </p:cBhvr>
                                      <p:to>
                                        <a:srgbClr val="3399FF"/>
                                      </p:to>
                                    </p:animClr>
                                  </p:sub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72035">
                                            <p:txEl>
                                              <p:pRg st="15" end="15"/>
                                            </p:txEl>
                                          </p:spTgt>
                                        </p:tgtEl>
                                        <p:attrNameLst>
                                          <p:attrName>style.visibility</p:attrName>
                                        </p:attrNameLst>
                                      </p:cBhvr>
                                      <p:to>
                                        <p:strVal val="visible"/>
                                      </p:to>
                                    </p:set>
                                    <p:animEffect transition="in" filter="blinds(horizontal)">
                                      <p:cBhvr>
                                        <p:cTn id="42" dur="500"/>
                                        <p:tgtEl>
                                          <p:spTgt spid="172035">
                                            <p:txEl>
                                              <p:pRg st="15" end="15"/>
                                            </p:txEl>
                                          </p:spTgt>
                                        </p:tgtEl>
                                      </p:cBhvr>
                                    </p:animEffect>
                                  </p:childTnLst>
                                  <p:subTnLst>
                                    <p:animClr clrSpc="rgb" dir="cw">
                                      <p:cBhvr override="childStyle">
                                        <p:cTn dur="1" fill="hold" display="0" masterRel="nextClick" afterEffect="1"/>
                                        <p:tgtEl>
                                          <p:spTgt spid="172035">
                                            <p:txEl>
                                              <p:pRg st="15" end="15"/>
                                            </p:txEl>
                                          </p:spTgt>
                                        </p:tgtEl>
                                        <p:attrNameLst>
                                          <p:attrName>ppt_c</p:attrName>
                                        </p:attrNameLst>
                                      </p:cBhvr>
                                      <p:to>
                                        <a:srgbClr val="3399FF"/>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72038"/>
                                        </p:tgtEl>
                                        <p:attrNameLst>
                                          <p:attrName>style.visibility</p:attrName>
                                        </p:attrNameLst>
                                      </p:cBhvr>
                                      <p:to>
                                        <p:strVal val="visible"/>
                                      </p:to>
                                    </p:set>
                                    <p:animEffect transition="in" filter="blinds(horizontal)">
                                      <p:cBhvr>
                                        <p:cTn id="47" dur="500"/>
                                        <p:tgtEl>
                                          <p:spTgt spid="172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3344E412-445D-C329-4609-2BB6DD9C8422}"/>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流水线指令集的设计</a:t>
            </a:r>
          </a:p>
        </p:txBody>
      </p:sp>
      <p:sp>
        <p:nvSpPr>
          <p:cNvPr id="175107" name="Rectangle 3">
            <a:extLst>
              <a:ext uri="{FF2B5EF4-FFF2-40B4-BE49-F238E27FC236}">
                <a16:creationId xmlns:a16="http://schemas.microsoft.com/office/drawing/2014/main" id="{2949F86C-9AF1-9D79-035F-4E227887EE73}"/>
              </a:ext>
            </a:extLst>
          </p:cNvPr>
          <p:cNvSpPr>
            <a:spLocks noGrp="1" noChangeArrowheads="1"/>
          </p:cNvSpPr>
          <p:nvPr>
            <p:ph idx="1"/>
          </p:nvPr>
        </p:nvSpPr>
        <p:spPr>
          <a:xfrm>
            <a:off x="90488" y="669925"/>
            <a:ext cx="8963025" cy="6086475"/>
          </a:xfrm>
        </p:spPr>
        <p:txBody>
          <a:bodyPr/>
          <a:lstStyle/>
          <a:p>
            <a:pPr>
              <a:lnSpc>
                <a:spcPct val="115000"/>
              </a:lnSpc>
              <a:spcBef>
                <a:spcPct val="15000"/>
              </a:spcBef>
            </a:pPr>
            <a:r>
              <a:rPr lang="zh-CN" altLang="en-US" sz="2000">
                <a:ea typeface="黑体" panose="02010609060101010101" pitchFamily="49" charset="-122"/>
              </a:rPr>
              <a:t>具有什么特征的指令集有利于流水线执行呢？</a:t>
            </a:r>
          </a:p>
          <a:p>
            <a:pPr lvl="1">
              <a:lnSpc>
                <a:spcPct val="115000"/>
              </a:lnSpc>
              <a:spcBef>
                <a:spcPct val="15000"/>
              </a:spcBef>
            </a:pPr>
            <a:r>
              <a:rPr lang="zh-CN" altLang="en-US" sz="2000">
                <a:ea typeface="黑体" panose="02010609060101010101" pitchFamily="49" charset="-122"/>
              </a:rPr>
              <a:t>长度尽量一致，有利于简化取指令和指令译码操作</a:t>
            </a:r>
          </a:p>
          <a:p>
            <a:pPr lvl="2">
              <a:lnSpc>
                <a:spcPct val="115000"/>
              </a:lnSpc>
              <a:spcBef>
                <a:spcPct val="15000"/>
              </a:spcBef>
            </a:pPr>
            <a:r>
              <a:rPr lang="en-US" altLang="zh-CN" sz="2000">
                <a:ea typeface="黑体" panose="02010609060101010101" pitchFamily="49" charset="-122"/>
              </a:rPr>
              <a:t>RV32I</a:t>
            </a:r>
            <a:r>
              <a:rPr lang="zh-CN" altLang="en-US" sz="2000">
                <a:ea typeface="黑体" panose="02010609060101010101" pitchFamily="49" charset="-122"/>
              </a:rPr>
              <a:t>指令</a:t>
            </a:r>
            <a:r>
              <a:rPr lang="en-US" altLang="zh-CN" sz="2000">
                <a:ea typeface="黑体" panose="02010609060101010101" pitchFamily="49" charset="-122"/>
              </a:rPr>
              <a:t>32</a:t>
            </a:r>
            <a:r>
              <a:rPr lang="zh-CN" altLang="en-US" sz="2000">
                <a:ea typeface="黑体" panose="02010609060101010101" pitchFamily="49" charset="-122"/>
              </a:rPr>
              <a:t>位，下址计算方便</a:t>
            </a:r>
            <a:r>
              <a:rPr lang="en-US" altLang="zh-CN" sz="2000">
                <a:ea typeface="黑体" panose="02010609060101010101" pitchFamily="49" charset="-122"/>
              </a:rPr>
              <a:t>: PC+4</a:t>
            </a:r>
          </a:p>
          <a:p>
            <a:pPr lvl="2">
              <a:lnSpc>
                <a:spcPct val="115000"/>
              </a:lnSpc>
              <a:spcBef>
                <a:spcPct val="15000"/>
              </a:spcBef>
            </a:pPr>
            <a:r>
              <a:rPr lang="en-US" altLang="zh-CN" sz="2000">
                <a:ea typeface="黑体" panose="02010609060101010101" pitchFamily="49" charset="-122"/>
              </a:rPr>
              <a:t>X86</a:t>
            </a:r>
            <a:r>
              <a:rPr lang="zh-CN" altLang="en-US" sz="2000">
                <a:ea typeface="黑体" panose="02010609060101010101" pitchFamily="49" charset="-122"/>
              </a:rPr>
              <a:t>指令从</a:t>
            </a:r>
            <a:r>
              <a:rPr lang="en-US" altLang="zh-CN" sz="2000">
                <a:ea typeface="黑体" panose="02010609060101010101" pitchFamily="49" charset="-122"/>
              </a:rPr>
              <a:t>1</a:t>
            </a:r>
            <a:r>
              <a:rPr lang="zh-CN" altLang="en-US" sz="2000">
                <a:ea typeface="黑体" panose="02010609060101010101" pitchFamily="49" charset="-122"/>
              </a:rPr>
              <a:t>字节到</a:t>
            </a:r>
            <a:r>
              <a:rPr lang="en-US" altLang="zh-CN" sz="2000">
                <a:ea typeface="黑体" panose="02010609060101010101" pitchFamily="49" charset="-122"/>
              </a:rPr>
              <a:t>17</a:t>
            </a:r>
            <a:r>
              <a:rPr lang="zh-CN" altLang="en-US" sz="2000">
                <a:ea typeface="黑体" panose="02010609060101010101" pitchFamily="49" charset="-122"/>
              </a:rPr>
              <a:t>字节不等，使取指部件极其复杂</a:t>
            </a:r>
          </a:p>
          <a:p>
            <a:pPr lvl="1">
              <a:lnSpc>
                <a:spcPct val="115000"/>
              </a:lnSpc>
              <a:spcBef>
                <a:spcPct val="15000"/>
              </a:spcBef>
            </a:pPr>
            <a:r>
              <a:rPr lang="zh-CN" altLang="en-US" sz="2000">
                <a:ea typeface="黑体" panose="02010609060101010101" pitchFamily="49" charset="-122"/>
              </a:rPr>
              <a:t>格式少，且源寄存器位置相同，有利于在指令未知时就可取操作数</a:t>
            </a:r>
          </a:p>
          <a:p>
            <a:pPr lvl="2">
              <a:lnSpc>
                <a:spcPct val="115000"/>
              </a:lnSpc>
              <a:spcBef>
                <a:spcPct val="15000"/>
              </a:spcBef>
            </a:pPr>
            <a:r>
              <a:rPr lang="en-US" altLang="zh-CN" sz="2000">
                <a:ea typeface="黑体" panose="02010609060101010101" pitchFamily="49" charset="-122"/>
              </a:rPr>
              <a:t>RV32I</a:t>
            </a:r>
            <a:r>
              <a:rPr lang="zh-CN" altLang="en-US" sz="2000">
                <a:ea typeface="黑体" panose="02010609060101010101" pitchFamily="49" charset="-122"/>
              </a:rPr>
              <a:t>指令的</a:t>
            </a:r>
            <a:r>
              <a:rPr lang="en-US" altLang="zh-CN" sz="2000">
                <a:ea typeface="黑体" panose="02010609060101010101" pitchFamily="49" charset="-122"/>
              </a:rPr>
              <a:t>rs1</a:t>
            </a:r>
            <a:r>
              <a:rPr lang="zh-CN" altLang="en-US" sz="2000">
                <a:ea typeface="黑体" panose="02010609060101010101" pitchFamily="49" charset="-122"/>
              </a:rPr>
              <a:t>和</a:t>
            </a:r>
            <a:r>
              <a:rPr lang="en-US" altLang="zh-CN" sz="2000">
                <a:ea typeface="黑体" panose="02010609060101010101" pitchFamily="49" charset="-122"/>
              </a:rPr>
              <a:t>rs2</a:t>
            </a:r>
            <a:r>
              <a:rPr lang="zh-CN" altLang="en-US" sz="2000">
                <a:ea typeface="黑体" panose="02010609060101010101" pitchFamily="49" charset="-122"/>
              </a:rPr>
              <a:t>编码位置固定，在指令译码时就可读其值</a:t>
            </a:r>
          </a:p>
          <a:p>
            <a:pPr lvl="2">
              <a:lnSpc>
                <a:spcPct val="115000"/>
              </a:lnSpc>
              <a:spcBef>
                <a:spcPct val="15000"/>
              </a:spcBef>
              <a:buFontTx/>
              <a:buNone/>
            </a:pPr>
            <a:endParaRPr lang="zh-CN" altLang="en-US" sz="2000">
              <a:ea typeface="黑体" panose="02010609060101010101" pitchFamily="49" charset="-122"/>
            </a:endParaRPr>
          </a:p>
          <a:p>
            <a:pPr lvl="2">
              <a:lnSpc>
                <a:spcPct val="115000"/>
              </a:lnSpc>
              <a:spcBef>
                <a:spcPct val="15000"/>
              </a:spcBef>
              <a:buFontTx/>
              <a:buNone/>
            </a:pPr>
            <a:endParaRPr lang="zh-CN" altLang="en-US" sz="2000">
              <a:ea typeface="黑体" panose="02010609060101010101" pitchFamily="49" charset="-122"/>
            </a:endParaRPr>
          </a:p>
          <a:p>
            <a:pPr lvl="2">
              <a:lnSpc>
                <a:spcPct val="115000"/>
              </a:lnSpc>
              <a:spcBef>
                <a:spcPct val="15000"/>
              </a:spcBef>
              <a:buFontTx/>
              <a:buNone/>
            </a:pPr>
            <a:endParaRPr lang="zh-CN" altLang="en-US" sz="2000">
              <a:ea typeface="黑体" panose="02010609060101010101" pitchFamily="49" charset="-122"/>
            </a:endParaRPr>
          </a:p>
          <a:p>
            <a:pPr lvl="2">
              <a:lnSpc>
                <a:spcPct val="115000"/>
              </a:lnSpc>
              <a:spcBef>
                <a:spcPct val="15000"/>
              </a:spcBef>
              <a:buFontTx/>
              <a:buNone/>
            </a:pPr>
            <a:endParaRPr lang="en-US" altLang="zh-CN" sz="2000">
              <a:ea typeface="黑体" panose="02010609060101010101" pitchFamily="49" charset="-122"/>
            </a:endParaRPr>
          </a:p>
          <a:p>
            <a:pPr lvl="2">
              <a:lnSpc>
                <a:spcPct val="110000"/>
              </a:lnSpc>
              <a:spcBef>
                <a:spcPct val="0"/>
              </a:spcBef>
              <a:buFontTx/>
              <a:buNone/>
            </a:pPr>
            <a:r>
              <a:rPr lang="zh-CN" altLang="en-US" sz="2000">
                <a:ea typeface="黑体" panose="02010609060101010101" pitchFamily="49" charset="-122"/>
              </a:rPr>
              <a:t>若位置随指令不同而不同，则需先确定指令类型才能取寄存器编号</a:t>
            </a:r>
          </a:p>
          <a:p>
            <a:pPr lvl="1">
              <a:lnSpc>
                <a:spcPct val="110000"/>
              </a:lnSpc>
              <a:spcBef>
                <a:spcPct val="0"/>
              </a:spcBef>
            </a:pPr>
            <a:r>
              <a:rPr lang="en-US" altLang="zh-CN" sz="2000">
                <a:ea typeface="黑体" panose="02010609060101010101" pitchFamily="49" charset="-122"/>
              </a:rPr>
              <a:t>load / Store</a:t>
            </a:r>
            <a:r>
              <a:rPr lang="zh-CN" altLang="en-US" sz="2000">
                <a:ea typeface="黑体" panose="02010609060101010101" pitchFamily="49" charset="-122"/>
              </a:rPr>
              <a:t>指令才能访存，有利于减少操作步骤，规整流水线</a:t>
            </a:r>
          </a:p>
          <a:p>
            <a:pPr lvl="2">
              <a:lnSpc>
                <a:spcPct val="110000"/>
              </a:lnSpc>
              <a:spcBef>
                <a:spcPct val="0"/>
              </a:spcBef>
            </a:pPr>
            <a:r>
              <a:rPr lang="en-US" altLang="zh-CN" sz="2000">
                <a:ea typeface="黑体" panose="02010609060101010101" pitchFamily="49" charset="-122"/>
              </a:rPr>
              <a:t>lw/sw</a:t>
            </a:r>
            <a:r>
              <a:rPr lang="zh-CN" altLang="en-US" sz="2000">
                <a:ea typeface="黑体" panose="02010609060101010101" pitchFamily="49" charset="-122"/>
              </a:rPr>
              <a:t>指令的地址计算和运算指令的执行步骤规整在同一个周期</a:t>
            </a:r>
          </a:p>
          <a:p>
            <a:pPr lvl="2">
              <a:lnSpc>
                <a:spcPct val="110000"/>
              </a:lnSpc>
              <a:spcBef>
                <a:spcPct val="0"/>
              </a:spcBef>
            </a:pPr>
            <a:r>
              <a:rPr lang="en-US" altLang="zh-CN" sz="2000">
                <a:ea typeface="黑体" panose="02010609060101010101" pitchFamily="49" charset="-122"/>
              </a:rPr>
              <a:t>X86</a:t>
            </a:r>
            <a:r>
              <a:rPr lang="zh-CN" altLang="en-US" sz="2000">
                <a:ea typeface="黑体" panose="02010609060101010101" pitchFamily="49" charset="-122"/>
              </a:rPr>
              <a:t>运算类指令的操作数可为内存数据，需计算地址、访存、执行</a:t>
            </a:r>
          </a:p>
          <a:p>
            <a:pPr lvl="1">
              <a:lnSpc>
                <a:spcPct val="110000"/>
              </a:lnSpc>
              <a:spcBef>
                <a:spcPct val="0"/>
              </a:spcBef>
            </a:pPr>
            <a:r>
              <a:rPr lang="zh-CN" altLang="en-US" sz="2000">
                <a:ea typeface="黑体" panose="02010609060101010101" pitchFamily="49" charset="-122"/>
              </a:rPr>
              <a:t>内存中</a:t>
            </a:r>
            <a:r>
              <a:rPr lang="en-US" altLang="zh-CN" sz="2000">
                <a:ea typeface="黑体" panose="02010609060101010101" pitchFamily="49" charset="-122"/>
              </a:rPr>
              <a:t>”</a:t>
            </a:r>
            <a:r>
              <a:rPr lang="zh-CN" altLang="en-US" sz="2000">
                <a:ea typeface="黑体" panose="02010609060101010101" pitchFamily="49" charset="-122"/>
              </a:rPr>
              <a:t>对齐”存放，有利于减少访存次数和流水线的规整</a:t>
            </a:r>
          </a:p>
          <a:p>
            <a:pPr lvl="1">
              <a:lnSpc>
                <a:spcPct val="110000"/>
              </a:lnSpc>
              <a:spcBef>
                <a:spcPts val="600"/>
              </a:spcBef>
              <a:buFontTx/>
              <a:buNone/>
            </a:pPr>
            <a:r>
              <a:rPr lang="zh-CN" altLang="en-US" sz="2000">
                <a:solidFill>
                  <a:srgbClr val="008000"/>
                </a:solidFill>
                <a:ea typeface="黑体" panose="02010609060101010101" pitchFamily="49" charset="-122"/>
              </a:rPr>
              <a:t>总之，规整、简单和一致等特性有利于指令的流水线执行</a:t>
            </a:r>
            <a:endParaRPr lang="en-US" altLang="zh-CN" sz="2000">
              <a:ea typeface="黑体" panose="02010609060101010101" pitchFamily="49" charset="-122"/>
            </a:endParaRPr>
          </a:p>
        </p:txBody>
      </p:sp>
      <p:pic>
        <p:nvPicPr>
          <p:cNvPr id="17411" name="图片 1">
            <a:extLst>
              <a:ext uri="{FF2B5EF4-FFF2-40B4-BE49-F238E27FC236}">
                <a16:creationId xmlns:a16="http://schemas.microsoft.com/office/drawing/2014/main" id="{3324C1AE-4ADD-79BE-A05C-22FC50DF2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3057525"/>
            <a:ext cx="8429625" cy="152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178">
            <a:extLst>
              <a:ext uri="{FF2B5EF4-FFF2-40B4-BE49-F238E27FC236}">
                <a16:creationId xmlns:a16="http://schemas.microsoft.com/office/drawing/2014/main" id="{9BD684F7-E0FA-9B67-13A5-9095EC2A5A53}"/>
              </a:ext>
            </a:extLst>
          </p:cNvPr>
          <p:cNvSpPr txBox="1">
            <a:spLocks noChangeArrowheads="1"/>
          </p:cNvSpPr>
          <p:nvPr/>
        </p:nvSpPr>
        <p:spPr bwMode="auto">
          <a:xfrm>
            <a:off x="2684463" y="3360738"/>
            <a:ext cx="1292225" cy="1138237"/>
          </a:xfrm>
          <a:prstGeom prst="rect">
            <a:avLst/>
          </a:prstGeom>
          <a:solidFill>
            <a:schemeClr val="accent1">
              <a:alpha val="2901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p>
            <a:pPr eaLnBrk="0" hangingPunct="0"/>
            <a:endParaRPr lang="zh-CN" altLang="en-US" sz="1800">
              <a:solidFill>
                <a:schemeClr val="accent2"/>
              </a:solidFill>
              <a:latin typeface="微软雅黑" panose="020B0503020204020204" pitchFamily="34" charset="-122"/>
              <a:ea typeface="微软雅黑" panose="020B0503020204020204" pitchFamily="34" charset="-122"/>
            </a:endParaRPr>
          </a:p>
        </p:txBody>
      </p:sp>
      <p:sp>
        <p:nvSpPr>
          <p:cNvPr id="43" name="Text Box 178">
            <a:extLst>
              <a:ext uri="{FF2B5EF4-FFF2-40B4-BE49-F238E27FC236}">
                <a16:creationId xmlns:a16="http://schemas.microsoft.com/office/drawing/2014/main" id="{7BCC8020-088E-174D-3557-0E3F93014290}"/>
              </a:ext>
            </a:extLst>
          </p:cNvPr>
          <p:cNvSpPr txBox="1">
            <a:spLocks noChangeArrowheads="1"/>
          </p:cNvSpPr>
          <p:nvPr/>
        </p:nvSpPr>
        <p:spPr bwMode="auto">
          <a:xfrm>
            <a:off x="3976688" y="3360738"/>
            <a:ext cx="1168400" cy="1138237"/>
          </a:xfrm>
          <a:prstGeom prst="rect">
            <a:avLst/>
          </a:prstGeom>
          <a:solidFill>
            <a:schemeClr val="accent2">
              <a:lumMod val="60000"/>
              <a:lumOff val="40000"/>
              <a:alpha val="29019"/>
            </a:schemeClr>
          </a:solidFill>
          <a:ln>
            <a:noFill/>
          </a:ln>
        </p:spPr>
        <p:txBody>
          <a:bodyPr lIns="0" rIns="0"/>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eaLnBrk="0" hangingPunct="0">
              <a:defRPr/>
            </a:pPr>
            <a:endParaRPr lang="zh-CN" altLang="en-US" sz="180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5107">
                                            <p:txEl>
                                              <p:pRg st="1" end="1"/>
                                            </p:txEl>
                                          </p:spTgt>
                                        </p:tgtEl>
                                        <p:attrNameLst>
                                          <p:attrName>style.visibility</p:attrName>
                                        </p:attrNameLst>
                                      </p:cBhvr>
                                      <p:to>
                                        <p:strVal val="visible"/>
                                      </p:to>
                                    </p:set>
                                    <p:animEffect transition="in" filter="blinds(horizontal)">
                                      <p:cBhvr>
                                        <p:cTn id="7" dur="500"/>
                                        <p:tgtEl>
                                          <p:spTgt spid="1751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5107">
                                            <p:txEl>
                                              <p:pRg st="2" end="2"/>
                                            </p:txEl>
                                          </p:spTgt>
                                        </p:tgtEl>
                                        <p:attrNameLst>
                                          <p:attrName>style.visibility</p:attrName>
                                        </p:attrNameLst>
                                      </p:cBhvr>
                                      <p:to>
                                        <p:strVal val="visible"/>
                                      </p:to>
                                    </p:set>
                                    <p:animEffect transition="in" filter="blinds(horizontal)">
                                      <p:cBhvr>
                                        <p:cTn id="12" dur="500"/>
                                        <p:tgtEl>
                                          <p:spTgt spid="17510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5107">
                                            <p:txEl>
                                              <p:pRg st="3" end="3"/>
                                            </p:txEl>
                                          </p:spTgt>
                                        </p:tgtEl>
                                        <p:attrNameLst>
                                          <p:attrName>style.visibility</p:attrName>
                                        </p:attrNameLst>
                                      </p:cBhvr>
                                      <p:to>
                                        <p:strVal val="visible"/>
                                      </p:to>
                                    </p:set>
                                    <p:animEffect transition="in" filter="blinds(horizontal)">
                                      <p:cBhvr>
                                        <p:cTn id="17" dur="500"/>
                                        <p:tgtEl>
                                          <p:spTgt spid="17510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75107">
                                            <p:txEl>
                                              <p:pRg st="4" end="4"/>
                                            </p:txEl>
                                          </p:spTgt>
                                        </p:tgtEl>
                                        <p:attrNameLst>
                                          <p:attrName>style.visibility</p:attrName>
                                        </p:attrNameLst>
                                      </p:cBhvr>
                                      <p:to>
                                        <p:strVal val="visible"/>
                                      </p:to>
                                    </p:set>
                                    <p:animEffect transition="in" filter="blinds(horizontal)">
                                      <p:cBhvr>
                                        <p:cTn id="22" dur="500"/>
                                        <p:tgtEl>
                                          <p:spTgt spid="17510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75107">
                                            <p:txEl>
                                              <p:pRg st="5" end="5"/>
                                            </p:txEl>
                                          </p:spTgt>
                                        </p:tgtEl>
                                        <p:attrNameLst>
                                          <p:attrName>style.visibility</p:attrName>
                                        </p:attrNameLst>
                                      </p:cBhvr>
                                      <p:to>
                                        <p:strVal val="visible"/>
                                      </p:to>
                                    </p:set>
                                    <p:animEffect transition="in" filter="blinds(horizontal)">
                                      <p:cBhvr>
                                        <p:cTn id="27" dur="500"/>
                                        <p:tgtEl>
                                          <p:spTgt spid="175107">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75107">
                                            <p:txEl>
                                              <p:pRg st="10" end="10"/>
                                            </p:txEl>
                                          </p:spTgt>
                                        </p:tgtEl>
                                        <p:attrNameLst>
                                          <p:attrName>style.visibility</p:attrName>
                                        </p:attrNameLst>
                                      </p:cBhvr>
                                      <p:to>
                                        <p:strVal val="visible"/>
                                      </p:to>
                                    </p:set>
                                    <p:animEffect transition="in" filter="blinds(horizontal)">
                                      <p:cBhvr>
                                        <p:cTn id="32" dur="500"/>
                                        <p:tgtEl>
                                          <p:spTgt spid="175107">
                                            <p:txEl>
                                              <p:pRg st="10" end="1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75107">
                                            <p:txEl>
                                              <p:pRg st="11" end="11"/>
                                            </p:txEl>
                                          </p:spTgt>
                                        </p:tgtEl>
                                        <p:attrNameLst>
                                          <p:attrName>style.visibility</p:attrName>
                                        </p:attrNameLst>
                                      </p:cBhvr>
                                      <p:to>
                                        <p:strVal val="visible"/>
                                      </p:to>
                                    </p:set>
                                    <p:animEffect transition="in" filter="blinds(horizontal)">
                                      <p:cBhvr>
                                        <p:cTn id="37" dur="500"/>
                                        <p:tgtEl>
                                          <p:spTgt spid="175107">
                                            <p:txEl>
                                              <p:pRg st="11" end="1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75107">
                                            <p:txEl>
                                              <p:pRg st="12" end="12"/>
                                            </p:txEl>
                                          </p:spTgt>
                                        </p:tgtEl>
                                        <p:attrNameLst>
                                          <p:attrName>style.visibility</p:attrName>
                                        </p:attrNameLst>
                                      </p:cBhvr>
                                      <p:to>
                                        <p:strVal val="visible"/>
                                      </p:to>
                                    </p:set>
                                    <p:animEffect transition="in" filter="blinds(horizontal)">
                                      <p:cBhvr>
                                        <p:cTn id="42" dur="500"/>
                                        <p:tgtEl>
                                          <p:spTgt spid="175107">
                                            <p:txEl>
                                              <p:pRg st="12" end="12"/>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75107">
                                            <p:txEl>
                                              <p:pRg st="13" end="13"/>
                                            </p:txEl>
                                          </p:spTgt>
                                        </p:tgtEl>
                                        <p:attrNameLst>
                                          <p:attrName>style.visibility</p:attrName>
                                        </p:attrNameLst>
                                      </p:cBhvr>
                                      <p:to>
                                        <p:strVal val="visible"/>
                                      </p:to>
                                    </p:set>
                                    <p:animEffect transition="in" filter="blinds(horizontal)">
                                      <p:cBhvr>
                                        <p:cTn id="47" dur="500"/>
                                        <p:tgtEl>
                                          <p:spTgt spid="175107">
                                            <p:txEl>
                                              <p:pRg st="13" end="13"/>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175107">
                                            <p:txEl>
                                              <p:pRg st="14" end="14"/>
                                            </p:txEl>
                                          </p:spTgt>
                                        </p:tgtEl>
                                        <p:attrNameLst>
                                          <p:attrName>style.visibility</p:attrName>
                                        </p:attrNameLst>
                                      </p:cBhvr>
                                      <p:to>
                                        <p:strVal val="visible"/>
                                      </p:to>
                                    </p:set>
                                    <p:animEffect transition="in" filter="blinds(horizontal)">
                                      <p:cBhvr>
                                        <p:cTn id="52" dur="500"/>
                                        <p:tgtEl>
                                          <p:spTgt spid="175107">
                                            <p:txEl>
                                              <p:pRg st="14" end="14"/>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175107">
                                            <p:txEl>
                                              <p:pRg st="15" end="15"/>
                                            </p:txEl>
                                          </p:spTgt>
                                        </p:tgtEl>
                                        <p:attrNameLst>
                                          <p:attrName>style.visibility</p:attrName>
                                        </p:attrNameLst>
                                      </p:cBhvr>
                                      <p:to>
                                        <p:strVal val="visible"/>
                                      </p:to>
                                    </p:set>
                                    <p:animEffect transition="in" filter="blinds(horizontal)">
                                      <p:cBhvr>
                                        <p:cTn id="57" dur="500"/>
                                        <p:tgtEl>
                                          <p:spTgt spid="175107">
                                            <p:txEl>
                                              <p:pRg st="15" end="15"/>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4" presetClass="entr" presetSubtype="10" fill="hold" grpId="0" nodeType="click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randombar(horizontal)">
                                      <p:cBhvr>
                                        <p:cTn id="62" dur="500"/>
                                        <p:tgtEl>
                                          <p:spTgt spid="4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randombar(horizontal)">
                                      <p:cBhvr>
                                        <p:cTn id="6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8B3573BC-509A-6357-C42E-5F67095D59BC}"/>
              </a:ext>
            </a:extLst>
          </p:cNvPr>
          <p:cNvSpPr>
            <a:spLocks noGrp="1" noChangeArrowheads="1"/>
          </p:cNvSpPr>
          <p:nvPr>
            <p:ph type="title"/>
          </p:nvPr>
        </p:nvSpPr>
        <p:spPr>
          <a:xfrm>
            <a:off x="800100" y="228600"/>
            <a:ext cx="5348288" cy="368300"/>
          </a:xfrm>
        </p:spPr>
        <p:txBody>
          <a:bodyPr/>
          <a:lstStyle/>
          <a:p>
            <a:r>
              <a:rPr lang="en-US" altLang="zh-CN">
                <a:ea typeface="宋体" panose="02010600030101010101" pitchFamily="2" charset="-122"/>
              </a:rPr>
              <a:t>R-type</a:t>
            </a:r>
            <a:r>
              <a:rPr lang="zh-CN" altLang="en-US">
                <a:ea typeface="宋体" panose="02010600030101010101" pitchFamily="2" charset="-122"/>
              </a:rPr>
              <a:t>指令的</a:t>
            </a:r>
            <a:r>
              <a:rPr lang="en-US" altLang="zh-CN">
                <a:ea typeface="宋体" panose="02010600030101010101" pitchFamily="2" charset="-122"/>
              </a:rPr>
              <a:t>4</a:t>
            </a:r>
            <a:r>
              <a:rPr lang="zh-CN" altLang="en-US">
                <a:ea typeface="宋体" panose="02010600030101010101" pitchFamily="2" charset="-122"/>
              </a:rPr>
              <a:t>个阶段</a:t>
            </a:r>
            <a:endParaRPr lang="en-US" altLang="zh-CN">
              <a:ea typeface="宋体" panose="02010600030101010101" pitchFamily="2" charset="-122"/>
            </a:endParaRPr>
          </a:p>
        </p:txBody>
      </p:sp>
      <p:sp>
        <p:nvSpPr>
          <p:cNvPr id="24579" name="Rectangle 3">
            <a:extLst>
              <a:ext uri="{FF2B5EF4-FFF2-40B4-BE49-F238E27FC236}">
                <a16:creationId xmlns:a16="http://schemas.microsoft.com/office/drawing/2014/main" id="{7AB67DC1-D709-8BB1-7D3D-56B2B1965F84}"/>
              </a:ext>
            </a:extLst>
          </p:cNvPr>
          <p:cNvSpPr>
            <a:spLocks noGrp="1" noChangeArrowheads="1"/>
          </p:cNvSpPr>
          <p:nvPr>
            <p:ph idx="1"/>
          </p:nvPr>
        </p:nvSpPr>
        <p:spPr>
          <a:xfrm>
            <a:off x="844550" y="3162300"/>
            <a:ext cx="7161213" cy="2387600"/>
          </a:xfrm>
        </p:spPr>
        <p:txBody>
          <a:bodyPr/>
          <a:lstStyle/>
          <a:p>
            <a:pPr>
              <a:lnSpc>
                <a:spcPct val="120000"/>
              </a:lnSpc>
            </a:pPr>
            <a:r>
              <a:rPr lang="en-US" altLang="zh-CN" sz="2200">
                <a:solidFill>
                  <a:srgbClr val="990000"/>
                </a:solidFill>
                <a:ea typeface="黑体" panose="02010609060101010101" pitchFamily="49" charset="-122"/>
              </a:rPr>
              <a:t>Ifetch:</a:t>
            </a:r>
            <a:r>
              <a:rPr lang="en-US" altLang="zh-CN" sz="2200">
                <a:ea typeface="黑体" panose="02010609060101010101" pitchFamily="49" charset="-122"/>
              </a:rPr>
              <a:t>   </a:t>
            </a:r>
            <a:r>
              <a:rPr lang="zh-CN" altLang="en-US" sz="2200">
                <a:ea typeface="黑体" panose="02010609060101010101" pitchFamily="49" charset="-122"/>
              </a:rPr>
              <a:t>取指令并计算</a:t>
            </a:r>
            <a:r>
              <a:rPr lang="en-US" altLang="zh-CN" sz="2200">
                <a:ea typeface="黑体" panose="02010609060101010101" pitchFamily="49" charset="-122"/>
              </a:rPr>
              <a:t>PC+4</a:t>
            </a:r>
            <a:r>
              <a:rPr lang="zh-CN" altLang="en-US" sz="2200">
                <a:ea typeface="黑体" panose="02010609060101010101" pitchFamily="49" charset="-122"/>
              </a:rPr>
              <a:t>（写入</a:t>
            </a:r>
            <a:r>
              <a:rPr lang="en-US" altLang="zh-CN" sz="2200">
                <a:ea typeface="黑体" panose="02010609060101010101" pitchFamily="49" charset="-122"/>
              </a:rPr>
              <a:t>PC</a:t>
            </a:r>
            <a:r>
              <a:rPr lang="zh-CN" altLang="en-US" sz="2200">
                <a:ea typeface="黑体" panose="02010609060101010101" pitchFamily="49" charset="-122"/>
              </a:rPr>
              <a:t>）</a:t>
            </a:r>
          </a:p>
          <a:p>
            <a:pPr>
              <a:lnSpc>
                <a:spcPct val="120000"/>
              </a:lnSpc>
            </a:pPr>
            <a:r>
              <a:rPr lang="en-US" altLang="zh-CN" sz="2200">
                <a:solidFill>
                  <a:srgbClr val="990000"/>
                </a:solidFill>
                <a:ea typeface="黑体" panose="02010609060101010101" pitchFamily="49" charset="-122"/>
              </a:rPr>
              <a:t>Reg/Dec:</a:t>
            </a:r>
            <a:r>
              <a:rPr lang="en-US" altLang="zh-CN" sz="2200">
                <a:ea typeface="黑体" panose="02010609060101010101" pitchFamily="49" charset="-122"/>
              </a:rPr>
              <a:t>  </a:t>
            </a:r>
            <a:r>
              <a:rPr lang="zh-CN" altLang="en-US" sz="2200">
                <a:ea typeface="黑体" panose="02010609060101010101" pitchFamily="49" charset="-122"/>
              </a:rPr>
              <a:t>从寄存器（</a:t>
            </a:r>
            <a:r>
              <a:rPr lang="en-US" altLang="zh-CN" sz="2200">
                <a:ea typeface="黑体" panose="02010609060101010101" pitchFamily="49" charset="-122"/>
              </a:rPr>
              <a:t>rs1</a:t>
            </a:r>
            <a:r>
              <a:rPr lang="zh-CN" altLang="en-US" sz="2200">
                <a:ea typeface="黑体" panose="02010609060101010101" pitchFamily="49" charset="-122"/>
              </a:rPr>
              <a:t>和</a:t>
            </a:r>
            <a:r>
              <a:rPr lang="en-US" altLang="zh-CN" sz="2200">
                <a:ea typeface="黑体" panose="02010609060101010101" pitchFamily="49" charset="-122"/>
              </a:rPr>
              <a:t>rs2</a:t>
            </a:r>
            <a:r>
              <a:rPr lang="zh-CN" altLang="en-US" sz="2200">
                <a:ea typeface="黑体" panose="02010609060101010101" pitchFamily="49" charset="-122"/>
              </a:rPr>
              <a:t>）取数，同时指令在译码器进行译码</a:t>
            </a:r>
          </a:p>
          <a:p>
            <a:pPr>
              <a:lnSpc>
                <a:spcPct val="120000"/>
              </a:lnSpc>
            </a:pPr>
            <a:r>
              <a:rPr lang="en-US" altLang="zh-CN" sz="2200">
                <a:solidFill>
                  <a:srgbClr val="990000"/>
                </a:solidFill>
                <a:ea typeface="黑体" panose="02010609060101010101" pitchFamily="49" charset="-122"/>
              </a:rPr>
              <a:t>Exec:</a:t>
            </a:r>
            <a:r>
              <a:rPr lang="en-US" altLang="zh-CN" sz="2200">
                <a:ea typeface="黑体" panose="02010609060101010101" pitchFamily="49" charset="-122"/>
              </a:rPr>
              <a:t>   </a:t>
            </a:r>
            <a:r>
              <a:rPr lang="zh-CN" altLang="en-US" sz="2200">
                <a:ea typeface="黑体" panose="02010609060101010101" pitchFamily="49" charset="-122"/>
              </a:rPr>
              <a:t>在</a:t>
            </a:r>
            <a:r>
              <a:rPr lang="en-US" altLang="zh-CN" sz="2200">
                <a:ea typeface="黑体" panose="02010609060101010101" pitchFamily="49" charset="-122"/>
              </a:rPr>
              <a:t>ALU</a:t>
            </a:r>
            <a:r>
              <a:rPr lang="zh-CN" altLang="en-US" sz="2200">
                <a:ea typeface="黑体" panose="02010609060101010101" pitchFamily="49" charset="-122"/>
              </a:rPr>
              <a:t>中对操作数进行计算</a:t>
            </a:r>
          </a:p>
          <a:p>
            <a:pPr>
              <a:lnSpc>
                <a:spcPct val="120000"/>
              </a:lnSpc>
            </a:pPr>
            <a:r>
              <a:rPr lang="en-US" altLang="zh-CN" sz="2200">
                <a:solidFill>
                  <a:srgbClr val="990000"/>
                </a:solidFill>
                <a:ea typeface="黑体" panose="02010609060101010101" pitchFamily="49" charset="-122"/>
              </a:rPr>
              <a:t>Wr: </a:t>
            </a:r>
            <a:r>
              <a:rPr lang="en-US" altLang="zh-CN" sz="2200">
                <a:ea typeface="黑体" panose="02010609060101010101" pitchFamily="49" charset="-122"/>
              </a:rPr>
              <a:t>  ALU</a:t>
            </a:r>
            <a:r>
              <a:rPr lang="zh-CN" altLang="en-US" sz="2200">
                <a:ea typeface="黑体" panose="02010609060101010101" pitchFamily="49" charset="-122"/>
              </a:rPr>
              <a:t>计算的结果写到寄存器（</a:t>
            </a:r>
            <a:r>
              <a:rPr lang="en-US" altLang="zh-CN" sz="2200">
                <a:ea typeface="黑体" panose="02010609060101010101" pitchFamily="49" charset="-122"/>
              </a:rPr>
              <a:t>rd</a:t>
            </a:r>
            <a:r>
              <a:rPr lang="zh-CN" altLang="en-US" sz="2200">
                <a:ea typeface="黑体" panose="02010609060101010101" pitchFamily="49" charset="-122"/>
              </a:rPr>
              <a:t>）</a:t>
            </a:r>
          </a:p>
        </p:txBody>
      </p:sp>
      <p:grpSp>
        <p:nvGrpSpPr>
          <p:cNvPr id="18435" name="Group 49">
            <a:extLst>
              <a:ext uri="{FF2B5EF4-FFF2-40B4-BE49-F238E27FC236}">
                <a16:creationId xmlns:a16="http://schemas.microsoft.com/office/drawing/2014/main" id="{B6C6E877-332B-41FD-5EB2-B178FBDD45BD}"/>
              </a:ext>
            </a:extLst>
          </p:cNvPr>
          <p:cNvGrpSpPr>
            <a:grpSpLocks/>
          </p:cNvGrpSpPr>
          <p:nvPr/>
        </p:nvGrpSpPr>
        <p:grpSpPr bwMode="auto">
          <a:xfrm>
            <a:off x="1325563" y="1055688"/>
            <a:ext cx="5310187" cy="1674812"/>
            <a:chOff x="807" y="724"/>
            <a:chExt cx="2833" cy="720"/>
          </a:xfrm>
        </p:grpSpPr>
        <p:grpSp>
          <p:nvGrpSpPr>
            <p:cNvPr id="18436" name="Group 8">
              <a:extLst>
                <a:ext uri="{FF2B5EF4-FFF2-40B4-BE49-F238E27FC236}">
                  <a16:creationId xmlns:a16="http://schemas.microsoft.com/office/drawing/2014/main" id="{C689A2F4-B886-0F5F-911B-047023EE823F}"/>
                </a:ext>
              </a:extLst>
            </p:cNvPr>
            <p:cNvGrpSpPr>
              <a:grpSpLocks/>
            </p:cNvGrpSpPr>
            <p:nvPr/>
          </p:nvGrpSpPr>
          <p:grpSpPr bwMode="auto">
            <a:xfrm>
              <a:off x="1248" y="964"/>
              <a:ext cx="520" cy="160"/>
              <a:chOff x="1248" y="712"/>
              <a:chExt cx="520" cy="160"/>
            </a:xfrm>
          </p:grpSpPr>
          <p:sp>
            <p:nvSpPr>
              <p:cNvPr id="18437" name="Line 4">
                <a:extLst>
                  <a:ext uri="{FF2B5EF4-FFF2-40B4-BE49-F238E27FC236}">
                    <a16:creationId xmlns:a16="http://schemas.microsoft.com/office/drawing/2014/main" id="{D444DAA9-A3F9-28AE-14B9-6F324A5F4340}"/>
                  </a:ext>
                </a:extLst>
              </p:cNvPr>
              <p:cNvSpPr>
                <a:spLocks noChangeShapeType="1"/>
              </p:cNvSpPr>
              <p:nvPr/>
            </p:nvSpPr>
            <p:spPr bwMode="auto">
              <a:xfrm>
                <a:off x="1256"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8" name="Line 5">
                <a:extLst>
                  <a:ext uri="{FF2B5EF4-FFF2-40B4-BE49-F238E27FC236}">
                    <a16:creationId xmlns:a16="http://schemas.microsoft.com/office/drawing/2014/main" id="{4DB0226B-CBFA-FE4A-F566-EB6AA16E5302}"/>
                  </a:ext>
                </a:extLst>
              </p:cNvPr>
              <p:cNvSpPr>
                <a:spLocks noChangeShapeType="1"/>
              </p:cNvSpPr>
              <p:nvPr/>
            </p:nvSpPr>
            <p:spPr bwMode="auto">
              <a:xfrm>
                <a:off x="1248"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9" name="Line 6">
                <a:extLst>
                  <a:ext uri="{FF2B5EF4-FFF2-40B4-BE49-F238E27FC236}">
                    <a16:creationId xmlns:a16="http://schemas.microsoft.com/office/drawing/2014/main" id="{98FA2A97-1C24-3E3B-1241-02A493F10236}"/>
                  </a:ext>
                </a:extLst>
              </p:cNvPr>
              <p:cNvSpPr>
                <a:spLocks noChangeShapeType="1"/>
              </p:cNvSpPr>
              <p:nvPr/>
            </p:nvSpPr>
            <p:spPr bwMode="auto">
              <a:xfrm flipV="1">
                <a:off x="1536"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0" name="Line 7">
                <a:extLst>
                  <a:ext uri="{FF2B5EF4-FFF2-40B4-BE49-F238E27FC236}">
                    <a16:creationId xmlns:a16="http://schemas.microsoft.com/office/drawing/2014/main" id="{C77461E5-8BA8-CE03-7252-8BE506909247}"/>
                  </a:ext>
                </a:extLst>
              </p:cNvPr>
              <p:cNvSpPr>
                <a:spLocks noChangeShapeType="1"/>
              </p:cNvSpPr>
              <p:nvPr/>
            </p:nvSpPr>
            <p:spPr bwMode="auto">
              <a:xfrm>
                <a:off x="1544"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441" name="Group 13">
              <a:extLst>
                <a:ext uri="{FF2B5EF4-FFF2-40B4-BE49-F238E27FC236}">
                  <a16:creationId xmlns:a16="http://schemas.microsoft.com/office/drawing/2014/main" id="{46844B34-9143-5392-2FD9-28CDDBEF8EAB}"/>
                </a:ext>
              </a:extLst>
            </p:cNvPr>
            <p:cNvGrpSpPr>
              <a:grpSpLocks/>
            </p:cNvGrpSpPr>
            <p:nvPr/>
          </p:nvGrpSpPr>
          <p:grpSpPr bwMode="auto">
            <a:xfrm>
              <a:off x="1776" y="964"/>
              <a:ext cx="520" cy="160"/>
              <a:chOff x="1776" y="712"/>
              <a:chExt cx="520" cy="160"/>
            </a:xfrm>
          </p:grpSpPr>
          <p:sp>
            <p:nvSpPr>
              <p:cNvPr id="18442" name="Line 9">
                <a:extLst>
                  <a:ext uri="{FF2B5EF4-FFF2-40B4-BE49-F238E27FC236}">
                    <a16:creationId xmlns:a16="http://schemas.microsoft.com/office/drawing/2014/main" id="{0720DDEB-F037-7DDA-D395-A8B02859797E}"/>
                  </a:ext>
                </a:extLst>
              </p:cNvPr>
              <p:cNvSpPr>
                <a:spLocks noChangeShapeType="1"/>
              </p:cNvSpPr>
              <p:nvPr/>
            </p:nvSpPr>
            <p:spPr bwMode="auto">
              <a:xfrm>
                <a:off x="1784"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3" name="Line 10">
                <a:extLst>
                  <a:ext uri="{FF2B5EF4-FFF2-40B4-BE49-F238E27FC236}">
                    <a16:creationId xmlns:a16="http://schemas.microsoft.com/office/drawing/2014/main" id="{CB3DF345-FCDE-FDA9-1E45-3A850BB44348}"/>
                  </a:ext>
                </a:extLst>
              </p:cNvPr>
              <p:cNvSpPr>
                <a:spLocks noChangeShapeType="1"/>
              </p:cNvSpPr>
              <p:nvPr/>
            </p:nvSpPr>
            <p:spPr bwMode="auto">
              <a:xfrm>
                <a:off x="1776"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4" name="Line 11">
                <a:extLst>
                  <a:ext uri="{FF2B5EF4-FFF2-40B4-BE49-F238E27FC236}">
                    <a16:creationId xmlns:a16="http://schemas.microsoft.com/office/drawing/2014/main" id="{5F778BB6-A12D-43F3-97BE-947B9CCC8D4A}"/>
                  </a:ext>
                </a:extLst>
              </p:cNvPr>
              <p:cNvSpPr>
                <a:spLocks noChangeShapeType="1"/>
              </p:cNvSpPr>
              <p:nvPr/>
            </p:nvSpPr>
            <p:spPr bwMode="auto">
              <a:xfrm flipV="1">
                <a:off x="2064"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5" name="Line 12">
                <a:extLst>
                  <a:ext uri="{FF2B5EF4-FFF2-40B4-BE49-F238E27FC236}">
                    <a16:creationId xmlns:a16="http://schemas.microsoft.com/office/drawing/2014/main" id="{48CDD6D6-2264-725C-7FF6-0E27562BA19B}"/>
                  </a:ext>
                </a:extLst>
              </p:cNvPr>
              <p:cNvSpPr>
                <a:spLocks noChangeShapeType="1"/>
              </p:cNvSpPr>
              <p:nvPr/>
            </p:nvSpPr>
            <p:spPr bwMode="auto">
              <a:xfrm>
                <a:off x="2072"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446" name="Group 18">
              <a:extLst>
                <a:ext uri="{FF2B5EF4-FFF2-40B4-BE49-F238E27FC236}">
                  <a16:creationId xmlns:a16="http://schemas.microsoft.com/office/drawing/2014/main" id="{0A36C8A6-CD2B-3E4E-82EF-C8673F4144B6}"/>
                </a:ext>
              </a:extLst>
            </p:cNvPr>
            <p:cNvGrpSpPr>
              <a:grpSpLocks/>
            </p:cNvGrpSpPr>
            <p:nvPr/>
          </p:nvGrpSpPr>
          <p:grpSpPr bwMode="auto">
            <a:xfrm>
              <a:off x="2304" y="964"/>
              <a:ext cx="520" cy="160"/>
              <a:chOff x="2304" y="712"/>
              <a:chExt cx="520" cy="160"/>
            </a:xfrm>
          </p:grpSpPr>
          <p:sp>
            <p:nvSpPr>
              <p:cNvPr id="18447" name="Line 14">
                <a:extLst>
                  <a:ext uri="{FF2B5EF4-FFF2-40B4-BE49-F238E27FC236}">
                    <a16:creationId xmlns:a16="http://schemas.microsoft.com/office/drawing/2014/main" id="{CCCCB2E5-6638-90A9-0182-88754A9A7258}"/>
                  </a:ext>
                </a:extLst>
              </p:cNvPr>
              <p:cNvSpPr>
                <a:spLocks noChangeShapeType="1"/>
              </p:cNvSpPr>
              <p:nvPr/>
            </p:nvSpPr>
            <p:spPr bwMode="auto">
              <a:xfrm>
                <a:off x="2312"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8" name="Line 15">
                <a:extLst>
                  <a:ext uri="{FF2B5EF4-FFF2-40B4-BE49-F238E27FC236}">
                    <a16:creationId xmlns:a16="http://schemas.microsoft.com/office/drawing/2014/main" id="{E88A6F4C-EE2D-51E8-00AD-373FE3E90947}"/>
                  </a:ext>
                </a:extLst>
              </p:cNvPr>
              <p:cNvSpPr>
                <a:spLocks noChangeShapeType="1"/>
              </p:cNvSpPr>
              <p:nvPr/>
            </p:nvSpPr>
            <p:spPr bwMode="auto">
              <a:xfrm>
                <a:off x="2304"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9" name="Line 16">
                <a:extLst>
                  <a:ext uri="{FF2B5EF4-FFF2-40B4-BE49-F238E27FC236}">
                    <a16:creationId xmlns:a16="http://schemas.microsoft.com/office/drawing/2014/main" id="{F4AE8955-F5EE-8D05-39BE-7131305CF872}"/>
                  </a:ext>
                </a:extLst>
              </p:cNvPr>
              <p:cNvSpPr>
                <a:spLocks noChangeShapeType="1"/>
              </p:cNvSpPr>
              <p:nvPr/>
            </p:nvSpPr>
            <p:spPr bwMode="auto">
              <a:xfrm flipV="1">
                <a:off x="2592"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0" name="Line 17">
                <a:extLst>
                  <a:ext uri="{FF2B5EF4-FFF2-40B4-BE49-F238E27FC236}">
                    <a16:creationId xmlns:a16="http://schemas.microsoft.com/office/drawing/2014/main" id="{DD034C29-DDD0-8F55-1C68-2C5367A61273}"/>
                  </a:ext>
                </a:extLst>
              </p:cNvPr>
              <p:cNvSpPr>
                <a:spLocks noChangeShapeType="1"/>
              </p:cNvSpPr>
              <p:nvPr/>
            </p:nvSpPr>
            <p:spPr bwMode="auto">
              <a:xfrm>
                <a:off x="2600"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451" name="Group 23">
              <a:extLst>
                <a:ext uri="{FF2B5EF4-FFF2-40B4-BE49-F238E27FC236}">
                  <a16:creationId xmlns:a16="http://schemas.microsoft.com/office/drawing/2014/main" id="{7FDB9EBD-8863-F530-8A29-CB6753F94947}"/>
                </a:ext>
              </a:extLst>
            </p:cNvPr>
            <p:cNvGrpSpPr>
              <a:grpSpLocks/>
            </p:cNvGrpSpPr>
            <p:nvPr/>
          </p:nvGrpSpPr>
          <p:grpSpPr bwMode="auto">
            <a:xfrm>
              <a:off x="2832" y="964"/>
              <a:ext cx="520" cy="160"/>
              <a:chOff x="2832" y="712"/>
              <a:chExt cx="520" cy="160"/>
            </a:xfrm>
          </p:grpSpPr>
          <p:sp>
            <p:nvSpPr>
              <p:cNvPr id="18452" name="Line 19">
                <a:extLst>
                  <a:ext uri="{FF2B5EF4-FFF2-40B4-BE49-F238E27FC236}">
                    <a16:creationId xmlns:a16="http://schemas.microsoft.com/office/drawing/2014/main" id="{44490373-ADA1-1708-73B1-0EE141D80FCA}"/>
                  </a:ext>
                </a:extLst>
              </p:cNvPr>
              <p:cNvSpPr>
                <a:spLocks noChangeShapeType="1"/>
              </p:cNvSpPr>
              <p:nvPr/>
            </p:nvSpPr>
            <p:spPr bwMode="auto">
              <a:xfrm>
                <a:off x="2840"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3" name="Line 20">
                <a:extLst>
                  <a:ext uri="{FF2B5EF4-FFF2-40B4-BE49-F238E27FC236}">
                    <a16:creationId xmlns:a16="http://schemas.microsoft.com/office/drawing/2014/main" id="{AE46D1EA-00E1-1175-F4D2-3C3D99B96E5F}"/>
                  </a:ext>
                </a:extLst>
              </p:cNvPr>
              <p:cNvSpPr>
                <a:spLocks noChangeShapeType="1"/>
              </p:cNvSpPr>
              <p:nvPr/>
            </p:nvSpPr>
            <p:spPr bwMode="auto">
              <a:xfrm>
                <a:off x="2832"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4" name="Line 21">
                <a:extLst>
                  <a:ext uri="{FF2B5EF4-FFF2-40B4-BE49-F238E27FC236}">
                    <a16:creationId xmlns:a16="http://schemas.microsoft.com/office/drawing/2014/main" id="{01EE9D8D-D755-9E33-B5F9-204ABEC0C772}"/>
                  </a:ext>
                </a:extLst>
              </p:cNvPr>
              <p:cNvSpPr>
                <a:spLocks noChangeShapeType="1"/>
              </p:cNvSpPr>
              <p:nvPr/>
            </p:nvSpPr>
            <p:spPr bwMode="auto">
              <a:xfrm flipV="1">
                <a:off x="3120"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5" name="Line 22">
                <a:extLst>
                  <a:ext uri="{FF2B5EF4-FFF2-40B4-BE49-F238E27FC236}">
                    <a16:creationId xmlns:a16="http://schemas.microsoft.com/office/drawing/2014/main" id="{A3C45D85-2CA4-5EF9-B2A6-126AE43DF724}"/>
                  </a:ext>
                </a:extLst>
              </p:cNvPr>
              <p:cNvSpPr>
                <a:spLocks noChangeShapeType="1"/>
              </p:cNvSpPr>
              <p:nvPr/>
            </p:nvSpPr>
            <p:spPr bwMode="auto">
              <a:xfrm>
                <a:off x="3128"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456" name="Line 24">
              <a:extLst>
                <a:ext uri="{FF2B5EF4-FFF2-40B4-BE49-F238E27FC236}">
                  <a16:creationId xmlns:a16="http://schemas.microsoft.com/office/drawing/2014/main" id="{8B7F2545-5728-5CA7-1AD5-D8562655B1D8}"/>
                </a:ext>
              </a:extLst>
            </p:cNvPr>
            <p:cNvSpPr>
              <a:spLocks noChangeShapeType="1"/>
            </p:cNvSpPr>
            <p:nvPr/>
          </p:nvSpPr>
          <p:spPr bwMode="auto">
            <a:xfrm>
              <a:off x="3368" y="11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7" name="Line 25">
              <a:extLst>
                <a:ext uri="{FF2B5EF4-FFF2-40B4-BE49-F238E27FC236}">
                  <a16:creationId xmlns:a16="http://schemas.microsoft.com/office/drawing/2014/main" id="{D3554E16-BAE3-3444-51F4-2E5B20D05094}"/>
                </a:ext>
              </a:extLst>
            </p:cNvPr>
            <p:cNvSpPr>
              <a:spLocks noChangeShapeType="1"/>
            </p:cNvSpPr>
            <p:nvPr/>
          </p:nvSpPr>
          <p:spPr bwMode="auto">
            <a:xfrm>
              <a:off x="3360" y="9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8" name="Line 26">
              <a:extLst>
                <a:ext uri="{FF2B5EF4-FFF2-40B4-BE49-F238E27FC236}">
                  <a16:creationId xmlns:a16="http://schemas.microsoft.com/office/drawing/2014/main" id="{DFC15988-B6E3-B5E3-04E7-D226FBB63460}"/>
                </a:ext>
              </a:extLst>
            </p:cNvPr>
            <p:cNvSpPr>
              <a:spLocks noChangeShapeType="1"/>
            </p:cNvSpPr>
            <p:nvPr/>
          </p:nvSpPr>
          <p:spPr bwMode="auto">
            <a:xfrm>
              <a:off x="1016" y="9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9" name="Line 27">
              <a:extLst>
                <a:ext uri="{FF2B5EF4-FFF2-40B4-BE49-F238E27FC236}">
                  <a16:creationId xmlns:a16="http://schemas.microsoft.com/office/drawing/2014/main" id="{802BFCF3-87B8-4427-F64C-BAB10259B015}"/>
                </a:ext>
              </a:extLst>
            </p:cNvPr>
            <p:cNvSpPr>
              <a:spLocks noChangeShapeType="1"/>
            </p:cNvSpPr>
            <p:nvPr/>
          </p:nvSpPr>
          <p:spPr bwMode="auto">
            <a:xfrm flipV="1">
              <a:off x="1248" y="7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0" name="Line 28">
              <a:extLst>
                <a:ext uri="{FF2B5EF4-FFF2-40B4-BE49-F238E27FC236}">
                  <a16:creationId xmlns:a16="http://schemas.microsoft.com/office/drawing/2014/main" id="{AD7434EE-4E86-2CEF-A7F4-7FC64BBC7A8C}"/>
                </a:ext>
              </a:extLst>
            </p:cNvPr>
            <p:cNvSpPr>
              <a:spLocks noChangeShapeType="1"/>
            </p:cNvSpPr>
            <p:nvPr/>
          </p:nvSpPr>
          <p:spPr bwMode="auto">
            <a:xfrm flipV="1">
              <a:off x="1776" y="7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1" name="Rectangle 29">
              <a:extLst>
                <a:ext uri="{FF2B5EF4-FFF2-40B4-BE49-F238E27FC236}">
                  <a16:creationId xmlns:a16="http://schemas.microsoft.com/office/drawing/2014/main" id="{0E821C30-E5C0-B364-3638-D4EDBB77C4E6}"/>
                </a:ext>
              </a:extLst>
            </p:cNvPr>
            <p:cNvSpPr>
              <a:spLocks noChangeArrowheads="1"/>
            </p:cNvSpPr>
            <p:nvPr/>
          </p:nvSpPr>
          <p:spPr bwMode="auto">
            <a:xfrm>
              <a:off x="1287" y="732"/>
              <a:ext cx="43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1</a:t>
              </a:r>
            </a:p>
          </p:txBody>
        </p:sp>
        <p:sp>
          <p:nvSpPr>
            <p:cNvPr id="18462" name="Rectangle 30">
              <a:extLst>
                <a:ext uri="{FF2B5EF4-FFF2-40B4-BE49-F238E27FC236}">
                  <a16:creationId xmlns:a16="http://schemas.microsoft.com/office/drawing/2014/main" id="{08302843-1C2B-D7CC-551C-69EA96CB2172}"/>
                </a:ext>
              </a:extLst>
            </p:cNvPr>
            <p:cNvSpPr>
              <a:spLocks noChangeArrowheads="1"/>
            </p:cNvSpPr>
            <p:nvPr/>
          </p:nvSpPr>
          <p:spPr bwMode="auto">
            <a:xfrm>
              <a:off x="1767" y="732"/>
              <a:ext cx="43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2</a:t>
              </a:r>
            </a:p>
          </p:txBody>
        </p:sp>
        <p:sp>
          <p:nvSpPr>
            <p:cNvPr id="18463" name="Line 31">
              <a:extLst>
                <a:ext uri="{FF2B5EF4-FFF2-40B4-BE49-F238E27FC236}">
                  <a16:creationId xmlns:a16="http://schemas.microsoft.com/office/drawing/2014/main" id="{0ADF61D7-FFB4-D1CB-6C3D-3FD7CA4CBA89}"/>
                </a:ext>
              </a:extLst>
            </p:cNvPr>
            <p:cNvSpPr>
              <a:spLocks noChangeShapeType="1"/>
            </p:cNvSpPr>
            <p:nvPr/>
          </p:nvSpPr>
          <p:spPr bwMode="auto">
            <a:xfrm flipV="1">
              <a:off x="2304" y="7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4" name="Line 32">
              <a:extLst>
                <a:ext uri="{FF2B5EF4-FFF2-40B4-BE49-F238E27FC236}">
                  <a16:creationId xmlns:a16="http://schemas.microsoft.com/office/drawing/2014/main" id="{50AD56EE-442D-52B3-6CAD-3AF2C0E8A453}"/>
                </a:ext>
              </a:extLst>
            </p:cNvPr>
            <p:cNvSpPr>
              <a:spLocks noChangeShapeType="1"/>
            </p:cNvSpPr>
            <p:nvPr/>
          </p:nvSpPr>
          <p:spPr bwMode="auto">
            <a:xfrm flipV="1">
              <a:off x="2832" y="7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5" name="Line 33">
              <a:extLst>
                <a:ext uri="{FF2B5EF4-FFF2-40B4-BE49-F238E27FC236}">
                  <a16:creationId xmlns:a16="http://schemas.microsoft.com/office/drawing/2014/main" id="{AA2C7E1B-8417-74C0-39D3-5ED819040D5F}"/>
                </a:ext>
              </a:extLst>
            </p:cNvPr>
            <p:cNvSpPr>
              <a:spLocks noChangeShapeType="1"/>
            </p:cNvSpPr>
            <p:nvPr/>
          </p:nvSpPr>
          <p:spPr bwMode="auto">
            <a:xfrm flipV="1">
              <a:off x="3360" y="7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6" name="Rectangle 34">
              <a:extLst>
                <a:ext uri="{FF2B5EF4-FFF2-40B4-BE49-F238E27FC236}">
                  <a16:creationId xmlns:a16="http://schemas.microsoft.com/office/drawing/2014/main" id="{7A0E0200-99FD-4F27-3121-19CBA23B9F20}"/>
                </a:ext>
              </a:extLst>
            </p:cNvPr>
            <p:cNvSpPr>
              <a:spLocks noChangeArrowheads="1"/>
            </p:cNvSpPr>
            <p:nvPr/>
          </p:nvSpPr>
          <p:spPr bwMode="auto">
            <a:xfrm>
              <a:off x="2343" y="732"/>
              <a:ext cx="43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3</a:t>
              </a:r>
            </a:p>
          </p:txBody>
        </p:sp>
        <p:sp>
          <p:nvSpPr>
            <p:cNvPr id="18467" name="Rectangle 35">
              <a:extLst>
                <a:ext uri="{FF2B5EF4-FFF2-40B4-BE49-F238E27FC236}">
                  <a16:creationId xmlns:a16="http://schemas.microsoft.com/office/drawing/2014/main" id="{F66DE2E4-E3F8-30B2-7CB5-AC39859162B7}"/>
                </a:ext>
              </a:extLst>
            </p:cNvPr>
            <p:cNvSpPr>
              <a:spLocks noChangeArrowheads="1"/>
            </p:cNvSpPr>
            <p:nvPr/>
          </p:nvSpPr>
          <p:spPr bwMode="auto">
            <a:xfrm>
              <a:off x="2823" y="732"/>
              <a:ext cx="43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4</a:t>
              </a:r>
            </a:p>
          </p:txBody>
        </p:sp>
        <p:grpSp>
          <p:nvGrpSpPr>
            <p:cNvPr id="18468" name="Group 38">
              <a:extLst>
                <a:ext uri="{FF2B5EF4-FFF2-40B4-BE49-F238E27FC236}">
                  <a16:creationId xmlns:a16="http://schemas.microsoft.com/office/drawing/2014/main" id="{E04FDBD9-7D29-1A9C-4791-60E3886A3A9F}"/>
                </a:ext>
              </a:extLst>
            </p:cNvPr>
            <p:cNvGrpSpPr>
              <a:grpSpLocks/>
            </p:cNvGrpSpPr>
            <p:nvPr/>
          </p:nvGrpSpPr>
          <p:grpSpPr bwMode="auto">
            <a:xfrm>
              <a:off x="1256" y="1260"/>
              <a:ext cx="512" cy="184"/>
              <a:chOff x="1256" y="1008"/>
              <a:chExt cx="512" cy="184"/>
            </a:xfrm>
          </p:grpSpPr>
          <p:sp>
            <p:nvSpPr>
              <p:cNvPr id="18469" name="Rectangle 36">
                <a:extLst>
                  <a:ext uri="{FF2B5EF4-FFF2-40B4-BE49-F238E27FC236}">
                    <a16:creationId xmlns:a16="http://schemas.microsoft.com/office/drawing/2014/main" id="{6AA1CDBF-B40B-54CC-F6CE-755FCD05E06C}"/>
                  </a:ext>
                </a:extLst>
              </p:cNvPr>
              <p:cNvSpPr>
                <a:spLocks noChangeArrowheads="1"/>
              </p:cNvSpPr>
              <p:nvPr/>
            </p:nvSpPr>
            <p:spPr bwMode="auto">
              <a:xfrm>
                <a:off x="1256"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8470" name="Rectangle 37">
                <a:extLst>
                  <a:ext uri="{FF2B5EF4-FFF2-40B4-BE49-F238E27FC236}">
                    <a16:creationId xmlns:a16="http://schemas.microsoft.com/office/drawing/2014/main" id="{FA3B4F66-B30A-A109-9380-CD8E1F258C72}"/>
                  </a:ext>
                </a:extLst>
              </p:cNvPr>
              <p:cNvSpPr>
                <a:spLocks noChangeArrowheads="1"/>
              </p:cNvSpPr>
              <p:nvPr/>
            </p:nvSpPr>
            <p:spPr bwMode="auto">
              <a:xfrm>
                <a:off x="1297" y="1008"/>
                <a:ext cx="368"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18471" name="Group 41">
              <a:extLst>
                <a:ext uri="{FF2B5EF4-FFF2-40B4-BE49-F238E27FC236}">
                  <a16:creationId xmlns:a16="http://schemas.microsoft.com/office/drawing/2014/main" id="{89354E13-ECAB-1E51-56FC-94F99318610D}"/>
                </a:ext>
              </a:extLst>
            </p:cNvPr>
            <p:cNvGrpSpPr>
              <a:grpSpLocks/>
            </p:cNvGrpSpPr>
            <p:nvPr/>
          </p:nvGrpSpPr>
          <p:grpSpPr bwMode="auto">
            <a:xfrm>
              <a:off x="1767" y="1260"/>
              <a:ext cx="529" cy="184"/>
              <a:chOff x="1767" y="1008"/>
              <a:chExt cx="529" cy="184"/>
            </a:xfrm>
          </p:grpSpPr>
          <p:sp>
            <p:nvSpPr>
              <p:cNvPr id="18472" name="Rectangle 39">
                <a:extLst>
                  <a:ext uri="{FF2B5EF4-FFF2-40B4-BE49-F238E27FC236}">
                    <a16:creationId xmlns:a16="http://schemas.microsoft.com/office/drawing/2014/main" id="{D0017872-B614-2342-BDD3-31438C598593}"/>
                  </a:ext>
                </a:extLst>
              </p:cNvPr>
              <p:cNvSpPr>
                <a:spLocks noChangeArrowheads="1"/>
              </p:cNvSpPr>
              <p:nvPr/>
            </p:nvSpPr>
            <p:spPr bwMode="auto">
              <a:xfrm>
                <a:off x="1784"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8473" name="Rectangle 40">
                <a:extLst>
                  <a:ext uri="{FF2B5EF4-FFF2-40B4-BE49-F238E27FC236}">
                    <a16:creationId xmlns:a16="http://schemas.microsoft.com/office/drawing/2014/main" id="{14C3B8A4-4B0E-5659-BEE8-F53C0031A101}"/>
                  </a:ext>
                </a:extLst>
              </p:cNvPr>
              <p:cNvSpPr>
                <a:spLocks noChangeArrowheads="1"/>
              </p:cNvSpPr>
              <p:nvPr/>
            </p:nvSpPr>
            <p:spPr bwMode="auto">
              <a:xfrm>
                <a:off x="1767" y="1008"/>
                <a:ext cx="482"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18474" name="Group 44">
              <a:extLst>
                <a:ext uri="{FF2B5EF4-FFF2-40B4-BE49-F238E27FC236}">
                  <a16:creationId xmlns:a16="http://schemas.microsoft.com/office/drawing/2014/main" id="{699ED0DE-B2F9-7439-C9A7-0BC61BB890A4}"/>
                </a:ext>
              </a:extLst>
            </p:cNvPr>
            <p:cNvGrpSpPr>
              <a:grpSpLocks/>
            </p:cNvGrpSpPr>
            <p:nvPr/>
          </p:nvGrpSpPr>
          <p:grpSpPr bwMode="auto">
            <a:xfrm>
              <a:off x="2312" y="1260"/>
              <a:ext cx="512" cy="184"/>
              <a:chOff x="2312" y="1008"/>
              <a:chExt cx="512" cy="184"/>
            </a:xfrm>
          </p:grpSpPr>
          <p:sp>
            <p:nvSpPr>
              <p:cNvPr id="18475" name="Rectangle 42">
                <a:extLst>
                  <a:ext uri="{FF2B5EF4-FFF2-40B4-BE49-F238E27FC236}">
                    <a16:creationId xmlns:a16="http://schemas.microsoft.com/office/drawing/2014/main" id="{F7DD38FF-2237-790A-9536-C62EAC670057}"/>
                  </a:ext>
                </a:extLst>
              </p:cNvPr>
              <p:cNvSpPr>
                <a:spLocks noChangeArrowheads="1"/>
              </p:cNvSpPr>
              <p:nvPr/>
            </p:nvSpPr>
            <p:spPr bwMode="auto">
              <a:xfrm>
                <a:off x="2312"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8476" name="Rectangle 43">
                <a:extLst>
                  <a:ext uri="{FF2B5EF4-FFF2-40B4-BE49-F238E27FC236}">
                    <a16:creationId xmlns:a16="http://schemas.microsoft.com/office/drawing/2014/main" id="{6A31165D-DC26-B93B-60A8-D86AD4150F29}"/>
                  </a:ext>
                </a:extLst>
              </p:cNvPr>
              <p:cNvSpPr>
                <a:spLocks noChangeArrowheads="1"/>
              </p:cNvSpPr>
              <p:nvPr/>
            </p:nvSpPr>
            <p:spPr bwMode="auto">
              <a:xfrm>
                <a:off x="2391" y="1008"/>
                <a:ext cx="319"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18477" name="Group 47">
              <a:extLst>
                <a:ext uri="{FF2B5EF4-FFF2-40B4-BE49-F238E27FC236}">
                  <a16:creationId xmlns:a16="http://schemas.microsoft.com/office/drawing/2014/main" id="{536D3C7F-E48A-4D13-FFEA-D87B630F0155}"/>
                </a:ext>
              </a:extLst>
            </p:cNvPr>
            <p:cNvGrpSpPr>
              <a:grpSpLocks/>
            </p:cNvGrpSpPr>
            <p:nvPr/>
          </p:nvGrpSpPr>
          <p:grpSpPr bwMode="auto">
            <a:xfrm>
              <a:off x="2840" y="1260"/>
              <a:ext cx="512" cy="184"/>
              <a:chOff x="2840" y="1008"/>
              <a:chExt cx="512" cy="184"/>
            </a:xfrm>
          </p:grpSpPr>
          <p:sp>
            <p:nvSpPr>
              <p:cNvPr id="18478" name="Rectangle 45">
                <a:extLst>
                  <a:ext uri="{FF2B5EF4-FFF2-40B4-BE49-F238E27FC236}">
                    <a16:creationId xmlns:a16="http://schemas.microsoft.com/office/drawing/2014/main" id="{C7BCE088-9075-8B32-EFD6-67E936CBB8E9}"/>
                  </a:ext>
                </a:extLst>
              </p:cNvPr>
              <p:cNvSpPr>
                <a:spLocks noChangeArrowheads="1"/>
              </p:cNvSpPr>
              <p:nvPr/>
            </p:nvSpPr>
            <p:spPr bwMode="auto">
              <a:xfrm>
                <a:off x="2840"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8479" name="Rectangle 46">
                <a:extLst>
                  <a:ext uri="{FF2B5EF4-FFF2-40B4-BE49-F238E27FC236}">
                    <a16:creationId xmlns:a16="http://schemas.microsoft.com/office/drawing/2014/main" id="{B14CC64E-19DD-1235-C98D-D6BC4CB1A3B3}"/>
                  </a:ext>
                </a:extLst>
              </p:cNvPr>
              <p:cNvSpPr>
                <a:spLocks noChangeArrowheads="1"/>
              </p:cNvSpPr>
              <p:nvPr/>
            </p:nvSpPr>
            <p:spPr bwMode="auto">
              <a:xfrm>
                <a:off x="2919" y="1008"/>
                <a:ext cx="253"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sp>
          <p:nvSpPr>
            <p:cNvPr id="18480" name="Rectangle 48">
              <a:extLst>
                <a:ext uri="{FF2B5EF4-FFF2-40B4-BE49-F238E27FC236}">
                  <a16:creationId xmlns:a16="http://schemas.microsoft.com/office/drawing/2014/main" id="{31D7A3E0-59EA-F0AC-8032-EF440BFF27A1}"/>
                </a:ext>
              </a:extLst>
            </p:cNvPr>
            <p:cNvSpPr>
              <a:spLocks noChangeArrowheads="1"/>
            </p:cNvSpPr>
            <p:nvPr/>
          </p:nvSpPr>
          <p:spPr bwMode="auto">
            <a:xfrm>
              <a:off x="807" y="1260"/>
              <a:ext cx="41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R-type</a:t>
              </a:r>
            </a:p>
          </p:txBody>
        </p:sp>
      </p:grpSp>
      <p:sp>
        <p:nvSpPr>
          <p:cNvPr id="18481" name="矩形 49">
            <a:extLst>
              <a:ext uri="{FF2B5EF4-FFF2-40B4-BE49-F238E27FC236}">
                <a16:creationId xmlns:a16="http://schemas.microsoft.com/office/drawing/2014/main" id="{AAE14BDF-0327-2907-51BE-3EC772A5ED4D}"/>
              </a:ext>
            </a:extLst>
          </p:cNvPr>
          <p:cNvSpPr>
            <a:spLocks noChangeArrowheads="1"/>
          </p:cNvSpPr>
          <p:nvPr/>
        </p:nvSpPr>
        <p:spPr bwMode="auto">
          <a:xfrm>
            <a:off x="5324475" y="144463"/>
            <a:ext cx="3209925" cy="46196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solidFill>
                  <a:schemeClr val="accent2"/>
                </a:solidFill>
                <a:latin typeface="微软雅黑" panose="020B0503020204020204" pitchFamily="34" charset="-122"/>
                <a:ea typeface="微软雅黑" panose="020B0503020204020204" pitchFamily="34" charset="-122"/>
              </a:rPr>
              <a:t>例：</a:t>
            </a:r>
            <a:r>
              <a:rPr lang="en-US" altLang="zh-CN" sz="2400">
                <a:solidFill>
                  <a:schemeClr val="accent2"/>
                </a:solidFill>
                <a:latin typeface="微软雅黑" panose="020B0503020204020204" pitchFamily="34" charset="-122"/>
                <a:ea typeface="微软雅黑" panose="020B0503020204020204" pitchFamily="34" charset="-122"/>
              </a:rPr>
              <a:t>add  rd, rs1, rs2</a:t>
            </a:r>
            <a:endParaRPr lang="zh-CN" altLang="en-US" sz="2400">
              <a:solidFill>
                <a:schemeClr val="accent2"/>
              </a:solidFill>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2" dur="500"/>
                                        <p:tgtEl>
                                          <p:spTgt spid="245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7" dur="500"/>
                                        <p:tgtEl>
                                          <p:spTgt spid="245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22" dur="500"/>
                                        <p:tgtEl>
                                          <p:spTgt spid="245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矩形 146">
            <a:extLst>
              <a:ext uri="{FF2B5EF4-FFF2-40B4-BE49-F238E27FC236}">
                <a16:creationId xmlns:a16="http://schemas.microsoft.com/office/drawing/2014/main" id="{5FE91A67-817F-91B2-9A86-32DFFD216047}"/>
              </a:ext>
            </a:extLst>
          </p:cNvPr>
          <p:cNvSpPr>
            <a:spLocks noChangeArrowheads="1"/>
          </p:cNvSpPr>
          <p:nvPr/>
        </p:nvSpPr>
        <p:spPr bwMode="auto">
          <a:xfrm>
            <a:off x="4167188" y="574675"/>
            <a:ext cx="850900" cy="3560763"/>
          </a:xfrm>
          <a:prstGeom prst="rect">
            <a:avLst/>
          </a:prstGeom>
          <a:solidFill>
            <a:srgbClr val="92D050"/>
          </a:solidFill>
          <a:ln w="12700">
            <a:solidFill>
              <a:schemeClr val="tx1"/>
            </a:solidFill>
            <a:round/>
            <a:headEnd/>
            <a:tailEnd/>
          </a:ln>
        </p:spPr>
        <p:txBody>
          <a:bodyPr/>
          <a:lstStyle/>
          <a:p>
            <a:endParaRPr lang="zh-CN" altLang="en-US">
              <a:ea typeface="宋体" panose="02010600030101010101" pitchFamily="2" charset="-122"/>
            </a:endParaRPr>
          </a:p>
        </p:txBody>
      </p:sp>
      <p:sp>
        <p:nvSpPr>
          <p:cNvPr id="20482" name="Rectangle 2">
            <a:extLst>
              <a:ext uri="{FF2B5EF4-FFF2-40B4-BE49-F238E27FC236}">
                <a16:creationId xmlns:a16="http://schemas.microsoft.com/office/drawing/2014/main" id="{89D85707-583A-C3C3-8EB1-92133871F0C5}"/>
              </a:ext>
            </a:extLst>
          </p:cNvPr>
          <p:cNvSpPr>
            <a:spLocks noGrp="1" noChangeArrowheads="1"/>
          </p:cNvSpPr>
          <p:nvPr>
            <p:ph type="title"/>
          </p:nvPr>
        </p:nvSpPr>
        <p:spPr>
          <a:xfrm>
            <a:off x="800100" y="228600"/>
            <a:ext cx="4830763" cy="368300"/>
          </a:xfrm>
        </p:spPr>
        <p:txBody>
          <a:bodyPr/>
          <a:lstStyle/>
          <a:p>
            <a:r>
              <a:rPr lang="en-US" altLang="zh-CN">
                <a:ea typeface="宋体" panose="02010600030101010101" pitchFamily="2" charset="-122"/>
              </a:rPr>
              <a:t>Load</a:t>
            </a:r>
            <a:r>
              <a:rPr lang="zh-CN" altLang="en-US">
                <a:ea typeface="宋体" panose="02010600030101010101" pitchFamily="2" charset="-122"/>
              </a:rPr>
              <a:t>指令的流水线</a:t>
            </a:r>
          </a:p>
        </p:txBody>
      </p:sp>
      <p:sp>
        <p:nvSpPr>
          <p:cNvPr id="20483" name="Rectangle 4">
            <a:extLst>
              <a:ext uri="{FF2B5EF4-FFF2-40B4-BE49-F238E27FC236}">
                <a16:creationId xmlns:a16="http://schemas.microsoft.com/office/drawing/2014/main" id="{A9052B79-DE5E-4755-8F31-49F2A62914DF}"/>
              </a:ext>
            </a:extLst>
          </p:cNvPr>
          <p:cNvSpPr>
            <a:spLocks noChangeArrowheads="1"/>
          </p:cNvSpPr>
          <p:nvPr/>
        </p:nvSpPr>
        <p:spPr bwMode="auto">
          <a:xfrm>
            <a:off x="52388" y="1219200"/>
            <a:ext cx="6889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Clock</a:t>
            </a:r>
          </a:p>
        </p:txBody>
      </p:sp>
      <p:grpSp>
        <p:nvGrpSpPr>
          <p:cNvPr id="20484" name="Group 9">
            <a:extLst>
              <a:ext uri="{FF2B5EF4-FFF2-40B4-BE49-F238E27FC236}">
                <a16:creationId xmlns:a16="http://schemas.microsoft.com/office/drawing/2014/main" id="{AE72F86B-15BC-D32D-CE25-64FA77077CF9}"/>
              </a:ext>
            </a:extLst>
          </p:cNvPr>
          <p:cNvGrpSpPr>
            <a:grpSpLocks/>
          </p:cNvGrpSpPr>
          <p:nvPr/>
        </p:nvGrpSpPr>
        <p:grpSpPr bwMode="auto">
          <a:xfrm>
            <a:off x="828675" y="1206500"/>
            <a:ext cx="825500" cy="254000"/>
            <a:chOff x="864" y="760"/>
            <a:chExt cx="520" cy="160"/>
          </a:xfrm>
        </p:grpSpPr>
        <p:sp>
          <p:nvSpPr>
            <p:cNvPr id="20485" name="Line 5">
              <a:extLst>
                <a:ext uri="{FF2B5EF4-FFF2-40B4-BE49-F238E27FC236}">
                  <a16:creationId xmlns:a16="http://schemas.microsoft.com/office/drawing/2014/main" id="{39511C11-261F-1B99-8338-CDCE929BE1E9}"/>
                </a:ext>
              </a:extLst>
            </p:cNvPr>
            <p:cNvSpPr>
              <a:spLocks noChangeShapeType="1"/>
            </p:cNvSpPr>
            <p:nvPr/>
          </p:nvSpPr>
          <p:spPr bwMode="auto">
            <a:xfrm>
              <a:off x="872" y="91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6" name="Line 6">
              <a:extLst>
                <a:ext uri="{FF2B5EF4-FFF2-40B4-BE49-F238E27FC236}">
                  <a16:creationId xmlns:a16="http://schemas.microsoft.com/office/drawing/2014/main" id="{33E3F032-AAE2-50EA-8707-244B44BAEF32}"/>
                </a:ext>
              </a:extLst>
            </p:cNvPr>
            <p:cNvSpPr>
              <a:spLocks noChangeShapeType="1"/>
            </p:cNvSpPr>
            <p:nvPr/>
          </p:nvSpPr>
          <p:spPr bwMode="auto">
            <a:xfrm>
              <a:off x="864" y="77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7" name="Line 7">
              <a:extLst>
                <a:ext uri="{FF2B5EF4-FFF2-40B4-BE49-F238E27FC236}">
                  <a16:creationId xmlns:a16="http://schemas.microsoft.com/office/drawing/2014/main" id="{E83AFF6F-F2DA-E3AC-289F-50EC752EFDE7}"/>
                </a:ext>
              </a:extLst>
            </p:cNvPr>
            <p:cNvSpPr>
              <a:spLocks noChangeShapeType="1"/>
            </p:cNvSpPr>
            <p:nvPr/>
          </p:nvSpPr>
          <p:spPr bwMode="auto">
            <a:xfrm flipV="1">
              <a:off x="1152" y="76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8" name="Line 8">
              <a:extLst>
                <a:ext uri="{FF2B5EF4-FFF2-40B4-BE49-F238E27FC236}">
                  <a16:creationId xmlns:a16="http://schemas.microsoft.com/office/drawing/2014/main" id="{F5E7BA86-92C6-1B82-132F-68386DD4F1A0}"/>
                </a:ext>
              </a:extLst>
            </p:cNvPr>
            <p:cNvSpPr>
              <a:spLocks noChangeShapeType="1"/>
            </p:cNvSpPr>
            <p:nvPr/>
          </p:nvSpPr>
          <p:spPr bwMode="auto">
            <a:xfrm>
              <a:off x="1160" y="76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489" name="Group 14">
            <a:extLst>
              <a:ext uri="{FF2B5EF4-FFF2-40B4-BE49-F238E27FC236}">
                <a16:creationId xmlns:a16="http://schemas.microsoft.com/office/drawing/2014/main" id="{409D44C8-3A8D-48F2-66A3-4F2FBFFA92BF}"/>
              </a:ext>
            </a:extLst>
          </p:cNvPr>
          <p:cNvGrpSpPr>
            <a:grpSpLocks/>
          </p:cNvGrpSpPr>
          <p:nvPr/>
        </p:nvGrpSpPr>
        <p:grpSpPr bwMode="auto">
          <a:xfrm>
            <a:off x="1666875" y="1206500"/>
            <a:ext cx="825500" cy="254000"/>
            <a:chOff x="1392" y="760"/>
            <a:chExt cx="520" cy="160"/>
          </a:xfrm>
        </p:grpSpPr>
        <p:sp>
          <p:nvSpPr>
            <p:cNvPr id="20490" name="Line 10">
              <a:extLst>
                <a:ext uri="{FF2B5EF4-FFF2-40B4-BE49-F238E27FC236}">
                  <a16:creationId xmlns:a16="http://schemas.microsoft.com/office/drawing/2014/main" id="{C723AAF0-01D0-998B-C2EF-40200AF59410}"/>
                </a:ext>
              </a:extLst>
            </p:cNvPr>
            <p:cNvSpPr>
              <a:spLocks noChangeShapeType="1"/>
            </p:cNvSpPr>
            <p:nvPr/>
          </p:nvSpPr>
          <p:spPr bwMode="auto">
            <a:xfrm>
              <a:off x="1400" y="91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1" name="Line 11">
              <a:extLst>
                <a:ext uri="{FF2B5EF4-FFF2-40B4-BE49-F238E27FC236}">
                  <a16:creationId xmlns:a16="http://schemas.microsoft.com/office/drawing/2014/main" id="{AD8121B4-F14F-63A5-162E-89C2E4404206}"/>
                </a:ext>
              </a:extLst>
            </p:cNvPr>
            <p:cNvSpPr>
              <a:spLocks noChangeShapeType="1"/>
            </p:cNvSpPr>
            <p:nvPr/>
          </p:nvSpPr>
          <p:spPr bwMode="auto">
            <a:xfrm>
              <a:off x="1392" y="77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2" name="Line 12">
              <a:extLst>
                <a:ext uri="{FF2B5EF4-FFF2-40B4-BE49-F238E27FC236}">
                  <a16:creationId xmlns:a16="http://schemas.microsoft.com/office/drawing/2014/main" id="{2DA33570-AC35-372B-C9FD-8BE9685FC0ED}"/>
                </a:ext>
              </a:extLst>
            </p:cNvPr>
            <p:cNvSpPr>
              <a:spLocks noChangeShapeType="1"/>
            </p:cNvSpPr>
            <p:nvPr/>
          </p:nvSpPr>
          <p:spPr bwMode="auto">
            <a:xfrm flipV="1">
              <a:off x="1680" y="76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3" name="Line 13">
              <a:extLst>
                <a:ext uri="{FF2B5EF4-FFF2-40B4-BE49-F238E27FC236}">
                  <a16:creationId xmlns:a16="http://schemas.microsoft.com/office/drawing/2014/main" id="{10B16C24-B385-E1B7-AF90-46CA0F7DDED9}"/>
                </a:ext>
              </a:extLst>
            </p:cNvPr>
            <p:cNvSpPr>
              <a:spLocks noChangeShapeType="1"/>
            </p:cNvSpPr>
            <p:nvPr/>
          </p:nvSpPr>
          <p:spPr bwMode="auto">
            <a:xfrm>
              <a:off x="1688" y="76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494" name="Group 19">
            <a:extLst>
              <a:ext uri="{FF2B5EF4-FFF2-40B4-BE49-F238E27FC236}">
                <a16:creationId xmlns:a16="http://schemas.microsoft.com/office/drawing/2014/main" id="{A1476080-2AE9-35A6-D2CD-BC6283507BA0}"/>
              </a:ext>
            </a:extLst>
          </p:cNvPr>
          <p:cNvGrpSpPr>
            <a:grpSpLocks/>
          </p:cNvGrpSpPr>
          <p:nvPr/>
        </p:nvGrpSpPr>
        <p:grpSpPr bwMode="auto">
          <a:xfrm>
            <a:off x="2505075" y="1206500"/>
            <a:ext cx="825500" cy="254000"/>
            <a:chOff x="1920" y="760"/>
            <a:chExt cx="520" cy="160"/>
          </a:xfrm>
        </p:grpSpPr>
        <p:sp>
          <p:nvSpPr>
            <p:cNvPr id="20495" name="Line 15">
              <a:extLst>
                <a:ext uri="{FF2B5EF4-FFF2-40B4-BE49-F238E27FC236}">
                  <a16:creationId xmlns:a16="http://schemas.microsoft.com/office/drawing/2014/main" id="{3A1A1F23-8B3F-C109-02E4-DDC9F25B4294}"/>
                </a:ext>
              </a:extLst>
            </p:cNvPr>
            <p:cNvSpPr>
              <a:spLocks noChangeShapeType="1"/>
            </p:cNvSpPr>
            <p:nvPr/>
          </p:nvSpPr>
          <p:spPr bwMode="auto">
            <a:xfrm>
              <a:off x="1928" y="91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6" name="Line 16">
              <a:extLst>
                <a:ext uri="{FF2B5EF4-FFF2-40B4-BE49-F238E27FC236}">
                  <a16:creationId xmlns:a16="http://schemas.microsoft.com/office/drawing/2014/main" id="{6C574A1F-C2C3-BD58-F049-D6B9F268BBAB}"/>
                </a:ext>
              </a:extLst>
            </p:cNvPr>
            <p:cNvSpPr>
              <a:spLocks noChangeShapeType="1"/>
            </p:cNvSpPr>
            <p:nvPr/>
          </p:nvSpPr>
          <p:spPr bwMode="auto">
            <a:xfrm>
              <a:off x="1920" y="77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7" name="Line 17">
              <a:extLst>
                <a:ext uri="{FF2B5EF4-FFF2-40B4-BE49-F238E27FC236}">
                  <a16:creationId xmlns:a16="http://schemas.microsoft.com/office/drawing/2014/main" id="{BCD7B480-C420-E1FB-1595-C852F8CC6F6D}"/>
                </a:ext>
              </a:extLst>
            </p:cNvPr>
            <p:cNvSpPr>
              <a:spLocks noChangeShapeType="1"/>
            </p:cNvSpPr>
            <p:nvPr/>
          </p:nvSpPr>
          <p:spPr bwMode="auto">
            <a:xfrm flipV="1">
              <a:off x="2208" y="76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8" name="Line 18">
              <a:extLst>
                <a:ext uri="{FF2B5EF4-FFF2-40B4-BE49-F238E27FC236}">
                  <a16:creationId xmlns:a16="http://schemas.microsoft.com/office/drawing/2014/main" id="{1169E62F-70BF-6348-4EEC-3A0D68392CB2}"/>
                </a:ext>
              </a:extLst>
            </p:cNvPr>
            <p:cNvSpPr>
              <a:spLocks noChangeShapeType="1"/>
            </p:cNvSpPr>
            <p:nvPr/>
          </p:nvSpPr>
          <p:spPr bwMode="auto">
            <a:xfrm>
              <a:off x="2216" y="76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499" name="Group 24">
            <a:extLst>
              <a:ext uri="{FF2B5EF4-FFF2-40B4-BE49-F238E27FC236}">
                <a16:creationId xmlns:a16="http://schemas.microsoft.com/office/drawing/2014/main" id="{D868F4DC-3EE6-DEB3-F4D7-93842E0195DD}"/>
              </a:ext>
            </a:extLst>
          </p:cNvPr>
          <p:cNvGrpSpPr>
            <a:grpSpLocks/>
          </p:cNvGrpSpPr>
          <p:nvPr/>
        </p:nvGrpSpPr>
        <p:grpSpPr bwMode="auto">
          <a:xfrm>
            <a:off x="3343275" y="1206500"/>
            <a:ext cx="825500" cy="254000"/>
            <a:chOff x="2448" y="760"/>
            <a:chExt cx="520" cy="160"/>
          </a:xfrm>
        </p:grpSpPr>
        <p:sp>
          <p:nvSpPr>
            <p:cNvPr id="20500" name="Line 20">
              <a:extLst>
                <a:ext uri="{FF2B5EF4-FFF2-40B4-BE49-F238E27FC236}">
                  <a16:creationId xmlns:a16="http://schemas.microsoft.com/office/drawing/2014/main" id="{BC8191B6-261C-F63F-B0EE-1B1A5503759E}"/>
                </a:ext>
              </a:extLst>
            </p:cNvPr>
            <p:cNvSpPr>
              <a:spLocks noChangeShapeType="1"/>
            </p:cNvSpPr>
            <p:nvPr/>
          </p:nvSpPr>
          <p:spPr bwMode="auto">
            <a:xfrm>
              <a:off x="2456" y="91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1" name="Line 21">
              <a:extLst>
                <a:ext uri="{FF2B5EF4-FFF2-40B4-BE49-F238E27FC236}">
                  <a16:creationId xmlns:a16="http://schemas.microsoft.com/office/drawing/2014/main" id="{15925CB9-82C1-E331-F997-94DD6FFE0237}"/>
                </a:ext>
              </a:extLst>
            </p:cNvPr>
            <p:cNvSpPr>
              <a:spLocks noChangeShapeType="1"/>
            </p:cNvSpPr>
            <p:nvPr/>
          </p:nvSpPr>
          <p:spPr bwMode="auto">
            <a:xfrm>
              <a:off x="2448" y="77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2" name="Line 22">
              <a:extLst>
                <a:ext uri="{FF2B5EF4-FFF2-40B4-BE49-F238E27FC236}">
                  <a16:creationId xmlns:a16="http://schemas.microsoft.com/office/drawing/2014/main" id="{0CFA5D3E-13ED-19B1-8170-4103AA1219A1}"/>
                </a:ext>
              </a:extLst>
            </p:cNvPr>
            <p:cNvSpPr>
              <a:spLocks noChangeShapeType="1"/>
            </p:cNvSpPr>
            <p:nvPr/>
          </p:nvSpPr>
          <p:spPr bwMode="auto">
            <a:xfrm flipV="1">
              <a:off x="2736" y="76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3" name="Line 23">
              <a:extLst>
                <a:ext uri="{FF2B5EF4-FFF2-40B4-BE49-F238E27FC236}">
                  <a16:creationId xmlns:a16="http://schemas.microsoft.com/office/drawing/2014/main" id="{2B8E58E8-E88F-DD33-6A6F-9B73FA796421}"/>
                </a:ext>
              </a:extLst>
            </p:cNvPr>
            <p:cNvSpPr>
              <a:spLocks noChangeShapeType="1"/>
            </p:cNvSpPr>
            <p:nvPr/>
          </p:nvSpPr>
          <p:spPr bwMode="auto">
            <a:xfrm>
              <a:off x="2744" y="76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504" name="Group 29">
            <a:extLst>
              <a:ext uri="{FF2B5EF4-FFF2-40B4-BE49-F238E27FC236}">
                <a16:creationId xmlns:a16="http://schemas.microsoft.com/office/drawing/2014/main" id="{C50F6657-66D1-62B6-25D9-0D4B786E5F7E}"/>
              </a:ext>
            </a:extLst>
          </p:cNvPr>
          <p:cNvGrpSpPr>
            <a:grpSpLocks/>
          </p:cNvGrpSpPr>
          <p:nvPr/>
        </p:nvGrpSpPr>
        <p:grpSpPr bwMode="auto">
          <a:xfrm>
            <a:off x="4181475" y="1206500"/>
            <a:ext cx="825500" cy="254000"/>
            <a:chOff x="2976" y="760"/>
            <a:chExt cx="520" cy="160"/>
          </a:xfrm>
        </p:grpSpPr>
        <p:sp>
          <p:nvSpPr>
            <p:cNvPr id="20505" name="Line 25">
              <a:extLst>
                <a:ext uri="{FF2B5EF4-FFF2-40B4-BE49-F238E27FC236}">
                  <a16:creationId xmlns:a16="http://schemas.microsoft.com/office/drawing/2014/main" id="{3A62A508-D5D7-0BFA-7204-EE2DE13DBBBC}"/>
                </a:ext>
              </a:extLst>
            </p:cNvPr>
            <p:cNvSpPr>
              <a:spLocks noChangeShapeType="1"/>
            </p:cNvSpPr>
            <p:nvPr/>
          </p:nvSpPr>
          <p:spPr bwMode="auto">
            <a:xfrm>
              <a:off x="2984" y="91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6" name="Line 26">
              <a:extLst>
                <a:ext uri="{FF2B5EF4-FFF2-40B4-BE49-F238E27FC236}">
                  <a16:creationId xmlns:a16="http://schemas.microsoft.com/office/drawing/2014/main" id="{C6A44435-9F81-EDD7-7DA7-96F352EFD53D}"/>
                </a:ext>
              </a:extLst>
            </p:cNvPr>
            <p:cNvSpPr>
              <a:spLocks noChangeShapeType="1"/>
            </p:cNvSpPr>
            <p:nvPr/>
          </p:nvSpPr>
          <p:spPr bwMode="auto">
            <a:xfrm>
              <a:off x="2976" y="77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7" name="Line 27">
              <a:extLst>
                <a:ext uri="{FF2B5EF4-FFF2-40B4-BE49-F238E27FC236}">
                  <a16:creationId xmlns:a16="http://schemas.microsoft.com/office/drawing/2014/main" id="{1E74798B-1FE1-DCE3-DA26-0938A8423217}"/>
                </a:ext>
              </a:extLst>
            </p:cNvPr>
            <p:cNvSpPr>
              <a:spLocks noChangeShapeType="1"/>
            </p:cNvSpPr>
            <p:nvPr/>
          </p:nvSpPr>
          <p:spPr bwMode="auto">
            <a:xfrm flipV="1">
              <a:off x="3264" y="76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8" name="Line 28">
              <a:extLst>
                <a:ext uri="{FF2B5EF4-FFF2-40B4-BE49-F238E27FC236}">
                  <a16:creationId xmlns:a16="http://schemas.microsoft.com/office/drawing/2014/main" id="{42DE5D72-3539-69D4-2F34-FEE1410A4294}"/>
                </a:ext>
              </a:extLst>
            </p:cNvPr>
            <p:cNvSpPr>
              <a:spLocks noChangeShapeType="1"/>
            </p:cNvSpPr>
            <p:nvPr/>
          </p:nvSpPr>
          <p:spPr bwMode="auto">
            <a:xfrm>
              <a:off x="3272" y="76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509" name="Group 34">
            <a:extLst>
              <a:ext uri="{FF2B5EF4-FFF2-40B4-BE49-F238E27FC236}">
                <a16:creationId xmlns:a16="http://schemas.microsoft.com/office/drawing/2014/main" id="{EC33B346-1931-4B8A-12BA-DFA2E39EDEDC}"/>
              </a:ext>
            </a:extLst>
          </p:cNvPr>
          <p:cNvGrpSpPr>
            <a:grpSpLocks/>
          </p:cNvGrpSpPr>
          <p:nvPr/>
        </p:nvGrpSpPr>
        <p:grpSpPr bwMode="auto">
          <a:xfrm>
            <a:off x="5019675" y="1206500"/>
            <a:ext cx="825500" cy="254000"/>
            <a:chOff x="3504" y="760"/>
            <a:chExt cx="520" cy="160"/>
          </a:xfrm>
        </p:grpSpPr>
        <p:sp>
          <p:nvSpPr>
            <p:cNvPr id="20510" name="Line 30">
              <a:extLst>
                <a:ext uri="{FF2B5EF4-FFF2-40B4-BE49-F238E27FC236}">
                  <a16:creationId xmlns:a16="http://schemas.microsoft.com/office/drawing/2014/main" id="{C2B62BF2-2983-645C-06F8-B92A402470E4}"/>
                </a:ext>
              </a:extLst>
            </p:cNvPr>
            <p:cNvSpPr>
              <a:spLocks noChangeShapeType="1"/>
            </p:cNvSpPr>
            <p:nvPr/>
          </p:nvSpPr>
          <p:spPr bwMode="auto">
            <a:xfrm>
              <a:off x="3512" y="91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1" name="Line 31">
              <a:extLst>
                <a:ext uri="{FF2B5EF4-FFF2-40B4-BE49-F238E27FC236}">
                  <a16:creationId xmlns:a16="http://schemas.microsoft.com/office/drawing/2014/main" id="{6740BB77-5C1E-96E3-7D9F-97F7E4A3C021}"/>
                </a:ext>
              </a:extLst>
            </p:cNvPr>
            <p:cNvSpPr>
              <a:spLocks noChangeShapeType="1"/>
            </p:cNvSpPr>
            <p:nvPr/>
          </p:nvSpPr>
          <p:spPr bwMode="auto">
            <a:xfrm>
              <a:off x="3504" y="77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2" name="Line 32">
              <a:extLst>
                <a:ext uri="{FF2B5EF4-FFF2-40B4-BE49-F238E27FC236}">
                  <a16:creationId xmlns:a16="http://schemas.microsoft.com/office/drawing/2014/main" id="{6AAAA68A-3570-4B5C-14B0-CC0B147EF2B7}"/>
                </a:ext>
              </a:extLst>
            </p:cNvPr>
            <p:cNvSpPr>
              <a:spLocks noChangeShapeType="1"/>
            </p:cNvSpPr>
            <p:nvPr/>
          </p:nvSpPr>
          <p:spPr bwMode="auto">
            <a:xfrm flipV="1">
              <a:off x="3792" y="76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3" name="Line 33">
              <a:extLst>
                <a:ext uri="{FF2B5EF4-FFF2-40B4-BE49-F238E27FC236}">
                  <a16:creationId xmlns:a16="http://schemas.microsoft.com/office/drawing/2014/main" id="{CDC4B9D1-72C3-27F1-8941-AA8EDF1D476F}"/>
                </a:ext>
              </a:extLst>
            </p:cNvPr>
            <p:cNvSpPr>
              <a:spLocks noChangeShapeType="1"/>
            </p:cNvSpPr>
            <p:nvPr/>
          </p:nvSpPr>
          <p:spPr bwMode="auto">
            <a:xfrm>
              <a:off x="3800" y="76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514" name="Group 39">
            <a:extLst>
              <a:ext uri="{FF2B5EF4-FFF2-40B4-BE49-F238E27FC236}">
                <a16:creationId xmlns:a16="http://schemas.microsoft.com/office/drawing/2014/main" id="{5A622830-02E1-7FED-2DE9-04C223FF5759}"/>
              </a:ext>
            </a:extLst>
          </p:cNvPr>
          <p:cNvGrpSpPr>
            <a:grpSpLocks/>
          </p:cNvGrpSpPr>
          <p:nvPr/>
        </p:nvGrpSpPr>
        <p:grpSpPr bwMode="auto">
          <a:xfrm>
            <a:off x="5857875" y="1206500"/>
            <a:ext cx="825500" cy="254000"/>
            <a:chOff x="4032" y="760"/>
            <a:chExt cx="520" cy="160"/>
          </a:xfrm>
        </p:grpSpPr>
        <p:sp>
          <p:nvSpPr>
            <p:cNvPr id="20515" name="Line 35">
              <a:extLst>
                <a:ext uri="{FF2B5EF4-FFF2-40B4-BE49-F238E27FC236}">
                  <a16:creationId xmlns:a16="http://schemas.microsoft.com/office/drawing/2014/main" id="{650307E1-2183-7A55-AC8A-364C8EBBFBB2}"/>
                </a:ext>
              </a:extLst>
            </p:cNvPr>
            <p:cNvSpPr>
              <a:spLocks noChangeShapeType="1"/>
            </p:cNvSpPr>
            <p:nvPr/>
          </p:nvSpPr>
          <p:spPr bwMode="auto">
            <a:xfrm>
              <a:off x="4040" y="91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6" name="Line 36">
              <a:extLst>
                <a:ext uri="{FF2B5EF4-FFF2-40B4-BE49-F238E27FC236}">
                  <a16:creationId xmlns:a16="http://schemas.microsoft.com/office/drawing/2014/main" id="{02C53DA1-0847-4D51-32BB-D760F1ECF116}"/>
                </a:ext>
              </a:extLst>
            </p:cNvPr>
            <p:cNvSpPr>
              <a:spLocks noChangeShapeType="1"/>
            </p:cNvSpPr>
            <p:nvPr/>
          </p:nvSpPr>
          <p:spPr bwMode="auto">
            <a:xfrm>
              <a:off x="4032" y="77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7" name="Line 37">
              <a:extLst>
                <a:ext uri="{FF2B5EF4-FFF2-40B4-BE49-F238E27FC236}">
                  <a16:creationId xmlns:a16="http://schemas.microsoft.com/office/drawing/2014/main" id="{F9BBFCA7-3E6A-39F3-3F33-E472BE3AC46E}"/>
                </a:ext>
              </a:extLst>
            </p:cNvPr>
            <p:cNvSpPr>
              <a:spLocks noChangeShapeType="1"/>
            </p:cNvSpPr>
            <p:nvPr/>
          </p:nvSpPr>
          <p:spPr bwMode="auto">
            <a:xfrm flipV="1">
              <a:off x="4320" y="76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8" name="Line 38">
              <a:extLst>
                <a:ext uri="{FF2B5EF4-FFF2-40B4-BE49-F238E27FC236}">
                  <a16:creationId xmlns:a16="http://schemas.microsoft.com/office/drawing/2014/main" id="{66C5AB8A-2049-E4E4-A33A-91F241D11FBC}"/>
                </a:ext>
              </a:extLst>
            </p:cNvPr>
            <p:cNvSpPr>
              <a:spLocks noChangeShapeType="1"/>
            </p:cNvSpPr>
            <p:nvPr/>
          </p:nvSpPr>
          <p:spPr bwMode="auto">
            <a:xfrm>
              <a:off x="4328" y="76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0519" name="Line 40">
            <a:extLst>
              <a:ext uri="{FF2B5EF4-FFF2-40B4-BE49-F238E27FC236}">
                <a16:creationId xmlns:a16="http://schemas.microsoft.com/office/drawing/2014/main" id="{B43EB3E3-7222-78C7-9820-5B38B335F770}"/>
              </a:ext>
            </a:extLst>
          </p:cNvPr>
          <p:cNvSpPr>
            <a:spLocks noChangeShapeType="1"/>
          </p:cNvSpPr>
          <p:nvPr/>
        </p:nvSpPr>
        <p:spPr bwMode="auto">
          <a:xfrm>
            <a:off x="6708775" y="14478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0" name="Line 41">
            <a:extLst>
              <a:ext uri="{FF2B5EF4-FFF2-40B4-BE49-F238E27FC236}">
                <a16:creationId xmlns:a16="http://schemas.microsoft.com/office/drawing/2014/main" id="{AA4882F5-7665-8FFD-8E55-E791A00E91A4}"/>
              </a:ext>
            </a:extLst>
          </p:cNvPr>
          <p:cNvSpPr>
            <a:spLocks noChangeShapeType="1"/>
          </p:cNvSpPr>
          <p:nvPr/>
        </p:nvSpPr>
        <p:spPr bwMode="auto">
          <a:xfrm>
            <a:off x="6696075" y="1231900"/>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1" name="Line 42">
            <a:extLst>
              <a:ext uri="{FF2B5EF4-FFF2-40B4-BE49-F238E27FC236}">
                <a16:creationId xmlns:a16="http://schemas.microsoft.com/office/drawing/2014/main" id="{91295A5A-E143-75BE-0BA3-969892CAFA39}"/>
              </a:ext>
            </a:extLst>
          </p:cNvPr>
          <p:cNvSpPr>
            <a:spLocks noChangeShapeType="1"/>
          </p:cNvSpPr>
          <p:nvPr/>
        </p:nvSpPr>
        <p:spPr bwMode="auto">
          <a:xfrm>
            <a:off x="460375" y="1219200"/>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2" name="Line 43">
            <a:extLst>
              <a:ext uri="{FF2B5EF4-FFF2-40B4-BE49-F238E27FC236}">
                <a16:creationId xmlns:a16="http://schemas.microsoft.com/office/drawing/2014/main" id="{6FE86371-C0C7-8A54-4828-34F6BA8FC579}"/>
              </a:ext>
            </a:extLst>
          </p:cNvPr>
          <p:cNvSpPr>
            <a:spLocks noChangeShapeType="1"/>
          </p:cNvSpPr>
          <p:nvPr/>
        </p:nvSpPr>
        <p:spPr bwMode="auto">
          <a:xfrm flipV="1">
            <a:off x="828675" y="8255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3" name="Line 44">
            <a:extLst>
              <a:ext uri="{FF2B5EF4-FFF2-40B4-BE49-F238E27FC236}">
                <a16:creationId xmlns:a16="http://schemas.microsoft.com/office/drawing/2014/main" id="{A3B3735E-86D8-203A-FE0D-D45CEF79DF31}"/>
              </a:ext>
            </a:extLst>
          </p:cNvPr>
          <p:cNvSpPr>
            <a:spLocks noChangeShapeType="1"/>
          </p:cNvSpPr>
          <p:nvPr/>
        </p:nvSpPr>
        <p:spPr bwMode="auto">
          <a:xfrm flipV="1">
            <a:off x="1666875" y="8255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4" name="Rectangle 45">
            <a:extLst>
              <a:ext uri="{FF2B5EF4-FFF2-40B4-BE49-F238E27FC236}">
                <a16:creationId xmlns:a16="http://schemas.microsoft.com/office/drawing/2014/main" id="{3A270294-E150-E9ED-F30B-9444579D4921}"/>
              </a:ext>
            </a:extLst>
          </p:cNvPr>
          <p:cNvSpPr>
            <a:spLocks noChangeArrowheads="1"/>
          </p:cNvSpPr>
          <p:nvPr/>
        </p:nvSpPr>
        <p:spPr bwMode="auto">
          <a:xfrm>
            <a:off x="890588" y="8382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1</a:t>
            </a:r>
          </a:p>
        </p:txBody>
      </p:sp>
      <p:sp>
        <p:nvSpPr>
          <p:cNvPr id="20525" name="Rectangle 46">
            <a:extLst>
              <a:ext uri="{FF2B5EF4-FFF2-40B4-BE49-F238E27FC236}">
                <a16:creationId xmlns:a16="http://schemas.microsoft.com/office/drawing/2014/main" id="{47F94620-B1C5-B237-0C15-65F7260CF020}"/>
              </a:ext>
            </a:extLst>
          </p:cNvPr>
          <p:cNvSpPr>
            <a:spLocks noChangeArrowheads="1"/>
          </p:cNvSpPr>
          <p:nvPr/>
        </p:nvSpPr>
        <p:spPr bwMode="auto">
          <a:xfrm>
            <a:off x="1652588" y="8382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2</a:t>
            </a:r>
          </a:p>
        </p:txBody>
      </p:sp>
      <p:sp>
        <p:nvSpPr>
          <p:cNvPr id="20526" name="Line 47">
            <a:extLst>
              <a:ext uri="{FF2B5EF4-FFF2-40B4-BE49-F238E27FC236}">
                <a16:creationId xmlns:a16="http://schemas.microsoft.com/office/drawing/2014/main" id="{A932B2C3-F012-2AE4-1510-9D51228AD329}"/>
              </a:ext>
            </a:extLst>
          </p:cNvPr>
          <p:cNvSpPr>
            <a:spLocks noChangeShapeType="1"/>
          </p:cNvSpPr>
          <p:nvPr/>
        </p:nvSpPr>
        <p:spPr bwMode="auto">
          <a:xfrm flipV="1">
            <a:off x="2505075" y="8255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7" name="Line 48">
            <a:extLst>
              <a:ext uri="{FF2B5EF4-FFF2-40B4-BE49-F238E27FC236}">
                <a16:creationId xmlns:a16="http://schemas.microsoft.com/office/drawing/2014/main" id="{88EC722B-2628-3DBC-8D0F-A8CDEB40F640}"/>
              </a:ext>
            </a:extLst>
          </p:cNvPr>
          <p:cNvSpPr>
            <a:spLocks noChangeShapeType="1"/>
          </p:cNvSpPr>
          <p:nvPr/>
        </p:nvSpPr>
        <p:spPr bwMode="auto">
          <a:xfrm flipV="1">
            <a:off x="3343275" y="8255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8" name="Line 49">
            <a:extLst>
              <a:ext uri="{FF2B5EF4-FFF2-40B4-BE49-F238E27FC236}">
                <a16:creationId xmlns:a16="http://schemas.microsoft.com/office/drawing/2014/main" id="{2B96C638-91FE-4DED-3CE2-D17D59EBE38C}"/>
              </a:ext>
            </a:extLst>
          </p:cNvPr>
          <p:cNvSpPr>
            <a:spLocks noChangeShapeType="1"/>
          </p:cNvSpPr>
          <p:nvPr/>
        </p:nvSpPr>
        <p:spPr bwMode="auto">
          <a:xfrm flipV="1">
            <a:off x="4181475" y="8255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9" name="Line 50">
            <a:extLst>
              <a:ext uri="{FF2B5EF4-FFF2-40B4-BE49-F238E27FC236}">
                <a16:creationId xmlns:a16="http://schemas.microsoft.com/office/drawing/2014/main" id="{30E3EEC9-7CEB-5644-36E6-E05DB85B1ED0}"/>
              </a:ext>
            </a:extLst>
          </p:cNvPr>
          <p:cNvSpPr>
            <a:spLocks noChangeShapeType="1"/>
          </p:cNvSpPr>
          <p:nvPr/>
        </p:nvSpPr>
        <p:spPr bwMode="auto">
          <a:xfrm flipV="1">
            <a:off x="5019675" y="8255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0" name="Line 51">
            <a:extLst>
              <a:ext uri="{FF2B5EF4-FFF2-40B4-BE49-F238E27FC236}">
                <a16:creationId xmlns:a16="http://schemas.microsoft.com/office/drawing/2014/main" id="{95D44123-0C71-F28D-C4D1-46DF77D42C37}"/>
              </a:ext>
            </a:extLst>
          </p:cNvPr>
          <p:cNvSpPr>
            <a:spLocks noChangeShapeType="1"/>
          </p:cNvSpPr>
          <p:nvPr/>
        </p:nvSpPr>
        <p:spPr bwMode="auto">
          <a:xfrm flipV="1">
            <a:off x="5857875" y="8255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1" name="Line 52">
            <a:extLst>
              <a:ext uri="{FF2B5EF4-FFF2-40B4-BE49-F238E27FC236}">
                <a16:creationId xmlns:a16="http://schemas.microsoft.com/office/drawing/2014/main" id="{0091DC94-AB44-4D46-CA24-7DAEF9D26334}"/>
              </a:ext>
            </a:extLst>
          </p:cNvPr>
          <p:cNvSpPr>
            <a:spLocks noChangeShapeType="1"/>
          </p:cNvSpPr>
          <p:nvPr/>
        </p:nvSpPr>
        <p:spPr bwMode="auto">
          <a:xfrm flipV="1">
            <a:off x="6696075" y="8255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2" name="Rectangle 53">
            <a:extLst>
              <a:ext uri="{FF2B5EF4-FFF2-40B4-BE49-F238E27FC236}">
                <a16:creationId xmlns:a16="http://schemas.microsoft.com/office/drawing/2014/main" id="{DCF682A1-EFDE-3C99-4A58-38A6B997AFC8}"/>
              </a:ext>
            </a:extLst>
          </p:cNvPr>
          <p:cNvSpPr>
            <a:spLocks noChangeArrowheads="1"/>
          </p:cNvSpPr>
          <p:nvPr/>
        </p:nvSpPr>
        <p:spPr bwMode="auto">
          <a:xfrm>
            <a:off x="2566988" y="8382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3</a:t>
            </a:r>
          </a:p>
        </p:txBody>
      </p:sp>
      <p:sp>
        <p:nvSpPr>
          <p:cNvPr id="20533" name="Rectangle 54">
            <a:extLst>
              <a:ext uri="{FF2B5EF4-FFF2-40B4-BE49-F238E27FC236}">
                <a16:creationId xmlns:a16="http://schemas.microsoft.com/office/drawing/2014/main" id="{39B86F4A-FF9B-A59E-8FE9-D10F28D6876F}"/>
              </a:ext>
            </a:extLst>
          </p:cNvPr>
          <p:cNvSpPr>
            <a:spLocks noChangeArrowheads="1"/>
          </p:cNvSpPr>
          <p:nvPr/>
        </p:nvSpPr>
        <p:spPr bwMode="auto">
          <a:xfrm>
            <a:off x="3328988" y="8382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4</a:t>
            </a:r>
          </a:p>
        </p:txBody>
      </p:sp>
      <p:sp>
        <p:nvSpPr>
          <p:cNvPr id="20534" name="Rectangle 55">
            <a:extLst>
              <a:ext uri="{FF2B5EF4-FFF2-40B4-BE49-F238E27FC236}">
                <a16:creationId xmlns:a16="http://schemas.microsoft.com/office/drawing/2014/main" id="{FB90779E-F26E-D82C-A40B-75F6ECEA3755}"/>
              </a:ext>
            </a:extLst>
          </p:cNvPr>
          <p:cNvSpPr>
            <a:spLocks noChangeArrowheads="1"/>
          </p:cNvSpPr>
          <p:nvPr/>
        </p:nvSpPr>
        <p:spPr bwMode="auto">
          <a:xfrm>
            <a:off x="4167188" y="8382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5</a:t>
            </a:r>
          </a:p>
        </p:txBody>
      </p:sp>
      <p:sp>
        <p:nvSpPr>
          <p:cNvPr id="20535" name="Rectangle 56">
            <a:extLst>
              <a:ext uri="{FF2B5EF4-FFF2-40B4-BE49-F238E27FC236}">
                <a16:creationId xmlns:a16="http://schemas.microsoft.com/office/drawing/2014/main" id="{77116021-4386-7599-9648-77F345FB3C3C}"/>
              </a:ext>
            </a:extLst>
          </p:cNvPr>
          <p:cNvSpPr>
            <a:spLocks noChangeArrowheads="1"/>
          </p:cNvSpPr>
          <p:nvPr/>
        </p:nvSpPr>
        <p:spPr bwMode="auto">
          <a:xfrm>
            <a:off x="5005388" y="8382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6</a:t>
            </a:r>
          </a:p>
        </p:txBody>
      </p:sp>
      <p:sp>
        <p:nvSpPr>
          <p:cNvPr id="20536" name="Rectangle 57">
            <a:extLst>
              <a:ext uri="{FF2B5EF4-FFF2-40B4-BE49-F238E27FC236}">
                <a16:creationId xmlns:a16="http://schemas.microsoft.com/office/drawing/2014/main" id="{1D1CA9BE-3C7A-F58E-E053-BFE4D0B60EC6}"/>
              </a:ext>
            </a:extLst>
          </p:cNvPr>
          <p:cNvSpPr>
            <a:spLocks noChangeArrowheads="1"/>
          </p:cNvSpPr>
          <p:nvPr/>
        </p:nvSpPr>
        <p:spPr bwMode="auto">
          <a:xfrm>
            <a:off x="5843588" y="8382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7</a:t>
            </a:r>
          </a:p>
        </p:txBody>
      </p:sp>
      <p:grpSp>
        <p:nvGrpSpPr>
          <p:cNvPr id="20537" name="Group 75">
            <a:extLst>
              <a:ext uri="{FF2B5EF4-FFF2-40B4-BE49-F238E27FC236}">
                <a16:creationId xmlns:a16="http://schemas.microsoft.com/office/drawing/2014/main" id="{51CD7A03-43AD-FE48-0080-8A34DD6E792E}"/>
              </a:ext>
            </a:extLst>
          </p:cNvPr>
          <p:cNvGrpSpPr>
            <a:grpSpLocks/>
          </p:cNvGrpSpPr>
          <p:nvPr/>
        </p:nvGrpSpPr>
        <p:grpSpPr bwMode="auto">
          <a:xfrm>
            <a:off x="204788" y="1676400"/>
            <a:ext cx="4802187" cy="333375"/>
            <a:chOff x="471" y="1056"/>
            <a:chExt cx="3025" cy="210"/>
          </a:xfrm>
        </p:grpSpPr>
        <p:grpSp>
          <p:nvGrpSpPr>
            <p:cNvPr id="20538" name="Group 73">
              <a:extLst>
                <a:ext uri="{FF2B5EF4-FFF2-40B4-BE49-F238E27FC236}">
                  <a16:creationId xmlns:a16="http://schemas.microsoft.com/office/drawing/2014/main" id="{EE9285C9-6C31-1064-5038-666F139853C9}"/>
                </a:ext>
              </a:extLst>
            </p:cNvPr>
            <p:cNvGrpSpPr>
              <a:grpSpLocks/>
            </p:cNvGrpSpPr>
            <p:nvPr/>
          </p:nvGrpSpPr>
          <p:grpSpPr bwMode="auto">
            <a:xfrm>
              <a:off x="872" y="1056"/>
              <a:ext cx="2624" cy="210"/>
              <a:chOff x="872" y="1056"/>
              <a:chExt cx="2624" cy="210"/>
            </a:xfrm>
          </p:grpSpPr>
          <p:grpSp>
            <p:nvGrpSpPr>
              <p:cNvPr id="20539" name="Group 60">
                <a:extLst>
                  <a:ext uri="{FF2B5EF4-FFF2-40B4-BE49-F238E27FC236}">
                    <a16:creationId xmlns:a16="http://schemas.microsoft.com/office/drawing/2014/main" id="{631DCB27-F942-2D6E-0EC4-652807178C11}"/>
                  </a:ext>
                </a:extLst>
              </p:cNvPr>
              <p:cNvGrpSpPr>
                <a:grpSpLocks/>
              </p:cNvGrpSpPr>
              <p:nvPr/>
            </p:nvGrpSpPr>
            <p:grpSpPr bwMode="auto">
              <a:xfrm>
                <a:off x="872" y="1056"/>
                <a:ext cx="512" cy="210"/>
                <a:chOff x="872" y="1056"/>
                <a:chExt cx="512" cy="210"/>
              </a:xfrm>
            </p:grpSpPr>
            <p:sp>
              <p:nvSpPr>
                <p:cNvPr id="20540" name="Rectangle 58">
                  <a:extLst>
                    <a:ext uri="{FF2B5EF4-FFF2-40B4-BE49-F238E27FC236}">
                      <a16:creationId xmlns:a16="http://schemas.microsoft.com/office/drawing/2014/main" id="{968434B6-C78E-89FC-BBAF-DEE538E81E2A}"/>
                    </a:ext>
                  </a:extLst>
                </p:cNvPr>
                <p:cNvSpPr>
                  <a:spLocks noChangeArrowheads="1"/>
                </p:cNvSpPr>
                <p:nvPr/>
              </p:nvSpPr>
              <p:spPr bwMode="auto">
                <a:xfrm>
                  <a:off x="872" y="106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41" name="Rectangle 59">
                  <a:extLst>
                    <a:ext uri="{FF2B5EF4-FFF2-40B4-BE49-F238E27FC236}">
                      <a16:creationId xmlns:a16="http://schemas.microsoft.com/office/drawing/2014/main" id="{183E735C-75B0-7C99-11DC-71C1DA9E1AB9}"/>
                    </a:ext>
                  </a:extLst>
                </p:cNvPr>
                <p:cNvSpPr>
                  <a:spLocks noChangeArrowheads="1"/>
                </p:cNvSpPr>
                <p:nvPr/>
              </p:nvSpPr>
              <p:spPr bwMode="auto">
                <a:xfrm>
                  <a:off x="913" y="1056"/>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20542" name="Group 63">
                <a:extLst>
                  <a:ext uri="{FF2B5EF4-FFF2-40B4-BE49-F238E27FC236}">
                    <a16:creationId xmlns:a16="http://schemas.microsoft.com/office/drawing/2014/main" id="{11B6BC75-7D45-9562-88AF-D098CE683CC9}"/>
                  </a:ext>
                </a:extLst>
              </p:cNvPr>
              <p:cNvGrpSpPr>
                <a:grpSpLocks/>
              </p:cNvGrpSpPr>
              <p:nvPr/>
            </p:nvGrpSpPr>
            <p:grpSpPr bwMode="auto">
              <a:xfrm>
                <a:off x="1383" y="1056"/>
                <a:ext cx="569" cy="210"/>
                <a:chOff x="1383" y="1056"/>
                <a:chExt cx="569" cy="210"/>
              </a:xfrm>
            </p:grpSpPr>
            <p:sp>
              <p:nvSpPr>
                <p:cNvPr id="20543" name="Rectangle 61">
                  <a:extLst>
                    <a:ext uri="{FF2B5EF4-FFF2-40B4-BE49-F238E27FC236}">
                      <a16:creationId xmlns:a16="http://schemas.microsoft.com/office/drawing/2014/main" id="{AAD98655-7CF1-F910-4528-2FF288BB2148}"/>
                    </a:ext>
                  </a:extLst>
                </p:cNvPr>
                <p:cNvSpPr>
                  <a:spLocks noChangeArrowheads="1"/>
                </p:cNvSpPr>
                <p:nvPr/>
              </p:nvSpPr>
              <p:spPr bwMode="auto">
                <a:xfrm>
                  <a:off x="1400" y="106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44" name="Rectangle 62">
                  <a:extLst>
                    <a:ext uri="{FF2B5EF4-FFF2-40B4-BE49-F238E27FC236}">
                      <a16:creationId xmlns:a16="http://schemas.microsoft.com/office/drawing/2014/main" id="{C3814C84-E8ED-4A09-EC78-DF840AE0E159}"/>
                    </a:ext>
                  </a:extLst>
                </p:cNvPr>
                <p:cNvSpPr>
                  <a:spLocks noChangeArrowheads="1"/>
                </p:cNvSpPr>
                <p:nvPr/>
              </p:nvSpPr>
              <p:spPr bwMode="auto">
                <a:xfrm>
                  <a:off x="1383" y="1056"/>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20545" name="Group 66">
                <a:extLst>
                  <a:ext uri="{FF2B5EF4-FFF2-40B4-BE49-F238E27FC236}">
                    <a16:creationId xmlns:a16="http://schemas.microsoft.com/office/drawing/2014/main" id="{634A8C84-3ED9-7A8F-B62E-690D2592F825}"/>
                  </a:ext>
                </a:extLst>
              </p:cNvPr>
              <p:cNvGrpSpPr>
                <a:grpSpLocks/>
              </p:cNvGrpSpPr>
              <p:nvPr/>
            </p:nvGrpSpPr>
            <p:grpSpPr bwMode="auto">
              <a:xfrm>
                <a:off x="1928" y="1056"/>
                <a:ext cx="512" cy="210"/>
                <a:chOff x="1928" y="1056"/>
                <a:chExt cx="512" cy="210"/>
              </a:xfrm>
            </p:grpSpPr>
            <p:sp>
              <p:nvSpPr>
                <p:cNvPr id="20546" name="Rectangle 64">
                  <a:extLst>
                    <a:ext uri="{FF2B5EF4-FFF2-40B4-BE49-F238E27FC236}">
                      <a16:creationId xmlns:a16="http://schemas.microsoft.com/office/drawing/2014/main" id="{725125E7-1FE9-70FC-4681-0A4795DA2B0C}"/>
                    </a:ext>
                  </a:extLst>
                </p:cNvPr>
                <p:cNvSpPr>
                  <a:spLocks noChangeArrowheads="1"/>
                </p:cNvSpPr>
                <p:nvPr/>
              </p:nvSpPr>
              <p:spPr bwMode="auto">
                <a:xfrm>
                  <a:off x="1928" y="106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47" name="Rectangle 65">
                  <a:extLst>
                    <a:ext uri="{FF2B5EF4-FFF2-40B4-BE49-F238E27FC236}">
                      <a16:creationId xmlns:a16="http://schemas.microsoft.com/office/drawing/2014/main" id="{C3A909D9-E981-0754-5FA6-F088AAED69DE}"/>
                    </a:ext>
                  </a:extLst>
                </p:cNvPr>
                <p:cNvSpPr>
                  <a:spLocks noChangeArrowheads="1"/>
                </p:cNvSpPr>
                <p:nvPr/>
              </p:nvSpPr>
              <p:spPr bwMode="auto">
                <a:xfrm>
                  <a:off x="2007" y="1056"/>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20548" name="Group 69">
                <a:extLst>
                  <a:ext uri="{FF2B5EF4-FFF2-40B4-BE49-F238E27FC236}">
                    <a16:creationId xmlns:a16="http://schemas.microsoft.com/office/drawing/2014/main" id="{73375ED1-0854-AF2F-3BF7-49326FE416C6}"/>
                  </a:ext>
                </a:extLst>
              </p:cNvPr>
              <p:cNvGrpSpPr>
                <a:grpSpLocks/>
              </p:cNvGrpSpPr>
              <p:nvPr/>
            </p:nvGrpSpPr>
            <p:grpSpPr bwMode="auto">
              <a:xfrm>
                <a:off x="2456" y="1056"/>
                <a:ext cx="512" cy="210"/>
                <a:chOff x="2456" y="1056"/>
                <a:chExt cx="512" cy="210"/>
              </a:xfrm>
            </p:grpSpPr>
            <p:sp>
              <p:nvSpPr>
                <p:cNvPr id="20549" name="Rectangle 67">
                  <a:extLst>
                    <a:ext uri="{FF2B5EF4-FFF2-40B4-BE49-F238E27FC236}">
                      <a16:creationId xmlns:a16="http://schemas.microsoft.com/office/drawing/2014/main" id="{D030B923-3112-956B-754B-B35655AD6448}"/>
                    </a:ext>
                  </a:extLst>
                </p:cNvPr>
                <p:cNvSpPr>
                  <a:spLocks noChangeArrowheads="1"/>
                </p:cNvSpPr>
                <p:nvPr/>
              </p:nvSpPr>
              <p:spPr bwMode="auto">
                <a:xfrm>
                  <a:off x="2456" y="106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50" name="Rectangle 68">
                  <a:extLst>
                    <a:ext uri="{FF2B5EF4-FFF2-40B4-BE49-F238E27FC236}">
                      <a16:creationId xmlns:a16="http://schemas.microsoft.com/office/drawing/2014/main" id="{F0C7B50D-CFD7-6F52-E002-F49C4D67879A}"/>
                    </a:ext>
                  </a:extLst>
                </p:cNvPr>
                <p:cNvSpPr>
                  <a:spLocks noChangeArrowheads="1"/>
                </p:cNvSpPr>
                <p:nvPr/>
              </p:nvSpPr>
              <p:spPr bwMode="auto">
                <a:xfrm>
                  <a:off x="2535" y="1056"/>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Mem</a:t>
                  </a:r>
                </a:p>
              </p:txBody>
            </p:sp>
          </p:grpSp>
          <p:grpSp>
            <p:nvGrpSpPr>
              <p:cNvPr id="20551" name="Group 72">
                <a:extLst>
                  <a:ext uri="{FF2B5EF4-FFF2-40B4-BE49-F238E27FC236}">
                    <a16:creationId xmlns:a16="http://schemas.microsoft.com/office/drawing/2014/main" id="{871663FC-BFFB-58EE-13F2-C6D17B1A53BD}"/>
                  </a:ext>
                </a:extLst>
              </p:cNvPr>
              <p:cNvGrpSpPr>
                <a:grpSpLocks/>
              </p:cNvGrpSpPr>
              <p:nvPr/>
            </p:nvGrpSpPr>
            <p:grpSpPr bwMode="auto">
              <a:xfrm>
                <a:off x="2984" y="1056"/>
                <a:ext cx="512" cy="210"/>
                <a:chOff x="2984" y="1056"/>
                <a:chExt cx="512" cy="210"/>
              </a:xfrm>
            </p:grpSpPr>
            <p:sp>
              <p:nvSpPr>
                <p:cNvPr id="20552" name="Rectangle 70">
                  <a:extLst>
                    <a:ext uri="{FF2B5EF4-FFF2-40B4-BE49-F238E27FC236}">
                      <a16:creationId xmlns:a16="http://schemas.microsoft.com/office/drawing/2014/main" id="{40242F5D-01A1-3BA7-442F-6972212490F5}"/>
                    </a:ext>
                  </a:extLst>
                </p:cNvPr>
                <p:cNvSpPr>
                  <a:spLocks noChangeArrowheads="1"/>
                </p:cNvSpPr>
                <p:nvPr/>
              </p:nvSpPr>
              <p:spPr bwMode="auto">
                <a:xfrm>
                  <a:off x="2984" y="106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53" name="Rectangle 71">
                  <a:extLst>
                    <a:ext uri="{FF2B5EF4-FFF2-40B4-BE49-F238E27FC236}">
                      <a16:creationId xmlns:a16="http://schemas.microsoft.com/office/drawing/2014/main" id="{E0AC88DB-7E69-3540-772F-DA22D9C2860E}"/>
                    </a:ext>
                  </a:extLst>
                </p:cNvPr>
                <p:cNvSpPr>
                  <a:spLocks noChangeArrowheads="1"/>
                </p:cNvSpPr>
                <p:nvPr/>
              </p:nvSpPr>
              <p:spPr bwMode="auto">
                <a:xfrm>
                  <a:off x="3063" y="1056"/>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grpSp>
        <p:sp>
          <p:nvSpPr>
            <p:cNvPr id="20554" name="Rectangle 74">
              <a:extLst>
                <a:ext uri="{FF2B5EF4-FFF2-40B4-BE49-F238E27FC236}">
                  <a16:creationId xmlns:a16="http://schemas.microsoft.com/office/drawing/2014/main" id="{F7C19A11-AFF8-13FC-9AF2-7C6662022E61}"/>
                </a:ext>
              </a:extLst>
            </p:cNvPr>
            <p:cNvSpPr>
              <a:spLocks noChangeArrowheads="1"/>
            </p:cNvSpPr>
            <p:nvPr/>
          </p:nvSpPr>
          <p:spPr bwMode="auto">
            <a:xfrm>
              <a:off x="471" y="1056"/>
              <a:ext cx="43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1</a:t>
              </a:r>
              <a:r>
                <a:rPr lang="en-US" altLang="zh-CN">
                  <a:ea typeface="宋体" panose="02010600030101010101" pitchFamily="2" charset="-122"/>
                </a:rPr>
                <a:t>st lw</a:t>
              </a:r>
            </a:p>
          </p:txBody>
        </p:sp>
      </p:grpSp>
      <p:grpSp>
        <p:nvGrpSpPr>
          <p:cNvPr id="20555" name="Group 91">
            <a:extLst>
              <a:ext uri="{FF2B5EF4-FFF2-40B4-BE49-F238E27FC236}">
                <a16:creationId xmlns:a16="http://schemas.microsoft.com/office/drawing/2014/main" id="{DDB7C215-0435-6298-AF4B-23A0FD5E5738}"/>
              </a:ext>
            </a:extLst>
          </p:cNvPr>
          <p:cNvGrpSpPr>
            <a:grpSpLocks/>
          </p:cNvGrpSpPr>
          <p:nvPr/>
        </p:nvGrpSpPr>
        <p:grpSpPr bwMode="auto">
          <a:xfrm>
            <a:off x="1679575" y="2133600"/>
            <a:ext cx="4165600" cy="333375"/>
            <a:chOff x="1400" y="1344"/>
            <a:chExt cx="2624" cy="210"/>
          </a:xfrm>
        </p:grpSpPr>
        <p:grpSp>
          <p:nvGrpSpPr>
            <p:cNvPr id="20556" name="Group 78">
              <a:extLst>
                <a:ext uri="{FF2B5EF4-FFF2-40B4-BE49-F238E27FC236}">
                  <a16:creationId xmlns:a16="http://schemas.microsoft.com/office/drawing/2014/main" id="{11906124-EF8B-ED46-E915-136B3F645678}"/>
                </a:ext>
              </a:extLst>
            </p:cNvPr>
            <p:cNvGrpSpPr>
              <a:grpSpLocks/>
            </p:cNvGrpSpPr>
            <p:nvPr/>
          </p:nvGrpSpPr>
          <p:grpSpPr bwMode="auto">
            <a:xfrm>
              <a:off x="1400" y="1344"/>
              <a:ext cx="512" cy="210"/>
              <a:chOff x="1400" y="1344"/>
              <a:chExt cx="512" cy="210"/>
            </a:xfrm>
          </p:grpSpPr>
          <p:sp>
            <p:nvSpPr>
              <p:cNvPr id="20557" name="Rectangle 76">
                <a:extLst>
                  <a:ext uri="{FF2B5EF4-FFF2-40B4-BE49-F238E27FC236}">
                    <a16:creationId xmlns:a16="http://schemas.microsoft.com/office/drawing/2014/main" id="{4E00A641-54F9-3C19-57EA-1A4489A3C5ED}"/>
                  </a:ext>
                </a:extLst>
              </p:cNvPr>
              <p:cNvSpPr>
                <a:spLocks noChangeArrowheads="1"/>
              </p:cNvSpPr>
              <p:nvPr/>
            </p:nvSpPr>
            <p:spPr bwMode="auto">
              <a:xfrm>
                <a:off x="1400"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58" name="Rectangle 77">
                <a:extLst>
                  <a:ext uri="{FF2B5EF4-FFF2-40B4-BE49-F238E27FC236}">
                    <a16:creationId xmlns:a16="http://schemas.microsoft.com/office/drawing/2014/main" id="{BCEB4AC6-D04F-211F-59F2-A86E7502B794}"/>
                  </a:ext>
                </a:extLst>
              </p:cNvPr>
              <p:cNvSpPr>
                <a:spLocks noChangeArrowheads="1"/>
              </p:cNvSpPr>
              <p:nvPr/>
            </p:nvSpPr>
            <p:spPr bwMode="auto">
              <a:xfrm>
                <a:off x="1441" y="134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20559" name="Group 81">
              <a:extLst>
                <a:ext uri="{FF2B5EF4-FFF2-40B4-BE49-F238E27FC236}">
                  <a16:creationId xmlns:a16="http://schemas.microsoft.com/office/drawing/2014/main" id="{DBB74A30-18A4-EAA2-B3A9-44886035F422}"/>
                </a:ext>
              </a:extLst>
            </p:cNvPr>
            <p:cNvGrpSpPr>
              <a:grpSpLocks/>
            </p:cNvGrpSpPr>
            <p:nvPr/>
          </p:nvGrpSpPr>
          <p:grpSpPr bwMode="auto">
            <a:xfrm>
              <a:off x="1911" y="1344"/>
              <a:ext cx="569" cy="210"/>
              <a:chOff x="1911" y="1344"/>
              <a:chExt cx="569" cy="210"/>
            </a:xfrm>
          </p:grpSpPr>
          <p:sp>
            <p:nvSpPr>
              <p:cNvPr id="20560" name="Rectangle 79">
                <a:extLst>
                  <a:ext uri="{FF2B5EF4-FFF2-40B4-BE49-F238E27FC236}">
                    <a16:creationId xmlns:a16="http://schemas.microsoft.com/office/drawing/2014/main" id="{E4BA503F-051C-B953-78F6-B6AAAE1F9182}"/>
                  </a:ext>
                </a:extLst>
              </p:cNvPr>
              <p:cNvSpPr>
                <a:spLocks noChangeArrowheads="1"/>
              </p:cNvSpPr>
              <p:nvPr/>
            </p:nvSpPr>
            <p:spPr bwMode="auto">
              <a:xfrm>
                <a:off x="1928"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61" name="Rectangle 80">
                <a:extLst>
                  <a:ext uri="{FF2B5EF4-FFF2-40B4-BE49-F238E27FC236}">
                    <a16:creationId xmlns:a16="http://schemas.microsoft.com/office/drawing/2014/main" id="{1D439F88-99C8-6803-4D7C-B6BFC1634014}"/>
                  </a:ext>
                </a:extLst>
              </p:cNvPr>
              <p:cNvSpPr>
                <a:spLocks noChangeArrowheads="1"/>
              </p:cNvSpPr>
              <p:nvPr/>
            </p:nvSpPr>
            <p:spPr bwMode="auto">
              <a:xfrm>
                <a:off x="1911" y="1344"/>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20562" name="Group 84">
              <a:extLst>
                <a:ext uri="{FF2B5EF4-FFF2-40B4-BE49-F238E27FC236}">
                  <a16:creationId xmlns:a16="http://schemas.microsoft.com/office/drawing/2014/main" id="{23992882-0D0C-7EC1-A61E-337508FDA443}"/>
                </a:ext>
              </a:extLst>
            </p:cNvPr>
            <p:cNvGrpSpPr>
              <a:grpSpLocks/>
            </p:cNvGrpSpPr>
            <p:nvPr/>
          </p:nvGrpSpPr>
          <p:grpSpPr bwMode="auto">
            <a:xfrm>
              <a:off x="2456" y="1344"/>
              <a:ext cx="512" cy="210"/>
              <a:chOff x="2456" y="1344"/>
              <a:chExt cx="512" cy="210"/>
            </a:xfrm>
          </p:grpSpPr>
          <p:sp>
            <p:nvSpPr>
              <p:cNvPr id="20563" name="Rectangle 82">
                <a:extLst>
                  <a:ext uri="{FF2B5EF4-FFF2-40B4-BE49-F238E27FC236}">
                    <a16:creationId xmlns:a16="http://schemas.microsoft.com/office/drawing/2014/main" id="{6AA0EAFC-90FB-F85C-D49D-4A902DFD4011}"/>
                  </a:ext>
                </a:extLst>
              </p:cNvPr>
              <p:cNvSpPr>
                <a:spLocks noChangeArrowheads="1"/>
              </p:cNvSpPr>
              <p:nvPr/>
            </p:nvSpPr>
            <p:spPr bwMode="auto">
              <a:xfrm>
                <a:off x="2456"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64" name="Rectangle 83">
                <a:extLst>
                  <a:ext uri="{FF2B5EF4-FFF2-40B4-BE49-F238E27FC236}">
                    <a16:creationId xmlns:a16="http://schemas.microsoft.com/office/drawing/2014/main" id="{24CBA966-5A95-1BFE-F188-4C10C286D0AB}"/>
                  </a:ext>
                </a:extLst>
              </p:cNvPr>
              <p:cNvSpPr>
                <a:spLocks noChangeArrowheads="1"/>
              </p:cNvSpPr>
              <p:nvPr/>
            </p:nvSpPr>
            <p:spPr bwMode="auto">
              <a:xfrm>
                <a:off x="2535" y="134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20565" name="Group 87">
              <a:extLst>
                <a:ext uri="{FF2B5EF4-FFF2-40B4-BE49-F238E27FC236}">
                  <a16:creationId xmlns:a16="http://schemas.microsoft.com/office/drawing/2014/main" id="{1DDE0F25-7F92-A816-8666-32560E5E4A8F}"/>
                </a:ext>
              </a:extLst>
            </p:cNvPr>
            <p:cNvGrpSpPr>
              <a:grpSpLocks/>
            </p:cNvGrpSpPr>
            <p:nvPr/>
          </p:nvGrpSpPr>
          <p:grpSpPr bwMode="auto">
            <a:xfrm>
              <a:off x="2984" y="1344"/>
              <a:ext cx="512" cy="210"/>
              <a:chOff x="2984" y="1344"/>
              <a:chExt cx="512" cy="210"/>
            </a:xfrm>
          </p:grpSpPr>
          <p:sp>
            <p:nvSpPr>
              <p:cNvPr id="20566" name="Rectangle 85">
                <a:extLst>
                  <a:ext uri="{FF2B5EF4-FFF2-40B4-BE49-F238E27FC236}">
                    <a16:creationId xmlns:a16="http://schemas.microsoft.com/office/drawing/2014/main" id="{9D74C6A4-A5B0-13DA-FE1F-AF0B0870A604}"/>
                  </a:ext>
                </a:extLst>
              </p:cNvPr>
              <p:cNvSpPr>
                <a:spLocks noChangeArrowheads="1"/>
              </p:cNvSpPr>
              <p:nvPr/>
            </p:nvSpPr>
            <p:spPr bwMode="auto">
              <a:xfrm>
                <a:off x="2984"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67" name="Rectangle 86">
                <a:extLst>
                  <a:ext uri="{FF2B5EF4-FFF2-40B4-BE49-F238E27FC236}">
                    <a16:creationId xmlns:a16="http://schemas.microsoft.com/office/drawing/2014/main" id="{38A39430-66B4-E157-3F6F-8837477FB2DF}"/>
                  </a:ext>
                </a:extLst>
              </p:cNvPr>
              <p:cNvSpPr>
                <a:spLocks noChangeArrowheads="1"/>
              </p:cNvSpPr>
              <p:nvPr/>
            </p:nvSpPr>
            <p:spPr bwMode="auto">
              <a:xfrm>
                <a:off x="3063" y="134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Mem</a:t>
                </a:r>
              </a:p>
            </p:txBody>
          </p:sp>
        </p:grpSp>
        <p:grpSp>
          <p:nvGrpSpPr>
            <p:cNvPr id="20568" name="Group 90">
              <a:extLst>
                <a:ext uri="{FF2B5EF4-FFF2-40B4-BE49-F238E27FC236}">
                  <a16:creationId xmlns:a16="http://schemas.microsoft.com/office/drawing/2014/main" id="{DE2E8460-6E59-0131-EC86-7A653FC09FA5}"/>
                </a:ext>
              </a:extLst>
            </p:cNvPr>
            <p:cNvGrpSpPr>
              <a:grpSpLocks/>
            </p:cNvGrpSpPr>
            <p:nvPr/>
          </p:nvGrpSpPr>
          <p:grpSpPr bwMode="auto">
            <a:xfrm>
              <a:off x="3512" y="1344"/>
              <a:ext cx="512" cy="210"/>
              <a:chOff x="3512" y="1344"/>
              <a:chExt cx="512" cy="210"/>
            </a:xfrm>
          </p:grpSpPr>
          <p:sp>
            <p:nvSpPr>
              <p:cNvPr id="20569" name="Rectangle 88">
                <a:extLst>
                  <a:ext uri="{FF2B5EF4-FFF2-40B4-BE49-F238E27FC236}">
                    <a16:creationId xmlns:a16="http://schemas.microsoft.com/office/drawing/2014/main" id="{137DC961-26E8-968B-1745-0BD7C334DC35}"/>
                  </a:ext>
                </a:extLst>
              </p:cNvPr>
              <p:cNvSpPr>
                <a:spLocks noChangeArrowheads="1"/>
              </p:cNvSpPr>
              <p:nvPr/>
            </p:nvSpPr>
            <p:spPr bwMode="auto">
              <a:xfrm>
                <a:off x="3512"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70" name="Rectangle 89">
                <a:extLst>
                  <a:ext uri="{FF2B5EF4-FFF2-40B4-BE49-F238E27FC236}">
                    <a16:creationId xmlns:a16="http://schemas.microsoft.com/office/drawing/2014/main" id="{9081BD72-3C3E-95F3-2D31-918D7B1AD994}"/>
                  </a:ext>
                </a:extLst>
              </p:cNvPr>
              <p:cNvSpPr>
                <a:spLocks noChangeArrowheads="1"/>
              </p:cNvSpPr>
              <p:nvPr/>
            </p:nvSpPr>
            <p:spPr bwMode="auto">
              <a:xfrm>
                <a:off x="3591" y="1344"/>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grpSp>
      <p:sp>
        <p:nvSpPr>
          <p:cNvPr id="20571" name="Rectangle 92">
            <a:extLst>
              <a:ext uri="{FF2B5EF4-FFF2-40B4-BE49-F238E27FC236}">
                <a16:creationId xmlns:a16="http://schemas.microsoft.com/office/drawing/2014/main" id="{1E9BCDE1-7AD9-2873-ADA2-C10E5AFDFBFB}"/>
              </a:ext>
            </a:extLst>
          </p:cNvPr>
          <p:cNvSpPr>
            <a:spLocks noChangeArrowheads="1"/>
          </p:cNvSpPr>
          <p:nvPr/>
        </p:nvSpPr>
        <p:spPr bwMode="auto">
          <a:xfrm>
            <a:off x="966788" y="2133600"/>
            <a:ext cx="7620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2</a:t>
            </a:r>
            <a:r>
              <a:rPr lang="en-US" altLang="zh-CN">
                <a:ea typeface="宋体" panose="02010600030101010101" pitchFamily="2" charset="-122"/>
              </a:rPr>
              <a:t>nd lw</a:t>
            </a:r>
          </a:p>
        </p:txBody>
      </p:sp>
      <p:grpSp>
        <p:nvGrpSpPr>
          <p:cNvPr id="20572" name="Group 108">
            <a:extLst>
              <a:ext uri="{FF2B5EF4-FFF2-40B4-BE49-F238E27FC236}">
                <a16:creationId xmlns:a16="http://schemas.microsoft.com/office/drawing/2014/main" id="{52062075-1C6E-34A6-C41C-E30A502C0496}"/>
              </a:ext>
            </a:extLst>
          </p:cNvPr>
          <p:cNvGrpSpPr>
            <a:grpSpLocks/>
          </p:cNvGrpSpPr>
          <p:nvPr/>
        </p:nvGrpSpPr>
        <p:grpSpPr bwMode="auto">
          <a:xfrm>
            <a:off x="2517775" y="2590800"/>
            <a:ext cx="4165600" cy="333375"/>
            <a:chOff x="1928" y="1632"/>
            <a:chExt cx="2624" cy="210"/>
          </a:xfrm>
        </p:grpSpPr>
        <p:grpSp>
          <p:nvGrpSpPr>
            <p:cNvPr id="20573" name="Group 95">
              <a:extLst>
                <a:ext uri="{FF2B5EF4-FFF2-40B4-BE49-F238E27FC236}">
                  <a16:creationId xmlns:a16="http://schemas.microsoft.com/office/drawing/2014/main" id="{C4B7C40F-0A22-BBBE-238D-E27445F18E78}"/>
                </a:ext>
              </a:extLst>
            </p:cNvPr>
            <p:cNvGrpSpPr>
              <a:grpSpLocks/>
            </p:cNvGrpSpPr>
            <p:nvPr/>
          </p:nvGrpSpPr>
          <p:grpSpPr bwMode="auto">
            <a:xfrm>
              <a:off x="1928" y="1632"/>
              <a:ext cx="512" cy="210"/>
              <a:chOff x="1928" y="1632"/>
              <a:chExt cx="512" cy="210"/>
            </a:xfrm>
          </p:grpSpPr>
          <p:sp>
            <p:nvSpPr>
              <p:cNvPr id="20574" name="Rectangle 93">
                <a:extLst>
                  <a:ext uri="{FF2B5EF4-FFF2-40B4-BE49-F238E27FC236}">
                    <a16:creationId xmlns:a16="http://schemas.microsoft.com/office/drawing/2014/main" id="{41F59B99-5EA3-F733-0931-68285F224846}"/>
                  </a:ext>
                </a:extLst>
              </p:cNvPr>
              <p:cNvSpPr>
                <a:spLocks noChangeArrowheads="1"/>
              </p:cNvSpPr>
              <p:nvPr/>
            </p:nvSpPr>
            <p:spPr bwMode="auto">
              <a:xfrm>
                <a:off x="1928"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75" name="Rectangle 94">
                <a:extLst>
                  <a:ext uri="{FF2B5EF4-FFF2-40B4-BE49-F238E27FC236}">
                    <a16:creationId xmlns:a16="http://schemas.microsoft.com/office/drawing/2014/main" id="{FEFCD911-12C0-CC9B-8A4C-D0D606FA2C3F}"/>
                  </a:ext>
                </a:extLst>
              </p:cNvPr>
              <p:cNvSpPr>
                <a:spLocks noChangeArrowheads="1"/>
              </p:cNvSpPr>
              <p:nvPr/>
            </p:nvSpPr>
            <p:spPr bwMode="auto">
              <a:xfrm>
                <a:off x="1969" y="163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20576" name="Group 98">
              <a:extLst>
                <a:ext uri="{FF2B5EF4-FFF2-40B4-BE49-F238E27FC236}">
                  <a16:creationId xmlns:a16="http://schemas.microsoft.com/office/drawing/2014/main" id="{3AC513A1-8046-901E-28B0-5BECED1359B3}"/>
                </a:ext>
              </a:extLst>
            </p:cNvPr>
            <p:cNvGrpSpPr>
              <a:grpSpLocks/>
            </p:cNvGrpSpPr>
            <p:nvPr/>
          </p:nvGrpSpPr>
          <p:grpSpPr bwMode="auto">
            <a:xfrm>
              <a:off x="2439" y="1632"/>
              <a:ext cx="569" cy="210"/>
              <a:chOff x="2439" y="1632"/>
              <a:chExt cx="569" cy="210"/>
            </a:xfrm>
          </p:grpSpPr>
          <p:sp>
            <p:nvSpPr>
              <p:cNvPr id="20577" name="Rectangle 96">
                <a:extLst>
                  <a:ext uri="{FF2B5EF4-FFF2-40B4-BE49-F238E27FC236}">
                    <a16:creationId xmlns:a16="http://schemas.microsoft.com/office/drawing/2014/main" id="{DC98927E-7079-5A5F-E175-80F432A74CD3}"/>
                  </a:ext>
                </a:extLst>
              </p:cNvPr>
              <p:cNvSpPr>
                <a:spLocks noChangeArrowheads="1"/>
              </p:cNvSpPr>
              <p:nvPr/>
            </p:nvSpPr>
            <p:spPr bwMode="auto">
              <a:xfrm>
                <a:off x="2456"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78" name="Rectangle 97">
                <a:extLst>
                  <a:ext uri="{FF2B5EF4-FFF2-40B4-BE49-F238E27FC236}">
                    <a16:creationId xmlns:a16="http://schemas.microsoft.com/office/drawing/2014/main" id="{880B7472-3C9B-3FE3-4B75-5E1B0CE69896}"/>
                  </a:ext>
                </a:extLst>
              </p:cNvPr>
              <p:cNvSpPr>
                <a:spLocks noChangeArrowheads="1"/>
              </p:cNvSpPr>
              <p:nvPr/>
            </p:nvSpPr>
            <p:spPr bwMode="auto">
              <a:xfrm>
                <a:off x="2439" y="1632"/>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20579" name="Group 101">
              <a:extLst>
                <a:ext uri="{FF2B5EF4-FFF2-40B4-BE49-F238E27FC236}">
                  <a16:creationId xmlns:a16="http://schemas.microsoft.com/office/drawing/2014/main" id="{81F951B1-83CB-2B4C-D829-BBBCE84BC8C8}"/>
                </a:ext>
              </a:extLst>
            </p:cNvPr>
            <p:cNvGrpSpPr>
              <a:grpSpLocks/>
            </p:cNvGrpSpPr>
            <p:nvPr/>
          </p:nvGrpSpPr>
          <p:grpSpPr bwMode="auto">
            <a:xfrm>
              <a:off x="2984" y="1632"/>
              <a:ext cx="512" cy="210"/>
              <a:chOff x="2984" y="1632"/>
              <a:chExt cx="512" cy="210"/>
            </a:xfrm>
          </p:grpSpPr>
          <p:sp>
            <p:nvSpPr>
              <p:cNvPr id="20580" name="Rectangle 99">
                <a:extLst>
                  <a:ext uri="{FF2B5EF4-FFF2-40B4-BE49-F238E27FC236}">
                    <a16:creationId xmlns:a16="http://schemas.microsoft.com/office/drawing/2014/main" id="{304EA9FB-A55D-022E-E58B-C8BB10306768}"/>
                  </a:ext>
                </a:extLst>
              </p:cNvPr>
              <p:cNvSpPr>
                <a:spLocks noChangeArrowheads="1"/>
              </p:cNvSpPr>
              <p:nvPr/>
            </p:nvSpPr>
            <p:spPr bwMode="auto">
              <a:xfrm>
                <a:off x="2984"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81" name="Rectangle 100">
                <a:extLst>
                  <a:ext uri="{FF2B5EF4-FFF2-40B4-BE49-F238E27FC236}">
                    <a16:creationId xmlns:a16="http://schemas.microsoft.com/office/drawing/2014/main" id="{99614767-CF6C-2264-1363-DA5E5AD787ED}"/>
                  </a:ext>
                </a:extLst>
              </p:cNvPr>
              <p:cNvSpPr>
                <a:spLocks noChangeArrowheads="1"/>
              </p:cNvSpPr>
              <p:nvPr/>
            </p:nvSpPr>
            <p:spPr bwMode="auto">
              <a:xfrm>
                <a:off x="3063" y="163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20582" name="Group 104">
              <a:extLst>
                <a:ext uri="{FF2B5EF4-FFF2-40B4-BE49-F238E27FC236}">
                  <a16:creationId xmlns:a16="http://schemas.microsoft.com/office/drawing/2014/main" id="{F8E3C153-E6E4-847E-D194-A3D9DD939EA6}"/>
                </a:ext>
              </a:extLst>
            </p:cNvPr>
            <p:cNvGrpSpPr>
              <a:grpSpLocks/>
            </p:cNvGrpSpPr>
            <p:nvPr/>
          </p:nvGrpSpPr>
          <p:grpSpPr bwMode="auto">
            <a:xfrm>
              <a:off x="3512" y="1632"/>
              <a:ext cx="512" cy="210"/>
              <a:chOff x="3512" y="1632"/>
              <a:chExt cx="512" cy="210"/>
            </a:xfrm>
          </p:grpSpPr>
          <p:sp>
            <p:nvSpPr>
              <p:cNvPr id="20583" name="Rectangle 102">
                <a:extLst>
                  <a:ext uri="{FF2B5EF4-FFF2-40B4-BE49-F238E27FC236}">
                    <a16:creationId xmlns:a16="http://schemas.microsoft.com/office/drawing/2014/main" id="{C281DD4D-5D63-1E57-6A20-82680B990B71}"/>
                  </a:ext>
                </a:extLst>
              </p:cNvPr>
              <p:cNvSpPr>
                <a:spLocks noChangeArrowheads="1"/>
              </p:cNvSpPr>
              <p:nvPr/>
            </p:nvSpPr>
            <p:spPr bwMode="auto">
              <a:xfrm>
                <a:off x="3512"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84" name="Rectangle 103">
                <a:extLst>
                  <a:ext uri="{FF2B5EF4-FFF2-40B4-BE49-F238E27FC236}">
                    <a16:creationId xmlns:a16="http://schemas.microsoft.com/office/drawing/2014/main" id="{4A7B6722-7096-A199-53D7-DEEF1059F1C2}"/>
                  </a:ext>
                </a:extLst>
              </p:cNvPr>
              <p:cNvSpPr>
                <a:spLocks noChangeArrowheads="1"/>
              </p:cNvSpPr>
              <p:nvPr/>
            </p:nvSpPr>
            <p:spPr bwMode="auto">
              <a:xfrm>
                <a:off x="3591" y="1632"/>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Mem</a:t>
                </a:r>
              </a:p>
            </p:txBody>
          </p:sp>
        </p:grpSp>
        <p:grpSp>
          <p:nvGrpSpPr>
            <p:cNvPr id="20585" name="Group 107">
              <a:extLst>
                <a:ext uri="{FF2B5EF4-FFF2-40B4-BE49-F238E27FC236}">
                  <a16:creationId xmlns:a16="http://schemas.microsoft.com/office/drawing/2014/main" id="{C099ACD4-B470-E5B0-7EC4-54C762D686A0}"/>
                </a:ext>
              </a:extLst>
            </p:cNvPr>
            <p:cNvGrpSpPr>
              <a:grpSpLocks/>
            </p:cNvGrpSpPr>
            <p:nvPr/>
          </p:nvGrpSpPr>
          <p:grpSpPr bwMode="auto">
            <a:xfrm>
              <a:off x="4040" y="1632"/>
              <a:ext cx="512" cy="210"/>
              <a:chOff x="4040" y="1632"/>
              <a:chExt cx="512" cy="210"/>
            </a:xfrm>
          </p:grpSpPr>
          <p:sp>
            <p:nvSpPr>
              <p:cNvPr id="20586" name="Rectangle 105">
                <a:extLst>
                  <a:ext uri="{FF2B5EF4-FFF2-40B4-BE49-F238E27FC236}">
                    <a16:creationId xmlns:a16="http://schemas.microsoft.com/office/drawing/2014/main" id="{27FEE57D-47FE-CA21-9FD6-BDFE9FE5004F}"/>
                  </a:ext>
                </a:extLst>
              </p:cNvPr>
              <p:cNvSpPr>
                <a:spLocks noChangeArrowheads="1"/>
              </p:cNvSpPr>
              <p:nvPr/>
            </p:nvSpPr>
            <p:spPr bwMode="auto">
              <a:xfrm>
                <a:off x="4040"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87" name="Rectangle 106">
                <a:extLst>
                  <a:ext uri="{FF2B5EF4-FFF2-40B4-BE49-F238E27FC236}">
                    <a16:creationId xmlns:a16="http://schemas.microsoft.com/office/drawing/2014/main" id="{ED0E7E95-125D-304F-179A-A8566A8F4464}"/>
                  </a:ext>
                </a:extLst>
              </p:cNvPr>
              <p:cNvSpPr>
                <a:spLocks noChangeArrowheads="1"/>
              </p:cNvSpPr>
              <p:nvPr/>
            </p:nvSpPr>
            <p:spPr bwMode="auto">
              <a:xfrm>
                <a:off x="4119" y="1632"/>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grpSp>
      <p:sp>
        <p:nvSpPr>
          <p:cNvPr id="20588" name="Rectangle 109">
            <a:extLst>
              <a:ext uri="{FF2B5EF4-FFF2-40B4-BE49-F238E27FC236}">
                <a16:creationId xmlns:a16="http://schemas.microsoft.com/office/drawing/2014/main" id="{2A96E6E4-9B1B-9C85-6445-7D0FEEA51623}"/>
              </a:ext>
            </a:extLst>
          </p:cNvPr>
          <p:cNvSpPr>
            <a:spLocks noChangeArrowheads="1"/>
          </p:cNvSpPr>
          <p:nvPr/>
        </p:nvSpPr>
        <p:spPr bwMode="auto">
          <a:xfrm>
            <a:off x="1804988" y="2590800"/>
            <a:ext cx="739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3</a:t>
            </a:r>
            <a:r>
              <a:rPr lang="en-US" altLang="zh-CN">
                <a:ea typeface="宋体" panose="02010600030101010101" pitchFamily="2" charset="-122"/>
              </a:rPr>
              <a:t>rd lw</a:t>
            </a:r>
          </a:p>
        </p:txBody>
      </p:sp>
      <p:sp>
        <p:nvSpPr>
          <p:cNvPr id="20589" name="Line 110">
            <a:extLst>
              <a:ext uri="{FF2B5EF4-FFF2-40B4-BE49-F238E27FC236}">
                <a16:creationId xmlns:a16="http://schemas.microsoft.com/office/drawing/2014/main" id="{7F78122C-07A1-946A-D7BB-4E8159DA95D2}"/>
              </a:ext>
            </a:extLst>
          </p:cNvPr>
          <p:cNvSpPr>
            <a:spLocks noChangeShapeType="1"/>
          </p:cNvSpPr>
          <p:nvPr/>
        </p:nvSpPr>
        <p:spPr bwMode="auto">
          <a:xfrm flipV="1">
            <a:off x="5857875" y="1511300"/>
            <a:ext cx="0" cy="558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90" name="Line 111">
            <a:extLst>
              <a:ext uri="{FF2B5EF4-FFF2-40B4-BE49-F238E27FC236}">
                <a16:creationId xmlns:a16="http://schemas.microsoft.com/office/drawing/2014/main" id="{F7C2BD99-1043-91D5-7B22-69B701681D27}"/>
              </a:ext>
            </a:extLst>
          </p:cNvPr>
          <p:cNvSpPr>
            <a:spLocks noChangeShapeType="1"/>
          </p:cNvSpPr>
          <p:nvPr/>
        </p:nvSpPr>
        <p:spPr bwMode="auto">
          <a:xfrm flipV="1">
            <a:off x="6696075" y="1511300"/>
            <a:ext cx="0" cy="10160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41" name="Rectangle 113">
            <a:extLst>
              <a:ext uri="{FF2B5EF4-FFF2-40B4-BE49-F238E27FC236}">
                <a16:creationId xmlns:a16="http://schemas.microsoft.com/office/drawing/2014/main" id="{8A750617-F6DD-81F5-368B-FE743EE553AC}"/>
              </a:ext>
            </a:extLst>
          </p:cNvPr>
          <p:cNvSpPr>
            <a:spLocks noChangeArrowheads="1"/>
          </p:cNvSpPr>
          <p:nvPr/>
        </p:nvSpPr>
        <p:spPr bwMode="auto">
          <a:xfrm>
            <a:off x="579438" y="4170363"/>
            <a:ext cx="7232650" cy="25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1600" b="1">
                <a:solidFill>
                  <a:schemeClr val="tx1"/>
                </a:solidFill>
                <a:latin typeface="Times New Roman" panose="02020603050405020304" pitchFamily="18" charset="0"/>
              </a:defRPr>
            </a:lvl1pPr>
            <a:lvl2pPr marL="742950" indent="-285750">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a:lnSpc>
                <a:spcPct val="115000"/>
              </a:lnSpc>
              <a:buFontTx/>
              <a:buChar char="•"/>
            </a:pPr>
            <a:r>
              <a:rPr lang="zh-CN" altLang="en-US" sz="2000">
                <a:latin typeface="Arial" panose="020B0604020202020204" pitchFamily="34" charset="0"/>
                <a:ea typeface="黑体" panose="02010609060101010101" pitchFamily="49" charset="-122"/>
              </a:rPr>
              <a:t>每个周期有五个功能部件同时在工作</a:t>
            </a:r>
            <a:endParaRPr lang="en-US" altLang="zh-CN" sz="2000">
              <a:latin typeface="Arial" panose="020B0604020202020204" pitchFamily="34" charset="0"/>
              <a:ea typeface="黑体" panose="02010609060101010101" pitchFamily="49" charset="-122"/>
            </a:endParaRPr>
          </a:p>
          <a:p>
            <a:pPr>
              <a:lnSpc>
                <a:spcPct val="115000"/>
              </a:lnSpc>
              <a:buFontTx/>
              <a:buChar char="•"/>
            </a:pPr>
            <a:r>
              <a:rPr lang="zh-CN" altLang="en-US" sz="2000">
                <a:latin typeface="Arial" panose="020B0604020202020204" pitchFamily="34" charset="0"/>
                <a:ea typeface="黑体" panose="02010609060101010101" pitchFamily="49" charset="-122"/>
              </a:rPr>
              <a:t>后面指令在前面完成取指后马上开始</a:t>
            </a:r>
          </a:p>
          <a:p>
            <a:pPr>
              <a:lnSpc>
                <a:spcPct val="115000"/>
              </a:lnSpc>
              <a:buFontTx/>
              <a:buChar char="•"/>
            </a:pPr>
            <a:r>
              <a:rPr lang="zh-CN" altLang="en-US" sz="2000">
                <a:latin typeface="Arial" panose="020B0604020202020204" pitchFamily="34" charset="0"/>
                <a:ea typeface="黑体" panose="02010609060101010101" pitchFamily="49" charset="-122"/>
              </a:rPr>
              <a:t>每个</a:t>
            </a:r>
            <a:r>
              <a:rPr lang="en-US" altLang="zh-CN" sz="2000">
                <a:latin typeface="Arial" panose="020B0604020202020204" pitchFamily="34" charset="0"/>
                <a:ea typeface="黑体" panose="02010609060101010101" pitchFamily="49" charset="-122"/>
              </a:rPr>
              <a:t>load</a:t>
            </a:r>
            <a:r>
              <a:rPr lang="zh-CN" altLang="en-US" sz="2000">
                <a:latin typeface="Arial" panose="020B0604020202020204" pitchFamily="34" charset="0"/>
                <a:ea typeface="黑体" panose="02010609060101010101" pitchFamily="49" charset="-122"/>
              </a:rPr>
              <a:t>指令仍然需要五个周期完成</a:t>
            </a:r>
            <a:endParaRPr lang="en-US" altLang="zh-CN" sz="2000">
              <a:latin typeface="Arial" panose="020B0604020202020204" pitchFamily="34" charset="0"/>
              <a:ea typeface="黑体" panose="02010609060101010101" pitchFamily="49" charset="-122"/>
            </a:endParaRPr>
          </a:p>
          <a:p>
            <a:pPr>
              <a:lnSpc>
                <a:spcPct val="115000"/>
              </a:lnSpc>
              <a:buFontTx/>
              <a:buChar char="•"/>
            </a:pPr>
            <a:r>
              <a:rPr lang="zh-CN" altLang="en-US" sz="2000">
                <a:latin typeface="Arial" panose="020B0604020202020204" pitchFamily="34" charset="0"/>
                <a:ea typeface="黑体" panose="02010609060101010101" pitchFamily="49" charset="-122"/>
              </a:rPr>
              <a:t>但是，吞吐率</a:t>
            </a:r>
            <a:r>
              <a:rPr lang="en-US" altLang="zh-CN" sz="2000">
                <a:latin typeface="Arial" panose="020B0604020202020204" pitchFamily="34" charset="0"/>
                <a:ea typeface="黑体" panose="02010609060101010101" pitchFamily="49" charset="-122"/>
              </a:rPr>
              <a:t>(throughput)</a:t>
            </a:r>
            <a:r>
              <a:rPr lang="zh-CN" altLang="en-US" sz="2000">
                <a:latin typeface="Arial" panose="020B0604020202020204" pitchFamily="34" charset="0"/>
                <a:ea typeface="黑体" panose="02010609060101010101" pitchFamily="49" charset="-122"/>
              </a:rPr>
              <a:t>提高许多，理想情况下：</a:t>
            </a:r>
            <a:endParaRPr lang="en-US" altLang="zh-CN" sz="2000">
              <a:latin typeface="Arial" panose="020B0604020202020204" pitchFamily="34" charset="0"/>
              <a:ea typeface="黑体" panose="02010609060101010101" pitchFamily="49" charset="-122"/>
            </a:endParaRPr>
          </a:p>
          <a:p>
            <a:pPr lvl="1">
              <a:lnSpc>
                <a:spcPct val="115000"/>
              </a:lnSpc>
              <a:buFontTx/>
              <a:buChar char="•"/>
            </a:pPr>
            <a:r>
              <a:rPr lang="zh-CN" altLang="en-US" sz="2000">
                <a:solidFill>
                  <a:schemeClr val="accent2"/>
                </a:solidFill>
                <a:latin typeface="Arial" panose="020B0604020202020204" pitchFamily="34" charset="0"/>
                <a:ea typeface="黑体" panose="02010609060101010101" pitchFamily="49" charset="-122"/>
              </a:rPr>
              <a:t>每个周期有一条指令进入流水线</a:t>
            </a:r>
          </a:p>
          <a:p>
            <a:pPr lvl="1">
              <a:lnSpc>
                <a:spcPct val="115000"/>
              </a:lnSpc>
              <a:buFontTx/>
              <a:buChar char="•"/>
            </a:pPr>
            <a:r>
              <a:rPr lang="zh-CN" altLang="en-US" sz="2000">
                <a:solidFill>
                  <a:schemeClr val="accent2"/>
                </a:solidFill>
                <a:latin typeface="Arial" panose="020B0604020202020204" pitchFamily="34" charset="0"/>
                <a:ea typeface="黑体" panose="02010609060101010101" pitchFamily="49" charset="-122"/>
              </a:rPr>
              <a:t>每个周期都有一条指令完成</a:t>
            </a:r>
          </a:p>
          <a:p>
            <a:pPr lvl="1">
              <a:lnSpc>
                <a:spcPct val="115000"/>
              </a:lnSpc>
              <a:buFontTx/>
              <a:buChar char="•"/>
            </a:pPr>
            <a:r>
              <a:rPr lang="zh-CN" altLang="en-US" sz="2000">
                <a:solidFill>
                  <a:schemeClr val="accent2"/>
                </a:solidFill>
                <a:latin typeface="Arial" panose="020B0604020202020204" pitchFamily="34" charset="0"/>
                <a:ea typeface="黑体" panose="02010609060101010101" pitchFamily="49" charset="-122"/>
              </a:rPr>
              <a:t>每条指令的有效周期</a:t>
            </a:r>
            <a:r>
              <a:rPr lang="en-US" altLang="zh-CN" sz="2000">
                <a:solidFill>
                  <a:schemeClr val="accent2"/>
                </a:solidFill>
                <a:latin typeface="Arial" panose="020B0604020202020204" pitchFamily="34" charset="0"/>
                <a:ea typeface="黑体" panose="02010609060101010101" pitchFamily="49" charset="-122"/>
              </a:rPr>
              <a:t>(CPI)</a:t>
            </a:r>
            <a:r>
              <a:rPr lang="zh-CN" altLang="en-US" sz="2000">
                <a:solidFill>
                  <a:schemeClr val="accent2"/>
                </a:solidFill>
                <a:latin typeface="Arial" panose="020B0604020202020204" pitchFamily="34" charset="0"/>
                <a:ea typeface="黑体" panose="02010609060101010101" pitchFamily="49" charset="-122"/>
              </a:rPr>
              <a:t>为</a:t>
            </a:r>
            <a:r>
              <a:rPr lang="en-US" altLang="zh-CN" sz="2000">
                <a:solidFill>
                  <a:schemeClr val="accent2"/>
                </a:solidFill>
                <a:latin typeface="Arial" panose="020B0604020202020204" pitchFamily="34" charset="0"/>
                <a:ea typeface="黑体" panose="02010609060101010101" pitchFamily="49" charset="-122"/>
              </a:rPr>
              <a:t>1</a:t>
            </a:r>
          </a:p>
        </p:txBody>
      </p:sp>
      <p:sp>
        <p:nvSpPr>
          <p:cNvPr id="112" name="TextBox 34">
            <a:extLst>
              <a:ext uri="{FF2B5EF4-FFF2-40B4-BE49-F238E27FC236}">
                <a16:creationId xmlns:a16="http://schemas.microsoft.com/office/drawing/2014/main" id="{0725A321-0836-CB0B-0DDD-CE38BF52EE45}"/>
              </a:ext>
            </a:extLst>
          </p:cNvPr>
          <p:cNvSpPr txBox="1">
            <a:spLocks noChangeArrowheads="1"/>
          </p:cNvSpPr>
          <p:nvPr/>
        </p:nvSpPr>
        <p:spPr bwMode="auto">
          <a:xfrm>
            <a:off x="7213600" y="4594225"/>
            <a:ext cx="1712913" cy="18161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ea typeface="宋体" panose="02010600030101010101" pitchFamily="2" charset="-122"/>
              </a:rPr>
              <a:t>多周期中第二周期投机只能给一个指令用，或者</a:t>
            </a:r>
            <a:r>
              <a:rPr lang="en-US" altLang="zh-CN">
                <a:ea typeface="宋体" panose="02010600030101010101" pitchFamily="2" charset="-122"/>
              </a:rPr>
              <a:t>lw/sw</a:t>
            </a:r>
            <a:r>
              <a:rPr lang="zh-CN" altLang="en-US">
                <a:ea typeface="宋体" panose="02010600030101010101" pitchFamily="2" charset="-122"/>
              </a:rPr>
              <a:t>或者</a:t>
            </a:r>
            <a:r>
              <a:rPr lang="en-US" altLang="zh-CN">
                <a:ea typeface="宋体" panose="02010600030101010101" pitchFamily="2" charset="-122"/>
              </a:rPr>
              <a:t>beq</a:t>
            </a:r>
            <a:r>
              <a:rPr lang="zh-CN" altLang="en-US">
                <a:ea typeface="宋体" panose="02010600030101010101" pitchFamily="2" charset="-122"/>
              </a:rPr>
              <a:t>。流水线中可取消投机而不影响</a:t>
            </a:r>
            <a:r>
              <a:rPr lang="en-US" altLang="zh-CN">
                <a:ea typeface="宋体" panose="02010600030101010101" pitchFamily="2" charset="-122"/>
              </a:rPr>
              <a:t>CPI</a:t>
            </a:r>
            <a:endParaRPr lang="zh-CN" altLang="en-US">
              <a:ea typeface="宋体" panose="02010600030101010101" pitchFamily="2" charset="-122"/>
            </a:endParaRPr>
          </a:p>
        </p:txBody>
      </p:sp>
      <p:grpSp>
        <p:nvGrpSpPr>
          <p:cNvPr id="20593" name="Group 108">
            <a:extLst>
              <a:ext uri="{FF2B5EF4-FFF2-40B4-BE49-F238E27FC236}">
                <a16:creationId xmlns:a16="http://schemas.microsoft.com/office/drawing/2014/main" id="{147D70D8-05AC-4773-9D58-C292995AE650}"/>
              </a:ext>
            </a:extLst>
          </p:cNvPr>
          <p:cNvGrpSpPr>
            <a:grpSpLocks/>
          </p:cNvGrpSpPr>
          <p:nvPr/>
        </p:nvGrpSpPr>
        <p:grpSpPr bwMode="auto">
          <a:xfrm>
            <a:off x="3336925" y="3059113"/>
            <a:ext cx="4165600" cy="333375"/>
            <a:chOff x="1928" y="1632"/>
            <a:chExt cx="2624" cy="210"/>
          </a:xfrm>
        </p:grpSpPr>
        <p:grpSp>
          <p:nvGrpSpPr>
            <p:cNvPr id="20594" name="Group 95">
              <a:extLst>
                <a:ext uri="{FF2B5EF4-FFF2-40B4-BE49-F238E27FC236}">
                  <a16:creationId xmlns:a16="http://schemas.microsoft.com/office/drawing/2014/main" id="{9AAFFF48-B22D-EF30-602F-000904777679}"/>
                </a:ext>
              </a:extLst>
            </p:cNvPr>
            <p:cNvGrpSpPr>
              <a:grpSpLocks/>
            </p:cNvGrpSpPr>
            <p:nvPr/>
          </p:nvGrpSpPr>
          <p:grpSpPr bwMode="auto">
            <a:xfrm>
              <a:off x="1928" y="1632"/>
              <a:ext cx="512" cy="210"/>
              <a:chOff x="1928" y="1632"/>
              <a:chExt cx="512" cy="210"/>
            </a:xfrm>
          </p:grpSpPr>
          <p:sp>
            <p:nvSpPr>
              <p:cNvPr id="20595" name="Rectangle 93">
                <a:extLst>
                  <a:ext uri="{FF2B5EF4-FFF2-40B4-BE49-F238E27FC236}">
                    <a16:creationId xmlns:a16="http://schemas.microsoft.com/office/drawing/2014/main" id="{7A4CEB56-2BD4-5ADF-32F6-9237DAD3A33A}"/>
                  </a:ext>
                </a:extLst>
              </p:cNvPr>
              <p:cNvSpPr>
                <a:spLocks noChangeArrowheads="1"/>
              </p:cNvSpPr>
              <p:nvPr/>
            </p:nvSpPr>
            <p:spPr bwMode="auto">
              <a:xfrm>
                <a:off x="1928"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96" name="Rectangle 94">
                <a:extLst>
                  <a:ext uri="{FF2B5EF4-FFF2-40B4-BE49-F238E27FC236}">
                    <a16:creationId xmlns:a16="http://schemas.microsoft.com/office/drawing/2014/main" id="{020697F9-B71D-2810-9484-0B9651B1B7F2}"/>
                  </a:ext>
                </a:extLst>
              </p:cNvPr>
              <p:cNvSpPr>
                <a:spLocks noChangeArrowheads="1"/>
              </p:cNvSpPr>
              <p:nvPr/>
            </p:nvSpPr>
            <p:spPr bwMode="auto">
              <a:xfrm>
                <a:off x="1969" y="163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20597" name="Group 98">
              <a:extLst>
                <a:ext uri="{FF2B5EF4-FFF2-40B4-BE49-F238E27FC236}">
                  <a16:creationId xmlns:a16="http://schemas.microsoft.com/office/drawing/2014/main" id="{606B9D3D-F600-F0DA-6652-12887CA9B0C7}"/>
                </a:ext>
              </a:extLst>
            </p:cNvPr>
            <p:cNvGrpSpPr>
              <a:grpSpLocks/>
            </p:cNvGrpSpPr>
            <p:nvPr/>
          </p:nvGrpSpPr>
          <p:grpSpPr bwMode="auto">
            <a:xfrm>
              <a:off x="2439" y="1632"/>
              <a:ext cx="569" cy="210"/>
              <a:chOff x="2439" y="1632"/>
              <a:chExt cx="569" cy="210"/>
            </a:xfrm>
          </p:grpSpPr>
          <p:sp>
            <p:nvSpPr>
              <p:cNvPr id="20598" name="Rectangle 96">
                <a:extLst>
                  <a:ext uri="{FF2B5EF4-FFF2-40B4-BE49-F238E27FC236}">
                    <a16:creationId xmlns:a16="http://schemas.microsoft.com/office/drawing/2014/main" id="{EAC4118B-9C57-B924-5886-130B5450EBCC}"/>
                  </a:ext>
                </a:extLst>
              </p:cNvPr>
              <p:cNvSpPr>
                <a:spLocks noChangeArrowheads="1"/>
              </p:cNvSpPr>
              <p:nvPr/>
            </p:nvSpPr>
            <p:spPr bwMode="auto">
              <a:xfrm>
                <a:off x="2456"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599" name="Rectangle 97">
                <a:extLst>
                  <a:ext uri="{FF2B5EF4-FFF2-40B4-BE49-F238E27FC236}">
                    <a16:creationId xmlns:a16="http://schemas.microsoft.com/office/drawing/2014/main" id="{381C6D7C-2A38-AAE1-0AE2-5ADD98E22CFF}"/>
                  </a:ext>
                </a:extLst>
              </p:cNvPr>
              <p:cNvSpPr>
                <a:spLocks noChangeArrowheads="1"/>
              </p:cNvSpPr>
              <p:nvPr/>
            </p:nvSpPr>
            <p:spPr bwMode="auto">
              <a:xfrm>
                <a:off x="2439" y="1632"/>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20600" name="Group 101">
              <a:extLst>
                <a:ext uri="{FF2B5EF4-FFF2-40B4-BE49-F238E27FC236}">
                  <a16:creationId xmlns:a16="http://schemas.microsoft.com/office/drawing/2014/main" id="{8DCB7169-0ACB-C6EC-5498-9EE084DF75CE}"/>
                </a:ext>
              </a:extLst>
            </p:cNvPr>
            <p:cNvGrpSpPr>
              <a:grpSpLocks/>
            </p:cNvGrpSpPr>
            <p:nvPr/>
          </p:nvGrpSpPr>
          <p:grpSpPr bwMode="auto">
            <a:xfrm>
              <a:off x="2984" y="1632"/>
              <a:ext cx="512" cy="210"/>
              <a:chOff x="2984" y="1632"/>
              <a:chExt cx="512" cy="210"/>
            </a:xfrm>
          </p:grpSpPr>
          <p:sp>
            <p:nvSpPr>
              <p:cNvPr id="20601" name="Rectangle 99">
                <a:extLst>
                  <a:ext uri="{FF2B5EF4-FFF2-40B4-BE49-F238E27FC236}">
                    <a16:creationId xmlns:a16="http://schemas.microsoft.com/office/drawing/2014/main" id="{B44151DA-88FD-74B6-1D7A-4831C267D61F}"/>
                  </a:ext>
                </a:extLst>
              </p:cNvPr>
              <p:cNvSpPr>
                <a:spLocks noChangeArrowheads="1"/>
              </p:cNvSpPr>
              <p:nvPr/>
            </p:nvSpPr>
            <p:spPr bwMode="auto">
              <a:xfrm>
                <a:off x="2984"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602" name="Rectangle 100">
                <a:extLst>
                  <a:ext uri="{FF2B5EF4-FFF2-40B4-BE49-F238E27FC236}">
                    <a16:creationId xmlns:a16="http://schemas.microsoft.com/office/drawing/2014/main" id="{FC03F11F-685C-F0F5-52C8-B28E1EEB9D7F}"/>
                  </a:ext>
                </a:extLst>
              </p:cNvPr>
              <p:cNvSpPr>
                <a:spLocks noChangeArrowheads="1"/>
              </p:cNvSpPr>
              <p:nvPr/>
            </p:nvSpPr>
            <p:spPr bwMode="auto">
              <a:xfrm>
                <a:off x="3063" y="163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20603" name="Group 104">
              <a:extLst>
                <a:ext uri="{FF2B5EF4-FFF2-40B4-BE49-F238E27FC236}">
                  <a16:creationId xmlns:a16="http://schemas.microsoft.com/office/drawing/2014/main" id="{F0C15A4A-368F-33C4-A170-61B669E54E4D}"/>
                </a:ext>
              </a:extLst>
            </p:cNvPr>
            <p:cNvGrpSpPr>
              <a:grpSpLocks/>
            </p:cNvGrpSpPr>
            <p:nvPr/>
          </p:nvGrpSpPr>
          <p:grpSpPr bwMode="auto">
            <a:xfrm>
              <a:off x="3512" y="1632"/>
              <a:ext cx="512" cy="210"/>
              <a:chOff x="3512" y="1632"/>
              <a:chExt cx="512" cy="210"/>
            </a:xfrm>
          </p:grpSpPr>
          <p:sp>
            <p:nvSpPr>
              <p:cNvPr id="20604" name="Rectangle 102">
                <a:extLst>
                  <a:ext uri="{FF2B5EF4-FFF2-40B4-BE49-F238E27FC236}">
                    <a16:creationId xmlns:a16="http://schemas.microsoft.com/office/drawing/2014/main" id="{14DAA6FD-4845-4F99-923F-732303228D98}"/>
                  </a:ext>
                </a:extLst>
              </p:cNvPr>
              <p:cNvSpPr>
                <a:spLocks noChangeArrowheads="1"/>
              </p:cNvSpPr>
              <p:nvPr/>
            </p:nvSpPr>
            <p:spPr bwMode="auto">
              <a:xfrm>
                <a:off x="3512"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605" name="Rectangle 103">
                <a:extLst>
                  <a:ext uri="{FF2B5EF4-FFF2-40B4-BE49-F238E27FC236}">
                    <a16:creationId xmlns:a16="http://schemas.microsoft.com/office/drawing/2014/main" id="{C5E5B546-12D1-50DA-2959-6F9A9F3C9C63}"/>
                  </a:ext>
                </a:extLst>
              </p:cNvPr>
              <p:cNvSpPr>
                <a:spLocks noChangeArrowheads="1"/>
              </p:cNvSpPr>
              <p:nvPr/>
            </p:nvSpPr>
            <p:spPr bwMode="auto">
              <a:xfrm>
                <a:off x="3591" y="1632"/>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Mem</a:t>
                </a:r>
              </a:p>
            </p:txBody>
          </p:sp>
        </p:grpSp>
        <p:grpSp>
          <p:nvGrpSpPr>
            <p:cNvPr id="20606" name="Group 107">
              <a:extLst>
                <a:ext uri="{FF2B5EF4-FFF2-40B4-BE49-F238E27FC236}">
                  <a16:creationId xmlns:a16="http://schemas.microsoft.com/office/drawing/2014/main" id="{92493573-B187-4D74-B61C-0FDCFD643783}"/>
                </a:ext>
              </a:extLst>
            </p:cNvPr>
            <p:cNvGrpSpPr>
              <a:grpSpLocks/>
            </p:cNvGrpSpPr>
            <p:nvPr/>
          </p:nvGrpSpPr>
          <p:grpSpPr bwMode="auto">
            <a:xfrm>
              <a:off x="4040" y="1632"/>
              <a:ext cx="512" cy="210"/>
              <a:chOff x="4040" y="1632"/>
              <a:chExt cx="512" cy="210"/>
            </a:xfrm>
          </p:grpSpPr>
          <p:sp>
            <p:nvSpPr>
              <p:cNvPr id="20607" name="Rectangle 105">
                <a:extLst>
                  <a:ext uri="{FF2B5EF4-FFF2-40B4-BE49-F238E27FC236}">
                    <a16:creationId xmlns:a16="http://schemas.microsoft.com/office/drawing/2014/main" id="{0D6A6B6F-43B3-BBF1-CC05-06A8E8F10AB3}"/>
                  </a:ext>
                </a:extLst>
              </p:cNvPr>
              <p:cNvSpPr>
                <a:spLocks noChangeArrowheads="1"/>
              </p:cNvSpPr>
              <p:nvPr/>
            </p:nvSpPr>
            <p:spPr bwMode="auto">
              <a:xfrm>
                <a:off x="4040"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608" name="Rectangle 106">
                <a:extLst>
                  <a:ext uri="{FF2B5EF4-FFF2-40B4-BE49-F238E27FC236}">
                    <a16:creationId xmlns:a16="http://schemas.microsoft.com/office/drawing/2014/main" id="{E3256EAF-DCF6-4177-23E0-C40DCBF87A64}"/>
                  </a:ext>
                </a:extLst>
              </p:cNvPr>
              <p:cNvSpPr>
                <a:spLocks noChangeArrowheads="1"/>
              </p:cNvSpPr>
              <p:nvPr/>
            </p:nvSpPr>
            <p:spPr bwMode="auto">
              <a:xfrm>
                <a:off x="4119" y="1632"/>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grpSp>
      <p:sp>
        <p:nvSpPr>
          <p:cNvPr id="20609" name="Rectangle 109">
            <a:extLst>
              <a:ext uri="{FF2B5EF4-FFF2-40B4-BE49-F238E27FC236}">
                <a16:creationId xmlns:a16="http://schemas.microsoft.com/office/drawing/2014/main" id="{DA5AE042-E822-5FBF-5861-8A53C222F51F}"/>
              </a:ext>
            </a:extLst>
          </p:cNvPr>
          <p:cNvSpPr>
            <a:spLocks noChangeArrowheads="1"/>
          </p:cNvSpPr>
          <p:nvPr/>
        </p:nvSpPr>
        <p:spPr bwMode="auto">
          <a:xfrm>
            <a:off x="2624138" y="3059113"/>
            <a:ext cx="74771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4rd lw</a:t>
            </a:r>
          </a:p>
        </p:txBody>
      </p:sp>
      <p:grpSp>
        <p:nvGrpSpPr>
          <p:cNvPr id="20610" name="Group 108">
            <a:extLst>
              <a:ext uri="{FF2B5EF4-FFF2-40B4-BE49-F238E27FC236}">
                <a16:creationId xmlns:a16="http://schemas.microsoft.com/office/drawing/2014/main" id="{D9C88473-2C15-DFEB-1755-228134890C48}"/>
              </a:ext>
            </a:extLst>
          </p:cNvPr>
          <p:cNvGrpSpPr>
            <a:grpSpLocks/>
          </p:cNvGrpSpPr>
          <p:nvPr/>
        </p:nvGrpSpPr>
        <p:grpSpPr bwMode="auto">
          <a:xfrm>
            <a:off x="4176713" y="3516313"/>
            <a:ext cx="4165600" cy="333375"/>
            <a:chOff x="1928" y="1632"/>
            <a:chExt cx="2624" cy="210"/>
          </a:xfrm>
        </p:grpSpPr>
        <p:grpSp>
          <p:nvGrpSpPr>
            <p:cNvPr id="20611" name="Group 95">
              <a:extLst>
                <a:ext uri="{FF2B5EF4-FFF2-40B4-BE49-F238E27FC236}">
                  <a16:creationId xmlns:a16="http://schemas.microsoft.com/office/drawing/2014/main" id="{610F8CCA-DDBD-5573-BD9D-7BDCF20E43E4}"/>
                </a:ext>
              </a:extLst>
            </p:cNvPr>
            <p:cNvGrpSpPr>
              <a:grpSpLocks/>
            </p:cNvGrpSpPr>
            <p:nvPr/>
          </p:nvGrpSpPr>
          <p:grpSpPr bwMode="auto">
            <a:xfrm>
              <a:off x="1928" y="1632"/>
              <a:ext cx="512" cy="210"/>
              <a:chOff x="1928" y="1632"/>
              <a:chExt cx="512" cy="210"/>
            </a:xfrm>
          </p:grpSpPr>
          <p:sp>
            <p:nvSpPr>
              <p:cNvPr id="20612" name="Rectangle 93">
                <a:extLst>
                  <a:ext uri="{FF2B5EF4-FFF2-40B4-BE49-F238E27FC236}">
                    <a16:creationId xmlns:a16="http://schemas.microsoft.com/office/drawing/2014/main" id="{13D1E4F5-10D6-3E4D-A7EA-98E1D6191B24}"/>
                  </a:ext>
                </a:extLst>
              </p:cNvPr>
              <p:cNvSpPr>
                <a:spLocks noChangeArrowheads="1"/>
              </p:cNvSpPr>
              <p:nvPr/>
            </p:nvSpPr>
            <p:spPr bwMode="auto">
              <a:xfrm>
                <a:off x="1928"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613" name="Rectangle 94">
                <a:extLst>
                  <a:ext uri="{FF2B5EF4-FFF2-40B4-BE49-F238E27FC236}">
                    <a16:creationId xmlns:a16="http://schemas.microsoft.com/office/drawing/2014/main" id="{42AE0A1C-FE3F-B1B3-B377-76D1BDE6A6AF}"/>
                  </a:ext>
                </a:extLst>
              </p:cNvPr>
              <p:cNvSpPr>
                <a:spLocks noChangeArrowheads="1"/>
              </p:cNvSpPr>
              <p:nvPr/>
            </p:nvSpPr>
            <p:spPr bwMode="auto">
              <a:xfrm>
                <a:off x="1969" y="163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20614" name="Group 98">
              <a:extLst>
                <a:ext uri="{FF2B5EF4-FFF2-40B4-BE49-F238E27FC236}">
                  <a16:creationId xmlns:a16="http://schemas.microsoft.com/office/drawing/2014/main" id="{5C41D5D2-9B2B-7647-CE20-C562F86D2BF4}"/>
                </a:ext>
              </a:extLst>
            </p:cNvPr>
            <p:cNvGrpSpPr>
              <a:grpSpLocks/>
            </p:cNvGrpSpPr>
            <p:nvPr/>
          </p:nvGrpSpPr>
          <p:grpSpPr bwMode="auto">
            <a:xfrm>
              <a:off x="2439" y="1632"/>
              <a:ext cx="569" cy="210"/>
              <a:chOff x="2439" y="1632"/>
              <a:chExt cx="569" cy="210"/>
            </a:xfrm>
          </p:grpSpPr>
          <p:sp>
            <p:nvSpPr>
              <p:cNvPr id="20615" name="Rectangle 96">
                <a:extLst>
                  <a:ext uri="{FF2B5EF4-FFF2-40B4-BE49-F238E27FC236}">
                    <a16:creationId xmlns:a16="http://schemas.microsoft.com/office/drawing/2014/main" id="{6F73B2E4-4BD9-8CBB-959A-E9262CEC499C}"/>
                  </a:ext>
                </a:extLst>
              </p:cNvPr>
              <p:cNvSpPr>
                <a:spLocks noChangeArrowheads="1"/>
              </p:cNvSpPr>
              <p:nvPr/>
            </p:nvSpPr>
            <p:spPr bwMode="auto">
              <a:xfrm>
                <a:off x="2456"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616" name="Rectangle 97">
                <a:extLst>
                  <a:ext uri="{FF2B5EF4-FFF2-40B4-BE49-F238E27FC236}">
                    <a16:creationId xmlns:a16="http://schemas.microsoft.com/office/drawing/2014/main" id="{02F98AED-6B9E-9A54-CE5C-2F0A445CF0D0}"/>
                  </a:ext>
                </a:extLst>
              </p:cNvPr>
              <p:cNvSpPr>
                <a:spLocks noChangeArrowheads="1"/>
              </p:cNvSpPr>
              <p:nvPr/>
            </p:nvSpPr>
            <p:spPr bwMode="auto">
              <a:xfrm>
                <a:off x="2439" y="1632"/>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20617" name="Group 101">
              <a:extLst>
                <a:ext uri="{FF2B5EF4-FFF2-40B4-BE49-F238E27FC236}">
                  <a16:creationId xmlns:a16="http://schemas.microsoft.com/office/drawing/2014/main" id="{57A8B3B0-EE7F-37F3-56D8-FD2EBD365A2B}"/>
                </a:ext>
              </a:extLst>
            </p:cNvPr>
            <p:cNvGrpSpPr>
              <a:grpSpLocks/>
            </p:cNvGrpSpPr>
            <p:nvPr/>
          </p:nvGrpSpPr>
          <p:grpSpPr bwMode="auto">
            <a:xfrm>
              <a:off x="2984" y="1632"/>
              <a:ext cx="512" cy="210"/>
              <a:chOff x="2984" y="1632"/>
              <a:chExt cx="512" cy="210"/>
            </a:xfrm>
          </p:grpSpPr>
          <p:sp>
            <p:nvSpPr>
              <p:cNvPr id="20618" name="Rectangle 99">
                <a:extLst>
                  <a:ext uri="{FF2B5EF4-FFF2-40B4-BE49-F238E27FC236}">
                    <a16:creationId xmlns:a16="http://schemas.microsoft.com/office/drawing/2014/main" id="{72097CF9-2AA9-2ABC-B964-D8C842BEBC84}"/>
                  </a:ext>
                </a:extLst>
              </p:cNvPr>
              <p:cNvSpPr>
                <a:spLocks noChangeArrowheads="1"/>
              </p:cNvSpPr>
              <p:nvPr/>
            </p:nvSpPr>
            <p:spPr bwMode="auto">
              <a:xfrm>
                <a:off x="2984"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619" name="Rectangle 100">
                <a:extLst>
                  <a:ext uri="{FF2B5EF4-FFF2-40B4-BE49-F238E27FC236}">
                    <a16:creationId xmlns:a16="http://schemas.microsoft.com/office/drawing/2014/main" id="{EC9E7719-D5FA-416B-B208-87047D71A324}"/>
                  </a:ext>
                </a:extLst>
              </p:cNvPr>
              <p:cNvSpPr>
                <a:spLocks noChangeArrowheads="1"/>
              </p:cNvSpPr>
              <p:nvPr/>
            </p:nvSpPr>
            <p:spPr bwMode="auto">
              <a:xfrm>
                <a:off x="3063" y="163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20620" name="Group 104">
              <a:extLst>
                <a:ext uri="{FF2B5EF4-FFF2-40B4-BE49-F238E27FC236}">
                  <a16:creationId xmlns:a16="http://schemas.microsoft.com/office/drawing/2014/main" id="{31A19E76-19F9-CC25-4AF7-029FB9CA8E9E}"/>
                </a:ext>
              </a:extLst>
            </p:cNvPr>
            <p:cNvGrpSpPr>
              <a:grpSpLocks/>
            </p:cNvGrpSpPr>
            <p:nvPr/>
          </p:nvGrpSpPr>
          <p:grpSpPr bwMode="auto">
            <a:xfrm>
              <a:off x="3512" y="1632"/>
              <a:ext cx="512" cy="210"/>
              <a:chOff x="3512" y="1632"/>
              <a:chExt cx="512" cy="210"/>
            </a:xfrm>
          </p:grpSpPr>
          <p:sp>
            <p:nvSpPr>
              <p:cNvPr id="20621" name="Rectangle 102">
                <a:extLst>
                  <a:ext uri="{FF2B5EF4-FFF2-40B4-BE49-F238E27FC236}">
                    <a16:creationId xmlns:a16="http://schemas.microsoft.com/office/drawing/2014/main" id="{E028CF70-8F5B-76C3-30A2-F6E068253E99}"/>
                  </a:ext>
                </a:extLst>
              </p:cNvPr>
              <p:cNvSpPr>
                <a:spLocks noChangeArrowheads="1"/>
              </p:cNvSpPr>
              <p:nvPr/>
            </p:nvSpPr>
            <p:spPr bwMode="auto">
              <a:xfrm>
                <a:off x="3512"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622" name="Rectangle 103">
                <a:extLst>
                  <a:ext uri="{FF2B5EF4-FFF2-40B4-BE49-F238E27FC236}">
                    <a16:creationId xmlns:a16="http://schemas.microsoft.com/office/drawing/2014/main" id="{D40EAF5F-40FF-E770-3879-5789767DD9D2}"/>
                  </a:ext>
                </a:extLst>
              </p:cNvPr>
              <p:cNvSpPr>
                <a:spLocks noChangeArrowheads="1"/>
              </p:cNvSpPr>
              <p:nvPr/>
            </p:nvSpPr>
            <p:spPr bwMode="auto">
              <a:xfrm>
                <a:off x="3591" y="1632"/>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Mem</a:t>
                </a:r>
              </a:p>
            </p:txBody>
          </p:sp>
        </p:grpSp>
        <p:grpSp>
          <p:nvGrpSpPr>
            <p:cNvPr id="20623" name="Group 107">
              <a:extLst>
                <a:ext uri="{FF2B5EF4-FFF2-40B4-BE49-F238E27FC236}">
                  <a16:creationId xmlns:a16="http://schemas.microsoft.com/office/drawing/2014/main" id="{54D6339F-9FF7-0689-5AA3-22211E78A110}"/>
                </a:ext>
              </a:extLst>
            </p:cNvPr>
            <p:cNvGrpSpPr>
              <a:grpSpLocks/>
            </p:cNvGrpSpPr>
            <p:nvPr/>
          </p:nvGrpSpPr>
          <p:grpSpPr bwMode="auto">
            <a:xfrm>
              <a:off x="4040" y="1632"/>
              <a:ext cx="512" cy="210"/>
              <a:chOff x="4040" y="1632"/>
              <a:chExt cx="512" cy="210"/>
            </a:xfrm>
          </p:grpSpPr>
          <p:sp>
            <p:nvSpPr>
              <p:cNvPr id="20624" name="Rectangle 105">
                <a:extLst>
                  <a:ext uri="{FF2B5EF4-FFF2-40B4-BE49-F238E27FC236}">
                    <a16:creationId xmlns:a16="http://schemas.microsoft.com/office/drawing/2014/main" id="{47A97AE2-19BB-6DD8-6124-137EFD491B2F}"/>
                  </a:ext>
                </a:extLst>
              </p:cNvPr>
              <p:cNvSpPr>
                <a:spLocks noChangeArrowheads="1"/>
              </p:cNvSpPr>
              <p:nvPr/>
            </p:nvSpPr>
            <p:spPr bwMode="auto">
              <a:xfrm>
                <a:off x="4040"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0625" name="Rectangle 106">
                <a:extLst>
                  <a:ext uri="{FF2B5EF4-FFF2-40B4-BE49-F238E27FC236}">
                    <a16:creationId xmlns:a16="http://schemas.microsoft.com/office/drawing/2014/main" id="{164D199D-3F2D-330F-980F-335B78476B19}"/>
                  </a:ext>
                </a:extLst>
              </p:cNvPr>
              <p:cNvSpPr>
                <a:spLocks noChangeArrowheads="1"/>
              </p:cNvSpPr>
              <p:nvPr/>
            </p:nvSpPr>
            <p:spPr bwMode="auto">
              <a:xfrm>
                <a:off x="4119" y="1632"/>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grpSp>
      <p:sp>
        <p:nvSpPr>
          <p:cNvPr id="20626" name="Rectangle 109">
            <a:extLst>
              <a:ext uri="{FF2B5EF4-FFF2-40B4-BE49-F238E27FC236}">
                <a16:creationId xmlns:a16="http://schemas.microsoft.com/office/drawing/2014/main" id="{6F13284E-7128-9842-002D-62C19780CADB}"/>
              </a:ext>
            </a:extLst>
          </p:cNvPr>
          <p:cNvSpPr>
            <a:spLocks noChangeArrowheads="1"/>
          </p:cNvSpPr>
          <p:nvPr/>
        </p:nvSpPr>
        <p:spPr bwMode="auto">
          <a:xfrm>
            <a:off x="3486150" y="3516313"/>
            <a:ext cx="7461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5rd lw</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641">
                                            <p:txEl>
                                              <p:pRg st="0" end="0"/>
                                            </p:txEl>
                                          </p:spTgt>
                                        </p:tgtEl>
                                        <p:attrNameLst>
                                          <p:attrName>style.visibility</p:attrName>
                                        </p:attrNameLst>
                                      </p:cBhvr>
                                      <p:to>
                                        <p:strVal val="visible"/>
                                      </p:to>
                                    </p:set>
                                    <p:animEffect transition="in" filter="checkerboard(across)">
                                      <p:cBhvr>
                                        <p:cTn id="7" dur="500"/>
                                        <p:tgtEl>
                                          <p:spTgt spid="2264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2641">
                                            <p:txEl>
                                              <p:pRg st="1" end="1"/>
                                            </p:txEl>
                                          </p:spTgt>
                                        </p:tgtEl>
                                        <p:attrNameLst>
                                          <p:attrName>style.visibility</p:attrName>
                                        </p:attrNameLst>
                                      </p:cBhvr>
                                      <p:to>
                                        <p:strVal val="visible"/>
                                      </p:to>
                                    </p:set>
                                    <p:animEffect transition="in" filter="checkerboard(across)">
                                      <p:cBhvr>
                                        <p:cTn id="12" dur="500"/>
                                        <p:tgtEl>
                                          <p:spTgt spid="2264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2641">
                                            <p:txEl>
                                              <p:pRg st="2" end="2"/>
                                            </p:txEl>
                                          </p:spTgt>
                                        </p:tgtEl>
                                        <p:attrNameLst>
                                          <p:attrName>style.visibility</p:attrName>
                                        </p:attrNameLst>
                                      </p:cBhvr>
                                      <p:to>
                                        <p:strVal val="visible"/>
                                      </p:to>
                                    </p:set>
                                    <p:animEffect transition="in" filter="checkerboard(across)">
                                      <p:cBhvr>
                                        <p:cTn id="17" dur="500"/>
                                        <p:tgtEl>
                                          <p:spTgt spid="2264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2641">
                                            <p:txEl>
                                              <p:pRg st="3" end="3"/>
                                            </p:txEl>
                                          </p:spTgt>
                                        </p:tgtEl>
                                        <p:attrNameLst>
                                          <p:attrName>style.visibility</p:attrName>
                                        </p:attrNameLst>
                                      </p:cBhvr>
                                      <p:to>
                                        <p:strVal val="visible"/>
                                      </p:to>
                                    </p:set>
                                    <p:animEffect transition="in" filter="checkerboard(across)">
                                      <p:cBhvr>
                                        <p:cTn id="22" dur="500"/>
                                        <p:tgtEl>
                                          <p:spTgt spid="2264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22641">
                                            <p:txEl>
                                              <p:pRg st="4" end="4"/>
                                            </p:txEl>
                                          </p:spTgt>
                                        </p:tgtEl>
                                        <p:attrNameLst>
                                          <p:attrName>style.visibility</p:attrName>
                                        </p:attrNameLst>
                                      </p:cBhvr>
                                      <p:to>
                                        <p:strVal val="visible"/>
                                      </p:to>
                                    </p:set>
                                    <p:animEffect transition="in" filter="checkerboard(across)">
                                      <p:cBhvr>
                                        <p:cTn id="27" dur="500"/>
                                        <p:tgtEl>
                                          <p:spTgt spid="2264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22641">
                                            <p:txEl>
                                              <p:pRg st="5" end="5"/>
                                            </p:txEl>
                                          </p:spTgt>
                                        </p:tgtEl>
                                        <p:attrNameLst>
                                          <p:attrName>style.visibility</p:attrName>
                                        </p:attrNameLst>
                                      </p:cBhvr>
                                      <p:to>
                                        <p:strVal val="visible"/>
                                      </p:to>
                                    </p:set>
                                    <p:animEffect transition="in" filter="checkerboard(across)">
                                      <p:cBhvr>
                                        <p:cTn id="32" dur="500"/>
                                        <p:tgtEl>
                                          <p:spTgt spid="2264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22641">
                                            <p:txEl>
                                              <p:pRg st="6" end="6"/>
                                            </p:txEl>
                                          </p:spTgt>
                                        </p:tgtEl>
                                        <p:attrNameLst>
                                          <p:attrName>style.visibility</p:attrName>
                                        </p:attrNameLst>
                                      </p:cBhvr>
                                      <p:to>
                                        <p:strVal val="visible"/>
                                      </p:to>
                                    </p:set>
                                    <p:animEffect transition="in" filter="checkerboard(across)">
                                      <p:cBhvr>
                                        <p:cTn id="37" dur="500"/>
                                        <p:tgtEl>
                                          <p:spTgt spid="2264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2"/>
                                        </p:tgtEl>
                                        <p:attrNameLst>
                                          <p:attrName>style.visibility</p:attrName>
                                        </p:attrNameLst>
                                      </p:cBhvr>
                                      <p:to>
                                        <p:strVal val="visible"/>
                                      </p:to>
                                    </p:set>
                                    <p:animEffect transition="in" filter="blinds(horizontal)">
                                      <p:cBhvr>
                                        <p:cTn id="42"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5">
            <a:extLst>
              <a:ext uri="{FF2B5EF4-FFF2-40B4-BE49-F238E27FC236}">
                <a16:creationId xmlns:a16="http://schemas.microsoft.com/office/drawing/2014/main" id="{02B0DB56-F02F-4ED4-FCD7-81DF182B7A63}"/>
              </a:ext>
            </a:extLst>
          </p:cNvPr>
          <p:cNvGrpSpPr>
            <a:grpSpLocks/>
          </p:cNvGrpSpPr>
          <p:nvPr/>
        </p:nvGrpSpPr>
        <p:grpSpPr bwMode="auto">
          <a:xfrm>
            <a:off x="6026150" y="1447800"/>
            <a:ext cx="2120900" cy="1822450"/>
            <a:chOff x="3796" y="912"/>
            <a:chExt cx="1336" cy="1148"/>
          </a:xfrm>
        </p:grpSpPr>
        <p:sp>
          <p:nvSpPr>
            <p:cNvPr id="22530" name="Oval 146">
              <a:extLst>
                <a:ext uri="{FF2B5EF4-FFF2-40B4-BE49-F238E27FC236}">
                  <a16:creationId xmlns:a16="http://schemas.microsoft.com/office/drawing/2014/main" id="{5869369B-B4D6-76EC-5D91-3E1116F690CC}"/>
                </a:ext>
              </a:extLst>
            </p:cNvPr>
            <p:cNvSpPr>
              <a:spLocks noChangeArrowheads="1"/>
            </p:cNvSpPr>
            <p:nvPr/>
          </p:nvSpPr>
          <p:spPr bwMode="auto">
            <a:xfrm>
              <a:off x="3796" y="1396"/>
              <a:ext cx="520" cy="664"/>
            </a:xfrm>
            <a:prstGeom prst="ellipse">
              <a:avLst/>
            </a:prstGeom>
            <a:solidFill>
              <a:srgbClr val="92D05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a:ea typeface="宋体" panose="02010600030101010101" pitchFamily="2" charset="-122"/>
              </a:endParaRPr>
            </a:p>
          </p:txBody>
        </p:sp>
        <p:grpSp>
          <p:nvGrpSpPr>
            <p:cNvPr id="22531" name="Group 154">
              <a:extLst>
                <a:ext uri="{FF2B5EF4-FFF2-40B4-BE49-F238E27FC236}">
                  <a16:creationId xmlns:a16="http://schemas.microsoft.com/office/drawing/2014/main" id="{A75D1CE1-09C3-1FD6-B244-F4F48522B4FF}"/>
                </a:ext>
              </a:extLst>
            </p:cNvPr>
            <p:cNvGrpSpPr>
              <a:grpSpLocks/>
            </p:cNvGrpSpPr>
            <p:nvPr/>
          </p:nvGrpSpPr>
          <p:grpSpPr bwMode="auto">
            <a:xfrm>
              <a:off x="3879" y="912"/>
              <a:ext cx="1253" cy="488"/>
              <a:chOff x="3879" y="912"/>
              <a:chExt cx="1253" cy="488"/>
            </a:xfrm>
          </p:grpSpPr>
          <p:sp>
            <p:nvSpPr>
              <p:cNvPr id="22532" name="Line 147">
                <a:extLst>
                  <a:ext uri="{FF2B5EF4-FFF2-40B4-BE49-F238E27FC236}">
                    <a16:creationId xmlns:a16="http://schemas.microsoft.com/office/drawing/2014/main" id="{D5DA2821-7256-31D8-8650-05EB7E7E5824}"/>
                  </a:ext>
                </a:extLst>
              </p:cNvPr>
              <p:cNvSpPr>
                <a:spLocks noChangeShapeType="1"/>
              </p:cNvSpPr>
              <p:nvPr/>
            </p:nvSpPr>
            <p:spPr bwMode="auto">
              <a:xfrm flipV="1">
                <a:off x="4080" y="1096"/>
                <a:ext cx="0" cy="304"/>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2533" name="Rectangle 148">
                <a:extLst>
                  <a:ext uri="{FF2B5EF4-FFF2-40B4-BE49-F238E27FC236}">
                    <a16:creationId xmlns:a16="http://schemas.microsoft.com/office/drawing/2014/main" id="{2B72C60D-AFF0-6D5F-9705-F381FF2B5626}"/>
                  </a:ext>
                </a:extLst>
              </p:cNvPr>
              <p:cNvSpPr>
                <a:spLocks noChangeArrowheads="1"/>
              </p:cNvSpPr>
              <p:nvPr/>
            </p:nvSpPr>
            <p:spPr bwMode="auto">
              <a:xfrm>
                <a:off x="3879" y="912"/>
                <a:ext cx="125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1"/>
                    </a:solidFill>
                    <a:ea typeface="宋体" panose="02010600030101010101" pitchFamily="2" charset="-122"/>
                  </a:rPr>
                  <a:t> We have a problem!</a:t>
                </a:r>
              </a:p>
            </p:txBody>
          </p:sp>
        </p:grpSp>
      </p:grpSp>
      <p:sp>
        <p:nvSpPr>
          <p:cNvPr id="22534" name="Rectangle 2">
            <a:extLst>
              <a:ext uri="{FF2B5EF4-FFF2-40B4-BE49-F238E27FC236}">
                <a16:creationId xmlns:a16="http://schemas.microsoft.com/office/drawing/2014/main" id="{1942D8CE-3103-C960-7DD8-6A35D710FD38}"/>
              </a:ext>
            </a:extLst>
          </p:cNvPr>
          <p:cNvSpPr>
            <a:spLocks noGrp="1" noChangeArrowheads="1"/>
          </p:cNvSpPr>
          <p:nvPr>
            <p:ph type="title"/>
          </p:nvPr>
        </p:nvSpPr>
        <p:spPr>
          <a:xfrm>
            <a:off x="800100" y="228600"/>
            <a:ext cx="5902325" cy="368300"/>
          </a:xfrm>
        </p:spPr>
        <p:txBody>
          <a:bodyPr/>
          <a:lstStyle/>
          <a:p>
            <a:r>
              <a:rPr lang="zh-CN" altLang="en-US">
                <a:ea typeface="宋体" panose="02010600030101010101" pitchFamily="2" charset="-122"/>
              </a:rPr>
              <a:t>含</a:t>
            </a:r>
            <a:r>
              <a:rPr lang="en-US" altLang="zh-CN">
                <a:ea typeface="宋体" panose="02010600030101010101" pitchFamily="2" charset="-122"/>
              </a:rPr>
              <a:t>R-type</a:t>
            </a:r>
            <a:r>
              <a:rPr lang="zh-CN" altLang="en-US">
                <a:ea typeface="宋体" panose="02010600030101010101" pitchFamily="2" charset="-122"/>
              </a:rPr>
              <a:t>和 </a:t>
            </a:r>
            <a:r>
              <a:rPr lang="en-US" altLang="zh-CN">
                <a:ea typeface="宋体" panose="02010600030101010101" pitchFamily="2" charset="-122"/>
              </a:rPr>
              <a:t>Load </a:t>
            </a:r>
            <a:r>
              <a:rPr lang="zh-CN" altLang="en-US">
                <a:ea typeface="宋体" panose="02010600030101010101" pitchFamily="2" charset="-122"/>
              </a:rPr>
              <a:t>指令的流水线</a:t>
            </a:r>
          </a:p>
        </p:txBody>
      </p:sp>
      <p:sp>
        <p:nvSpPr>
          <p:cNvPr id="26627" name="Rectangle 3">
            <a:extLst>
              <a:ext uri="{FF2B5EF4-FFF2-40B4-BE49-F238E27FC236}">
                <a16:creationId xmlns:a16="http://schemas.microsoft.com/office/drawing/2014/main" id="{1AD946A9-C897-43E6-BC07-E638948927AB}"/>
              </a:ext>
            </a:extLst>
          </p:cNvPr>
          <p:cNvSpPr>
            <a:spLocks noGrp="1" noChangeArrowheads="1"/>
          </p:cNvSpPr>
          <p:nvPr>
            <p:ph idx="1"/>
          </p:nvPr>
        </p:nvSpPr>
        <p:spPr>
          <a:xfrm>
            <a:off x="0" y="3760788"/>
            <a:ext cx="8869363" cy="2568575"/>
          </a:xfrm>
        </p:spPr>
        <p:txBody>
          <a:bodyPr/>
          <a:lstStyle/>
          <a:p>
            <a:r>
              <a:rPr lang="zh-CN" altLang="en-US" sz="1900">
                <a:ea typeface="黑体" panose="02010609060101010101" pitchFamily="49" charset="-122"/>
              </a:rPr>
              <a:t>上述流水线有个问题</a:t>
            </a:r>
            <a:r>
              <a:rPr lang="en-US" altLang="zh-CN" sz="1900">
                <a:ea typeface="黑体" panose="02010609060101010101" pitchFamily="49" charset="-122"/>
              </a:rPr>
              <a:t>: </a:t>
            </a:r>
            <a:r>
              <a:rPr lang="zh-CN" altLang="en-US" sz="1900">
                <a:ea typeface="黑体" panose="02010609060101010101" pitchFamily="49" charset="-122"/>
              </a:rPr>
              <a:t>两条指令试图同时写寄存器，因为</a:t>
            </a:r>
          </a:p>
          <a:p>
            <a:pPr lvl="1">
              <a:lnSpc>
                <a:spcPct val="100000"/>
              </a:lnSpc>
              <a:spcBef>
                <a:spcPct val="30000"/>
              </a:spcBef>
            </a:pPr>
            <a:r>
              <a:rPr lang="en-US" altLang="zh-CN" sz="1900">
                <a:ea typeface="黑体" panose="02010609060101010101" pitchFamily="49" charset="-122"/>
              </a:rPr>
              <a:t>Load</a:t>
            </a:r>
            <a:r>
              <a:rPr lang="zh-CN" altLang="en-US" sz="1900">
                <a:ea typeface="黑体" panose="02010609060101010101" pitchFamily="49" charset="-122"/>
              </a:rPr>
              <a:t>在第</a:t>
            </a:r>
            <a:r>
              <a:rPr lang="en-US" altLang="zh-CN" sz="1900">
                <a:ea typeface="黑体" panose="02010609060101010101" pitchFamily="49" charset="-122"/>
              </a:rPr>
              <a:t>5</a:t>
            </a:r>
            <a:r>
              <a:rPr lang="zh-CN" altLang="en-US" sz="1900">
                <a:ea typeface="黑体" panose="02010609060101010101" pitchFamily="49" charset="-122"/>
              </a:rPr>
              <a:t>阶段用寄存器写口</a:t>
            </a:r>
          </a:p>
          <a:p>
            <a:pPr lvl="1">
              <a:lnSpc>
                <a:spcPct val="100000"/>
              </a:lnSpc>
              <a:spcBef>
                <a:spcPct val="30000"/>
              </a:spcBef>
            </a:pPr>
            <a:r>
              <a:rPr lang="en-US" altLang="zh-CN" sz="1900">
                <a:ea typeface="黑体" panose="02010609060101010101" pitchFamily="49" charset="-122"/>
              </a:rPr>
              <a:t>R-type</a:t>
            </a:r>
            <a:r>
              <a:rPr lang="zh-CN" altLang="en-US" sz="1900">
                <a:ea typeface="黑体" panose="02010609060101010101" pitchFamily="49" charset="-122"/>
              </a:rPr>
              <a:t>在第</a:t>
            </a:r>
            <a:r>
              <a:rPr lang="en-US" altLang="zh-CN" sz="1900">
                <a:ea typeface="黑体" panose="02010609060101010101" pitchFamily="49" charset="-122"/>
              </a:rPr>
              <a:t>4 </a:t>
            </a:r>
            <a:r>
              <a:rPr lang="zh-CN" altLang="en-US" sz="1900">
                <a:ea typeface="黑体" panose="02010609060101010101" pitchFamily="49" charset="-122"/>
              </a:rPr>
              <a:t>阶段用寄存器写口</a:t>
            </a:r>
          </a:p>
          <a:p>
            <a:r>
              <a:rPr lang="zh-CN" altLang="en-US" sz="1900">
                <a:ea typeface="黑体" panose="02010609060101010101" pitchFamily="49" charset="-122"/>
              </a:rPr>
              <a:t>把一个功能部件同时被多条指令使用的现象称为</a:t>
            </a:r>
            <a:r>
              <a:rPr lang="zh-CN" altLang="en-US" sz="1900">
                <a:solidFill>
                  <a:srgbClr val="008000"/>
                </a:solidFill>
                <a:ea typeface="黑体" panose="02010609060101010101" pitchFamily="49" charset="-122"/>
              </a:rPr>
              <a:t>结构冒险</a:t>
            </a:r>
            <a:r>
              <a:rPr lang="en-US" altLang="zh-CN" sz="1900">
                <a:solidFill>
                  <a:srgbClr val="008000"/>
                </a:solidFill>
                <a:ea typeface="黑体" panose="02010609060101010101" pitchFamily="49" charset="-122"/>
              </a:rPr>
              <a:t>(Struture Hazard)</a:t>
            </a:r>
          </a:p>
          <a:p>
            <a:r>
              <a:rPr lang="zh-CN" altLang="en-US" sz="1900">
                <a:ea typeface="黑体" panose="02010609060101010101" pitchFamily="49" charset="-122"/>
              </a:rPr>
              <a:t>为了流水线能顺利工作，规定：</a:t>
            </a:r>
          </a:p>
          <a:p>
            <a:pPr lvl="1"/>
            <a:r>
              <a:rPr lang="zh-CN" altLang="en-US" sz="1900">
                <a:ea typeface="黑体" panose="02010609060101010101" pitchFamily="49" charset="-122"/>
              </a:rPr>
              <a:t>每个功能部件每条指令只能用一次（如：写口不能用两次或以上）</a:t>
            </a:r>
            <a:endParaRPr lang="en-US" altLang="zh-CN" sz="1900">
              <a:ea typeface="黑体" panose="02010609060101010101" pitchFamily="49" charset="-122"/>
            </a:endParaRPr>
          </a:p>
          <a:p>
            <a:pPr lvl="1"/>
            <a:r>
              <a:rPr lang="zh-CN" altLang="en-US" sz="1900">
                <a:ea typeface="黑体" panose="02010609060101010101" pitchFamily="49" charset="-122"/>
              </a:rPr>
              <a:t>每个功能部件必须在相同的阶段被使用（如：写口总是在第五阶段被使用）</a:t>
            </a:r>
          </a:p>
        </p:txBody>
      </p:sp>
      <p:grpSp>
        <p:nvGrpSpPr>
          <p:cNvPr id="22536" name="Group 117">
            <a:extLst>
              <a:ext uri="{FF2B5EF4-FFF2-40B4-BE49-F238E27FC236}">
                <a16:creationId xmlns:a16="http://schemas.microsoft.com/office/drawing/2014/main" id="{2978806C-1EDB-F89F-86DC-382E8C6C2D3C}"/>
              </a:ext>
            </a:extLst>
          </p:cNvPr>
          <p:cNvGrpSpPr>
            <a:grpSpLocks/>
          </p:cNvGrpSpPr>
          <p:nvPr/>
        </p:nvGrpSpPr>
        <p:grpSpPr bwMode="auto">
          <a:xfrm>
            <a:off x="3517900" y="2895600"/>
            <a:ext cx="812800" cy="333375"/>
            <a:chOff x="2216" y="1824"/>
            <a:chExt cx="512" cy="210"/>
          </a:xfrm>
        </p:grpSpPr>
        <p:sp>
          <p:nvSpPr>
            <p:cNvPr id="22537" name="Rectangle 115">
              <a:extLst>
                <a:ext uri="{FF2B5EF4-FFF2-40B4-BE49-F238E27FC236}">
                  <a16:creationId xmlns:a16="http://schemas.microsoft.com/office/drawing/2014/main" id="{E66DE964-5ED8-424E-B636-0D82FDA7094B}"/>
                </a:ext>
              </a:extLst>
            </p:cNvPr>
            <p:cNvSpPr>
              <a:spLocks noChangeArrowheads="1"/>
            </p:cNvSpPr>
            <p:nvPr/>
          </p:nvSpPr>
          <p:spPr bwMode="auto">
            <a:xfrm>
              <a:off x="2216"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538" name="Rectangle 116">
              <a:extLst>
                <a:ext uri="{FF2B5EF4-FFF2-40B4-BE49-F238E27FC236}">
                  <a16:creationId xmlns:a16="http://schemas.microsoft.com/office/drawing/2014/main" id="{3E887A40-19C0-CE0F-81F3-75823FDB2DE7}"/>
                </a:ext>
              </a:extLst>
            </p:cNvPr>
            <p:cNvSpPr>
              <a:spLocks noChangeArrowheads="1"/>
            </p:cNvSpPr>
            <p:nvPr/>
          </p:nvSpPr>
          <p:spPr bwMode="auto">
            <a:xfrm>
              <a:off x="2257" y="182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22539" name="Group 120">
            <a:extLst>
              <a:ext uri="{FF2B5EF4-FFF2-40B4-BE49-F238E27FC236}">
                <a16:creationId xmlns:a16="http://schemas.microsoft.com/office/drawing/2014/main" id="{D14844DA-F299-0A9F-048D-E68EE8F579CB}"/>
              </a:ext>
            </a:extLst>
          </p:cNvPr>
          <p:cNvGrpSpPr>
            <a:grpSpLocks/>
          </p:cNvGrpSpPr>
          <p:nvPr/>
        </p:nvGrpSpPr>
        <p:grpSpPr bwMode="auto">
          <a:xfrm>
            <a:off x="4329113" y="2895600"/>
            <a:ext cx="903287" cy="333375"/>
            <a:chOff x="2727" y="1824"/>
            <a:chExt cx="569" cy="210"/>
          </a:xfrm>
        </p:grpSpPr>
        <p:sp>
          <p:nvSpPr>
            <p:cNvPr id="22540" name="Rectangle 118">
              <a:extLst>
                <a:ext uri="{FF2B5EF4-FFF2-40B4-BE49-F238E27FC236}">
                  <a16:creationId xmlns:a16="http://schemas.microsoft.com/office/drawing/2014/main" id="{F94C96EA-792E-AE8E-9A1C-2B7D4109B9E8}"/>
                </a:ext>
              </a:extLst>
            </p:cNvPr>
            <p:cNvSpPr>
              <a:spLocks noChangeArrowheads="1"/>
            </p:cNvSpPr>
            <p:nvPr/>
          </p:nvSpPr>
          <p:spPr bwMode="auto">
            <a:xfrm>
              <a:off x="2744"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541" name="Rectangle 119">
              <a:extLst>
                <a:ext uri="{FF2B5EF4-FFF2-40B4-BE49-F238E27FC236}">
                  <a16:creationId xmlns:a16="http://schemas.microsoft.com/office/drawing/2014/main" id="{F176A206-F507-EBCA-AE6B-3E948B9D2AA2}"/>
                </a:ext>
              </a:extLst>
            </p:cNvPr>
            <p:cNvSpPr>
              <a:spLocks noChangeArrowheads="1"/>
            </p:cNvSpPr>
            <p:nvPr/>
          </p:nvSpPr>
          <p:spPr bwMode="auto">
            <a:xfrm>
              <a:off x="2727" y="1824"/>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22542" name="Group 123">
            <a:extLst>
              <a:ext uri="{FF2B5EF4-FFF2-40B4-BE49-F238E27FC236}">
                <a16:creationId xmlns:a16="http://schemas.microsoft.com/office/drawing/2014/main" id="{93EF6BE9-7156-5D4B-B0D9-05E83B4BA8AB}"/>
              </a:ext>
            </a:extLst>
          </p:cNvPr>
          <p:cNvGrpSpPr>
            <a:grpSpLocks/>
          </p:cNvGrpSpPr>
          <p:nvPr/>
        </p:nvGrpSpPr>
        <p:grpSpPr bwMode="auto">
          <a:xfrm>
            <a:off x="5194300" y="2895600"/>
            <a:ext cx="812800" cy="333375"/>
            <a:chOff x="3272" y="1824"/>
            <a:chExt cx="512" cy="210"/>
          </a:xfrm>
        </p:grpSpPr>
        <p:sp>
          <p:nvSpPr>
            <p:cNvPr id="22543" name="Rectangle 121">
              <a:extLst>
                <a:ext uri="{FF2B5EF4-FFF2-40B4-BE49-F238E27FC236}">
                  <a16:creationId xmlns:a16="http://schemas.microsoft.com/office/drawing/2014/main" id="{4EDE24C3-587C-F09D-ABBA-F51DB38C05DD}"/>
                </a:ext>
              </a:extLst>
            </p:cNvPr>
            <p:cNvSpPr>
              <a:spLocks noChangeArrowheads="1"/>
            </p:cNvSpPr>
            <p:nvPr/>
          </p:nvSpPr>
          <p:spPr bwMode="auto">
            <a:xfrm>
              <a:off x="3272"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544" name="Rectangle 122">
              <a:extLst>
                <a:ext uri="{FF2B5EF4-FFF2-40B4-BE49-F238E27FC236}">
                  <a16:creationId xmlns:a16="http://schemas.microsoft.com/office/drawing/2014/main" id="{BFAF6AAF-AD29-7344-AFB2-C5EE9EE0E36D}"/>
                </a:ext>
              </a:extLst>
            </p:cNvPr>
            <p:cNvSpPr>
              <a:spLocks noChangeArrowheads="1"/>
            </p:cNvSpPr>
            <p:nvPr/>
          </p:nvSpPr>
          <p:spPr bwMode="auto">
            <a:xfrm>
              <a:off x="3351" y="182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22545" name="Group 126">
            <a:extLst>
              <a:ext uri="{FF2B5EF4-FFF2-40B4-BE49-F238E27FC236}">
                <a16:creationId xmlns:a16="http://schemas.microsoft.com/office/drawing/2014/main" id="{BC6A07DB-D6DE-0425-E986-28808F0C0817}"/>
              </a:ext>
            </a:extLst>
          </p:cNvPr>
          <p:cNvGrpSpPr>
            <a:grpSpLocks/>
          </p:cNvGrpSpPr>
          <p:nvPr/>
        </p:nvGrpSpPr>
        <p:grpSpPr bwMode="auto">
          <a:xfrm>
            <a:off x="6032500" y="2895600"/>
            <a:ext cx="812800" cy="333375"/>
            <a:chOff x="3800" y="1824"/>
            <a:chExt cx="512" cy="210"/>
          </a:xfrm>
        </p:grpSpPr>
        <p:sp>
          <p:nvSpPr>
            <p:cNvPr id="22546" name="Rectangle 124">
              <a:extLst>
                <a:ext uri="{FF2B5EF4-FFF2-40B4-BE49-F238E27FC236}">
                  <a16:creationId xmlns:a16="http://schemas.microsoft.com/office/drawing/2014/main" id="{E4391C8B-1BB9-A15E-7030-66126CA077FC}"/>
                </a:ext>
              </a:extLst>
            </p:cNvPr>
            <p:cNvSpPr>
              <a:spLocks noChangeArrowheads="1"/>
            </p:cNvSpPr>
            <p:nvPr/>
          </p:nvSpPr>
          <p:spPr bwMode="auto">
            <a:xfrm>
              <a:off x="3800"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547" name="Rectangle 125">
              <a:extLst>
                <a:ext uri="{FF2B5EF4-FFF2-40B4-BE49-F238E27FC236}">
                  <a16:creationId xmlns:a16="http://schemas.microsoft.com/office/drawing/2014/main" id="{F4CA100F-456D-1097-8CCB-FCC13343DFFF}"/>
                </a:ext>
              </a:extLst>
            </p:cNvPr>
            <p:cNvSpPr>
              <a:spLocks noChangeArrowheads="1"/>
            </p:cNvSpPr>
            <p:nvPr/>
          </p:nvSpPr>
          <p:spPr bwMode="auto">
            <a:xfrm>
              <a:off x="3879" y="1824"/>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sp>
        <p:nvSpPr>
          <p:cNvPr id="22548" name="Rectangle 127">
            <a:extLst>
              <a:ext uri="{FF2B5EF4-FFF2-40B4-BE49-F238E27FC236}">
                <a16:creationId xmlns:a16="http://schemas.microsoft.com/office/drawing/2014/main" id="{7E603B53-A3E9-DB67-D4BF-243E3968D3F6}"/>
              </a:ext>
            </a:extLst>
          </p:cNvPr>
          <p:cNvSpPr>
            <a:spLocks noChangeArrowheads="1"/>
          </p:cNvSpPr>
          <p:nvPr/>
        </p:nvSpPr>
        <p:spPr bwMode="auto">
          <a:xfrm>
            <a:off x="2805113" y="2895600"/>
            <a:ext cx="768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R-type</a:t>
            </a:r>
          </a:p>
        </p:txBody>
      </p:sp>
      <p:grpSp>
        <p:nvGrpSpPr>
          <p:cNvPr id="22549" name="Group 130">
            <a:extLst>
              <a:ext uri="{FF2B5EF4-FFF2-40B4-BE49-F238E27FC236}">
                <a16:creationId xmlns:a16="http://schemas.microsoft.com/office/drawing/2014/main" id="{00EEFA27-0FDD-9A53-6C8A-7A332D26ED80}"/>
              </a:ext>
            </a:extLst>
          </p:cNvPr>
          <p:cNvGrpSpPr>
            <a:grpSpLocks/>
          </p:cNvGrpSpPr>
          <p:nvPr/>
        </p:nvGrpSpPr>
        <p:grpSpPr bwMode="auto">
          <a:xfrm>
            <a:off x="4356100" y="3352800"/>
            <a:ext cx="812800" cy="333375"/>
            <a:chOff x="2744" y="2112"/>
            <a:chExt cx="512" cy="210"/>
          </a:xfrm>
        </p:grpSpPr>
        <p:sp>
          <p:nvSpPr>
            <p:cNvPr id="22550" name="Rectangle 128">
              <a:extLst>
                <a:ext uri="{FF2B5EF4-FFF2-40B4-BE49-F238E27FC236}">
                  <a16:creationId xmlns:a16="http://schemas.microsoft.com/office/drawing/2014/main" id="{FD3D087D-D509-4EC5-4E34-CA7120AA94EB}"/>
                </a:ext>
              </a:extLst>
            </p:cNvPr>
            <p:cNvSpPr>
              <a:spLocks noChangeArrowheads="1"/>
            </p:cNvSpPr>
            <p:nvPr/>
          </p:nvSpPr>
          <p:spPr bwMode="auto">
            <a:xfrm>
              <a:off x="2744"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551" name="Rectangle 129">
              <a:extLst>
                <a:ext uri="{FF2B5EF4-FFF2-40B4-BE49-F238E27FC236}">
                  <a16:creationId xmlns:a16="http://schemas.microsoft.com/office/drawing/2014/main" id="{0D5EDA5B-8F1B-C167-CD76-F49FB61F426B}"/>
                </a:ext>
              </a:extLst>
            </p:cNvPr>
            <p:cNvSpPr>
              <a:spLocks noChangeArrowheads="1"/>
            </p:cNvSpPr>
            <p:nvPr/>
          </p:nvSpPr>
          <p:spPr bwMode="auto">
            <a:xfrm>
              <a:off x="2785" y="211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22552" name="Group 133">
            <a:extLst>
              <a:ext uri="{FF2B5EF4-FFF2-40B4-BE49-F238E27FC236}">
                <a16:creationId xmlns:a16="http://schemas.microsoft.com/office/drawing/2014/main" id="{EEA84039-A7B7-5EF5-5A49-475B229DD4E7}"/>
              </a:ext>
            </a:extLst>
          </p:cNvPr>
          <p:cNvGrpSpPr>
            <a:grpSpLocks/>
          </p:cNvGrpSpPr>
          <p:nvPr/>
        </p:nvGrpSpPr>
        <p:grpSpPr bwMode="auto">
          <a:xfrm>
            <a:off x="5167313" y="3352800"/>
            <a:ext cx="903287" cy="333375"/>
            <a:chOff x="3255" y="2112"/>
            <a:chExt cx="569" cy="210"/>
          </a:xfrm>
        </p:grpSpPr>
        <p:sp>
          <p:nvSpPr>
            <p:cNvPr id="22553" name="Rectangle 131">
              <a:extLst>
                <a:ext uri="{FF2B5EF4-FFF2-40B4-BE49-F238E27FC236}">
                  <a16:creationId xmlns:a16="http://schemas.microsoft.com/office/drawing/2014/main" id="{B661488D-6EDC-6F47-04F4-23B996B625E9}"/>
                </a:ext>
              </a:extLst>
            </p:cNvPr>
            <p:cNvSpPr>
              <a:spLocks noChangeArrowheads="1"/>
            </p:cNvSpPr>
            <p:nvPr/>
          </p:nvSpPr>
          <p:spPr bwMode="auto">
            <a:xfrm>
              <a:off x="3272"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554" name="Rectangle 132">
              <a:extLst>
                <a:ext uri="{FF2B5EF4-FFF2-40B4-BE49-F238E27FC236}">
                  <a16:creationId xmlns:a16="http://schemas.microsoft.com/office/drawing/2014/main" id="{EB57FE93-7ABF-E783-F5F8-66BE863B864B}"/>
                </a:ext>
              </a:extLst>
            </p:cNvPr>
            <p:cNvSpPr>
              <a:spLocks noChangeArrowheads="1"/>
            </p:cNvSpPr>
            <p:nvPr/>
          </p:nvSpPr>
          <p:spPr bwMode="auto">
            <a:xfrm>
              <a:off x="3255" y="2112"/>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22555" name="Group 136">
            <a:extLst>
              <a:ext uri="{FF2B5EF4-FFF2-40B4-BE49-F238E27FC236}">
                <a16:creationId xmlns:a16="http://schemas.microsoft.com/office/drawing/2014/main" id="{E63D3DDE-9814-41EF-658F-DFE0B78A4122}"/>
              </a:ext>
            </a:extLst>
          </p:cNvPr>
          <p:cNvGrpSpPr>
            <a:grpSpLocks/>
          </p:cNvGrpSpPr>
          <p:nvPr/>
        </p:nvGrpSpPr>
        <p:grpSpPr bwMode="auto">
          <a:xfrm>
            <a:off x="6032500" y="3352800"/>
            <a:ext cx="812800" cy="333375"/>
            <a:chOff x="3800" y="2112"/>
            <a:chExt cx="512" cy="210"/>
          </a:xfrm>
        </p:grpSpPr>
        <p:sp>
          <p:nvSpPr>
            <p:cNvPr id="22556" name="Rectangle 134">
              <a:extLst>
                <a:ext uri="{FF2B5EF4-FFF2-40B4-BE49-F238E27FC236}">
                  <a16:creationId xmlns:a16="http://schemas.microsoft.com/office/drawing/2014/main" id="{64283B1F-5EE0-1905-7CAA-FC80B5C1EC70}"/>
                </a:ext>
              </a:extLst>
            </p:cNvPr>
            <p:cNvSpPr>
              <a:spLocks noChangeArrowheads="1"/>
            </p:cNvSpPr>
            <p:nvPr/>
          </p:nvSpPr>
          <p:spPr bwMode="auto">
            <a:xfrm>
              <a:off x="3800"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557" name="Rectangle 135">
              <a:extLst>
                <a:ext uri="{FF2B5EF4-FFF2-40B4-BE49-F238E27FC236}">
                  <a16:creationId xmlns:a16="http://schemas.microsoft.com/office/drawing/2014/main" id="{C4ED450D-B6DF-C05A-2255-5EAF08053527}"/>
                </a:ext>
              </a:extLst>
            </p:cNvPr>
            <p:cNvSpPr>
              <a:spLocks noChangeArrowheads="1"/>
            </p:cNvSpPr>
            <p:nvPr/>
          </p:nvSpPr>
          <p:spPr bwMode="auto">
            <a:xfrm>
              <a:off x="3879" y="211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22558" name="Group 139">
            <a:extLst>
              <a:ext uri="{FF2B5EF4-FFF2-40B4-BE49-F238E27FC236}">
                <a16:creationId xmlns:a16="http://schemas.microsoft.com/office/drawing/2014/main" id="{2D09BC6A-2A83-4A67-833F-D7124D4E8D85}"/>
              </a:ext>
            </a:extLst>
          </p:cNvPr>
          <p:cNvGrpSpPr>
            <a:grpSpLocks/>
          </p:cNvGrpSpPr>
          <p:nvPr/>
        </p:nvGrpSpPr>
        <p:grpSpPr bwMode="auto">
          <a:xfrm>
            <a:off x="6870700" y="3352800"/>
            <a:ext cx="812800" cy="333375"/>
            <a:chOff x="4328" y="2112"/>
            <a:chExt cx="512" cy="210"/>
          </a:xfrm>
        </p:grpSpPr>
        <p:sp>
          <p:nvSpPr>
            <p:cNvPr id="22559" name="Rectangle 137">
              <a:extLst>
                <a:ext uri="{FF2B5EF4-FFF2-40B4-BE49-F238E27FC236}">
                  <a16:creationId xmlns:a16="http://schemas.microsoft.com/office/drawing/2014/main" id="{AF3A0B25-9A8F-9F67-EEF1-3152DB27A41E}"/>
                </a:ext>
              </a:extLst>
            </p:cNvPr>
            <p:cNvSpPr>
              <a:spLocks noChangeArrowheads="1"/>
            </p:cNvSpPr>
            <p:nvPr/>
          </p:nvSpPr>
          <p:spPr bwMode="auto">
            <a:xfrm>
              <a:off x="4328"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560" name="Rectangle 138">
              <a:extLst>
                <a:ext uri="{FF2B5EF4-FFF2-40B4-BE49-F238E27FC236}">
                  <a16:creationId xmlns:a16="http://schemas.microsoft.com/office/drawing/2014/main" id="{3B77AF5A-30B5-40C5-FBDB-830A11C915B6}"/>
                </a:ext>
              </a:extLst>
            </p:cNvPr>
            <p:cNvSpPr>
              <a:spLocks noChangeArrowheads="1"/>
            </p:cNvSpPr>
            <p:nvPr/>
          </p:nvSpPr>
          <p:spPr bwMode="auto">
            <a:xfrm>
              <a:off x="4407" y="2112"/>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sp>
        <p:nvSpPr>
          <p:cNvPr id="22561" name="Rectangle 140">
            <a:extLst>
              <a:ext uri="{FF2B5EF4-FFF2-40B4-BE49-F238E27FC236}">
                <a16:creationId xmlns:a16="http://schemas.microsoft.com/office/drawing/2014/main" id="{08712DC4-8124-8E08-1057-FAEA7E925D3F}"/>
              </a:ext>
            </a:extLst>
          </p:cNvPr>
          <p:cNvSpPr>
            <a:spLocks noChangeArrowheads="1"/>
          </p:cNvSpPr>
          <p:nvPr/>
        </p:nvSpPr>
        <p:spPr bwMode="auto">
          <a:xfrm>
            <a:off x="3643313" y="3352800"/>
            <a:ext cx="768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R-type</a:t>
            </a:r>
          </a:p>
        </p:txBody>
      </p:sp>
      <p:sp>
        <p:nvSpPr>
          <p:cNvPr id="22562" name="Line 143">
            <a:extLst>
              <a:ext uri="{FF2B5EF4-FFF2-40B4-BE49-F238E27FC236}">
                <a16:creationId xmlns:a16="http://schemas.microsoft.com/office/drawing/2014/main" id="{E69CE7D8-EF27-E440-F0A1-7F8D0833C145}"/>
              </a:ext>
            </a:extLst>
          </p:cNvPr>
          <p:cNvSpPr>
            <a:spLocks noChangeShapeType="1"/>
          </p:cNvSpPr>
          <p:nvPr/>
        </p:nvSpPr>
        <p:spPr bwMode="auto">
          <a:xfrm flipV="1">
            <a:off x="8534400" y="1358900"/>
            <a:ext cx="0" cy="1930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3" name="Rectangle 4">
            <a:extLst>
              <a:ext uri="{FF2B5EF4-FFF2-40B4-BE49-F238E27FC236}">
                <a16:creationId xmlns:a16="http://schemas.microsoft.com/office/drawing/2014/main" id="{DCD06A6B-828F-F090-DCB8-14B2C9859CAF}"/>
              </a:ext>
            </a:extLst>
          </p:cNvPr>
          <p:cNvSpPr>
            <a:spLocks noChangeArrowheads="1"/>
          </p:cNvSpPr>
          <p:nvPr/>
        </p:nvSpPr>
        <p:spPr bwMode="auto">
          <a:xfrm>
            <a:off x="214313" y="1066800"/>
            <a:ext cx="6889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Clock</a:t>
            </a:r>
          </a:p>
        </p:txBody>
      </p:sp>
      <p:grpSp>
        <p:nvGrpSpPr>
          <p:cNvPr id="22564" name="Group 52">
            <a:extLst>
              <a:ext uri="{FF2B5EF4-FFF2-40B4-BE49-F238E27FC236}">
                <a16:creationId xmlns:a16="http://schemas.microsoft.com/office/drawing/2014/main" id="{49A3F18D-50AF-F554-8B59-76525F1E0909}"/>
              </a:ext>
            </a:extLst>
          </p:cNvPr>
          <p:cNvGrpSpPr>
            <a:grpSpLocks/>
          </p:cNvGrpSpPr>
          <p:nvPr/>
        </p:nvGrpSpPr>
        <p:grpSpPr bwMode="auto">
          <a:xfrm>
            <a:off x="622300" y="1054100"/>
            <a:ext cx="7912100" cy="254000"/>
            <a:chOff x="392" y="664"/>
            <a:chExt cx="4984" cy="160"/>
          </a:xfrm>
        </p:grpSpPr>
        <p:grpSp>
          <p:nvGrpSpPr>
            <p:cNvPr id="22565" name="Group 9">
              <a:extLst>
                <a:ext uri="{FF2B5EF4-FFF2-40B4-BE49-F238E27FC236}">
                  <a16:creationId xmlns:a16="http://schemas.microsoft.com/office/drawing/2014/main" id="{C1A4F6D0-B028-4379-78DD-4B1E17B206F7}"/>
                </a:ext>
              </a:extLst>
            </p:cNvPr>
            <p:cNvGrpSpPr>
              <a:grpSpLocks/>
            </p:cNvGrpSpPr>
            <p:nvPr/>
          </p:nvGrpSpPr>
          <p:grpSpPr bwMode="auto">
            <a:xfrm>
              <a:off x="624" y="664"/>
              <a:ext cx="520" cy="160"/>
              <a:chOff x="624" y="664"/>
              <a:chExt cx="520" cy="160"/>
            </a:xfrm>
          </p:grpSpPr>
          <p:sp>
            <p:nvSpPr>
              <p:cNvPr id="22566" name="Line 5">
                <a:extLst>
                  <a:ext uri="{FF2B5EF4-FFF2-40B4-BE49-F238E27FC236}">
                    <a16:creationId xmlns:a16="http://schemas.microsoft.com/office/drawing/2014/main" id="{659451EC-CF56-FFDE-D40D-1B5F312BFBF1}"/>
                  </a:ext>
                </a:extLst>
              </p:cNvPr>
              <p:cNvSpPr>
                <a:spLocks noChangeShapeType="1"/>
              </p:cNvSpPr>
              <p:nvPr/>
            </p:nvSpPr>
            <p:spPr bwMode="auto">
              <a:xfrm>
                <a:off x="632"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7" name="Line 6">
                <a:extLst>
                  <a:ext uri="{FF2B5EF4-FFF2-40B4-BE49-F238E27FC236}">
                    <a16:creationId xmlns:a16="http://schemas.microsoft.com/office/drawing/2014/main" id="{3654F4CC-3708-B560-541A-4170294A9588}"/>
                  </a:ext>
                </a:extLst>
              </p:cNvPr>
              <p:cNvSpPr>
                <a:spLocks noChangeShapeType="1"/>
              </p:cNvSpPr>
              <p:nvPr/>
            </p:nvSpPr>
            <p:spPr bwMode="auto">
              <a:xfrm>
                <a:off x="624"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8" name="Line 7">
                <a:extLst>
                  <a:ext uri="{FF2B5EF4-FFF2-40B4-BE49-F238E27FC236}">
                    <a16:creationId xmlns:a16="http://schemas.microsoft.com/office/drawing/2014/main" id="{5DC4254E-B6BB-D8C9-40C7-95F1563B3242}"/>
                  </a:ext>
                </a:extLst>
              </p:cNvPr>
              <p:cNvSpPr>
                <a:spLocks noChangeShapeType="1"/>
              </p:cNvSpPr>
              <p:nvPr/>
            </p:nvSpPr>
            <p:spPr bwMode="auto">
              <a:xfrm flipV="1">
                <a:off x="912"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9" name="Line 8">
                <a:extLst>
                  <a:ext uri="{FF2B5EF4-FFF2-40B4-BE49-F238E27FC236}">
                    <a16:creationId xmlns:a16="http://schemas.microsoft.com/office/drawing/2014/main" id="{99A6D4D7-383B-11C7-F1AB-1EB1D3D48CC9}"/>
                  </a:ext>
                </a:extLst>
              </p:cNvPr>
              <p:cNvSpPr>
                <a:spLocks noChangeShapeType="1"/>
              </p:cNvSpPr>
              <p:nvPr/>
            </p:nvSpPr>
            <p:spPr bwMode="auto">
              <a:xfrm>
                <a:off x="920"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570" name="Group 14">
              <a:extLst>
                <a:ext uri="{FF2B5EF4-FFF2-40B4-BE49-F238E27FC236}">
                  <a16:creationId xmlns:a16="http://schemas.microsoft.com/office/drawing/2014/main" id="{0A4D12DC-B33F-34D3-0D59-1D5E16B63507}"/>
                </a:ext>
              </a:extLst>
            </p:cNvPr>
            <p:cNvGrpSpPr>
              <a:grpSpLocks/>
            </p:cNvGrpSpPr>
            <p:nvPr/>
          </p:nvGrpSpPr>
          <p:grpSpPr bwMode="auto">
            <a:xfrm>
              <a:off x="1152" y="664"/>
              <a:ext cx="520" cy="160"/>
              <a:chOff x="1152" y="664"/>
              <a:chExt cx="520" cy="160"/>
            </a:xfrm>
          </p:grpSpPr>
          <p:sp>
            <p:nvSpPr>
              <p:cNvPr id="22571" name="Line 10">
                <a:extLst>
                  <a:ext uri="{FF2B5EF4-FFF2-40B4-BE49-F238E27FC236}">
                    <a16:creationId xmlns:a16="http://schemas.microsoft.com/office/drawing/2014/main" id="{74F22A01-E1B3-0CCF-F38C-BCA7BCB3FA94}"/>
                  </a:ext>
                </a:extLst>
              </p:cNvPr>
              <p:cNvSpPr>
                <a:spLocks noChangeShapeType="1"/>
              </p:cNvSpPr>
              <p:nvPr/>
            </p:nvSpPr>
            <p:spPr bwMode="auto">
              <a:xfrm>
                <a:off x="1160"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2" name="Line 11">
                <a:extLst>
                  <a:ext uri="{FF2B5EF4-FFF2-40B4-BE49-F238E27FC236}">
                    <a16:creationId xmlns:a16="http://schemas.microsoft.com/office/drawing/2014/main" id="{60863C72-CDFD-288E-3817-FD0A0899F647}"/>
                  </a:ext>
                </a:extLst>
              </p:cNvPr>
              <p:cNvSpPr>
                <a:spLocks noChangeShapeType="1"/>
              </p:cNvSpPr>
              <p:nvPr/>
            </p:nvSpPr>
            <p:spPr bwMode="auto">
              <a:xfrm>
                <a:off x="1152"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3" name="Line 12">
                <a:extLst>
                  <a:ext uri="{FF2B5EF4-FFF2-40B4-BE49-F238E27FC236}">
                    <a16:creationId xmlns:a16="http://schemas.microsoft.com/office/drawing/2014/main" id="{F0A58791-43DE-2D42-68EC-8B09DEE6F6EA}"/>
                  </a:ext>
                </a:extLst>
              </p:cNvPr>
              <p:cNvSpPr>
                <a:spLocks noChangeShapeType="1"/>
              </p:cNvSpPr>
              <p:nvPr/>
            </p:nvSpPr>
            <p:spPr bwMode="auto">
              <a:xfrm flipV="1">
                <a:off x="1440"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4" name="Line 13">
                <a:extLst>
                  <a:ext uri="{FF2B5EF4-FFF2-40B4-BE49-F238E27FC236}">
                    <a16:creationId xmlns:a16="http://schemas.microsoft.com/office/drawing/2014/main" id="{6C42882B-C707-DE01-0AF8-C8E9326EBBE8}"/>
                  </a:ext>
                </a:extLst>
              </p:cNvPr>
              <p:cNvSpPr>
                <a:spLocks noChangeShapeType="1"/>
              </p:cNvSpPr>
              <p:nvPr/>
            </p:nvSpPr>
            <p:spPr bwMode="auto">
              <a:xfrm>
                <a:off x="1448"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575" name="Group 19">
              <a:extLst>
                <a:ext uri="{FF2B5EF4-FFF2-40B4-BE49-F238E27FC236}">
                  <a16:creationId xmlns:a16="http://schemas.microsoft.com/office/drawing/2014/main" id="{EC4FE3B1-819A-772D-FED3-190C912064DC}"/>
                </a:ext>
              </a:extLst>
            </p:cNvPr>
            <p:cNvGrpSpPr>
              <a:grpSpLocks/>
            </p:cNvGrpSpPr>
            <p:nvPr/>
          </p:nvGrpSpPr>
          <p:grpSpPr bwMode="auto">
            <a:xfrm>
              <a:off x="1680" y="664"/>
              <a:ext cx="520" cy="160"/>
              <a:chOff x="1680" y="664"/>
              <a:chExt cx="520" cy="160"/>
            </a:xfrm>
          </p:grpSpPr>
          <p:sp>
            <p:nvSpPr>
              <p:cNvPr id="22576" name="Line 15">
                <a:extLst>
                  <a:ext uri="{FF2B5EF4-FFF2-40B4-BE49-F238E27FC236}">
                    <a16:creationId xmlns:a16="http://schemas.microsoft.com/office/drawing/2014/main" id="{2010E5F7-2CD0-D85E-AA36-98F9F32F7BBB}"/>
                  </a:ext>
                </a:extLst>
              </p:cNvPr>
              <p:cNvSpPr>
                <a:spLocks noChangeShapeType="1"/>
              </p:cNvSpPr>
              <p:nvPr/>
            </p:nvSpPr>
            <p:spPr bwMode="auto">
              <a:xfrm>
                <a:off x="1688"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7" name="Line 16">
                <a:extLst>
                  <a:ext uri="{FF2B5EF4-FFF2-40B4-BE49-F238E27FC236}">
                    <a16:creationId xmlns:a16="http://schemas.microsoft.com/office/drawing/2014/main" id="{100A7D5B-FF5E-C4E6-AD99-C745C1D93B26}"/>
                  </a:ext>
                </a:extLst>
              </p:cNvPr>
              <p:cNvSpPr>
                <a:spLocks noChangeShapeType="1"/>
              </p:cNvSpPr>
              <p:nvPr/>
            </p:nvSpPr>
            <p:spPr bwMode="auto">
              <a:xfrm>
                <a:off x="1680"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8" name="Line 17">
                <a:extLst>
                  <a:ext uri="{FF2B5EF4-FFF2-40B4-BE49-F238E27FC236}">
                    <a16:creationId xmlns:a16="http://schemas.microsoft.com/office/drawing/2014/main" id="{C5221FD9-D674-0777-5CE9-5B2D001FF070}"/>
                  </a:ext>
                </a:extLst>
              </p:cNvPr>
              <p:cNvSpPr>
                <a:spLocks noChangeShapeType="1"/>
              </p:cNvSpPr>
              <p:nvPr/>
            </p:nvSpPr>
            <p:spPr bwMode="auto">
              <a:xfrm flipV="1">
                <a:off x="1968"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9" name="Line 18">
                <a:extLst>
                  <a:ext uri="{FF2B5EF4-FFF2-40B4-BE49-F238E27FC236}">
                    <a16:creationId xmlns:a16="http://schemas.microsoft.com/office/drawing/2014/main" id="{5E8E2A81-34AE-0D90-38D3-7CC12757145B}"/>
                  </a:ext>
                </a:extLst>
              </p:cNvPr>
              <p:cNvSpPr>
                <a:spLocks noChangeShapeType="1"/>
              </p:cNvSpPr>
              <p:nvPr/>
            </p:nvSpPr>
            <p:spPr bwMode="auto">
              <a:xfrm>
                <a:off x="1976"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580" name="Group 24">
              <a:extLst>
                <a:ext uri="{FF2B5EF4-FFF2-40B4-BE49-F238E27FC236}">
                  <a16:creationId xmlns:a16="http://schemas.microsoft.com/office/drawing/2014/main" id="{7AF083E2-BAA5-E1BB-0184-43665D6A8829}"/>
                </a:ext>
              </a:extLst>
            </p:cNvPr>
            <p:cNvGrpSpPr>
              <a:grpSpLocks/>
            </p:cNvGrpSpPr>
            <p:nvPr/>
          </p:nvGrpSpPr>
          <p:grpSpPr bwMode="auto">
            <a:xfrm>
              <a:off x="2208" y="664"/>
              <a:ext cx="520" cy="160"/>
              <a:chOff x="2208" y="664"/>
              <a:chExt cx="520" cy="160"/>
            </a:xfrm>
          </p:grpSpPr>
          <p:sp>
            <p:nvSpPr>
              <p:cNvPr id="22581" name="Line 20">
                <a:extLst>
                  <a:ext uri="{FF2B5EF4-FFF2-40B4-BE49-F238E27FC236}">
                    <a16:creationId xmlns:a16="http://schemas.microsoft.com/office/drawing/2014/main" id="{8C2C66A7-9141-184C-63B6-22FC7BA540F8}"/>
                  </a:ext>
                </a:extLst>
              </p:cNvPr>
              <p:cNvSpPr>
                <a:spLocks noChangeShapeType="1"/>
              </p:cNvSpPr>
              <p:nvPr/>
            </p:nvSpPr>
            <p:spPr bwMode="auto">
              <a:xfrm>
                <a:off x="2216"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2" name="Line 21">
                <a:extLst>
                  <a:ext uri="{FF2B5EF4-FFF2-40B4-BE49-F238E27FC236}">
                    <a16:creationId xmlns:a16="http://schemas.microsoft.com/office/drawing/2014/main" id="{082C1E96-E562-1947-2BEB-CB8C0B260449}"/>
                  </a:ext>
                </a:extLst>
              </p:cNvPr>
              <p:cNvSpPr>
                <a:spLocks noChangeShapeType="1"/>
              </p:cNvSpPr>
              <p:nvPr/>
            </p:nvSpPr>
            <p:spPr bwMode="auto">
              <a:xfrm>
                <a:off x="2208"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3" name="Line 22">
                <a:extLst>
                  <a:ext uri="{FF2B5EF4-FFF2-40B4-BE49-F238E27FC236}">
                    <a16:creationId xmlns:a16="http://schemas.microsoft.com/office/drawing/2014/main" id="{EE49ABE6-E7A4-B689-2DBD-7FC3E44F47AE}"/>
                  </a:ext>
                </a:extLst>
              </p:cNvPr>
              <p:cNvSpPr>
                <a:spLocks noChangeShapeType="1"/>
              </p:cNvSpPr>
              <p:nvPr/>
            </p:nvSpPr>
            <p:spPr bwMode="auto">
              <a:xfrm flipV="1">
                <a:off x="2496"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4" name="Line 23">
                <a:extLst>
                  <a:ext uri="{FF2B5EF4-FFF2-40B4-BE49-F238E27FC236}">
                    <a16:creationId xmlns:a16="http://schemas.microsoft.com/office/drawing/2014/main" id="{70B27F5D-0296-2C0E-A545-519A3460BB16}"/>
                  </a:ext>
                </a:extLst>
              </p:cNvPr>
              <p:cNvSpPr>
                <a:spLocks noChangeShapeType="1"/>
              </p:cNvSpPr>
              <p:nvPr/>
            </p:nvSpPr>
            <p:spPr bwMode="auto">
              <a:xfrm>
                <a:off x="2504"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585" name="Group 29">
              <a:extLst>
                <a:ext uri="{FF2B5EF4-FFF2-40B4-BE49-F238E27FC236}">
                  <a16:creationId xmlns:a16="http://schemas.microsoft.com/office/drawing/2014/main" id="{941C4A1A-0608-7B78-4C7E-DF1C069F8664}"/>
                </a:ext>
              </a:extLst>
            </p:cNvPr>
            <p:cNvGrpSpPr>
              <a:grpSpLocks/>
            </p:cNvGrpSpPr>
            <p:nvPr/>
          </p:nvGrpSpPr>
          <p:grpSpPr bwMode="auto">
            <a:xfrm>
              <a:off x="2736" y="664"/>
              <a:ext cx="520" cy="160"/>
              <a:chOff x="2736" y="664"/>
              <a:chExt cx="520" cy="160"/>
            </a:xfrm>
          </p:grpSpPr>
          <p:sp>
            <p:nvSpPr>
              <p:cNvPr id="22586" name="Line 25">
                <a:extLst>
                  <a:ext uri="{FF2B5EF4-FFF2-40B4-BE49-F238E27FC236}">
                    <a16:creationId xmlns:a16="http://schemas.microsoft.com/office/drawing/2014/main" id="{08D9462C-6FB9-BE34-CFF5-C633F273305A}"/>
                  </a:ext>
                </a:extLst>
              </p:cNvPr>
              <p:cNvSpPr>
                <a:spLocks noChangeShapeType="1"/>
              </p:cNvSpPr>
              <p:nvPr/>
            </p:nvSpPr>
            <p:spPr bwMode="auto">
              <a:xfrm>
                <a:off x="2744"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7" name="Line 26">
                <a:extLst>
                  <a:ext uri="{FF2B5EF4-FFF2-40B4-BE49-F238E27FC236}">
                    <a16:creationId xmlns:a16="http://schemas.microsoft.com/office/drawing/2014/main" id="{9D370EA4-3EDF-BD93-A82A-6B3E1E60A8ED}"/>
                  </a:ext>
                </a:extLst>
              </p:cNvPr>
              <p:cNvSpPr>
                <a:spLocks noChangeShapeType="1"/>
              </p:cNvSpPr>
              <p:nvPr/>
            </p:nvSpPr>
            <p:spPr bwMode="auto">
              <a:xfrm>
                <a:off x="2736"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8" name="Line 27">
                <a:extLst>
                  <a:ext uri="{FF2B5EF4-FFF2-40B4-BE49-F238E27FC236}">
                    <a16:creationId xmlns:a16="http://schemas.microsoft.com/office/drawing/2014/main" id="{95785285-2F50-AFFF-97AA-545DF25DC39B}"/>
                  </a:ext>
                </a:extLst>
              </p:cNvPr>
              <p:cNvSpPr>
                <a:spLocks noChangeShapeType="1"/>
              </p:cNvSpPr>
              <p:nvPr/>
            </p:nvSpPr>
            <p:spPr bwMode="auto">
              <a:xfrm flipV="1">
                <a:off x="3024"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9" name="Line 28">
                <a:extLst>
                  <a:ext uri="{FF2B5EF4-FFF2-40B4-BE49-F238E27FC236}">
                    <a16:creationId xmlns:a16="http://schemas.microsoft.com/office/drawing/2014/main" id="{BB674720-337A-BC8D-294B-B9427F91E12B}"/>
                  </a:ext>
                </a:extLst>
              </p:cNvPr>
              <p:cNvSpPr>
                <a:spLocks noChangeShapeType="1"/>
              </p:cNvSpPr>
              <p:nvPr/>
            </p:nvSpPr>
            <p:spPr bwMode="auto">
              <a:xfrm>
                <a:off x="3032"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590" name="Group 34">
              <a:extLst>
                <a:ext uri="{FF2B5EF4-FFF2-40B4-BE49-F238E27FC236}">
                  <a16:creationId xmlns:a16="http://schemas.microsoft.com/office/drawing/2014/main" id="{8CA7031B-1882-D40B-5DD0-D10BA97DA60E}"/>
                </a:ext>
              </a:extLst>
            </p:cNvPr>
            <p:cNvGrpSpPr>
              <a:grpSpLocks/>
            </p:cNvGrpSpPr>
            <p:nvPr/>
          </p:nvGrpSpPr>
          <p:grpSpPr bwMode="auto">
            <a:xfrm>
              <a:off x="3264" y="664"/>
              <a:ext cx="520" cy="160"/>
              <a:chOff x="3264" y="664"/>
              <a:chExt cx="520" cy="160"/>
            </a:xfrm>
          </p:grpSpPr>
          <p:sp>
            <p:nvSpPr>
              <p:cNvPr id="22591" name="Line 30">
                <a:extLst>
                  <a:ext uri="{FF2B5EF4-FFF2-40B4-BE49-F238E27FC236}">
                    <a16:creationId xmlns:a16="http://schemas.microsoft.com/office/drawing/2014/main" id="{18AE2FEB-F4C9-DEEB-2255-0E40AC16D958}"/>
                  </a:ext>
                </a:extLst>
              </p:cNvPr>
              <p:cNvSpPr>
                <a:spLocks noChangeShapeType="1"/>
              </p:cNvSpPr>
              <p:nvPr/>
            </p:nvSpPr>
            <p:spPr bwMode="auto">
              <a:xfrm>
                <a:off x="3272"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2" name="Line 31">
                <a:extLst>
                  <a:ext uri="{FF2B5EF4-FFF2-40B4-BE49-F238E27FC236}">
                    <a16:creationId xmlns:a16="http://schemas.microsoft.com/office/drawing/2014/main" id="{25FF0196-A201-DF23-7305-A767624752E5}"/>
                  </a:ext>
                </a:extLst>
              </p:cNvPr>
              <p:cNvSpPr>
                <a:spLocks noChangeShapeType="1"/>
              </p:cNvSpPr>
              <p:nvPr/>
            </p:nvSpPr>
            <p:spPr bwMode="auto">
              <a:xfrm>
                <a:off x="3264"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3" name="Line 32">
                <a:extLst>
                  <a:ext uri="{FF2B5EF4-FFF2-40B4-BE49-F238E27FC236}">
                    <a16:creationId xmlns:a16="http://schemas.microsoft.com/office/drawing/2014/main" id="{945A3CD8-60BA-06AA-89C0-B420EB430602}"/>
                  </a:ext>
                </a:extLst>
              </p:cNvPr>
              <p:cNvSpPr>
                <a:spLocks noChangeShapeType="1"/>
              </p:cNvSpPr>
              <p:nvPr/>
            </p:nvSpPr>
            <p:spPr bwMode="auto">
              <a:xfrm flipV="1">
                <a:off x="3552"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4" name="Line 33">
                <a:extLst>
                  <a:ext uri="{FF2B5EF4-FFF2-40B4-BE49-F238E27FC236}">
                    <a16:creationId xmlns:a16="http://schemas.microsoft.com/office/drawing/2014/main" id="{372930B9-9FD4-BACF-3CD6-79AA934E8979}"/>
                  </a:ext>
                </a:extLst>
              </p:cNvPr>
              <p:cNvSpPr>
                <a:spLocks noChangeShapeType="1"/>
              </p:cNvSpPr>
              <p:nvPr/>
            </p:nvSpPr>
            <p:spPr bwMode="auto">
              <a:xfrm>
                <a:off x="3560"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595" name="Group 39">
              <a:extLst>
                <a:ext uri="{FF2B5EF4-FFF2-40B4-BE49-F238E27FC236}">
                  <a16:creationId xmlns:a16="http://schemas.microsoft.com/office/drawing/2014/main" id="{A26EBD11-D14C-54AF-2C91-EBE7725ACCC5}"/>
                </a:ext>
              </a:extLst>
            </p:cNvPr>
            <p:cNvGrpSpPr>
              <a:grpSpLocks/>
            </p:cNvGrpSpPr>
            <p:nvPr/>
          </p:nvGrpSpPr>
          <p:grpSpPr bwMode="auto">
            <a:xfrm>
              <a:off x="3792" y="664"/>
              <a:ext cx="520" cy="160"/>
              <a:chOff x="3792" y="664"/>
              <a:chExt cx="520" cy="160"/>
            </a:xfrm>
          </p:grpSpPr>
          <p:sp>
            <p:nvSpPr>
              <p:cNvPr id="22596" name="Line 35">
                <a:extLst>
                  <a:ext uri="{FF2B5EF4-FFF2-40B4-BE49-F238E27FC236}">
                    <a16:creationId xmlns:a16="http://schemas.microsoft.com/office/drawing/2014/main" id="{558A0376-B3B6-AE25-88B8-7F3D8364D6CE}"/>
                  </a:ext>
                </a:extLst>
              </p:cNvPr>
              <p:cNvSpPr>
                <a:spLocks noChangeShapeType="1"/>
              </p:cNvSpPr>
              <p:nvPr/>
            </p:nvSpPr>
            <p:spPr bwMode="auto">
              <a:xfrm>
                <a:off x="3800"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7" name="Line 36">
                <a:extLst>
                  <a:ext uri="{FF2B5EF4-FFF2-40B4-BE49-F238E27FC236}">
                    <a16:creationId xmlns:a16="http://schemas.microsoft.com/office/drawing/2014/main" id="{D9AEB7BB-E2D7-0C51-C27E-D0520CE630A1}"/>
                  </a:ext>
                </a:extLst>
              </p:cNvPr>
              <p:cNvSpPr>
                <a:spLocks noChangeShapeType="1"/>
              </p:cNvSpPr>
              <p:nvPr/>
            </p:nvSpPr>
            <p:spPr bwMode="auto">
              <a:xfrm>
                <a:off x="3792"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8" name="Line 37">
                <a:extLst>
                  <a:ext uri="{FF2B5EF4-FFF2-40B4-BE49-F238E27FC236}">
                    <a16:creationId xmlns:a16="http://schemas.microsoft.com/office/drawing/2014/main" id="{AADDF992-172F-975E-43E8-E447000A2C78}"/>
                  </a:ext>
                </a:extLst>
              </p:cNvPr>
              <p:cNvSpPr>
                <a:spLocks noChangeShapeType="1"/>
              </p:cNvSpPr>
              <p:nvPr/>
            </p:nvSpPr>
            <p:spPr bwMode="auto">
              <a:xfrm flipV="1">
                <a:off x="4080"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9" name="Line 38">
                <a:extLst>
                  <a:ext uri="{FF2B5EF4-FFF2-40B4-BE49-F238E27FC236}">
                    <a16:creationId xmlns:a16="http://schemas.microsoft.com/office/drawing/2014/main" id="{6635991F-A763-2A04-3E1D-876687C921FA}"/>
                  </a:ext>
                </a:extLst>
              </p:cNvPr>
              <p:cNvSpPr>
                <a:spLocks noChangeShapeType="1"/>
              </p:cNvSpPr>
              <p:nvPr/>
            </p:nvSpPr>
            <p:spPr bwMode="auto">
              <a:xfrm>
                <a:off x="4088"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2600" name="Group 44">
              <a:extLst>
                <a:ext uri="{FF2B5EF4-FFF2-40B4-BE49-F238E27FC236}">
                  <a16:creationId xmlns:a16="http://schemas.microsoft.com/office/drawing/2014/main" id="{57B94C51-9CFC-F4D0-E9A9-F708162AB7D7}"/>
                </a:ext>
              </a:extLst>
            </p:cNvPr>
            <p:cNvGrpSpPr>
              <a:grpSpLocks/>
            </p:cNvGrpSpPr>
            <p:nvPr/>
          </p:nvGrpSpPr>
          <p:grpSpPr bwMode="auto">
            <a:xfrm>
              <a:off x="4320" y="664"/>
              <a:ext cx="520" cy="160"/>
              <a:chOff x="4320" y="664"/>
              <a:chExt cx="520" cy="160"/>
            </a:xfrm>
          </p:grpSpPr>
          <p:sp>
            <p:nvSpPr>
              <p:cNvPr id="22601" name="Line 40">
                <a:extLst>
                  <a:ext uri="{FF2B5EF4-FFF2-40B4-BE49-F238E27FC236}">
                    <a16:creationId xmlns:a16="http://schemas.microsoft.com/office/drawing/2014/main" id="{792B69D9-E1F0-F5BC-2CC5-C472B648B2C0}"/>
                  </a:ext>
                </a:extLst>
              </p:cNvPr>
              <p:cNvSpPr>
                <a:spLocks noChangeShapeType="1"/>
              </p:cNvSpPr>
              <p:nvPr/>
            </p:nvSpPr>
            <p:spPr bwMode="auto">
              <a:xfrm>
                <a:off x="4328"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2" name="Line 41">
                <a:extLst>
                  <a:ext uri="{FF2B5EF4-FFF2-40B4-BE49-F238E27FC236}">
                    <a16:creationId xmlns:a16="http://schemas.microsoft.com/office/drawing/2014/main" id="{FD053159-C295-415B-C5BB-65D8A658FEF4}"/>
                  </a:ext>
                </a:extLst>
              </p:cNvPr>
              <p:cNvSpPr>
                <a:spLocks noChangeShapeType="1"/>
              </p:cNvSpPr>
              <p:nvPr/>
            </p:nvSpPr>
            <p:spPr bwMode="auto">
              <a:xfrm>
                <a:off x="4320"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3" name="Line 42">
                <a:extLst>
                  <a:ext uri="{FF2B5EF4-FFF2-40B4-BE49-F238E27FC236}">
                    <a16:creationId xmlns:a16="http://schemas.microsoft.com/office/drawing/2014/main" id="{C34D5834-2E84-6671-AC2D-8261FA2B654E}"/>
                  </a:ext>
                </a:extLst>
              </p:cNvPr>
              <p:cNvSpPr>
                <a:spLocks noChangeShapeType="1"/>
              </p:cNvSpPr>
              <p:nvPr/>
            </p:nvSpPr>
            <p:spPr bwMode="auto">
              <a:xfrm flipV="1">
                <a:off x="4608"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4" name="Line 43">
                <a:extLst>
                  <a:ext uri="{FF2B5EF4-FFF2-40B4-BE49-F238E27FC236}">
                    <a16:creationId xmlns:a16="http://schemas.microsoft.com/office/drawing/2014/main" id="{6BB10AF3-009E-75C9-233E-B9DDDEE0212F}"/>
                  </a:ext>
                </a:extLst>
              </p:cNvPr>
              <p:cNvSpPr>
                <a:spLocks noChangeShapeType="1"/>
              </p:cNvSpPr>
              <p:nvPr/>
            </p:nvSpPr>
            <p:spPr bwMode="auto">
              <a:xfrm>
                <a:off x="4616"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605" name="Line 45">
              <a:extLst>
                <a:ext uri="{FF2B5EF4-FFF2-40B4-BE49-F238E27FC236}">
                  <a16:creationId xmlns:a16="http://schemas.microsoft.com/office/drawing/2014/main" id="{2E1CCC71-EA39-C277-C033-56424EB39459}"/>
                </a:ext>
              </a:extLst>
            </p:cNvPr>
            <p:cNvSpPr>
              <a:spLocks noChangeShapeType="1"/>
            </p:cNvSpPr>
            <p:nvPr/>
          </p:nvSpPr>
          <p:spPr bwMode="auto">
            <a:xfrm>
              <a:off x="392"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2606" name="Group 50">
              <a:extLst>
                <a:ext uri="{FF2B5EF4-FFF2-40B4-BE49-F238E27FC236}">
                  <a16:creationId xmlns:a16="http://schemas.microsoft.com/office/drawing/2014/main" id="{83ABB12E-FA6A-E35A-5B6E-0F0BFD08AF45}"/>
                </a:ext>
              </a:extLst>
            </p:cNvPr>
            <p:cNvGrpSpPr>
              <a:grpSpLocks/>
            </p:cNvGrpSpPr>
            <p:nvPr/>
          </p:nvGrpSpPr>
          <p:grpSpPr bwMode="auto">
            <a:xfrm>
              <a:off x="4848" y="664"/>
              <a:ext cx="520" cy="160"/>
              <a:chOff x="4848" y="664"/>
              <a:chExt cx="520" cy="160"/>
            </a:xfrm>
          </p:grpSpPr>
          <p:sp>
            <p:nvSpPr>
              <p:cNvPr id="22607" name="Line 46">
                <a:extLst>
                  <a:ext uri="{FF2B5EF4-FFF2-40B4-BE49-F238E27FC236}">
                    <a16:creationId xmlns:a16="http://schemas.microsoft.com/office/drawing/2014/main" id="{5E31F66E-1C12-1DFF-FA34-C9525BBE5F33}"/>
                  </a:ext>
                </a:extLst>
              </p:cNvPr>
              <p:cNvSpPr>
                <a:spLocks noChangeShapeType="1"/>
              </p:cNvSpPr>
              <p:nvPr/>
            </p:nvSpPr>
            <p:spPr bwMode="auto">
              <a:xfrm>
                <a:off x="4856"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8" name="Line 47">
                <a:extLst>
                  <a:ext uri="{FF2B5EF4-FFF2-40B4-BE49-F238E27FC236}">
                    <a16:creationId xmlns:a16="http://schemas.microsoft.com/office/drawing/2014/main" id="{82173854-C3C0-0258-D001-EC6F131C7652}"/>
                  </a:ext>
                </a:extLst>
              </p:cNvPr>
              <p:cNvSpPr>
                <a:spLocks noChangeShapeType="1"/>
              </p:cNvSpPr>
              <p:nvPr/>
            </p:nvSpPr>
            <p:spPr bwMode="auto">
              <a:xfrm>
                <a:off x="4848"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9" name="Line 48">
                <a:extLst>
                  <a:ext uri="{FF2B5EF4-FFF2-40B4-BE49-F238E27FC236}">
                    <a16:creationId xmlns:a16="http://schemas.microsoft.com/office/drawing/2014/main" id="{047AEE05-97CC-C51B-2BFF-1886762464E7}"/>
                  </a:ext>
                </a:extLst>
              </p:cNvPr>
              <p:cNvSpPr>
                <a:spLocks noChangeShapeType="1"/>
              </p:cNvSpPr>
              <p:nvPr/>
            </p:nvSpPr>
            <p:spPr bwMode="auto">
              <a:xfrm flipV="1">
                <a:off x="5136"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10" name="Line 49">
                <a:extLst>
                  <a:ext uri="{FF2B5EF4-FFF2-40B4-BE49-F238E27FC236}">
                    <a16:creationId xmlns:a16="http://schemas.microsoft.com/office/drawing/2014/main" id="{F7F6477A-DC08-A468-9D1F-867F8B5BA602}"/>
                  </a:ext>
                </a:extLst>
              </p:cNvPr>
              <p:cNvSpPr>
                <a:spLocks noChangeShapeType="1"/>
              </p:cNvSpPr>
              <p:nvPr/>
            </p:nvSpPr>
            <p:spPr bwMode="auto">
              <a:xfrm>
                <a:off x="5144"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611" name="Line 51">
              <a:extLst>
                <a:ext uri="{FF2B5EF4-FFF2-40B4-BE49-F238E27FC236}">
                  <a16:creationId xmlns:a16="http://schemas.microsoft.com/office/drawing/2014/main" id="{6962F97C-D67E-B2AD-22DC-1058E269AFE2}"/>
                </a:ext>
              </a:extLst>
            </p:cNvPr>
            <p:cNvSpPr>
              <a:spLocks noChangeShapeType="1"/>
            </p:cNvSpPr>
            <p:nvPr/>
          </p:nvSpPr>
          <p:spPr bwMode="auto">
            <a:xfrm>
              <a:off x="5376"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612" name="Line 53">
            <a:extLst>
              <a:ext uri="{FF2B5EF4-FFF2-40B4-BE49-F238E27FC236}">
                <a16:creationId xmlns:a16="http://schemas.microsoft.com/office/drawing/2014/main" id="{5C9F14A4-5E0C-421B-A421-05B14A3D2F8E}"/>
              </a:ext>
            </a:extLst>
          </p:cNvPr>
          <p:cNvSpPr>
            <a:spLocks noChangeShapeType="1"/>
          </p:cNvSpPr>
          <p:nvPr/>
        </p:nvSpPr>
        <p:spPr bwMode="auto">
          <a:xfrm flipV="1">
            <a:off x="9906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13" name="Line 54">
            <a:extLst>
              <a:ext uri="{FF2B5EF4-FFF2-40B4-BE49-F238E27FC236}">
                <a16:creationId xmlns:a16="http://schemas.microsoft.com/office/drawing/2014/main" id="{A405D21D-260E-855A-E014-2C294D36854A}"/>
              </a:ext>
            </a:extLst>
          </p:cNvPr>
          <p:cNvSpPr>
            <a:spLocks noChangeShapeType="1"/>
          </p:cNvSpPr>
          <p:nvPr/>
        </p:nvSpPr>
        <p:spPr bwMode="auto">
          <a:xfrm flipV="1">
            <a:off x="18288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14" name="Rectangle 55">
            <a:extLst>
              <a:ext uri="{FF2B5EF4-FFF2-40B4-BE49-F238E27FC236}">
                <a16:creationId xmlns:a16="http://schemas.microsoft.com/office/drawing/2014/main" id="{CB670CE7-4745-D836-4851-EE7315575E08}"/>
              </a:ext>
            </a:extLst>
          </p:cNvPr>
          <p:cNvSpPr>
            <a:spLocks noChangeArrowheads="1"/>
          </p:cNvSpPr>
          <p:nvPr/>
        </p:nvSpPr>
        <p:spPr bwMode="auto">
          <a:xfrm>
            <a:off x="10525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1</a:t>
            </a:r>
          </a:p>
        </p:txBody>
      </p:sp>
      <p:sp>
        <p:nvSpPr>
          <p:cNvPr id="22615" name="Rectangle 56">
            <a:extLst>
              <a:ext uri="{FF2B5EF4-FFF2-40B4-BE49-F238E27FC236}">
                <a16:creationId xmlns:a16="http://schemas.microsoft.com/office/drawing/2014/main" id="{6D03AA8C-C53A-1965-A0F2-F9FFAD39681E}"/>
              </a:ext>
            </a:extLst>
          </p:cNvPr>
          <p:cNvSpPr>
            <a:spLocks noChangeArrowheads="1"/>
          </p:cNvSpPr>
          <p:nvPr/>
        </p:nvSpPr>
        <p:spPr bwMode="auto">
          <a:xfrm>
            <a:off x="18145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2</a:t>
            </a:r>
          </a:p>
        </p:txBody>
      </p:sp>
      <p:sp>
        <p:nvSpPr>
          <p:cNvPr id="22616" name="Line 57">
            <a:extLst>
              <a:ext uri="{FF2B5EF4-FFF2-40B4-BE49-F238E27FC236}">
                <a16:creationId xmlns:a16="http://schemas.microsoft.com/office/drawing/2014/main" id="{DD3F8664-B97D-DF54-5E73-CF4249DC0071}"/>
              </a:ext>
            </a:extLst>
          </p:cNvPr>
          <p:cNvSpPr>
            <a:spLocks noChangeShapeType="1"/>
          </p:cNvSpPr>
          <p:nvPr/>
        </p:nvSpPr>
        <p:spPr bwMode="auto">
          <a:xfrm flipV="1">
            <a:off x="26670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17" name="Line 58">
            <a:extLst>
              <a:ext uri="{FF2B5EF4-FFF2-40B4-BE49-F238E27FC236}">
                <a16:creationId xmlns:a16="http://schemas.microsoft.com/office/drawing/2014/main" id="{C7CEB015-E6FD-A335-5D3C-8E6565975673}"/>
              </a:ext>
            </a:extLst>
          </p:cNvPr>
          <p:cNvSpPr>
            <a:spLocks noChangeShapeType="1"/>
          </p:cNvSpPr>
          <p:nvPr/>
        </p:nvSpPr>
        <p:spPr bwMode="auto">
          <a:xfrm flipV="1">
            <a:off x="35052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18" name="Line 59">
            <a:extLst>
              <a:ext uri="{FF2B5EF4-FFF2-40B4-BE49-F238E27FC236}">
                <a16:creationId xmlns:a16="http://schemas.microsoft.com/office/drawing/2014/main" id="{3AD976CC-22B7-8B47-B74E-19FE405FD8BC}"/>
              </a:ext>
            </a:extLst>
          </p:cNvPr>
          <p:cNvSpPr>
            <a:spLocks noChangeShapeType="1"/>
          </p:cNvSpPr>
          <p:nvPr/>
        </p:nvSpPr>
        <p:spPr bwMode="auto">
          <a:xfrm flipV="1">
            <a:off x="43434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19" name="Line 60">
            <a:extLst>
              <a:ext uri="{FF2B5EF4-FFF2-40B4-BE49-F238E27FC236}">
                <a16:creationId xmlns:a16="http://schemas.microsoft.com/office/drawing/2014/main" id="{0D7438EF-D957-A16F-1F83-E35B248B4FB8}"/>
              </a:ext>
            </a:extLst>
          </p:cNvPr>
          <p:cNvSpPr>
            <a:spLocks noChangeShapeType="1"/>
          </p:cNvSpPr>
          <p:nvPr/>
        </p:nvSpPr>
        <p:spPr bwMode="auto">
          <a:xfrm flipV="1">
            <a:off x="51816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20" name="Line 61">
            <a:extLst>
              <a:ext uri="{FF2B5EF4-FFF2-40B4-BE49-F238E27FC236}">
                <a16:creationId xmlns:a16="http://schemas.microsoft.com/office/drawing/2014/main" id="{75F787EA-94B8-639E-44DF-D377C68F11C3}"/>
              </a:ext>
            </a:extLst>
          </p:cNvPr>
          <p:cNvSpPr>
            <a:spLocks noChangeShapeType="1"/>
          </p:cNvSpPr>
          <p:nvPr/>
        </p:nvSpPr>
        <p:spPr bwMode="auto">
          <a:xfrm flipV="1">
            <a:off x="60198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21" name="Line 62">
            <a:extLst>
              <a:ext uri="{FF2B5EF4-FFF2-40B4-BE49-F238E27FC236}">
                <a16:creationId xmlns:a16="http://schemas.microsoft.com/office/drawing/2014/main" id="{2698D717-2092-0AC4-B106-3FF90943D5B2}"/>
              </a:ext>
            </a:extLst>
          </p:cNvPr>
          <p:cNvSpPr>
            <a:spLocks noChangeShapeType="1"/>
          </p:cNvSpPr>
          <p:nvPr/>
        </p:nvSpPr>
        <p:spPr bwMode="auto">
          <a:xfrm flipV="1">
            <a:off x="68580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22" name="Line 63">
            <a:extLst>
              <a:ext uri="{FF2B5EF4-FFF2-40B4-BE49-F238E27FC236}">
                <a16:creationId xmlns:a16="http://schemas.microsoft.com/office/drawing/2014/main" id="{297F1CFA-02CA-6C2D-A392-9D9258B8211F}"/>
              </a:ext>
            </a:extLst>
          </p:cNvPr>
          <p:cNvSpPr>
            <a:spLocks noChangeShapeType="1"/>
          </p:cNvSpPr>
          <p:nvPr/>
        </p:nvSpPr>
        <p:spPr bwMode="auto">
          <a:xfrm flipV="1">
            <a:off x="76962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23" name="Line 64">
            <a:extLst>
              <a:ext uri="{FF2B5EF4-FFF2-40B4-BE49-F238E27FC236}">
                <a16:creationId xmlns:a16="http://schemas.microsoft.com/office/drawing/2014/main" id="{1E8F44C9-F8AA-A9DE-7BF6-1308B509483B}"/>
              </a:ext>
            </a:extLst>
          </p:cNvPr>
          <p:cNvSpPr>
            <a:spLocks noChangeShapeType="1"/>
          </p:cNvSpPr>
          <p:nvPr/>
        </p:nvSpPr>
        <p:spPr bwMode="auto">
          <a:xfrm flipV="1">
            <a:off x="85344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24" name="Rectangle 65">
            <a:extLst>
              <a:ext uri="{FF2B5EF4-FFF2-40B4-BE49-F238E27FC236}">
                <a16:creationId xmlns:a16="http://schemas.microsoft.com/office/drawing/2014/main" id="{C7AAB692-B102-1831-7159-B6420D23C8C3}"/>
              </a:ext>
            </a:extLst>
          </p:cNvPr>
          <p:cNvSpPr>
            <a:spLocks noChangeArrowheads="1"/>
          </p:cNvSpPr>
          <p:nvPr/>
        </p:nvSpPr>
        <p:spPr bwMode="auto">
          <a:xfrm>
            <a:off x="27289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3</a:t>
            </a:r>
          </a:p>
        </p:txBody>
      </p:sp>
      <p:sp>
        <p:nvSpPr>
          <p:cNvPr id="22625" name="Rectangle 66">
            <a:extLst>
              <a:ext uri="{FF2B5EF4-FFF2-40B4-BE49-F238E27FC236}">
                <a16:creationId xmlns:a16="http://schemas.microsoft.com/office/drawing/2014/main" id="{1C50475C-BE71-547B-424D-B4A79B86B0E3}"/>
              </a:ext>
            </a:extLst>
          </p:cNvPr>
          <p:cNvSpPr>
            <a:spLocks noChangeArrowheads="1"/>
          </p:cNvSpPr>
          <p:nvPr/>
        </p:nvSpPr>
        <p:spPr bwMode="auto">
          <a:xfrm>
            <a:off x="34909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4</a:t>
            </a:r>
          </a:p>
        </p:txBody>
      </p:sp>
      <p:sp>
        <p:nvSpPr>
          <p:cNvPr id="22626" name="Rectangle 67">
            <a:extLst>
              <a:ext uri="{FF2B5EF4-FFF2-40B4-BE49-F238E27FC236}">
                <a16:creationId xmlns:a16="http://schemas.microsoft.com/office/drawing/2014/main" id="{A080C7E1-1C62-BDD0-6F74-CA2CDF4C5836}"/>
              </a:ext>
            </a:extLst>
          </p:cNvPr>
          <p:cNvSpPr>
            <a:spLocks noChangeArrowheads="1"/>
          </p:cNvSpPr>
          <p:nvPr/>
        </p:nvSpPr>
        <p:spPr bwMode="auto">
          <a:xfrm>
            <a:off x="43291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5</a:t>
            </a:r>
          </a:p>
        </p:txBody>
      </p:sp>
      <p:sp>
        <p:nvSpPr>
          <p:cNvPr id="22627" name="Rectangle 68">
            <a:extLst>
              <a:ext uri="{FF2B5EF4-FFF2-40B4-BE49-F238E27FC236}">
                <a16:creationId xmlns:a16="http://schemas.microsoft.com/office/drawing/2014/main" id="{0A2DD39A-4517-F0B2-6309-B5603A9E91FE}"/>
              </a:ext>
            </a:extLst>
          </p:cNvPr>
          <p:cNvSpPr>
            <a:spLocks noChangeArrowheads="1"/>
          </p:cNvSpPr>
          <p:nvPr/>
        </p:nvSpPr>
        <p:spPr bwMode="auto">
          <a:xfrm>
            <a:off x="51673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6</a:t>
            </a:r>
          </a:p>
        </p:txBody>
      </p:sp>
      <p:sp>
        <p:nvSpPr>
          <p:cNvPr id="22628" name="Rectangle 69">
            <a:extLst>
              <a:ext uri="{FF2B5EF4-FFF2-40B4-BE49-F238E27FC236}">
                <a16:creationId xmlns:a16="http://schemas.microsoft.com/office/drawing/2014/main" id="{A1475A1C-20DF-9004-DE51-CD06D4708550}"/>
              </a:ext>
            </a:extLst>
          </p:cNvPr>
          <p:cNvSpPr>
            <a:spLocks noChangeArrowheads="1"/>
          </p:cNvSpPr>
          <p:nvPr/>
        </p:nvSpPr>
        <p:spPr bwMode="auto">
          <a:xfrm>
            <a:off x="60055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7</a:t>
            </a:r>
          </a:p>
        </p:txBody>
      </p:sp>
      <p:sp>
        <p:nvSpPr>
          <p:cNvPr id="22629" name="Rectangle 70">
            <a:extLst>
              <a:ext uri="{FF2B5EF4-FFF2-40B4-BE49-F238E27FC236}">
                <a16:creationId xmlns:a16="http://schemas.microsoft.com/office/drawing/2014/main" id="{F1044CA6-1823-D212-7A59-BE6BAFD217CB}"/>
              </a:ext>
            </a:extLst>
          </p:cNvPr>
          <p:cNvSpPr>
            <a:spLocks noChangeArrowheads="1"/>
          </p:cNvSpPr>
          <p:nvPr/>
        </p:nvSpPr>
        <p:spPr bwMode="auto">
          <a:xfrm>
            <a:off x="68437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8</a:t>
            </a:r>
          </a:p>
        </p:txBody>
      </p:sp>
      <p:sp>
        <p:nvSpPr>
          <p:cNvPr id="22630" name="Rectangle 71">
            <a:extLst>
              <a:ext uri="{FF2B5EF4-FFF2-40B4-BE49-F238E27FC236}">
                <a16:creationId xmlns:a16="http://schemas.microsoft.com/office/drawing/2014/main" id="{D30E0481-181D-9F88-0DCD-1F810B6E9151}"/>
              </a:ext>
            </a:extLst>
          </p:cNvPr>
          <p:cNvSpPr>
            <a:spLocks noChangeArrowheads="1"/>
          </p:cNvSpPr>
          <p:nvPr/>
        </p:nvSpPr>
        <p:spPr bwMode="auto">
          <a:xfrm>
            <a:off x="76819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9</a:t>
            </a:r>
          </a:p>
        </p:txBody>
      </p:sp>
      <p:grpSp>
        <p:nvGrpSpPr>
          <p:cNvPr id="22631" name="Group 74">
            <a:extLst>
              <a:ext uri="{FF2B5EF4-FFF2-40B4-BE49-F238E27FC236}">
                <a16:creationId xmlns:a16="http://schemas.microsoft.com/office/drawing/2014/main" id="{FE63533E-01BA-BA86-CE44-141AFA196F4E}"/>
              </a:ext>
            </a:extLst>
          </p:cNvPr>
          <p:cNvGrpSpPr>
            <a:grpSpLocks/>
          </p:cNvGrpSpPr>
          <p:nvPr/>
        </p:nvGrpSpPr>
        <p:grpSpPr bwMode="auto">
          <a:xfrm>
            <a:off x="1003300" y="1524000"/>
            <a:ext cx="812800" cy="333375"/>
            <a:chOff x="632" y="960"/>
            <a:chExt cx="512" cy="210"/>
          </a:xfrm>
        </p:grpSpPr>
        <p:sp>
          <p:nvSpPr>
            <p:cNvPr id="22632" name="Rectangle 72">
              <a:extLst>
                <a:ext uri="{FF2B5EF4-FFF2-40B4-BE49-F238E27FC236}">
                  <a16:creationId xmlns:a16="http://schemas.microsoft.com/office/drawing/2014/main" id="{60542176-A044-89AB-083F-8A5ADD3F6393}"/>
                </a:ext>
              </a:extLst>
            </p:cNvPr>
            <p:cNvSpPr>
              <a:spLocks noChangeArrowheads="1"/>
            </p:cNvSpPr>
            <p:nvPr/>
          </p:nvSpPr>
          <p:spPr bwMode="auto">
            <a:xfrm>
              <a:off x="632"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33" name="Rectangle 73">
              <a:extLst>
                <a:ext uri="{FF2B5EF4-FFF2-40B4-BE49-F238E27FC236}">
                  <a16:creationId xmlns:a16="http://schemas.microsoft.com/office/drawing/2014/main" id="{D9C84CE0-3ECA-2ABE-5645-CE52C3A0113A}"/>
                </a:ext>
              </a:extLst>
            </p:cNvPr>
            <p:cNvSpPr>
              <a:spLocks noChangeArrowheads="1"/>
            </p:cNvSpPr>
            <p:nvPr/>
          </p:nvSpPr>
          <p:spPr bwMode="auto">
            <a:xfrm>
              <a:off x="673" y="960"/>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22634" name="Group 77">
            <a:extLst>
              <a:ext uri="{FF2B5EF4-FFF2-40B4-BE49-F238E27FC236}">
                <a16:creationId xmlns:a16="http://schemas.microsoft.com/office/drawing/2014/main" id="{6C89714F-B968-EB02-F16E-0B4CA7051321}"/>
              </a:ext>
            </a:extLst>
          </p:cNvPr>
          <p:cNvGrpSpPr>
            <a:grpSpLocks/>
          </p:cNvGrpSpPr>
          <p:nvPr/>
        </p:nvGrpSpPr>
        <p:grpSpPr bwMode="auto">
          <a:xfrm>
            <a:off x="1814513" y="1524000"/>
            <a:ext cx="903287" cy="333375"/>
            <a:chOff x="1143" y="960"/>
            <a:chExt cx="569" cy="210"/>
          </a:xfrm>
        </p:grpSpPr>
        <p:sp>
          <p:nvSpPr>
            <p:cNvPr id="22635" name="Rectangle 75">
              <a:extLst>
                <a:ext uri="{FF2B5EF4-FFF2-40B4-BE49-F238E27FC236}">
                  <a16:creationId xmlns:a16="http://schemas.microsoft.com/office/drawing/2014/main" id="{7237EAAF-E0CD-EDD0-4C17-B6D8C1CBB82E}"/>
                </a:ext>
              </a:extLst>
            </p:cNvPr>
            <p:cNvSpPr>
              <a:spLocks noChangeArrowheads="1"/>
            </p:cNvSpPr>
            <p:nvPr/>
          </p:nvSpPr>
          <p:spPr bwMode="auto">
            <a:xfrm>
              <a:off x="1160"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36" name="Rectangle 76">
              <a:extLst>
                <a:ext uri="{FF2B5EF4-FFF2-40B4-BE49-F238E27FC236}">
                  <a16:creationId xmlns:a16="http://schemas.microsoft.com/office/drawing/2014/main" id="{4B6BF0FB-1D68-4B63-0A50-C3B34204CB22}"/>
                </a:ext>
              </a:extLst>
            </p:cNvPr>
            <p:cNvSpPr>
              <a:spLocks noChangeArrowheads="1"/>
            </p:cNvSpPr>
            <p:nvPr/>
          </p:nvSpPr>
          <p:spPr bwMode="auto">
            <a:xfrm>
              <a:off x="1143" y="960"/>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22637" name="Group 80">
            <a:extLst>
              <a:ext uri="{FF2B5EF4-FFF2-40B4-BE49-F238E27FC236}">
                <a16:creationId xmlns:a16="http://schemas.microsoft.com/office/drawing/2014/main" id="{585F7AB1-96FC-E6F0-BCEA-785D9C05D86B}"/>
              </a:ext>
            </a:extLst>
          </p:cNvPr>
          <p:cNvGrpSpPr>
            <a:grpSpLocks/>
          </p:cNvGrpSpPr>
          <p:nvPr/>
        </p:nvGrpSpPr>
        <p:grpSpPr bwMode="auto">
          <a:xfrm>
            <a:off x="2679700" y="1524000"/>
            <a:ext cx="812800" cy="333375"/>
            <a:chOff x="1688" y="960"/>
            <a:chExt cx="512" cy="210"/>
          </a:xfrm>
        </p:grpSpPr>
        <p:sp>
          <p:nvSpPr>
            <p:cNvPr id="22638" name="Rectangle 78">
              <a:extLst>
                <a:ext uri="{FF2B5EF4-FFF2-40B4-BE49-F238E27FC236}">
                  <a16:creationId xmlns:a16="http://schemas.microsoft.com/office/drawing/2014/main" id="{69152F6B-D237-4ED0-E106-9BBEE04F8400}"/>
                </a:ext>
              </a:extLst>
            </p:cNvPr>
            <p:cNvSpPr>
              <a:spLocks noChangeArrowheads="1"/>
            </p:cNvSpPr>
            <p:nvPr/>
          </p:nvSpPr>
          <p:spPr bwMode="auto">
            <a:xfrm>
              <a:off x="1688"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39" name="Rectangle 79">
              <a:extLst>
                <a:ext uri="{FF2B5EF4-FFF2-40B4-BE49-F238E27FC236}">
                  <a16:creationId xmlns:a16="http://schemas.microsoft.com/office/drawing/2014/main" id="{D7CD54C8-CA64-A972-C9A6-D23D163F805D}"/>
                </a:ext>
              </a:extLst>
            </p:cNvPr>
            <p:cNvSpPr>
              <a:spLocks noChangeArrowheads="1"/>
            </p:cNvSpPr>
            <p:nvPr/>
          </p:nvSpPr>
          <p:spPr bwMode="auto">
            <a:xfrm>
              <a:off x="1767" y="960"/>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22640" name="Group 83">
            <a:extLst>
              <a:ext uri="{FF2B5EF4-FFF2-40B4-BE49-F238E27FC236}">
                <a16:creationId xmlns:a16="http://schemas.microsoft.com/office/drawing/2014/main" id="{AABDE854-DBEE-107D-D5EF-CADE68068CD7}"/>
              </a:ext>
            </a:extLst>
          </p:cNvPr>
          <p:cNvGrpSpPr>
            <a:grpSpLocks/>
          </p:cNvGrpSpPr>
          <p:nvPr/>
        </p:nvGrpSpPr>
        <p:grpSpPr bwMode="auto">
          <a:xfrm>
            <a:off x="3517900" y="1524000"/>
            <a:ext cx="812800" cy="333375"/>
            <a:chOff x="2216" y="960"/>
            <a:chExt cx="512" cy="210"/>
          </a:xfrm>
        </p:grpSpPr>
        <p:sp>
          <p:nvSpPr>
            <p:cNvPr id="22641" name="Rectangle 81">
              <a:extLst>
                <a:ext uri="{FF2B5EF4-FFF2-40B4-BE49-F238E27FC236}">
                  <a16:creationId xmlns:a16="http://schemas.microsoft.com/office/drawing/2014/main" id="{3A871B91-8418-4CE1-C6CF-81A822ED814E}"/>
                </a:ext>
              </a:extLst>
            </p:cNvPr>
            <p:cNvSpPr>
              <a:spLocks noChangeArrowheads="1"/>
            </p:cNvSpPr>
            <p:nvPr/>
          </p:nvSpPr>
          <p:spPr bwMode="auto">
            <a:xfrm>
              <a:off x="2216"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42" name="Rectangle 82">
              <a:extLst>
                <a:ext uri="{FF2B5EF4-FFF2-40B4-BE49-F238E27FC236}">
                  <a16:creationId xmlns:a16="http://schemas.microsoft.com/office/drawing/2014/main" id="{BD84E401-D8A7-1752-F8CB-303AD5033CC0}"/>
                </a:ext>
              </a:extLst>
            </p:cNvPr>
            <p:cNvSpPr>
              <a:spLocks noChangeArrowheads="1"/>
            </p:cNvSpPr>
            <p:nvPr/>
          </p:nvSpPr>
          <p:spPr bwMode="auto">
            <a:xfrm>
              <a:off x="2295" y="960"/>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sp>
        <p:nvSpPr>
          <p:cNvPr id="22643" name="Rectangle 84">
            <a:extLst>
              <a:ext uri="{FF2B5EF4-FFF2-40B4-BE49-F238E27FC236}">
                <a16:creationId xmlns:a16="http://schemas.microsoft.com/office/drawing/2014/main" id="{4C84D98A-6069-3609-575C-B3FC647E5A09}"/>
              </a:ext>
            </a:extLst>
          </p:cNvPr>
          <p:cNvSpPr>
            <a:spLocks noChangeArrowheads="1"/>
          </p:cNvSpPr>
          <p:nvPr/>
        </p:nvSpPr>
        <p:spPr bwMode="auto">
          <a:xfrm>
            <a:off x="290513" y="1524000"/>
            <a:ext cx="768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R-type</a:t>
            </a:r>
          </a:p>
        </p:txBody>
      </p:sp>
      <p:grpSp>
        <p:nvGrpSpPr>
          <p:cNvPr id="22644" name="Group 87">
            <a:extLst>
              <a:ext uri="{FF2B5EF4-FFF2-40B4-BE49-F238E27FC236}">
                <a16:creationId xmlns:a16="http://schemas.microsoft.com/office/drawing/2014/main" id="{C80949D9-3CE3-EBC6-88A1-F29FD0F19E65}"/>
              </a:ext>
            </a:extLst>
          </p:cNvPr>
          <p:cNvGrpSpPr>
            <a:grpSpLocks/>
          </p:cNvGrpSpPr>
          <p:nvPr/>
        </p:nvGrpSpPr>
        <p:grpSpPr bwMode="auto">
          <a:xfrm>
            <a:off x="1841500" y="1981200"/>
            <a:ext cx="812800" cy="333375"/>
            <a:chOff x="1160" y="1248"/>
            <a:chExt cx="512" cy="210"/>
          </a:xfrm>
        </p:grpSpPr>
        <p:sp>
          <p:nvSpPr>
            <p:cNvPr id="22645" name="Rectangle 85">
              <a:extLst>
                <a:ext uri="{FF2B5EF4-FFF2-40B4-BE49-F238E27FC236}">
                  <a16:creationId xmlns:a16="http://schemas.microsoft.com/office/drawing/2014/main" id="{385D015B-D78A-73F6-3010-76EEEDBA7B37}"/>
                </a:ext>
              </a:extLst>
            </p:cNvPr>
            <p:cNvSpPr>
              <a:spLocks noChangeArrowheads="1"/>
            </p:cNvSpPr>
            <p:nvPr/>
          </p:nvSpPr>
          <p:spPr bwMode="auto">
            <a:xfrm>
              <a:off x="1160"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46" name="Rectangle 86">
              <a:extLst>
                <a:ext uri="{FF2B5EF4-FFF2-40B4-BE49-F238E27FC236}">
                  <a16:creationId xmlns:a16="http://schemas.microsoft.com/office/drawing/2014/main" id="{AB380EF3-2087-B784-285A-E6442102E02B}"/>
                </a:ext>
              </a:extLst>
            </p:cNvPr>
            <p:cNvSpPr>
              <a:spLocks noChangeArrowheads="1"/>
            </p:cNvSpPr>
            <p:nvPr/>
          </p:nvSpPr>
          <p:spPr bwMode="auto">
            <a:xfrm>
              <a:off x="1201" y="1248"/>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22647" name="Group 90">
            <a:extLst>
              <a:ext uri="{FF2B5EF4-FFF2-40B4-BE49-F238E27FC236}">
                <a16:creationId xmlns:a16="http://schemas.microsoft.com/office/drawing/2014/main" id="{DF922D58-5FF6-76FB-D908-0D0BFF4E3D28}"/>
              </a:ext>
            </a:extLst>
          </p:cNvPr>
          <p:cNvGrpSpPr>
            <a:grpSpLocks/>
          </p:cNvGrpSpPr>
          <p:nvPr/>
        </p:nvGrpSpPr>
        <p:grpSpPr bwMode="auto">
          <a:xfrm>
            <a:off x="2652713" y="1981200"/>
            <a:ext cx="903287" cy="333375"/>
            <a:chOff x="1671" y="1248"/>
            <a:chExt cx="569" cy="210"/>
          </a:xfrm>
        </p:grpSpPr>
        <p:sp>
          <p:nvSpPr>
            <p:cNvPr id="22648" name="Rectangle 88">
              <a:extLst>
                <a:ext uri="{FF2B5EF4-FFF2-40B4-BE49-F238E27FC236}">
                  <a16:creationId xmlns:a16="http://schemas.microsoft.com/office/drawing/2014/main" id="{4B622BE5-D6DA-C0EB-2AE5-B25517644B41}"/>
                </a:ext>
              </a:extLst>
            </p:cNvPr>
            <p:cNvSpPr>
              <a:spLocks noChangeArrowheads="1"/>
            </p:cNvSpPr>
            <p:nvPr/>
          </p:nvSpPr>
          <p:spPr bwMode="auto">
            <a:xfrm>
              <a:off x="1688"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49" name="Rectangle 89">
              <a:extLst>
                <a:ext uri="{FF2B5EF4-FFF2-40B4-BE49-F238E27FC236}">
                  <a16:creationId xmlns:a16="http://schemas.microsoft.com/office/drawing/2014/main" id="{59AA349D-444B-5E5E-D8BD-B057A9282218}"/>
                </a:ext>
              </a:extLst>
            </p:cNvPr>
            <p:cNvSpPr>
              <a:spLocks noChangeArrowheads="1"/>
            </p:cNvSpPr>
            <p:nvPr/>
          </p:nvSpPr>
          <p:spPr bwMode="auto">
            <a:xfrm>
              <a:off x="1671" y="1248"/>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22650" name="Group 93">
            <a:extLst>
              <a:ext uri="{FF2B5EF4-FFF2-40B4-BE49-F238E27FC236}">
                <a16:creationId xmlns:a16="http://schemas.microsoft.com/office/drawing/2014/main" id="{E0F18AFA-8AC6-4317-F169-594CEC26AC97}"/>
              </a:ext>
            </a:extLst>
          </p:cNvPr>
          <p:cNvGrpSpPr>
            <a:grpSpLocks/>
          </p:cNvGrpSpPr>
          <p:nvPr/>
        </p:nvGrpSpPr>
        <p:grpSpPr bwMode="auto">
          <a:xfrm>
            <a:off x="3517900" y="1981200"/>
            <a:ext cx="812800" cy="333375"/>
            <a:chOff x="2216" y="1248"/>
            <a:chExt cx="512" cy="210"/>
          </a:xfrm>
        </p:grpSpPr>
        <p:sp>
          <p:nvSpPr>
            <p:cNvPr id="22651" name="Rectangle 91">
              <a:extLst>
                <a:ext uri="{FF2B5EF4-FFF2-40B4-BE49-F238E27FC236}">
                  <a16:creationId xmlns:a16="http://schemas.microsoft.com/office/drawing/2014/main" id="{B6414F60-0EE8-D185-2330-80908F77622D}"/>
                </a:ext>
              </a:extLst>
            </p:cNvPr>
            <p:cNvSpPr>
              <a:spLocks noChangeArrowheads="1"/>
            </p:cNvSpPr>
            <p:nvPr/>
          </p:nvSpPr>
          <p:spPr bwMode="auto">
            <a:xfrm>
              <a:off x="2216"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52" name="Rectangle 92">
              <a:extLst>
                <a:ext uri="{FF2B5EF4-FFF2-40B4-BE49-F238E27FC236}">
                  <a16:creationId xmlns:a16="http://schemas.microsoft.com/office/drawing/2014/main" id="{E61C4AB1-585A-79C2-1C79-6B2D30CACA03}"/>
                </a:ext>
              </a:extLst>
            </p:cNvPr>
            <p:cNvSpPr>
              <a:spLocks noChangeArrowheads="1"/>
            </p:cNvSpPr>
            <p:nvPr/>
          </p:nvSpPr>
          <p:spPr bwMode="auto">
            <a:xfrm>
              <a:off x="2295" y="1248"/>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22653" name="Group 96">
            <a:extLst>
              <a:ext uri="{FF2B5EF4-FFF2-40B4-BE49-F238E27FC236}">
                <a16:creationId xmlns:a16="http://schemas.microsoft.com/office/drawing/2014/main" id="{0C54566A-AD81-2D17-907E-590698D26288}"/>
              </a:ext>
            </a:extLst>
          </p:cNvPr>
          <p:cNvGrpSpPr>
            <a:grpSpLocks/>
          </p:cNvGrpSpPr>
          <p:nvPr/>
        </p:nvGrpSpPr>
        <p:grpSpPr bwMode="auto">
          <a:xfrm>
            <a:off x="4356100" y="1981200"/>
            <a:ext cx="812800" cy="333375"/>
            <a:chOff x="2744" y="1248"/>
            <a:chExt cx="512" cy="210"/>
          </a:xfrm>
        </p:grpSpPr>
        <p:sp>
          <p:nvSpPr>
            <p:cNvPr id="22654" name="Rectangle 94">
              <a:extLst>
                <a:ext uri="{FF2B5EF4-FFF2-40B4-BE49-F238E27FC236}">
                  <a16:creationId xmlns:a16="http://schemas.microsoft.com/office/drawing/2014/main" id="{5530C62A-A490-A080-8BD4-8031521D93F8}"/>
                </a:ext>
              </a:extLst>
            </p:cNvPr>
            <p:cNvSpPr>
              <a:spLocks noChangeArrowheads="1"/>
            </p:cNvSpPr>
            <p:nvPr/>
          </p:nvSpPr>
          <p:spPr bwMode="auto">
            <a:xfrm>
              <a:off x="2744"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55" name="Rectangle 95">
              <a:extLst>
                <a:ext uri="{FF2B5EF4-FFF2-40B4-BE49-F238E27FC236}">
                  <a16:creationId xmlns:a16="http://schemas.microsoft.com/office/drawing/2014/main" id="{5787D45A-8074-A1B4-3165-77B88B153EE1}"/>
                </a:ext>
              </a:extLst>
            </p:cNvPr>
            <p:cNvSpPr>
              <a:spLocks noChangeArrowheads="1"/>
            </p:cNvSpPr>
            <p:nvPr/>
          </p:nvSpPr>
          <p:spPr bwMode="auto">
            <a:xfrm>
              <a:off x="2823" y="1248"/>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sp>
        <p:nvSpPr>
          <p:cNvPr id="22656" name="Rectangle 97">
            <a:extLst>
              <a:ext uri="{FF2B5EF4-FFF2-40B4-BE49-F238E27FC236}">
                <a16:creationId xmlns:a16="http://schemas.microsoft.com/office/drawing/2014/main" id="{28C37B3D-4537-65B1-661C-A2A2DE70E83B}"/>
              </a:ext>
            </a:extLst>
          </p:cNvPr>
          <p:cNvSpPr>
            <a:spLocks noChangeArrowheads="1"/>
          </p:cNvSpPr>
          <p:nvPr/>
        </p:nvSpPr>
        <p:spPr bwMode="auto">
          <a:xfrm>
            <a:off x="1052513" y="1981200"/>
            <a:ext cx="768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R-type</a:t>
            </a:r>
          </a:p>
        </p:txBody>
      </p:sp>
      <p:grpSp>
        <p:nvGrpSpPr>
          <p:cNvPr id="22657" name="Group 113">
            <a:extLst>
              <a:ext uri="{FF2B5EF4-FFF2-40B4-BE49-F238E27FC236}">
                <a16:creationId xmlns:a16="http://schemas.microsoft.com/office/drawing/2014/main" id="{5B9A68AA-7F29-D330-3AB1-E5E4871325ED}"/>
              </a:ext>
            </a:extLst>
          </p:cNvPr>
          <p:cNvGrpSpPr>
            <a:grpSpLocks/>
          </p:cNvGrpSpPr>
          <p:nvPr/>
        </p:nvGrpSpPr>
        <p:grpSpPr bwMode="auto">
          <a:xfrm>
            <a:off x="2679700" y="2438400"/>
            <a:ext cx="4165600" cy="333375"/>
            <a:chOff x="1688" y="1536"/>
            <a:chExt cx="2624" cy="210"/>
          </a:xfrm>
        </p:grpSpPr>
        <p:grpSp>
          <p:nvGrpSpPr>
            <p:cNvPr id="22658" name="Group 100">
              <a:extLst>
                <a:ext uri="{FF2B5EF4-FFF2-40B4-BE49-F238E27FC236}">
                  <a16:creationId xmlns:a16="http://schemas.microsoft.com/office/drawing/2014/main" id="{96E485D0-44D8-EF0D-FBFC-2AA364A6466E}"/>
                </a:ext>
              </a:extLst>
            </p:cNvPr>
            <p:cNvGrpSpPr>
              <a:grpSpLocks/>
            </p:cNvGrpSpPr>
            <p:nvPr/>
          </p:nvGrpSpPr>
          <p:grpSpPr bwMode="auto">
            <a:xfrm>
              <a:off x="1688" y="1536"/>
              <a:ext cx="512" cy="210"/>
              <a:chOff x="1688" y="1536"/>
              <a:chExt cx="512" cy="210"/>
            </a:xfrm>
          </p:grpSpPr>
          <p:sp>
            <p:nvSpPr>
              <p:cNvPr id="22659" name="Rectangle 98">
                <a:extLst>
                  <a:ext uri="{FF2B5EF4-FFF2-40B4-BE49-F238E27FC236}">
                    <a16:creationId xmlns:a16="http://schemas.microsoft.com/office/drawing/2014/main" id="{1D4C9B04-B1C5-24A8-7D20-63A03A71B860}"/>
                  </a:ext>
                </a:extLst>
              </p:cNvPr>
              <p:cNvSpPr>
                <a:spLocks noChangeArrowheads="1"/>
              </p:cNvSpPr>
              <p:nvPr/>
            </p:nvSpPr>
            <p:spPr bwMode="auto">
              <a:xfrm>
                <a:off x="1688"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60" name="Rectangle 99">
                <a:extLst>
                  <a:ext uri="{FF2B5EF4-FFF2-40B4-BE49-F238E27FC236}">
                    <a16:creationId xmlns:a16="http://schemas.microsoft.com/office/drawing/2014/main" id="{5D4C06E3-5478-BA96-E827-1FAAC70BBEA9}"/>
                  </a:ext>
                </a:extLst>
              </p:cNvPr>
              <p:cNvSpPr>
                <a:spLocks noChangeArrowheads="1"/>
              </p:cNvSpPr>
              <p:nvPr/>
            </p:nvSpPr>
            <p:spPr bwMode="auto">
              <a:xfrm>
                <a:off x="1729" y="1536"/>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22661" name="Group 103">
              <a:extLst>
                <a:ext uri="{FF2B5EF4-FFF2-40B4-BE49-F238E27FC236}">
                  <a16:creationId xmlns:a16="http://schemas.microsoft.com/office/drawing/2014/main" id="{CE371ACF-FB17-DA22-19E1-92995683E303}"/>
                </a:ext>
              </a:extLst>
            </p:cNvPr>
            <p:cNvGrpSpPr>
              <a:grpSpLocks/>
            </p:cNvGrpSpPr>
            <p:nvPr/>
          </p:nvGrpSpPr>
          <p:grpSpPr bwMode="auto">
            <a:xfrm>
              <a:off x="2199" y="1536"/>
              <a:ext cx="569" cy="210"/>
              <a:chOff x="2199" y="1536"/>
              <a:chExt cx="569" cy="210"/>
            </a:xfrm>
          </p:grpSpPr>
          <p:sp>
            <p:nvSpPr>
              <p:cNvPr id="22662" name="Rectangle 101">
                <a:extLst>
                  <a:ext uri="{FF2B5EF4-FFF2-40B4-BE49-F238E27FC236}">
                    <a16:creationId xmlns:a16="http://schemas.microsoft.com/office/drawing/2014/main" id="{994A2F79-489A-6AED-BFE4-A7CB0A912F46}"/>
                  </a:ext>
                </a:extLst>
              </p:cNvPr>
              <p:cNvSpPr>
                <a:spLocks noChangeArrowheads="1"/>
              </p:cNvSpPr>
              <p:nvPr/>
            </p:nvSpPr>
            <p:spPr bwMode="auto">
              <a:xfrm>
                <a:off x="2216"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63" name="Rectangle 102">
                <a:extLst>
                  <a:ext uri="{FF2B5EF4-FFF2-40B4-BE49-F238E27FC236}">
                    <a16:creationId xmlns:a16="http://schemas.microsoft.com/office/drawing/2014/main" id="{7EB97CF3-0F04-95DC-C29F-C8D95AC46C31}"/>
                  </a:ext>
                </a:extLst>
              </p:cNvPr>
              <p:cNvSpPr>
                <a:spLocks noChangeArrowheads="1"/>
              </p:cNvSpPr>
              <p:nvPr/>
            </p:nvSpPr>
            <p:spPr bwMode="auto">
              <a:xfrm>
                <a:off x="2199" y="1536"/>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22664" name="Group 106">
              <a:extLst>
                <a:ext uri="{FF2B5EF4-FFF2-40B4-BE49-F238E27FC236}">
                  <a16:creationId xmlns:a16="http://schemas.microsoft.com/office/drawing/2014/main" id="{F8D7D6C3-F4EE-E9AA-D693-C917557850F9}"/>
                </a:ext>
              </a:extLst>
            </p:cNvPr>
            <p:cNvGrpSpPr>
              <a:grpSpLocks/>
            </p:cNvGrpSpPr>
            <p:nvPr/>
          </p:nvGrpSpPr>
          <p:grpSpPr bwMode="auto">
            <a:xfrm>
              <a:off x="2744" y="1536"/>
              <a:ext cx="512" cy="210"/>
              <a:chOff x="2744" y="1536"/>
              <a:chExt cx="512" cy="210"/>
            </a:xfrm>
          </p:grpSpPr>
          <p:sp>
            <p:nvSpPr>
              <p:cNvPr id="22665" name="Rectangle 104">
                <a:extLst>
                  <a:ext uri="{FF2B5EF4-FFF2-40B4-BE49-F238E27FC236}">
                    <a16:creationId xmlns:a16="http://schemas.microsoft.com/office/drawing/2014/main" id="{3FBFED6A-4B4A-D3A1-081A-05A8591EB872}"/>
                  </a:ext>
                </a:extLst>
              </p:cNvPr>
              <p:cNvSpPr>
                <a:spLocks noChangeArrowheads="1"/>
              </p:cNvSpPr>
              <p:nvPr/>
            </p:nvSpPr>
            <p:spPr bwMode="auto">
              <a:xfrm>
                <a:off x="2744"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66" name="Rectangle 105">
                <a:extLst>
                  <a:ext uri="{FF2B5EF4-FFF2-40B4-BE49-F238E27FC236}">
                    <a16:creationId xmlns:a16="http://schemas.microsoft.com/office/drawing/2014/main" id="{0E1FFBA3-E58F-0AB0-83A8-943D94861871}"/>
                  </a:ext>
                </a:extLst>
              </p:cNvPr>
              <p:cNvSpPr>
                <a:spLocks noChangeArrowheads="1"/>
              </p:cNvSpPr>
              <p:nvPr/>
            </p:nvSpPr>
            <p:spPr bwMode="auto">
              <a:xfrm>
                <a:off x="2823" y="1536"/>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22667" name="Group 109">
              <a:extLst>
                <a:ext uri="{FF2B5EF4-FFF2-40B4-BE49-F238E27FC236}">
                  <a16:creationId xmlns:a16="http://schemas.microsoft.com/office/drawing/2014/main" id="{C798B277-08C0-520D-593A-06F048C51C24}"/>
                </a:ext>
              </a:extLst>
            </p:cNvPr>
            <p:cNvGrpSpPr>
              <a:grpSpLocks/>
            </p:cNvGrpSpPr>
            <p:nvPr/>
          </p:nvGrpSpPr>
          <p:grpSpPr bwMode="auto">
            <a:xfrm>
              <a:off x="3272" y="1536"/>
              <a:ext cx="512" cy="210"/>
              <a:chOff x="3272" y="1536"/>
              <a:chExt cx="512" cy="210"/>
            </a:xfrm>
          </p:grpSpPr>
          <p:sp>
            <p:nvSpPr>
              <p:cNvPr id="22668" name="Rectangle 107">
                <a:extLst>
                  <a:ext uri="{FF2B5EF4-FFF2-40B4-BE49-F238E27FC236}">
                    <a16:creationId xmlns:a16="http://schemas.microsoft.com/office/drawing/2014/main" id="{BFD704BC-F7D9-D0D3-D2B5-265B1EB65A49}"/>
                  </a:ext>
                </a:extLst>
              </p:cNvPr>
              <p:cNvSpPr>
                <a:spLocks noChangeArrowheads="1"/>
              </p:cNvSpPr>
              <p:nvPr/>
            </p:nvSpPr>
            <p:spPr bwMode="auto">
              <a:xfrm>
                <a:off x="3272"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69" name="Rectangle 108">
                <a:extLst>
                  <a:ext uri="{FF2B5EF4-FFF2-40B4-BE49-F238E27FC236}">
                    <a16:creationId xmlns:a16="http://schemas.microsoft.com/office/drawing/2014/main" id="{1DB9392D-6BDE-0701-BBF4-A80D1B3052E8}"/>
                  </a:ext>
                </a:extLst>
              </p:cNvPr>
              <p:cNvSpPr>
                <a:spLocks noChangeArrowheads="1"/>
              </p:cNvSpPr>
              <p:nvPr/>
            </p:nvSpPr>
            <p:spPr bwMode="auto">
              <a:xfrm>
                <a:off x="3351" y="1536"/>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Mem</a:t>
                </a:r>
              </a:p>
            </p:txBody>
          </p:sp>
        </p:grpSp>
        <p:grpSp>
          <p:nvGrpSpPr>
            <p:cNvPr id="22670" name="Group 112">
              <a:extLst>
                <a:ext uri="{FF2B5EF4-FFF2-40B4-BE49-F238E27FC236}">
                  <a16:creationId xmlns:a16="http://schemas.microsoft.com/office/drawing/2014/main" id="{C98220D3-2C21-9B93-A42D-CCECFA8D14D6}"/>
                </a:ext>
              </a:extLst>
            </p:cNvPr>
            <p:cNvGrpSpPr>
              <a:grpSpLocks/>
            </p:cNvGrpSpPr>
            <p:nvPr/>
          </p:nvGrpSpPr>
          <p:grpSpPr bwMode="auto">
            <a:xfrm>
              <a:off x="3800" y="1536"/>
              <a:ext cx="512" cy="210"/>
              <a:chOff x="3800" y="1536"/>
              <a:chExt cx="512" cy="210"/>
            </a:xfrm>
          </p:grpSpPr>
          <p:sp>
            <p:nvSpPr>
              <p:cNvPr id="22671" name="Rectangle 110">
                <a:extLst>
                  <a:ext uri="{FF2B5EF4-FFF2-40B4-BE49-F238E27FC236}">
                    <a16:creationId xmlns:a16="http://schemas.microsoft.com/office/drawing/2014/main" id="{87E7BEAB-CFD6-F1A6-BEB8-5E42257774F5}"/>
                  </a:ext>
                </a:extLst>
              </p:cNvPr>
              <p:cNvSpPr>
                <a:spLocks noChangeArrowheads="1"/>
              </p:cNvSpPr>
              <p:nvPr/>
            </p:nvSpPr>
            <p:spPr bwMode="auto">
              <a:xfrm>
                <a:off x="3800"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2672" name="Rectangle 111">
                <a:extLst>
                  <a:ext uri="{FF2B5EF4-FFF2-40B4-BE49-F238E27FC236}">
                    <a16:creationId xmlns:a16="http://schemas.microsoft.com/office/drawing/2014/main" id="{4DB599A2-254D-FD3E-4503-E2378BC31B84}"/>
                  </a:ext>
                </a:extLst>
              </p:cNvPr>
              <p:cNvSpPr>
                <a:spLocks noChangeArrowheads="1"/>
              </p:cNvSpPr>
              <p:nvPr/>
            </p:nvSpPr>
            <p:spPr bwMode="auto">
              <a:xfrm>
                <a:off x="3879" y="1536"/>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grpSp>
      <p:sp>
        <p:nvSpPr>
          <p:cNvPr id="22673" name="Rectangle 114">
            <a:extLst>
              <a:ext uri="{FF2B5EF4-FFF2-40B4-BE49-F238E27FC236}">
                <a16:creationId xmlns:a16="http://schemas.microsoft.com/office/drawing/2014/main" id="{A475C9DF-FCF2-27AB-68D7-28395B1F8511}"/>
              </a:ext>
            </a:extLst>
          </p:cNvPr>
          <p:cNvSpPr>
            <a:spLocks noChangeArrowheads="1"/>
          </p:cNvSpPr>
          <p:nvPr/>
        </p:nvSpPr>
        <p:spPr bwMode="auto">
          <a:xfrm>
            <a:off x="2043113" y="2438400"/>
            <a:ext cx="631825" cy="333375"/>
          </a:xfrm>
          <a:prstGeom prst="rect">
            <a:avLst/>
          </a:prstGeom>
          <a:solidFill>
            <a:srgbClr val="92D05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Load</a:t>
            </a:r>
          </a:p>
        </p:txBody>
      </p:sp>
      <p:sp>
        <p:nvSpPr>
          <p:cNvPr id="22674" name="Line 141">
            <a:extLst>
              <a:ext uri="{FF2B5EF4-FFF2-40B4-BE49-F238E27FC236}">
                <a16:creationId xmlns:a16="http://schemas.microsoft.com/office/drawing/2014/main" id="{1DBD265B-9F7D-4CCC-8589-0F879212B29A}"/>
              </a:ext>
            </a:extLst>
          </p:cNvPr>
          <p:cNvSpPr>
            <a:spLocks noChangeShapeType="1"/>
          </p:cNvSpPr>
          <p:nvPr/>
        </p:nvSpPr>
        <p:spPr bwMode="auto">
          <a:xfrm flipV="1">
            <a:off x="5181600" y="1358900"/>
            <a:ext cx="0" cy="558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75" name="Line 142">
            <a:extLst>
              <a:ext uri="{FF2B5EF4-FFF2-40B4-BE49-F238E27FC236}">
                <a16:creationId xmlns:a16="http://schemas.microsoft.com/office/drawing/2014/main" id="{9F996187-50A2-6F0A-1D3E-06D6C3D353FF}"/>
              </a:ext>
            </a:extLst>
          </p:cNvPr>
          <p:cNvSpPr>
            <a:spLocks noChangeShapeType="1"/>
          </p:cNvSpPr>
          <p:nvPr/>
        </p:nvSpPr>
        <p:spPr bwMode="auto">
          <a:xfrm flipV="1">
            <a:off x="6858000" y="1358900"/>
            <a:ext cx="0" cy="10160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76" name="Line 144">
            <a:extLst>
              <a:ext uri="{FF2B5EF4-FFF2-40B4-BE49-F238E27FC236}">
                <a16:creationId xmlns:a16="http://schemas.microsoft.com/office/drawing/2014/main" id="{ECFC934C-8E3A-B614-361B-7995D35D65C9}"/>
              </a:ext>
            </a:extLst>
          </p:cNvPr>
          <p:cNvSpPr>
            <a:spLocks noChangeShapeType="1"/>
          </p:cNvSpPr>
          <p:nvPr/>
        </p:nvSpPr>
        <p:spPr bwMode="auto">
          <a:xfrm flipV="1">
            <a:off x="6019800" y="1358900"/>
            <a:ext cx="0" cy="10160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77" name="Line 145">
            <a:extLst>
              <a:ext uri="{FF2B5EF4-FFF2-40B4-BE49-F238E27FC236}">
                <a16:creationId xmlns:a16="http://schemas.microsoft.com/office/drawing/2014/main" id="{E1BC762A-56C5-E2DC-F1E5-4A1CC35A2B3B}"/>
              </a:ext>
            </a:extLst>
          </p:cNvPr>
          <p:cNvSpPr>
            <a:spLocks noChangeShapeType="1"/>
          </p:cNvSpPr>
          <p:nvPr/>
        </p:nvSpPr>
        <p:spPr bwMode="auto">
          <a:xfrm flipV="1">
            <a:off x="7696200" y="1358900"/>
            <a:ext cx="0" cy="1930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81" name="Text Box 157">
            <a:extLst>
              <a:ext uri="{FF2B5EF4-FFF2-40B4-BE49-F238E27FC236}">
                <a16:creationId xmlns:a16="http://schemas.microsoft.com/office/drawing/2014/main" id="{7320E17A-4C90-8E52-7800-C77A29B83283}"/>
              </a:ext>
            </a:extLst>
          </p:cNvPr>
          <p:cNvSpPr txBox="1">
            <a:spLocks noChangeArrowheads="1"/>
          </p:cNvSpPr>
          <p:nvPr/>
        </p:nvSpPr>
        <p:spPr bwMode="auto">
          <a:xfrm>
            <a:off x="5208588" y="4424363"/>
            <a:ext cx="2578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b="0">
                <a:solidFill>
                  <a:schemeClr val="accent1"/>
                </a:solidFill>
                <a:latin typeface="黑体" panose="02010609060101010101" pitchFamily="49" charset="-122"/>
                <a:ea typeface="黑体" panose="02010609060101010101" pitchFamily="49" charset="-122"/>
              </a:rPr>
              <a:t>或称为资源冲突！</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Effect transition="in" filter="checkerboard(across)">
                                      <p:cBhvr>
                                        <p:cTn id="12" dur="500"/>
                                        <p:tgtEl>
                                          <p:spTgt spid="26627">
                                            <p:txEl>
                                              <p:pRg st="0" end="0"/>
                                            </p:txEl>
                                          </p:spTgt>
                                        </p:tgtEl>
                                      </p:cBhvr>
                                    </p:animEffect>
                                  </p:childTnLst>
                                  <p:subTnLst>
                                    <p:animClr clrSpc="rgb" dir="cw">
                                      <p:cBhvr override="childStyle">
                                        <p:cTn dur="1" fill="hold" display="0" masterRel="nextClick" afterEffect="1"/>
                                        <p:tgtEl>
                                          <p:spTgt spid="26627">
                                            <p:txEl>
                                              <p:pRg st="0" end="0"/>
                                            </p:txEl>
                                          </p:spTgt>
                                        </p:tgtEl>
                                        <p:attrNameLst>
                                          <p:attrName>ppt_c</p:attrName>
                                        </p:attrNameLst>
                                      </p:cBhvr>
                                      <p:to>
                                        <a:srgbClr val="00B4A3"/>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17" dur="500"/>
                                        <p:tgtEl>
                                          <p:spTgt spid="2662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22" dur="500"/>
                                        <p:tgtEl>
                                          <p:spTgt spid="2662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6627">
                                            <p:txEl>
                                              <p:pRg st="3" end="3"/>
                                            </p:txEl>
                                          </p:spTgt>
                                        </p:tgtEl>
                                        <p:attrNameLst>
                                          <p:attrName>style.visibility</p:attrName>
                                        </p:attrNameLst>
                                      </p:cBhvr>
                                      <p:to>
                                        <p:strVal val="visible"/>
                                      </p:to>
                                    </p:set>
                                    <p:animEffect transition="in" filter="checkerboard(across)">
                                      <p:cBhvr>
                                        <p:cTn id="27" dur="500"/>
                                        <p:tgtEl>
                                          <p:spTgt spid="26627">
                                            <p:txEl>
                                              <p:pRg st="3" end="3"/>
                                            </p:txEl>
                                          </p:spTgt>
                                        </p:tgtEl>
                                      </p:cBhvr>
                                    </p:animEffect>
                                  </p:childTnLst>
                                  <p:subTnLst>
                                    <p:animClr clrSpc="rgb" dir="cw">
                                      <p:cBhvr override="childStyle">
                                        <p:cTn dur="1" fill="hold" display="0" masterRel="nextClick" afterEffect="1"/>
                                        <p:tgtEl>
                                          <p:spTgt spid="26627">
                                            <p:txEl>
                                              <p:pRg st="3" end="3"/>
                                            </p:txEl>
                                          </p:spTgt>
                                        </p:tgtEl>
                                        <p:attrNameLst>
                                          <p:attrName>ppt_c</p:attrName>
                                        </p:attrNameLst>
                                      </p:cBhvr>
                                      <p:to>
                                        <a:srgbClr val="00B4A3"/>
                                      </p:to>
                                    </p:animClr>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6781"/>
                                        </p:tgtEl>
                                        <p:attrNameLst>
                                          <p:attrName>style.visibility</p:attrName>
                                        </p:attrNameLst>
                                      </p:cBhvr>
                                      <p:to>
                                        <p:strVal val="visible"/>
                                      </p:to>
                                    </p:set>
                                    <p:animEffect transition="in" filter="blinds(horizontal)">
                                      <p:cBhvr>
                                        <p:cTn id="32" dur="500"/>
                                        <p:tgtEl>
                                          <p:spTgt spid="2678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6627">
                                            <p:txEl>
                                              <p:pRg st="4" end="4"/>
                                            </p:txEl>
                                          </p:spTgt>
                                        </p:tgtEl>
                                        <p:attrNameLst>
                                          <p:attrName>style.visibility</p:attrName>
                                        </p:attrNameLst>
                                      </p:cBhvr>
                                      <p:to>
                                        <p:strVal val="visible"/>
                                      </p:to>
                                    </p:set>
                                    <p:animEffect transition="in" filter="checkerboard(across)">
                                      <p:cBhvr>
                                        <p:cTn id="37" dur="500"/>
                                        <p:tgtEl>
                                          <p:spTgt spid="26627">
                                            <p:txEl>
                                              <p:pRg st="4" end="4"/>
                                            </p:txEl>
                                          </p:spTgt>
                                        </p:tgtEl>
                                      </p:cBhvr>
                                    </p:animEffect>
                                  </p:childTnLst>
                                  <p:subTnLst>
                                    <p:animClr clrSpc="rgb" dir="cw">
                                      <p:cBhvr override="childStyle">
                                        <p:cTn dur="1" fill="hold" display="0" masterRel="nextClick" afterEffect="1"/>
                                        <p:tgtEl>
                                          <p:spTgt spid="26627">
                                            <p:txEl>
                                              <p:pRg st="4" end="4"/>
                                            </p:txEl>
                                          </p:spTgt>
                                        </p:tgtEl>
                                        <p:attrNameLst>
                                          <p:attrName>ppt_c</p:attrName>
                                        </p:attrNameLst>
                                      </p:cBhvr>
                                      <p:to>
                                        <a:srgbClr val="00B4A3"/>
                                      </p:to>
                                    </p:animClr>
                                  </p:sub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6627">
                                            <p:txEl>
                                              <p:pRg st="5" end="5"/>
                                            </p:txEl>
                                          </p:spTgt>
                                        </p:tgtEl>
                                        <p:attrNameLst>
                                          <p:attrName>style.visibility</p:attrName>
                                        </p:attrNameLst>
                                      </p:cBhvr>
                                      <p:to>
                                        <p:strVal val="visible"/>
                                      </p:to>
                                    </p:set>
                                    <p:animEffect transition="in" filter="blinds(horizontal)">
                                      <p:cBhvr>
                                        <p:cTn id="42" dur="500"/>
                                        <p:tgtEl>
                                          <p:spTgt spid="26627">
                                            <p:txEl>
                                              <p:pRg st="5" end="5"/>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6627">
                                            <p:txEl>
                                              <p:pRg st="6" end="6"/>
                                            </p:txEl>
                                          </p:spTgt>
                                        </p:tgtEl>
                                        <p:attrNameLst>
                                          <p:attrName>style.visibility</p:attrName>
                                        </p:attrNameLst>
                                      </p:cBhvr>
                                      <p:to>
                                        <p:strVal val="visible"/>
                                      </p:to>
                                    </p:set>
                                    <p:animEffect transition="in" filter="blinds(horizontal)">
                                      <p:cBhvr>
                                        <p:cTn id="47" dur="500"/>
                                        <p:tgtEl>
                                          <p:spTgt spid="266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P spid="2678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E6791B4C-B378-FBBF-4894-E7A236FD8994}"/>
              </a:ext>
            </a:extLst>
          </p:cNvPr>
          <p:cNvSpPr>
            <a:spLocks noGrp="1" noChangeArrowheads="1"/>
          </p:cNvSpPr>
          <p:nvPr>
            <p:ph type="title"/>
          </p:nvPr>
        </p:nvSpPr>
        <p:spPr>
          <a:xfrm>
            <a:off x="800100" y="190500"/>
            <a:ext cx="8040688" cy="368300"/>
          </a:xfrm>
        </p:spPr>
        <p:txBody>
          <a:bodyPr/>
          <a:lstStyle/>
          <a:p>
            <a:r>
              <a:rPr lang="en-US" altLang="zh-CN">
                <a:ea typeface="宋体" panose="02010600030101010101" pitchFamily="2" charset="-122"/>
              </a:rPr>
              <a:t> R-type</a:t>
            </a:r>
            <a:r>
              <a:rPr lang="zh-CN" altLang="en-US">
                <a:ea typeface="宋体" panose="02010600030101010101" pitchFamily="2" charset="-122"/>
              </a:rPr>
              <a:t>的</a:t>
            </a:r>
            <a:r>
              <a:rPr lang="en-US" altLang="zh-CN">
                <a:ea typeface="宋体" panose="02010600030101010101" pitchFamily="2" charset="-122"/>
              </a:rPr>
              <a:t>Wr</a:t>
            </a:r>
            <a:r>
              <a:rPr lang="zh-CN" altLang="en-US">
                <a:ea typeface="宋体" panose="02010600030101010101" pitchFamily="2" charset="-122"/>
              </a:rPr>
              <a:t>操作延后一个周期执行</a:t>
            </a:r>
            <a:endParaRPr lang="en-US" altLang="zh-CN">
              <a:ea typeface="宋体" panose="02010600030101010101" pitchFamily="2" charset="-122"/>
            </a:endParaRPr>
          </a:p>
        </p:txBody>
      </p:sp>
      <p:sp>
        <p:nvSpPr>
          <p:cNvPr id="32771" name="Rectangle 3">
            <a:extLst>
              <a:ext uri="{FF2B5EF4-FFF2-40B4-BE49-F238E27FC236}">
                <a16:creationId xmlns:a16="http://schemas.microsoft.com/office/drawing/2014/main" id="{7249FC46-D9DE-2802-A2EA-F7ED333DFC6D}"/>
              </a:ext>
            </a:extLst>
          </p:cNvPr>
          <p:cNvSpPr>
            <a:spLocks noGrp="1" noChangeArrowheads="1"/>
          </p:cNvSpPr>
          <p:nvPr>
            <p:ph idx="1"/>
          </p:nvPr>
        </p:nvSpPr>
        <p:spPr>
          <a:xfrm>
            <a:off x="217488" y="1635125"/>
            <a:ext cx="8385175" cy="788988"/>
          </a:xfrm>
        </p:spPr>
        <p:txBody>
          <a:bodyPr/>
          <a:lstStyle/>
          <a:p>
            <a:r>
              <a:rPr lang="zh-CN" altLang="en-US" sz="2000">
                <a:ea typeface="黑体" panose="02010609060101010101" pitchFamily="49" charset="-122"/>
              </a:rPr>
              <a:t>加一个</a:t>
            </a:r>
            <a:r>
              <a:rPr lang="en-US" altLang="zh-CN" sz="2000">
                <a:ea typeface="黑体" panose="02010609060101010101" pitchFamily="49" charset="-122"/>
              </a:rPr>
              <a:t>NOP</a:t>
            </a:r>
            <a:r>
              <a:rPr lang="zh-CN" altLang="en-US" sz="2000">
                <a:ea typeface="黑体" panose="02010609060101010101" pitchFamily="49" charset="-122"/>
              </a:rPr>
              <a:t>阶段以延迟“写”操作</a:t>
            </a:r>
            <a:r>
              <a:rPr lang="en-US" altLang="zh-CN" sz="2000">
                <a:ea typeface="黑体" panose="02010609060101010101" pitchFamily="49" charset="-122"/>
              </a:rPr>
              <a:t>:</a:t>
            </a:r>
          </a:p>
          <a:p>
            <a:pPr lvl="1">
              <a:lnSpc>
                <a:spcPct val="100000"/>
              </a:lnSpc>
            </a:pPr>
            <a:r>
              <a:rPr lang="zh-CN" altLang="en-US" sz="2000">
                <a:ea typeface="黑体" panose="02010609060101010101" pitchFamily="49" charset="-122"/>
              </a:rPr>
              <a:t>把“写”操作安排在第</a:t>
            </a:r>
            <a:r>
              <a:rPr lang="en-US" altLang="zh-CN" sz="2000">
                <a:ea typeface="黑体" panose="02010609060101010101" pitchFamily="49" charset="-122"/>
              </a:rPr>
              <a:t>5</a:t>
            </a:r>
            <a:r>
              <a:rPr lang="zh-CN" altLang="en-US" sz="2000">
                <a:ea typeface="黑体" panose="02010609060101010101" pitchFamily="49" charset="-122"/>
              </a:rPr>
              <a:t>阶段</a:t>
            </a:r>
            <a:r>
              <a:rPr lang="en-US" altLang="zh-CN" sz="2000">
                <a:ea typeface="黑体" panose="02010609060101010101" pitchFamily="49" charset="-122"/>
              </a:rPr>
              <a:t>, </a:t>
            </a:r>
            <a:r>
              <a:rPr lang="zh-CN" altLang="en-US" sz="2000">
                <a:ea typeface="黑体" panose="02010609060101010101" pitchFamily="49" charset="-122"/>
              </a:rPr>
              <a:t>这样使</a:t>
            </a:r>
            <a:r>
              <a:rPr lang="en-US" altLang="zh-CN" sz="2000">
                <a:ea typeface="黑体" panose="02010609060101010101" pitchFamily="49" charset="-122"/>
              </a:rPr>
              <a:t>R-Type</a:t>
            </a:r>
            <a:r>
              <a:rPr lang="zh-CN" altLang="en-US" sz="2000">
                <a:ea typeface="黑体" panose="02010609060101010101" pitchFamily="49" charset="-122"/>
              </a:rPr>
              <a:t>的</a:t>
            </a:r>
            <a:r>
              <a:rPr lang="en-US" altLang="zh-CN" sz="2000">
                <a:ea typeface="黑体" panose="02010609060101010101" pitchFamily="49" charset="-122"/>
              </a:rPr>
              <a:t>Mem</a:t>
            </a:r>
            <a:r>
              <a:rPr lang="zh-CN" altLang="en-US" sz="2000">
                <a:ea typeface="黑体" panose="02010609060101010101" pitchFamily="49" charset="-122"/>
              </a:rPr>
              <a:t>阶段为空</a:t>
            </a:r>
            <a:r>
              <a:rPr lang="en-US" altLang="zh-CN" sz="2000">
                <a:ea typeface="黑体" panose="02010609060101010101" pitchFamily="49" charset="-122"/>
              </a:rPr>
              <a:t>NOP</a:t>
            </a:r>
          </a:p>
        </p:txBody>
      </p:sp>
      <p:sp>
        <p:nvSpPr>
          <p:cNvPr id="32959" name="Text Box 191">
            <a:extLst>
              <a:ext uri="{FF2B5EF4-FFF2-40B4-BE49-F238E27FC236}">
                <a16:creationId xmlns:a16="http://schemas.microsoft.com/office/drawing/2014/main" id="{BE33AB1F-E82E-744A-86E2-5662EB54E63C}"/>
              </a:ext>
            </a:extLst>
          </p:cNvPr>
          <p:cNvSpPr txBox="1">
            <a:spLocks noChangeArrowheads="1"/>
          </p:cNvSpPr>
          <p:nvPr/>
        </p:nvSpPr>
        <p:spPr bwMode="auto">
          <a:xfrm>
            <a:off x="987425" y="5921375"/>
            <a:ext cx="6094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ea typeface="宋体" panose="02010600030101010101" pitchFamily="2" charset="-122"/>
              </a:rPr>
              <a:t>这样使流水线中的每条指令都有相同多个阶段</a:t>
            </a:r>
            <a:r>
              <a:rPr lang="en-US" altLang="zh-CN" sz="2000">
                <a:solidFill>
                  <a:srgbClr val="CC0000"/>
                </a:solidFill>
                <a:ea typeface="宋体" panose="02010600030101010101" pitchFamily="2" charset="-122"/>
              </a:rPr>
              <a:t>!</a:t>
            </a:r>
          </a:p>
        </p:txBody>
      </p:sp>
      <p:grpSp>
        <p:nvGrpSpPr>
          <p:cNvPr id="24580" name="Group 146">
            <a:extLst>
              <a:ext uri="{FF2B5EF4-FFF2-40B4-BE49-F238E27FC236}">
                <a16:creationId xmlns:a16="http://schemas.microsoft.com/office/drawing/2014/main" id="{84092833-75C7-7150-7021-D9E0983F60B4}"/>
              </a:ext>
            </a:extLst>
          </p:cNvPr>
          <p:cNvGrpSpPr>
            <a:grpSpLocks/>
          </p:cNvGrpSpPr>
          <p:nvPr/>
        </p:nvGrpSpPr>
        <p:grpSpPr bwMode="auto">
          <a:xfrm>
            <a:off x="2374900" y="1062038"/>
            <a:ext cx="812800" cy="333375"/>
            <a:chOff x="1496" y="1344"/>
            <a:chExt cx="512" cy="210"/>
          </a:xfrm>
        </p:grpSpPr>
        <p:sp>
          <p:nvSpPr>
            <p:cNvPr id="24581" name="Rectangle 144">
              <a:extLst>
                <a:ext uri="{FF2B5EF4-FFF2-40B4-BE49-F238E27FC236}">
                  <a16:creationId xmlns:a16="http://schemas.microsoft.com/office/drawing/2014/main" id="{482AF8E9-2754-51E8-9859-D6B2190EECE3}"/>
                </a:ext>
              </a:extLst>
            </p:cNvPr>
            <p:cNvSpPr>
              <a:spLocks noChangeArrowheads="1"/>
            </p:cNvSpPr>
            <p:nvPr/>
          </p:nvSpPr>
          <p:spPr bwMode="auto">
            <a:xfrm>
              <a:off x="1496"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582" name="Rectangle 145">
              <a:extLst>
                <a:ext uri="{FF2B5EF4-FFF2-40B4-BE49-F238E27FC236}">
                  <a16:creationId xmlns:a16="http://schemas.microsoft.com/office/drawing/2014/main" id="{556F178D-7D59-5E68-E0AF-58B17AEA6A67}"/>
                </a:ext>
              </a:extLst>
            </p:cNvPr>
            <p:cNvSpPr>
              <a:spLocks noChangeArrowheads="1"/>
            </p:cNvSpPr>
            <p:nvPr/>
          </p:nvSpPr>
          <p:spPr bwMode="auto">
            <a:xfrm>
              <a:off x="1537" y="1344"/>
              <a:ext cx="45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Ifetch</a:t>
              </a:r>
            </a:p>
          </p:txBody>
        </p:sp>
      </p:grpSp>
      <p:grpSp>
        <p:nvGrpSpPr>
          <p:cNvPr id="24583" name="Group 149">
            <a:extLst>
              <a:ext uri="{FF2B5EF4-FFF2-40B4-BE49-F238E27FC236}">
                <a16:creationId xmlns:a16="http://schemas.microsoft.com/office/drawing/2014/main" id="{7BF38207-B973-E119-DE06-82180840F83E}"/>
              </a:ext>
            </a:extLst>
          </p:cNvPr>
          <p:cNvGrpSpPr>
            <a:grpSpLocks/>
          </p:cNvGrpSpPr>
          <p:nvPr/>
        </p:nvGrpSpPr>
        <p:grpSpPr bwMode="auto">
          <a:xfrm>
            <a:off x="3148013" y="1062038"/>
            <a:ext cx="1081087" cy="333375"/>
            <a:chOff x="2007" y="1344"/>
            <a:chExt cx="625" cy="210"/>
          </a:xfrm>
        </p:grpSpPr>
        <p:sp>
          <p:nvSpPr>
            <p:cNvPr id="24584" name="Rectangle 147">
              <a:extLst>
                <a:ext uri="{FF2B5EF4-FFF2-40B4-BE49-F238E27FC236}">
                  <a16:creationId xmlns:a16="http://schemas.microsoft.com/office/drawing/2014/main" id="{AA5C1783-0C63-E5B9-9AFC-945D3BB44AC2}"/>
                </a:ext>
              </a:extLst>
            </p:cNvPr>
            <p:cNvSpPr>
              <a:spLocks noChangeArrowheads="1"/>
            </p:cNvSpPr>
            <p:nvPr/>
          </p:nvSpPr>
          <p:spPr bwMode="auto">
            <a:xfrm>
              <a:off x="2024"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585" name="Rectangle 148">
              <a:extLst>
                <a:ext uri="{FF2B5EF4-FFF2-40B4-BE49-F238E27FC236}">
                  <a16:creationId xmlns:a16="http://schemas.microsoft.com/office/drawing/2014/main" id="{CF5D2B98-1E34-311E-11FC-AB9036B35292}"/>
                </a:ext>
              </a:extLst>
            </p:cNvPr>
            <p:cNvSpPr>
              <a:spLocks noChangeArrowheads="1"/>
            </p:cNvSpPr>
            <p:nvPr/>
          </p:nvSpPr>
          <p:spPr bwMode="auto">
            <a:xfrm>
              <a:off x="2007" y="1344"/>
              <a:ext cx="62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a:latin typeface="Arial" panose="020B0604020202020204" pitchFamily="34" charset="0"/>
                  <a:ea typeface="宋体" panose="02010600030101010101" pitchFamily="2" charset="-122"/>
                </a:rPr>
                <a:t>Reg/Dec</a:t>
              </a:r>
            </a:p>
          </p:txBody>
        </p:sp>
      </p:grpSp>
      <p:grpSp>
        <p:nvGrpSpPr>
          <p:cNvPr id="24586" name="Group 152">
            <a:extLst>
              <a:ext uri="{FF2B5EF4-FFF2-40B4-BE49-F238E27FC236}">
                <a16:creationId xmlns:a16="http://schemas.microsoft.com/office/drawing/2014/main" id="{85A85830-DE93-10D5-D424-F34DEE728FD0}"/>
              </a:ext>
            </a:extLst>
          </p:cNvPr>
          <p:cNvGrpSpPr>
            <a:grpSpLocks/>
          </p:cNvGrpSpPr>
          <p:nvPr/>
        </p:nvGrpSpPr>
        <p:grpSpPr bwMode="auto">
          <a:xfrm>
            <a:off x="4051300" y="1062038"/>
            <a:ext cx="812800" cy="333375"/>
            <a:chOff x="2552" y="1344"/>
            <a:chExt cx="512" cy="210"/>
          </a:xfrm>
        </p:grpSpPr>
        <p:sp>
          <p:nvSpPr>
            <p:cNvPr id="24587" name="Rectangle 150">
              <a:extLst>
                <a:ext uri="{FF2B5EF4-FFF2-40B4-BE49-F238E27FC236}">
                  <a16:creationId xmlns:a16="http://schemas.microsoft.com/office/drawing/2014/main" id="{7F704F0E-13BA-3196-031C-3CEEFF3757E0}"/>
                </a:ext>
              </a:extLst>
            </p:cNvPr>
            <p:cNvSpPr>
              <a:spLocks noChangeArrowheads="1"/>
            </p:cNvSpPr>
            <p:nvPr/>
          </p:nvSpPr>
          <p:spPr bwMode="auto">
            <a:xfrm>
              <a:off x="2552"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588" name="Rectangle 151">
              <a:extLst>
                <a:ext uri="{FF2B5EF4-FFF2-40B4-BE49-F238E27FC236}">
                  <a16:creationId xmlns:a16="http://schemas.microsoft.com/office/drawing/2014/main" id="{2BAD02E2-95EF-2C9F-A17B-A4508D45FC52}"/>
                </a:ext>
              </a:extLst>
            </p:cNvPr>
            <p:cNvSpPr>
              <a:spLocks noChangeArrowheads="1"/>
            </p:cNvSpPr>
            <p:nvPr/>
          </p:nvSpPr>
          <p:spPr bwMode="auto">
            <a:xfrm>
              <a:off x="2631" y="1344"/>
              <a:ext cx="41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Exec</a:t>
              </a:r>
            </a:p>
          </p:txBody>
        </p:sp>
      </p:grpSp>
      <p:grpSp>
        <p:nvGrpSpPr>
          <p:cNvPr id="24589" name="Group 155">
            <a:extLst>
              <a:ext uri="{FF2B5EF4-FFF2-40B4-BE49-F238E27FC236}">
                <a16:creationId xmlns:a16="http://schemas.microsoft.com/office/drawing/2014/main" id="{04683DDE-797E-12CE-CB0B-ADA507617398}"/>
              </a:ext>
            </a:extLst>
          </p:cNvPr>
          <p:cNvGrpSpPr>
            <a:grpSpLocks/>
          </p:cNvGrpSpPr>
          <p:nvPr/>
        </p:nvGrpSpPr>
        <p:grpSpPr bwMode="auto">
          <a:xfrm>
            <a:off x="5727700" y="1062038"/>
            <a:ext cx="812800" cy="333375"/>
            <a:chOff x="3608" y="1344"/>
            <a:chExt cx="512" cy="210"/>
          </a:xfrm>
        </p:grpSpPr>
        <p:sp>
          <p:nvSpPr>
            <p:cNvPr id="24590" name="Rectangle 153">
              <a:extLst>
                <a:ext uri="{FF2B5EF4-FFF2-40B4-BE49-F238E27FC236}">
                  <a16:creationId xmlns:a16="http://schemas.microsoft.com/office/drawing/2014/main" id="{BE2E81E3-FA33-EE61-F5C0-243AE316E9CE}"/>
                </a:ext>
              </a:extLst>
            </p:cNvPr>
            <p:cNvSpPr>
              <a:spLocks noChangeArrowheads="1"/>
            </p:cNvSpPr>
            <p:nvPr/>
          </p:nvSpPr>
          <p:spPr bwMode="auto">
            <a:xfrm>
              <a:off x="3608"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591" name="Rectangle 154">
              <a:extLst>
                <a:ext uri="{FF2B5EF4-FFF2-40B4-BE49-F238E27FC236}">
                  <a16:creationId xmlns:a16="http://schemas.microsoft.com/office/drawing/2014/main" id="{A9C2244A-791C-F0EC-BD77-9AE24ACBCA9B}"/>
                </a:ext>
              </a:extLst>
            </p:cNvPr>
            <p:cNvSpPr>
              <a:spLocks noChangeArrowheads="1"/>
            </p:cNvSpPr>
            <p:nvPr/>
          </p:nvSpPr>
          <p:spPr bwMode="auto">
            <a:xfrm>
              <a:off x="3687" y="1344"/>
              <a:ext cx="28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Wr</a:t>
              </a:r>
            </a:p>
          </p:txBody>
        </p:sp>
      </p:grpSp>
      <p:sp>
        <p:nvSpPr>
          <p:cNvPr id="24592" name="Rectangle 156">
            <a:extLst>
              <a:ext uri="{FF2B5EF4-FFF2-40B4-BE49-F238E27FC236}">
                <a16:creationId xmlns:a16="http://schemas.microsoft.com/office/drawing/2014/main" id="{AA02C112-8FCF-9D38-6CB5-74441E5A7173}"/>
              </a:ext>
            </a:extLst>
          </p:cNvPr>
          <p:cNvSpPr>
            <a:spLocks noChangeArrowheads="1"/>
          </p:cNvSpPr>
          <p:nvPr/>
        </p:nvSpPr>
        <p:spPr bwMode="auto">
          <a:xfrm>
            <a:off x="1471613" y="1023938"/>
            <a:ext cx="8128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R-type</a:t>
            </a:r>
          </a:p>
        </p:txBody>
      </p:sp>
      <p:sp>
        <p:nvSpPr>
          <p:cNvPr id="24593" name="Rectangle 171">
            <a:extLst>
              <a:ext uri="{FF2B5EF4-FFF2-40B4-BE49-F238E27FC236}">
                <a16:creationId xmlns:a16="http://schemas.microsoft.com/office/drawing/2014/main" id="{C7AAC3FE-EFD1-6EDC-0000-D29DE0422202}"/>
              </a:ext>
            </a:extLst>
          </p:cNvPr>
          <p:cNvSpPr>
            <a:spLocks noChangeArrowheads="1"/>
          </p:cNvSpPr>
          <p:nvPr/>
        </p:nvSpPr>
        <p:spPr bwMode="auto">
          <a:xfrm>
            <a:off x="26527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1</a:t>
            </a:r>
          </a:p>
        </p:txBody>
      </p:sp>
      <p:sp>
        <p:nvSpPr>
          <p:cNvPr id="24594" name="Rectangle 172">
            <a:extLst>
              <a:ext uri="{FF2B5EF4-FFF2-40B4-BE49-F238E27FC236}">
                <a16:creationId xmlns:a16="http://schemas.microsoft.com/office/drawing/2014/main" id="{6E5FBD63-0773-FCD5-5E9E-C66828FBEFCF}"/>
              </a:ext>
            </a:extLst>
          </p:cNvPr>
          <p:cNvSpPr>
            <a:spLocks noChangeArrowheads="1"/>
          </p:cNvSpPr>
          <p:nvPr/>
        </p:nvSpPr>
        <p:spPr bwMode="auto">
          <a:xfrm>
            <a:off x="35671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2</a:t>
            </a:r>
          </a:p>
        </p:txBody>
      </p:sp>
      <p:sp>
        <p:nvSpPr>
          <p:cNvPr id="24595" name="Rectangle 173">
            <a:extLst>
              <a:ext uri="{FF2B5EF4-FFF2-40B4-BE49-F238E27FC236}">
                <a16:creationId xmlns:a16="http://schemas.microsoft.com/office/drawing/2014/main" id="{FFBF0435-7D34-6CD3-4FF3-0FD9AECDDA87}"/>
              </a:ext>
            </a:extLst>
          </p:cNvPr>
          <p:cNvSpPr>
            <a:spLocks noChangeArrowheads="1"/>
          </p:cNvSpPr>
          <p:nvPr/>
        </p:nvSpPr>
        <p:spPr bwMode="auto">
          <a:xfrm>
            <a:off x="43291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3</a:t>
            </a:r>
          </a:p>
        </p:txBody>
      </p:sp>
      <p:sp>
        <p:nvSpPr>
          <p:cNvPr id="24596" name="Rectangle 174">
            <a:extLst>
              <a:ext uri="{FF2B5EF4-FFF2-40B4-BE49-F238E27FC236}">
                <a16:creationId xmlns:a16="http://schemas.microsoft.com/office/drawing/2014/main" id="{F9D8C2F8-C842-605C-B187-824F3E95775C}"/>
              </a:ext>
            </a:extLst>
          </p:cNvPr>
          <p:cNvSpPr>
            <a:spLocks noChangeArrowheads="1"/>
          </p:cNvSpPr>
          <p:nvPr/>
        </p:nvSpPr>
        <p:spPr bwMode="auto">
          <a:xfrm>
            <a:off x="51673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4</a:t>
            </a:r>
          </a:p>
        </p:txBody>
      </p:sp>
      <p:sp>
        <p:nvSpPr>
          <p:cNvPr id="24597" name="Rectangle 175">
            <a:extLst>
              <a:ext uri="{FF2B5EF4-FFF2-40B4-BE49-F238E27FC236}">
                <a16:creationId xmlns:a16="http://schemas.microsoft.com/office/drawing/2014/main" id="{F71E168C-5A6E-88F9-0C75-E0B6E85EDD9A}"/>
              </a:ext>
            </a:extLst>
          </p:cNvPr>
          <p:cNvSpPr>
            <a:spLocks noChangeArrowheads="1"/>
          </p:cNvSpPr>
          <p:nvPr/>
        </p:nvSpPr>
        <p:spPr bwMode="auto">
          <a:xfrm>
            <a:off x="60055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5</a:t>
            </a:r>
          </a:p>
        </p:txBody>
      </p:sp>
      <p:grpSp>
        <p:nvGrpSpPr>
          <p:cNvPr id="24598" name="Group 179">
            <a:extLst>
              <a:ext uri="{FF2B5EF4-FFF2-40B4-BE49-F238E27FC236}">
                <a16:creationId xmlns:a16="http://schemas.microsoft.com/office/drawing/2014/main" id="{F46D2065-4BCE-10D1-AE3F-EECD79745E2C}"/>
              </a:ext>
            </a:extLst>
          </p:cNvPr>
          <p:cNvGrpSpPr>
            <a:grpSpLocks/>
          </p:cNvGrpSpPr>
          <p:nvPr/>
        </p:nvGrpSpPr>
        <p:grpSpPr bwMode="auto">
          <a:xfrm>
            <a:off x="4894263" y="1065213"/>
            <a:ext cx="812800" cy="333375"/>
            <a:chOff x="3080" y="1344"/>
            <a:chExt cx="512" cy="210"/>
          </a:xfrm>
        </p:grpSpPr>
        <p:sp>
          <p:nvSpPr>
            <p:cNvPr id="24599" name="Rectangle 180">
              <a:extLst>
                <a:ext uri="{FF2B5EF4-FFF2-40B4-BE49-F238E27FC236}">
                  <a16:creationId xmlns:a16="http://schemas.microsoft.com/office/drawing/2014/main" id="{1C6CC45A-C2A8-0856-12C8-81595154827A}"/>
                </a:ext>
              </a:extLst>
            </p:cNvPr>
            <p:cNvSpPr>
              <a:spLocks noChangeArrowheads="1"/>
            </p:cNvSpPr>
            <p:nvPr/>
          </p:nvSpPr>
          <p:spPr bwMode="auto">
            <a:xfrm>
              <a:off x="3080" y="1352"/>
              <a:ext cx="512" cy="176"/>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600" name="Rectangle 181">
              <a:extLst>
                <a:ext uri="{FF2B5EF4-FFF2-40B4-BE49-F238E27FC236}">
                  <a16:creationId xmlns:a16="http://schemas.microsoft.com/office/drawing/2014/main" id="{E8A73050-1A56-8231-58F6-E1F46CD511B6}"/>
                </a:ext>
              </a:extLst>
            </p:cNvPr>
            <p:cNvSpPr>
              <a:spLocks noChangeArrowheads="1"/>
            </p:cNvSpPr>
            <p:nvPr/>
          </p:nvSpPr>
          <p:spPr bwMode="auto">
            <a:xfrm>
              <a:off x="3159" y="1344"/>
              <a:ext cx="40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Mem</a:t>
              </a:r>
            </a:p>
          </p:txBody>
        </p:sp>
      </p:grpSp>
      <p:grpSp>
        <p:nvGrpSpPr>
          <p:cNvPr id="32968" name="Group 200">
            <a:extLst>
              <a:ext uri="{FF2B5EF4-FFF2-40B4-BE49-F238E27FC236}">
                <a16:creationId xmlns:a16="http://schemas.microsoft.com/office/drawing/2014/main" id="{A5A775D8-447F-FCDB-3BAE-21BDB02CBDE8}"/>
              </a:ext>
            </a:extLst>
          </p:cNvPr>
          <p:cNvGrpSpPr>
            <a:grpSpLocks/>
          </p:cNvGrpSpPr>
          <p:nvPr/>
        </p:nvGrpSpPr>
        <p:grpSpPr bwMode="auto">
          <a:xfrm>
            <a:off x="261938" y="2678113"/>
            <a:ext cx="8272462" cy="3014662"/>
            <a:chOff x="165" y="1687"/>
            <a:chExt cx="5211" cy="1899"/>
          </a:xfrm>
        </p:grpSpPr>
        <p:sp>
          <p:nvSpPr>
            <p:cNvPr id="24602" name="Rectangle 4">
              <a:extLst>
                <a:ext uri="{FF2B5EF4-FFF2-40B4-BE49-F238E27FC236}">
                  <a16:creationId xmlns:a16="http://schemas.microsoft.com/office/drawing/2014/main" id="{17CD8E2F-C637-168A-6CE2-F6D68942813E}"/>
                </a:ext>
              </a:extLst>
            </p:cNvPr>
            <p:cNvSpPr>
              <a:spLocks noChangeArrowheads="1"/>
            </p:cNvSpPr>
            <p:nvPr/>
          </p:nvSpPr>
          <p:spPr bwMode="auto">
            <a:xfrm>
              <a:off x="165" y="1721"/>
              <a:ext cx="43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Clock</a:t>
              </a:r>
            </a:p>
          </p:txBody>
        </p:sp>
        <p:grpSp>
          <p:nvGrpSpPr>
            <p:cNvPr id="24603" name="Group 52">
              <a:extLst>
                <a:ext uri="{FF2B5EF4-FFF2-40B4-BE49-F238E27FC236}">
                  <a16:creationId xmlns:a16="http://schemas.microsoft.com/office/drawing/2014/main" id="{2CA25BBC-BE82-1328-C5D9-BDD2005DB9D9}"/>
                </a:ext>
              </a:extLst>
            </p:cNvPr>
            <p:cNvGrpSpPr>
              <a:grpSpLocks/>
            </p:cNvGrpSpPr>
            <p:nvPr/>
          </p:nvGrpSpPr>
          <p:grpSpPr bwMode="auto">
            <a:xfrm>
              <a:off x="392" y="1927"/>
              <a:ext cx="4984" cy="160"/>
              <a:chOff x="392" y="2152"/>
              <a:chExt cx="4984" cy="160"/>
            </a:xfrm>
          </p:grpSpPr>
          <p:grpSp>
            <p:nvGrpSpPr>
              <p:cNvPr id="24604" name="Group 9">
                <a:extLst>
                  <a:ext uri="{FF2B5EF4-FFF2-40B4-BE49-F238E27FC236}">
                    <a16:creationId xmlns:a16="http://schemas.microsoft.com/office/drawing/2014/main" id="{5D1DE604-8E8A-21CD-2E7B-4757DA6D2F7D}"/>
                  </a:ext>
                </a:extLst>
              </p:cNvPr>
              <p:cNvGrpSpPr>
                <a:grpSpLocks/>
              </p:cNvGrpSpPr>
              <p:nvPr/>
            </p:nvGrpSpPr>
            <p:grpSpPr bwMode="auto">
              <a:xfrm>
                <a:off x="624" y="2152"/>
                <a:ext cx="520" cy="160"/>
                <a:chOff x="624" y="2152"/>
                <a:chExt cx="520" cy="160"/>
              </a:xfrm>
            </p:grpSpPr>
            <p:sp>
              <p:nvSpPr>
                <p:cNvPr id="24605" name="Line 5">
                  <a:extLst>
                    <a:ext uri="{FF2B5EF4-FFF2-40B4-BE49-F238E27FC236}">
                      <a16:creationId xmlns:a16="http://schemas.microsoft.com/office/drawing/2014/main" id="{E1F08543-22E7-EB41-6190-5FBF266E17EF}"/>
                    </a:ext>
                  </a:extLst>
                </p:cNvPr>
                <p:cNvSpPr>
                  <a:spLocks noChangeShapeType="1"/>
                </p:cNvSpPr>
                <p:nvPr/>
              </p:nvSpPr>
              <p:spPr bwMode="auto">
                <a:xfrm>
                  <a:off x="632" y="230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6" name="Line 6">
                  <a:extLst>
                    <a:ext uri="{FF2B5EF4-FFF2-40B4-BE49-F238E27FC236}">
                      <a16:creationId xmlns:a16="http://schemas.microsoft.com/office/drawing/2014/main" id="{381C0234-B475-7DD6-2BA6-E6DE40C5B798}"/>
                    </a:ext>
                  </a:extLst>
                </p:cNvPr>
                <p:cNvSpPr>
                  <a:spLocks noChangeShapeType="1"/>
                </p:cNvSpPr>
                <p:nvPr/>
              </p:nvSpPr>
              <p:spPr bwMode="auto">
                <a:xfrm>
                  <a:off x="624" y="216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7" name="Line 7">
                  <a:extLst>
                    <a:ext uri="{FF2B5EF4-FFF2-40B4-BE49-F238E27FC236}">
                      <a16:creationId xmlns:a16="http://schemas.microsoft.com/office/drawing/2014/main" id="{CDD0EA51-8A50-499B-1C29-9AB0C9F03C00}"/>
                    </a:ext>
                  </a:extLst>
                </p:cNvPr>
                <p:cNvSpPr>
                  <a:spLocks noChangeShapeType="1"/>
                </p:cNvSpPr>
                <p:nvPr/>
              </p:nvSpPr>
              <p:spPr bwMode="auto">
                <a:xfrm flipV="1">
                  <a:off x="912" y="215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8" name="Line 8">
                  <a:extLst>
                    <a:ext uri="{FF2B5EF4-FFF2-40B4-BE49-F238E27FC236}">
                      <a16:creationId xmlns:a16="http://schemas.microsoft.com/office/drawing/2014/main" id="{27E290B8-EE1E-D2C1-84C9-020DBC7024A8}"/>
                    </a:ext>
                  </a:extLst>
                </p:cNvPr>
                <p:cNvSpPr>
                  <a:spLocks noChangeShapeType="1"/>
                </p:cNvSpPr>
                <p:nvPr/>
              </p:nvSpPr>
              <p:spPr bwMode="auto">
                <a:xfrm>
                  <a:off x="920" y="216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609" name="Group 14">
                <a:extLst>
                  <a:ext uri="{FF2B5EF4-FFF2-40B4-BE49-F238E27FC236}">
                    <a16:creationId xmlns:a16="http://schemas.microsoft.com/office/drawing/2014/main" id="{FCD79C25-C094-8461-D904-7F406A360E3E}"/>
                  </a:ext>
                </a:extLst>
              </p:cNvPr>
              <p:cNvGrpSpPr>
                <a:grpSpLocks/>
              </p:cNvGrpSpPr>
              <p:nvPr/>
            </p:nvGrpSpPr>
            <p:grpSpPr bwMode="auto">
              <a:xfrm>
                <a:off x="1152" y="2152"/>
                <a:ext cx="520" cy="160"/>
                <a:chOff x="1152" y="2152"/>
                <a:chExt cx="520" cy="160"/>
              </a:xfrm>
            </p:grpSpPr>
            <p:sp>
              <p:nvSpPr>
                <p:cNvPr id="24610" name="Line 10">
                  <a:extLst>
                    <a:ext uri="{FF2B5EF4-FFF2-40B4-BE49-F238E27FC236}">
                      <a16:creationId xmlns:a16="http://schemas.microsoft.com/office/drawing/2014/main" id="{BD9771FD-CE1C-E121-1C87-48A0B1FAF754}"/>
                    </a:ext>
                  </a:extLst>
                </p:cNvPr>
                <p:cNvSpPr>
                  <a:spLocks noChangeShapeType="1"/>
                </p:cNvSpPr>
                <p:nvPr/>
              </p:nvSpPr>
              <p:spPr bwMode="auto">
                <a:xfrm>
                  <a:off x="1160" y="230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1" name="Line 11">
                  <a:extLst>
                    <a:ext uri="{FF2B5EF4-FFF2-40B4-BE49-F238E27FC236}">
                      <a16:creationId xmlns:a16="http://schemas.microsoft.com/office/drawing/2014/main" id="{993B36AD-5D75-CD9F-9862-ED6A9857A7DA}"/>
                    </a:ext>
                  </a:extLst>
                </p:cNvPr>
                <p:cNvSpPr>
                  <a:spLocks noChangeShapeType="1"/>
                </p:cNvSpPr>
                <p:nvPr/>
              </p:nvSpPr>
              <p:spPr bwMode="auto">
                <a:xfrm>
                  <a:off x="1152" y="216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2" name="Line 12">
                  <a:extLst>
                    <a:ext uri="{FF2B5EF4-FFF2-40B4-BE49-F238E27FC236}">
                      <a16:creationId xmlns:a16="http://schemas.microsoft.com/office/drawing/2014/main" id="{38B595EA-2783-E548-4829-962C3627745D}"/>
                    </a:ext>
                  </a:extLst>
                </p:cNvPr>
                <p:cNvSpPr>
                  <a:spLocks noChangeShapeType="1"/>
                </p:cNvSpPr>
                <p:nvPr/>
              </p:nvSpPr>
              <p:spPr bwMode="auto">
                <a:xfrm flipV="1">
                  <a:off x="1440" y="215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3" name="Line 13">
                  <a:extLst>
                    <a:ext uri="{FF2B5EF4-FFF2-40B4-BE49-F238E27FC236}">
                      <a16:creationId xmlns:a16="http://schemas.microsoft.com/office/drawing/2014/main" id="{2CEAB453-5D8A-EAA2-A859-2B753F317A5C}"/>
                    </a:ext>
                  </a:extLst>
                </p:cNvPr>
                <p:cNvSpPr>
                  <a:spLocks noChangeShapeType="1"/>
                </p:cNvSpPr>
                <p:nvPr/>
              </p:nvSpPr>
              <p:spPr bwMode="auto">
                <a:xfrm>
                  <a:off x="1448" y="216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614" name="Group 19">
                <a:extLst>
                  <a:ext uri="{FF2B5EF4-FFF2-40B4-BE49-F238E27FC236}">
                    <a16:creationId xmlns:a16="http://schemas.microsoft.com/office/drawing/2014/main" id="{378F9606-430F-C964-B2E0-45F52E73D2EB}"/>
                  </a:ext>
                </a:extLst>
              </p:cNvPr>
              <p:cNvGrpSpPr>
                <a:grpSpLocks/>
              </p:cNvGrpSpPr>
              <p:nvPr/>
            </p:nvGrpSpPr>
            <p:grpSpPr bwMode="auto">
              <a:xfrm>
                <a:off x="1680" y="2152"/>
                <a:ext cx="520" cy="160"/>
                <a:chOff x="1680" y="2152"/>
                <a:chExt cx="520" cy="160"/>
              </a:xfrm>
            </p:grpSpPr>
            <p:sp>
              <p:nvSpPr>
                <p:cNvPr id="24615" name="Line 15">
                  <a:extLst>
                    <a:ext uri="{FF2B5EF4-FFF2-40B4-BE49-F238E27FC236}">
                      <a16:creationId xmlns:a16="http://schemas.microsoft.com/office/drawing/2014/main" id="{22077C1C-D643-1F1C-322C-B5257B76CA3C}"/>
                    </a:ext>
                  </a:extLst>
                </p:cNvPr>
                <p:cNvSpPr>
                  <a:spLocks noChangeShapeType="1"/>
                </p:cNvSpPr>
                <p:nvPr/>
              </p:nvSpPr>
              <p:spPr bwMode="auto">
                <a:xfrm>
                  <a:off x="1688" y="230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6" name="Line 16">
                  <a:extLst>
                    <a:ext uri="{FF2B5EF4-FFF2-40B4-BE49-F238E27FC236}">
                      <a16:creationId xmlns:a16="http://schemas.microsoft.com/office/drawing/2014/main" id="{21CD7E9B-E881-68B6-DC62-33F060F112FD}"/>
                    </a:ext>
                  </a:extLst>
                </p:cNvPr>
                <p:cNvSpPr>
                  <a:spLocks noChangeShapeType="1"/>
                </p:cNvSpPr>
                <p:nvPr/>
              </p:nvSpPr>
              <p:spPr bwMode="auto">
                <a:xfrm>
                  <a:off x="1680" y="216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7" name="Line 17">
                  <a:extLst>
                    <a:ext uri="{FF2B5EF4-FFF2-40B4-BE49-F238E27FC236}">
                      <a16:creationId xmlns:a16="http://schemas.microsoft.com/office/drawing/2014/main" id="{24318A73-9CC5-4BCB-4CE9-ACF0A1CE3326}"/>
                    </a:ext>
                  </a:extLst>
                </p:cNvPr>
                <p:cNvSpPr>
                  <a:spLocks noChangeShapeType="1"/>
                </p:cNvSpPr>
                <p:nvPr/>
              </p:nvSpPr>
              <p:spPr bwMode="auto">
                <a:xfrm flipV="1">
                  <a:off x="1968" y="215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8" name="Line 18">
                  <a:extLst>
                    <a:ext uri="{FF2B5EF4-FFF2-40B4-BE49-F238E27FC236}">
                      <a16:creationId xmlns:a16="http://schemas.microsoft.com/office/drawing/2014/main" id="{0EC13440-11DA-6293-6753-B0BD9E29F332}"/>
                    </a:ext>
                  </a:extLst>
                </p:cNvPr>
                <p:cNvSpPr>
                  <a:spLocks noChangeShapeType="1"/>
                </p:cNvSpPr>
                <p:nvPr/>
              </p:nvSpPr>
              <p:spPr bwMode="auto">
                <a:xfrm>
                  <a:off x="1976" y="216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619" name="Group 24">
                <a:extLst>
                  <a:ext uri="{FF2B5EF4-FFF2-40B4-BE49-F238E27FC236}">
                    <a16:creationId xmlns:a16="http://schemas.microsoft.com/office/drawing/2014/main" id="{3C7E88D9-E0B8-3687-4B9A-698168B61EE6}"/>
                  </a:ext>
                </a:extLst>
              </p:cNvPr>
              <p:cNvGrpSpPr>
                <a:grpSpLocks/>
              </p:cNvGrpSpPr>
              <p:nvPr/>
            </p:nvGrpSpPr>
            <p:grpSpPr bwMode="auto">
              <a:xfrm>
                <a:off x="2208" y="2152"/>
                <a:ext cx="520" cy="160"/>
                <a:chOff x="2208" y="2152"/>
                <a:chExt cx="520" cy="160"/>
              </a:xfrm>
            </p:grpSpPr>
            <p:sp>
              <p:nvSpPr>
                <p:cNvPr id="24620" name="Line 20">
                  <a:extLst>
                    <a:ext uri="{FF2B5EF4-FFF2-40B4-BE49-F238E27FC236}">
                      <a16:creationId xmlns:a16="http://schemas.microsoft.com/office/drawing/2014/main" id="{03FF5B62-9AF9-1C7F-823B-7EECE1645C35}"/>
                    </a:ext>
                  </a:extLst>
                </p:cNvPr>
                <p:cNvSpPr>
                  <a:spLocks noChangeShapeType="1"/>
                </p:cNvSpPr>
                <p:nvPr/>
              </p:nvSpPr>
              <p:spPr bwMode="auto">
                <a:xfrm>
                  <a:off x="2216" y="230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1" name="Line 21">
                  <a:extLst>
                    <a:ext uri="{FF2B5EF4-FFF2-40B4-BE49-F238E27FC236}">
                      <a16:creationId xmlns:a16="http://schemas.microsoft.com/office/drawing/2014/main" id="{04055F12-AF8F-8B24-9BF2-94C3C02BD71D}"/>
                    </a:ext>
                  </a:extLst>
                </p:cNvPr>
                <p:cNvSpPr>
                  <a:spLocks noChangeShapeType="1"/>
                </p:cNvSpPr>
                <p:nvPr/>
              </p:nvSpPr>
              <p:spPr bwMode="auto">
                <a:xfrm>
                  <a:off x="2208" y="216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2" name="Line 22">
                  <a:extLst>
                    <a:ext uri="{FF2B5EF4-FFF2-40B4-BE49-F238E27FC236}">
                      <a16:creationId xmlns:a16="http://schemas.microsoft.com/office/drawing/2014/main" id="{2E086E2B-3BD1-E4B1-83D8-C903E41FE7C9}"/>
                    </a:ext>
                  </a:extLst>
                </p:cNvPr>
                <p:cNvSpPr>
                  <a:spLocks noChangeShapeType="1"/>
                </p:cNvSpPr>
                <p:nvPr/>
              </p:nvSpPr>
              <p:spPr bwMode="auto">
                <a:xfrm flipV="1">
                  <a:off x="2496" y="215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3" name="Line 23">
                  <a:extLst>
                    <a:ext uri="{FF2B5EF4-FFF2-40B4-BE49-F238E27FC236}">
                      <a16:creationId xmlns:a16="http://schemas.microsoft.com/office/drawing/2014/main" id="{F249BBCC-2A0E-BFC4-1DE0-2F94908A380D}"/>
                    </a:ext>
                  </a:extLst>
                </p:cNvPr>
                <p:cNvSpPr>
                  <a:spLocks noChangeShapeType="1"/>
                </p:cNvSpPr>
                <p:nvPr/>
              </p:nvSpPr>
              <p:spPr bwMode="auto">
                <a:xfrm>
                  <a:off x="2504" y="216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624" name="Group 29">
                <a:extLst>
                  <a:ext uri="{FF2B5EF4-FFF2-40B4-BE49-F238E27FC236}">
                    <a16:creationId xmlns:a16="http://schemas.microsoft.com/office/drawing/2014/main" id="{FDEDE949-BCCE-9124-C0C6-01EA76E928E1}"/>
                  </a:ext>
                </a:extLst>
              </p:cNvPr>
              <p:cNvGrpSpPr>
                <a:grpSpLocks/>
              </p:cNvGrpSpPr>
              <p:nvPr/>
            </p:nvGrpSpPr>
            <p:grpSpPr bwMode="auto">
              <a:xfrm>
                <a:off x="2736" y="2152"/>
                <a:ext cx="520" cy="160"/>
                <a:chOff x="2736" y="2152"/>
                <a:chExt cx="520" cy="160"/>
              </a:xfrm>
            </p:grpSpPr>
            <p:sp>
              <p:nvSpPr>
                <p:cNvPr id="24625" name="Line 25">
                  <a:extLst>
                    <a:ext uri="{FF2B5EF4-FFF2-40B4-BE49-F238E27FC236}">
                      <a16:creationId xmlns:a16="http://schemas.microsoft.com/office/drawing/2014/main" id="{7D5469F8-D7C6-0653-200D-550080BDE15F}"/>
                    </a:ext>
                  </a:extLst>
                </p:cNvPr>
                <p:cNvSpPr>
                  <a:spLocks noChangeShapeType="1"/>
                </p:cNvSpPr>
                <p:nvPr/>
              </p:nvSpPr>
              <p:spPr bwMode="auto">
                <a:xfrm>
                  <a:off x="2744" y="230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6" name="Line 26">
                  <a:extLst>
                    <a:ext uri="{FF2B5EF4-FFF2-40B4-BE49-F238E27FC236}">
                      <a16:creationId xmlns:a16="http://schemas.microsoft.com/office/drawing/2014/main" id="{65E636A5-185E-3A8B-1F1E-FCEF6BF56898}"/>
                    </a:ext>
                  </a:extLst>
                </p:cNvPr>
                <p:cNvSpPr>
                  <a:spLocks noChangeShapeType="1"/>
                </p:cNvSpPr>
                <p:nvPr/>
              </p:nvSpPr>
              <p:spPr bwMode="auto">
                <a:xfrm>
                  <a:off x="2736" y="216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7" name="Line 27">
                  <a:extLst>
                    <a:ext uri="{FF2B5EF4-FFF2-40B4-BE49-F238E27FC236}">
                      <a16:creationId xmlns:a16="http://schemas.microsoft.com/office/drawing/2014/main" id="{533A1887-63FE-8335-35C4-BCB0B9C8C371}"/>
                    </a:ext>
                  </a:extLst>
                </p:cNvPr>
                <p:cNvSpPr>
                  <a:spLocks noChangeShapeType="1"/>
                </p:cNvSpPr>
                <p:nvPr/>
              </p:nvSpPr>
              <p:spPr bwMode="auto">
                <a:xfrm flipV="1">
                  <a:off x="3024" y="215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8" name="Line 28">
                  <a:extLst>
                    <a:ext uri="{FF2B5EF4-FFF2-40B4-BE49-F238E27FC236}">
                      <a16:creationId xmlns:a16="http://schemas.microsoft.com/office/drawing/2014/main" id="{B360C553-CD46-BBCE-AC5A-E4AB601A01F0}"/>
                    </a:ext>
                  </a:extLst>
                </p:cNvPr>
                <p:cNvSpPr>
                  <a:spLocks noChangeShapeType="1"/>
                </p:cNvSpPr>
                <p:nvPr/>
              </p:nvSpPr>
              <p:spPr bwMode="auto">
                <a:xfrm>
                  <a:off x="3032" y="216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629" name="Group 34">
                <a:extLst>
                  <a:ext uri="{FF2B5EF4-FFF2-40B4-BE49-F238E27FC236}">
                    <a16:creationId xmlns:a16="http://schemas.microsoft.com/office/drawing/2014/main" id="{758ED1F1-C406-DC4D-A290-7671550305AF}"/>
                  </a:ext>
                </a:extLst>
              </p:cNvPr>
              <p:cNvGrpSpPr>
                <a:grpSpLocks/>
              </p:cNvGrpSpPr>
              <p:nvPr/>
            </p:nvGrpSpPr>
            <p:grpSpPr bwMode="auto">
              <a:xfrm>
                <a:off x="3264" y="2152"/>
                <a:ext cx="520" cy="160"/>
                <a:chOff x="3264" y="2152"/>
                <a:chExt cx="520" cy="160"/>
              </a:xfrm>
            </p:grpSpPr>
            <p:sp>
              <p:nvSpPr>
                <p:cNvPr id="24630" name="Line 30">
                  <a:extLst>
                    <a:ext uri="{FF2B5EF4-FFF2-40B4-BE49-F238E27FC236}">
                      <a16:creationId xmlns:a16="http://schemas.microsoft.com/office/drawing/2014/main" id="{92C20AAC-8EF2-F943-5B90-BDBF8A86D35A}"/>
                    </a:ext>
                  </a:extLst>
                </p:cNvPr>
                <p:cNvSpPr>
                  <a:spLocks noChangeShapeType="1"/>
                </p:cNvSpPr>
                <p:nvPr/>
              </p:nvSpPr>
              <p:spPr bwMode="auto">
                <a:xfrm>
                  <a:off x="3272" y="230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31" name="Line 31">
                  <a:extLst>
                    <a:ext uri="{FF2B5EF4-FFF2-40B4-BE49-F238E27FC236}">
                      <a16:creationId xmlns:a16="http://schemas.microsoft.com/office/drawing/2014/main" id="{EE130010-A908-0F0E-13EB-01B3ECC00FE8}"/>
                    </a:ext>
                  </a:extLst>
                </p:cNvPr>
                <p:cNvSpPr>
                  <a:spLocks noChangeShapeType="1"/>
                </p:cNvSpPr>
                <p:nvPr/>
              </p:nvSpPr>
              <p:spPr bwMode="auto">
                <a:xfrm>
                  <a:off x="3264" y="216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32" name="Line 32">
                  <a:extLst>
                    <a:ext uri="{FF2B5EF4-FFF2-40B4-BE49-F238E27FC236}">
                      <a16:creationId xmlns:a16="http://schemas.microsoft.com/office/drawing/2014/main" id="{DF47F3C0-9B12-46BE-976B-85454BD52AB8}"/>
                    </a:ext>
                  </a:extLst>
                </p:cNvPr>
                <p:cNvSpPr>
                  <a:spLocks noChangeShapeType="1"/>
                </p:cNvSpPr>
                <p:nvPr/>
              </p:nvSpPr>
              <p:spPr bwMode="auto">
                <a:xfrm flipV="1">
                  <a:off x="3552" y="215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33" name="Line 33">
                  <a:extLst>
                    <a:ext uri="{FF2B5EF4-FFF2-40B4-BE49-F238E27FC236}">
                      <a16:creationId xmlns:a16="http://schemas.microsoft.com/office/drawing/2014/main" id="{BF707AEE-DA2D-F421-F6EE-E60FA850E57F}"/>
                    </a:ext>
                  </a:extLst>
                </p:cNvPr>
                <p:cNvSpPr>
                  <a:spLocks noChangeShapeType="1"/>
                </p:cNvSpPr>
                <p:nvPr/>
              </p:nvSpPr>
              <p:spPr bwMode="auto">
                <a:xfrm>
                  <a:off x="3560" y="216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634" name="Group 39">
                <a:extLst>
                  <a:ext uri="{FF2B5EF4-FFF2-40B4-BE49-F238E27FC236}">
                    <a16:creationId xmlns:a16="http://schemas.microsoft.com/office/drawing/2014/main" id="{6D50BA14-530F-457D-DA2E-6E4E56F79F8D}"/>
                  </a:ext>
                </a:extLst>
              </p:cNvPr>
              <p:cNvGrpSpPr>
                <a:grpSpLocks/>
              </p:cNvGrpSpPr>
              <p:nvPr/>
            </p:nvGrpSpPr>
            <p:grpSpPr bwMode="auto">
              <a:xfrm>
                <a:off x="3792" y="2152"/>
                <a:ext cx="520" cy="160"/>
                <a:chOff x="3792" y="2152"/>
                <a:chExt cx="520" cy="160"/>
              </a:xfrm>
            </p:grpSpPr>
            <p:sp>
              <p:nvSpPr>
                <p:cNvPr id="24635" name="Line 35">
                  <a:extLst>
                    <a:ext uri="{FF2B5EF4-FFF2-40B4-BE49-F238E27FC236}">
                      <a16:creationId xmlns:a16="http://schemas.microsoft.com/office/drawing/2014/main" id="{E255F018-7A78-D549-9353-97451D442684}"/>
                    </a:ext>
                  </a:extLst>
                </p:cNvPr>
                <p:cNvSpPr>
                  <a:spLocks noChangeShapeType="1"/>
                </p:cNvSpPr>
                <p:nvPr/>
              </p:nvSpPr>
              <p:spPr bwMode="auto">
                <a:xfrm>
                  <a:off x="3800" y="230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36" name="Line 36">
                  <a:extLst>
                    <a:ext uri="{FF2B5EF4-FFF2-40B4-BE49-F238E27FC236}">
                      <a16:creationId xmlns:a16="http://schemas.microsoft.com/office/drawing/2014/main" id="{25D90F73-8970-555C-ABDB-A50100A4BFC8}"/>
                    </a:ext>
                  </a:extLst>
                </p:cNvPr>
                <p:cNvSpPr>
                  <a:spLocks noChangeShapeType="1"/>
                </p:cNvSpPr>
                <p:nvPr/>
              </p:nvSpPr>
              <p:spPr bwMode="auto">
                <a:xfrm>
                  <a:off x="3792" y="216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37" name="Line 37">
                  <a:extLst>
                    <a:ext uri="{FF2B5EF4-FFF2-40B4-BE49-F238E27FC236}">
                      <a16:creationId xmlns:a16="http://schemas.microsoft.com/office/drawing/2014/main" id="{33D22751-68F7-C529-0355-AA9104C8AA76}"/>
                    </a:ext>
                  </a:extLst>
                </p:cNvPr>
                <p:cNvSpPr>
                  <a:spLocks noChangeShapeType="1"/>
                </p:cNvSpPr>
                <p:nvPr/>
              </p:nvSpPr>
              <p:spPr bwMode="auto">
                <a:xfrm flipV="1">
                  <a:off x="4080" y="215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38" name="Line 38">
                  <a:extLst>
                    <a:ext uri="{FF2B5EF4-FFF2-40B4-BE49-F238E27FC236}">
                      <a16:creationId xmlns:a16="http://schemas.microsoft.com/office/drawing/2014/main" id="{C54713F6-B239-C4A3-982B-FD3ECA613D04}"/>
                    </a:ext>
                  </a:extLst>
                </p:cNvPr>
                <p:cNvSpPr>
                  <a:spLocks noChangeShapeType="1"/>
                </p:cNvSpPr>
                <p:nvPr/>
              </p:nvSpPr>
              <p:spPr bwMode="auto">
                <a:xfrm>
                  <a:off x="4088" y="216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639" name="Group 44">
                <a:extLst>
                  <a:ext uri="{FF2B5EF4-FFF2-40B4-BE49-F238E27FC236}">
                    <a16:creationId xmlns:a16="http://schemas.microsoft.com/office/drawing/2014/main" id="{C296FF84-3FA3-22A6-2EC0-88CD1B451369}"/>
                  </a:ext>
                </a:extLst>
              </p:cNvPr>
              <p:cNvGrpSpPr>
                <a:grpSpLocks/>
              </p:cNvGrpSpPr>
              <p:nvPr/>
            </p:nvGrpSpPr>
            <p:grpSpPr bwMode="auto">
              <a:xfrm>
                <a:off x="4320" y="2152"/>
                <a:ext cx="520" cy="160"/>
                <a:chOff x="4320" y="2152"/>
                <a:chExt cx="520" cy="160"/>
              </a:xfrm>
            </p:grpSpPr>
            <p:sp>
              <p:nvSpPr>
                <p:cNvPr id="24640" name="Line 40">
                  <a:extLst>
                    <a:ext uri="{FF2B5EF4-FFF2-40B4-BE49-F238E27FC236}">
                      <a16:creationId xmlns:a16="http://schemas.microsoft.com/office/drawing/2014/main" id="{4A0C42EB-E921-9F34-435D-1734F5EE8230}"/>
                    </a:ext>
                  </a:extLst>
                </p:cNvPr>
                <p:cNvSpPr>
                  <a:spLocks noChangeShapeType="1"/>
                </p:cNvSpPr>
                <p:nvPr/>
              </p:nvSpPr>
              <p:spPr bwMode="auto">
                <a:xfrm>
                  <a:off x="4328" y="230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1" name="Line 41">
                  <a:extLst>
                    <a:ext uri="{FF2B5EF4-FFF2-40B4-BE49-F238E27FC236}">
                      <a16:creationId xmlns:a16="http://schemas.microsoft.com/office/drawing/2014/main" id="{35ABB611-DF66-E8AA-32FB-A67150886FF0}"/>
                    </a:ext>
                  </a:extLst>
                </p:cNvPr>
                <p:cNvSpPr>
                  <a:spLocks noChangeShapeType="1"/>
                </p:cNvSpPr>
                <p:nvPr/>
              </p:nvSpPr>
              <p:spPr bwMode="auto">
                <a:xfrm>
                  <a:off x="4320" y="216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2" name="Line 42">
                  <a:extLst>
                    <a:ext uri="{FF2B5EF4-FFF2-40B4-BE49-F238E27FC236}">
                      <a16:creationId xmlns:a16="http://schemas.microsoft.com/office/drawing/2014/main" id="{788D297D-05E0-D32B-B3C4-93B440F207DD}"/>
                    </a:ext>
                  </a:extLst>
                </p:cNvPr>
                <p:cNvSpPr>
                  <a:spLocks noChangeShapeType="1"/>
                </p:cNvSpPr>
                <p:nvPr/>
              </p:nvSpPr>
              <p:spPr bwMode="auto">
                <a:xfrm flipV="1">
                  <a:off x="4608" y="215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3" name="Line 43">
                  <a:extLst>
                    <a:ext uri="{FF2B5EF4-FFF2-40B4-BE49-F238E27FC236}">
                      <a16:creationId xmlns:a16="http://schemas.microsoft.com/office/drawing/2014/main" id="{4F2A3F5B-C104-2D11-5936-F83BF5CFF677}"/>
                    </a:ext>
                  </a:extLst>
                </p:cNvPr>
                <p:cNvSpPr>
                  <a:spLocks noChangeShapeType="1"/>
                </p:cNvSpPr>
                <p:nvPr/>
              </p:nvSpPr>
              <p:spPr bwMode="auto">
                <a:xfrm>
                  <a:off x="4616" y="216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644" name="Line 45">
                <a:extLst>
                  <a:ext uri="{FF2B5EF4-FFF2-40B4-BE49-F238E27FC236}">
                    <a16:creationId xmlns:a16="http://schemas.microsoft.com/office/drawing/2014/main" id="{0F96F71B-A9B0-5288-D4FF-BA81C2EAA423}"/>
                  </a:ext>
                </a:extLst>
              </p:cNvPr>
              <p:cNvSpPr>
                <a:spLocks noChangeShapeType="1"/>
              </p:cNvSpPr>
              <p:nvPr/>
            </p:nvSpPr>
            <p:spPr bwMode="auto">
              <a:xfrm>
                <a:off x="392" y="216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4645" name="Group 50">
                <a:extLst>
                  <a:ext uri="{FF2B5EF4-FFF2-40B4-BE49-F238E27FC236}">
                    <a16:creationId xmlns:a16="http://schemas.microsoft.com/office/drawing/2014/main" id="{B8104379-ACD4-6AA9-0D07-286E7B9E4E76}"/>
                  </a:ext>
                </a:extLst>
              </p:cNvPr>
              <p:cNvGrpSpPr>
                <a:grpSpLocks/>
              </p:cNvGrpSpPr>
              <p:nvPr/>
            </p:nvGrpSpPr>
            <p:grpSpPr bwMode="auto">
              <a:xfrm>
                <a:off x="4848" y="2152"/>
                <a:ext cx="520" cy="160"/>
                <a:chOff x="4848" y="2152"/>
                <a:chExt cx="520" cy="160"/>
              </a:xfrm>
            </p:grpSpPr>
            <p:sp>
              <p:nvSpPr>
                <p:cNvPr id="24646" name="Line 46">
                  <a:extLst>
                    <a:ext uri="{FF2B5EF4-FFF2-40B4-BE49-F238E27FC236}">
                      <a16:creationId xmlns:a16="http://schemas.microsoft.com/office/drawing/2014/main" id="{C21A278D-C1CB-18FD-EBC2-C66FBC21FA0B}"/>
                    </a:ext>
                  </a:extLst>
                </p:cNvPr>
                <p:cNvSpPr>
                  <a:spLocks noChangeShapeType="1"/>
                </p:cNvSpPr>
                <p:nvPr/>
              </p:nvSpPr>
              <p:spPr bwMode="auto">
                <a:xfrm>
                  <a:off x="4856" y="230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7" name="Line 47">
                  <a:extLst>
                    <a:ext uri="{FF2B5EF4-FFF2-40B4-BE49-F238E27FC236}">
                      <a16:creationId xmlns:a16="http://schemas.microsoft.com/office/drawing/2014/main" id="{0D881A69-7163-A248-DCE8-46012FD32123}"/>
                    </a:ext>
                  </a:extLst>
                </p:cNvPr>
                <p:cNvSpPr>
                  <a:spLocks noChangeShapeType="1"/>
                </p:cNvSpPr>
                <p:nvPr/>
              </p:nvSpPr>
              <p:spPr bwMode="auto">
                <a:xfrm>
                  <a:off x="4848" y="216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8" name="Line 48">
                  <a:extLst>
                    <a:ext uri="{FF2B5EF4-FFF2-40B4-BE49-F238E27FC236}">
                      <a16:creationId xmlns:a16="http://schemas.microsoft.com/office/drawing/2014/main" id="{C86486CE-A267-E7F1-3B53-982D060F77DD}"/>
                    </a:ext>
                  </a:extLst>
                </p:cNvPr>
                <p:cNvSpPr>
                  <a:spLocks noChangeShapeType="1"/>
                </p:cNvSpPr>
                <p:nvPr/>
              </p:nvSpPr>
              <p:spPr bwMode="auto">
                <a:xfrm flipV="1">
                  <a:off x="5136" y="215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9" name="Line 49">
                  <a:extLst>
                    <a:ext uri="{FF2B5EF4-FFF2-40B4-BE49-F238E27FC236}">
                      <a16:creationId xmlns:a16="http://schemas.microsoft.com/office/drawing/2014/main" id="{A3B99604-C8FE-D69C-2809-DD87197240B8}"/>
                    </a:ext>
                  </a:extLst>
                </p:cNvPr>
                <p:cNvSpPr>
                  <a:spLocks noChangeShapeType="1"/>
                </p:cNvSpPr>
                <p:nvPr/>
              </p:nvSpPr>
              <p:spPr bwMode="auto">
                <a:xfrm>
                  <a:off x="5144" y="216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650" name="Line 51">
                <a:extLst>
                  <a:ext uri="{FF2B5EF4-FFF2-40B4-BE49-F238E27FC236}">
                    <a16:creationId xmlns:a16="http://schemas.microsoft.com/office/drawing/2014/main" id="{8DCE958A-98B2-90D2-FD52-3FED7FA91AE2}"/>
                  </a:ext>
                </a:extLst>
              </p:cNvPr>
              <p:cNvSpPr>
                <a:spLocks noChangeShapeType="1"/>
              </p:cNvSpPr>
              <p:nvPr/>
            </p:nvSpPr>
            <p:spPr bwMode="auto">
              <a:xfrm>
                <a:off x="5376" y="216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651" name="Line 53">
              <a:extLst>
                <a:ext uri="{FF2B5EF4-FFF2-40B4-BE49-F238E27FC236}">
                  <a16:creationId xmlns:a16="http://schemas.microsoft.com/office/drawing/2014/main" id="{0589B0A3-5D2B-1963-328E-10FCA1295B2B}"/>
                </a:ext>
              </a:extLst>
            </p:cNvPr>
            <p:cNvSpPr>
              <a:spLocks noChangeShapeType="1"/>
            </p:cNvSpPr>
            <p:nvPr/>
          </p:nvSpPr>
          <p:spPr bwMode="auto">
            <a:xfrm flipV="1">
              <a:off x="624" y="1687"/>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2" name="Line 54">
              <a:extLst>
                <a:ext uri="{FF2B5EF4-FFF2-40B4-BE49-F238E27FC236}">
                  <a16:creationId xmlns:a16="http://schemas.microsoft.com/office/drawing/2014/main" id="{CD834F4B-110E-EB88-9D73-F1996ACD32B4}"/>
                </a:ext>
              </a:extLst>
            </p:cNvPr>
            <p:cNvSpPr>
              <a:spLocks noChangeShapeType="1"/>
            </p:cNvSpPr>
            <p:nvPr/>
          </p:nvSpPr>
          <p:spPr bwMode="auto">
            <a:xfrm flipV="1">
              <a:off x="1152" y="1687"/>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3" name="Rectangle 55">
              <a:extLst>
                <a:ext uri="{FF2B5EF4-FFF2-40B4-BE49-F238E27FC236}">
                  <a16:creationId xmlns:a16="http://schemas.microsoft.com/office/drawing/2014/main" id="{7232373A-64D0-F242-581D-4817EB4ACCB4}"/>
                </a:ext>
              </a:extLst>
            </p:cNvPr>
            <p:cNvSpPr>
              <a:spLocks noChangeArrowheads="1"/>
            </p:cNvSpPr>
            <p:nvPr/>
          </p:nvSpPr>
          <p:spPr bwMode="auto">
            <a:xfrm>
              <a:off x="663" y="1695"/>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a:t>
              </a:r>
            </a:p>
          </p:txBody>
        </p:sp>
        <p:sp>
          <p:nvSpPr>
            <p:cNvPr id="24654" name="Rectangle 56">
              <a:extLst>
                <a:ext uri="{FF2B5EF4-FFF2-40B4-BE49-F238E27FC236}">
                  <a16:creationId xmlns:a16="http://schemas.microsoft.com/office/drawing/2014/main" id="{9352EE26-6EFC-2B96-2205-95AABE4AC47C}"/>
                </a:ext>
              </a:extLst>
            </p:cNvPr>
            <p:cNvSpPr>
              <a:spLocks noChangeArrowheads="1"/>
            </p:cNvSpPr>
            <p:nvPr/>
          </p:nvSpPr>
          <p:spPr bwMode="auto">
            <a:xfrm>
              <a:off x="1143" y="1695"/>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2</a:t>
              </a:r>
            </a:p>
          </p:txBody>
        </p:sp>
        <p:sp>
          <p:nvSpPr>
            <p:cNvPr id="24655" name="Line 57">
              <a:extLst>
                <a:ext uri="{FF2B5EF4-FFF2-40B4-BE49-F238E27FC236}">
                  <a16:creationId xmlns:a16="http://schemas.microsoft.com/office/drawing/2014/main" id="{40EA7497-C118-7774-F743-BCCD85CAB694}"/>
                </a:ext>
              </a:extLst>
            </p:cNvPr>
            <p:cNvSpPr>
              <a:spLocks noChangeShapeType="1"/>
            </p:cNvSpPr>
            <p:nvPr/>
          </p:nvSpPr>
          <p:spPr bwMode="auto">
            <a:xfrm flipV="1">
              <a:off x="1680" y="1687"/>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6" name="Line 58">
              <a:extLst>
                <a:ext uri="{FF2B5EF4-FFF2-40B4-BE49-F238E27FC236}">
                  <a16:creationId xmlns:a16="http://schemas.microsoft.com/office/drawing/2014/main" id="{02ABD935-64A0-1BA4-D2CA-3C4D2ACCD7FD}"/>
                </a:ext>
              </a:extLst>
            </p:cNvPr>
            <p:cNvSpPr>
              <a:spLocks noChangeShapeType="1"/>
            </p:cNvSpPr>
            <p:nvPr/>
          </p:nvSpPr>
          <p:spPr bwMode="auto">
            <a:xfrm flipV="1">
              <a:off x="2208" y="1687"/>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7" name="Line 59">
              <a:extLst>
                <a:ext uri="{FF2B5EF4-FFF2-40B4-BE49-F238E27FC236}">
                  <a16:creationId xmlns:a16="http://schemas.microsoft.com/office/drawing/2014/main" id="{50A70B83-E725-0157-D1C1-4BAEFDD9028E}"/>
                </a:ext>
              </a:extLst>
            </p:cNvPr>
            <p:cNvSpPr>
              <a:spLocks noChangeShapeType="1"/>
            </p:cNvSpPr>
            <p:nvPr/>
          </p:nvSpPr>
          <p:spPr bwMode="auto">
            <a:xfrm flipV="1">
              <a:off x="2736" y="1687"/>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8" name="Line 60">
              <a:extLst>
                <a:ext uri="{FF2B5EF4-FFF2-40B4-BE49-F238E27FC236}">
                  <a16:creationId xmlns:a16="http://schemas.microsoft.com/office/drawing/2014/main" id="{590BE73D-A771-7EB1-ED80-623C874EB3FA}"/>
                </a:ext>
              </a:extLst>
            </p:cNvPr>
            <p:cNvSpPr>
              <a:spLocks noChangeShapeType="1"/>
            </p:cNvSpPr>
            <p:nvPr/>
          </p:nvSpPr>
          <p:spPr bwMode="auto">
            <a:xfrm flipV="1">
              <a:off x="3264" y="1687"/>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9" name="Line 61">
              <a:extLst>
                <a:ext uri="{FF2B5EF4-FFF2-40B4-BE49-F238E27FC236}">
                  <a16:creationId xmlns:a16="http://schemas.microsoft.com/office/drawing/2014/main" id="{ED78A924-E474-F0E8-E0E0-801EC1A02D97}"/>
                </a:ext>
              </a:extLst>
            </p:cNvPr>
            <p:cNvSpPr>
              <a:spLocks noChangeShapeType="1"/>
            </p:cNvSpPr>
            <p:nvPr/>
          </p:nvSpPr>
          <p:spPr bwMode="auto">
            <a:xfrm flipV="1">
              <a:off x="3792" y="1687"/>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60" name="Line 62">
              <a:extLst>
                <a:ext uri="{FF2B5EF4-FFF2-40B4-BE49-F238E27FC236}">
                  <a16:creationId xmlns:a16="http://schemas.microsoft.com/office/drawing/2014/main" id="{4D49C0C1-F9C4-9811-7574-974BDFFE58A7}"/>
                </a:ext>
              </a:extLst>
            </p:cNvPr>
            <p:cNvSpPr>
              <a:spLocks noChangeShapeType="1"/>
            </p:cNvSpPr>
            <p:nvPr/>
          </p:nvSpPr>
          <p:spPr bwMode="auto">
            <a:xfrm flipV="1">
              <a:off x="4320" y="1687"/>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61" name="Line 63">
              <a:extLst>
                <a:ext uri="{FF2B5EF4-FFF2-40B4-BE49-F238E27FC236}">
                  <a16:creationId xmlns:a16="http://schemas.microsoft.com/office/drawing/2014/main" id="{661A63B9-3E62-D856-24FA-2C84E3BCE219}"/>
                </a:ext>
              </a:extLst>
            </p:cNvPr>
            <p:cNvSpPr>
              <a:spLocks noChangeShapeType="1"/>
            </p:cNvSpPr>
            <p:nvPr/>
          </p:nvSpPr>
          <p:spPr bwMode="auto">
            <a:xfrm flipV="1">
              <a:off x="4848" y="1687"/>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62" name="Line 64">
              <a:extLst>
                <a:ext uri="{FF2B5EF4-FFF2-40B4-BE49-F238E27FC236}">
                  <a16:creationId xmlns:a16="http://schemas.microsoft.com/office/drawing/2014/main" id="{95CE093A-C853-C958-3368-7F1C441170FD}"/>
                </a:ext>
              </a:extLst>
            </p:cNvPr>
            <p:cNvSpPr>
              <a:spLocks noChangeShapeType="1"/>
            </p:cNvSpPr>
            <p:nvPr/>
          </p:nvSpPr>
          <p:spPr bwMode="auto">
            <a:xfrm flipV="1">
              <a:off x="5376" y="1687"/>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63" name="Rectangle 65">
              <a:extLst>
                <a:ext uri="{FF2B5EF4-FFF2-40B4-BE49-F238E27FC236}">
                  <a16:creationId xmlns:a16="http://schemas.microsoft.com/office/drawing/2014/main" id="{45D2D015-2387-9730-EE27-765776EC259D}"/>
                </a:ext>
              </a:extLst>
            </p:cNvPr>
            <p:cNvSpPr>
              <a:spLocks noChangeArrowheads="1"/>
            </p:cNvSpPr>
            <p:nvPr/>
          </p:nvSpPr>
          <p:spPr bwMode="auto">
            <a:xfrm>
              <a:off x="1719" y="1695"/>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3</a:t>
              </a:r>
            </a:p>
          </p:txBody>
        </p:sp>
        <p:sp>
          <p:nvSpPr>
            <p:cNvPr id="24664" name="Rectangle 66">
              <a:extLst>
                <a:ext uri="{FF2B5EF4-FFF2-40B4-BE49-F238E27FC236}">
                  <a16:creationId xmlns:a16="http://schemas.microsoft.com/office/drawing/2014/main" id="{2004F257-F5B6-2845-5B88-4DDCBA77572B}"/>
                </a:ext>
              </a:extLst>
            </p:cNvPr>
            <p:cNvSpPr>
              <a:spLocks noChangeArrowheads="1"/>
            </p:cNvSpPr>
            <p:nvPr/>
          </p:nvSpPr>
          <p:spPr bwMode="auto">
            <a:xfrm>
              <a:off x="2199" y="1695"/>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4</a:t>
              </a:r>
            </a:p>
          </p:txBody>
        </p:sp>
        <p:sp>
          <p:nvSpPr>
            <p:cNvPr id="24665" name="Rectangle 67">
              <a:extLst>
                <a:ext uri="{FF2B5EF4-FFF2-40B4-BE49-F238E27FC236}">
                  <a16:creationId xmlns:a16="http://schemas.microsoft.com/office/drawing/2014/main" id="{993CA4EF-70EE-D95A-0B60-C963DAD1AAE0}"/>
                </a:ext>
              </a:extLst>
            </p:cNvPr>
            <p:cNvSpPr>
              <a:spLocks noChangeArrowheads="1"/>
            </p:cNvSpPr>
            <p:nvPr/>
          </p:nvSpPr>
          <p:spPr bwMode="auto">
            <a:xfrm>
              <a:off x="2727" y="1695"/>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5</a:t>
              </a:r>
            </a:p>
          </p:txBody>
        </p:sp>
        <p:sp>
          <p:nvSpPr>
            <p:cNvPr id="24666" name="Rectangle 68">
              <a:extLst>
                <a:ext uri="{FF2B5EF4-FFF2-40B4-BE49-F238E27FC236}">
                  <a16:creationId xmlns:a16="http://schemas.microsoft.com/office/drawing/2014/main" id="{B6A94AEE-2928-C0B9-417D-FA2D0E6F39E7}"/>
                </a:ext>
              </a:extLst>
            </p:cNvPr>
            <p:cNvSpPr>
              <a:spLocks noChangeArrowheads="1"/>
            </p:cNvSpPr>
            <p:nvPr/>
          </p:nvSpPr>
          <p:spPr bwMode="auto">
            <a:xfrm>
              <a:off x="3255" y="1695"/>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6</a:t>
              </a:r>
            </a:p>
          </p:txBody>
        </p:sp>
        <p:sp>
          <p:nvSpPr>
            <p:cNvPr id="24667" name="Rectangle 69">
              <a:extLst>
                <a:ext uri="{FF2B5EF4-FFF2-40B4-BE49-F238E27FC236}">
                  <a16:creationId xmlns:a16="http://schemas.microsoft.com/office/drawing/2014/main" id="{98B0F644-955A-BCDA-27C2-B7BC33F65938}"/>
                </a:ext>
              </a:extLst>
            </p:cNvPr>
            <p:cNvSpPr>
              <a:spLocks noChangeArrowheads="1"/>
            </p:cNvSpPr>
            <p:nvPr/>
          </p:nvSpPr>
          <p:spPr bwMode="auto">
            <a:xfrm>
              <a:off x="3783" y="1695"/>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7</a:t>
              </a:r>
            </a:p>
          </p:txBody>
        </p:sp>
        <p:sp>
          <p:nvSpPr>
            <p:cNvPr id="24668" name="Rectangle 70">
              <a:extLst>
                <a:ext uri="{FF2B5EF4-FFF2-40B4-BE49-F238E27FC236}">
                  <a16:creationId xmlns:a16="http://schemas.microsoft.com/office/drawing/2014/main" id="{4B9B35F6-88A5-32F3-4F7B-CB2096397A68}"/>
                </a:ext>
              </a:extLst>
            </p:cNvPr>
            <p:cNvSpPr>
              <a:spLocks noChangeArrowheads="1"/>
            </p:cNvSpPr>
            <p:nvPr/>
          </p:nvSpPr>
          <p:spPr bwMode="auto">
            <a:xfrm>
              <a:off x="4311" y="1695"/>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8</a:t>
              </a:r>
            </a:p>
          </p:txBody>
        </p:sp>
        <p:sp>
          <p:nvSpPr>
            <p:cNvPr id="24669" name="Rectangle 71">
              <a:extLst>
                <a:ext uri="{FF2B5EF4-FFF2-40B4-BE49-F238E27FC236}">
                  <a16:creationId xmlns:a16="http://schemas.microsoft.com/office/drawing/2014/main" id="{F9DFDEA3-7410-6D62-18A5-3174C475E50A}"/>
                </a:ext>
              </a:extLst>
            </p:cNvPr>
            <p:cNvSpPr>
              <a:spLocks noChangeArrowheads="1"/>
            </p:cNvSpPr>
            <p:nvPr/>
          </p:nvSpPr>
          <p:spPr bwMode="auto">
            <a:xfrm>
              <a:off x="4839" y="1695"/>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9</a:t>
              </a:r>
            </a:p>
          </p:txBody>
        </p:sp>
        <p:grpSp>
          <p:nvGrpSpPr>
            <p:cNvPr id="24670" name="Group 74">
              <a:extLst>
                <a:ext uri="{FF2B5EF4-FFF2-40B4-BE49-F238E27FC236}">
                  <a16:creationId xmlns:a16="http://schemas.microsoft.com/office/drawing/2014/main" id="{CDC0AAFD-682D-D9FC-6C9D-563A51093131}"/>
                </a:ext>
              </a:extLst>
            </p:cNvPr>
            <p:cNvGrpSpPr>
              <a:grpSpLocks/>
            </p:cNvGrpSpPr>
            <p:nvPr/>
          </p:nvGrpSpPr>
          <p:grpSpPr bwMode="auto">
            <a:xfrm>
              <a:off x="632" y="2223"/>
              <a:ext cx="512" cy="210"/>
              <a:chOff x="632" y="2448"/>
              <a:chExt cx="512" cy="210"/>
            </a:xfrm>
          </p:grpSpPr>
          <p:sp>
            <p:nvSpPr>
              <p:cNvPr id="24671" name="Rectangle 72">
                <a:extLst>
                  <a:ext uri="{FF2B5EF4-FFF2-40B4-BE49-F238E27FC236}">
                    <a16:creationId xmlns:a16="http://schemas.microsoft.com/office/drawing/2014/main" id="{D45CFBAD-FC89-08F6-0DBE-EA227E8D112B}"/>
                  </a:ext>
                </a:extLst>
              </p:cNvPr>
              <p:cNvSpPr>
                <a:spLocks noChangeArrowheads="1"/>
              </p:cNvSpPr>
              <p:nvPr/>
            </p:nvSpPr>
            <p:spPr bwMode="auto">
              <a:xfrm>
                <a:off x="632" y="24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672" name="Rectangle 73">
                <a:extLst>
                  <a:ext uri="{FF2B5EF4-FFF2-40B4-BE49-F238E27FC236}">
                    <a16:creationId xmlns:a16="http://schemas.microsoft.com/office/drawing/2014/main" id="{21D498BA-D16F-FB33-9E17-74E322DFAC04}"/>
                  </a:ext>
                </a:extLst>
              </p:cNvPr>
              <p:cNvSpPr>
                <a:spLocks noChangeArrowheads="1"/>
              </p:cNvSpPr>
              <p:nvPr/>
            </p:nvSpPr>
            <p:spPr bwMode="auto">
              <a:xfrm>
                <a:off x="673" y="2448"/>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24673" name="Group 77">
              <a:extLst>
                <a:ext uri="{FF2B5EF4-FFF2-40B4-BE49-F238E27FC236}">
                  <a16:creationId xmlns:a16="http://schemas.microsoft.com/office/drawing/2014/main" id="{DDB06258-DF52-61E4-4EF1-EFB22EE25D92}"/>
                </a:ext>
              </a:extLst>
            </p:cNvPr>
            <p:cNvGrpSpPr>
              <a:grpSpLocks/>
            </p:cNvGrpSpPr>
            <p:nvPr/>
          </p:nvGrpSpPr>
          <p:grpSpPr bwMode="auto">
            <a:xfrm>
              <a:off x="1143" y="2223"/>
              <a:ext cx="569" cy="210"/>
              <a:chOff x="1143" y="2448"/>
              <a:chExt cx="569" cy="210"/>
            </a:xfrm>
          </p:grpSpPr>
          <p:sp>
            <p:nvSpPr>
              <p:cNvPr id="24674" name="Rectangle 75">
                <a:extLst>
                  <a:ext uri="{FF2B5EF4-FFF2-40B4-BE49-F238E27FC236}">
                    <a16:creationId xmlns:a16="http://schemas.microsoft.com/office/drawing/2014/main" id="{8D1DA5E9-088C-E707-A778-7E11BB0BDD2E}"/>
                  </a:ext>
                </a:extLst>
              </p:cNvPr>
              <p:cNvSpPr>
                <a:spLocks noChangeArrowheads="1"/>
              </p:cNvSpPr>
              <p:nvPr/>
            </p:nvSpPr>
            <p:spPr bwMode="auto">
              <a:xfrm>
                <a:off x="1160" y="24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675" name="Rectangle 76">
                <a:extLst>
                  <a:ext uri="{FF2B5EF4-FFF2-40B4-BE49-F238E27FC236}">
                    <a16:creationId xmlns:a16="http://schemas.microsoft.com/office/drawing/2014/main" id="{E477CA06-70E2-C182-7111-0D3AEE2DBFF6}"/>
                  </a:ext>
                </a:extLst>
              </p:cNvPr>
              <p:cNvSpPr>
                <a:spLocks noChangeArrowheads="1"/>
              </p:cNvSpPr>
              <p:nvPr/>
            </p:nvSpPr>
            <p:spPr bwMode="auto">
              <a:xfrm>
                <a:off x="1143" y="2448"/>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24676" name="Group 83">
              <a:extLst>
                <a:ext uri="{FF2B5EF4-FFF2-40B4-BE49-F238E27FC236}">
                  <a16:creationId xmlns:a16="http://schemas.microsoft.com/office/drawing/2014/main" id="{8FAB128C-AC8C-B407-929B-0113F813A9B4}"/>
                </a:ext>
              </a:extLst>
            </p:cNvPr>
            <p:cNvGrpSpPr>
              <a:grpSpLocks/>
            </p:cNvGrpSpPr>
            <p:nvPr/>
          </p:nvGrpSpPr>
          <p:grpSpPr bwMode="auto">
            <a:xfrm>
              <a:off x="2744" y="2223"/>
              <a:ext cx="512" cy="210"/>
              <a:chOff x="2744" y="2448"/>
              <a:chExt cx="512" cy="210"/>
            </a:xfrm>
          </p:grpSpPr>
          <p:sp>
            <p:nvSpPr>
              <p:cNvPr id="24677" name="Rectangle 81">
                <a:extLst>
                  <a:ext uri="{FF2B5EF4-FFF2-40B4-BE49-F238E27FC236}">
                    <a16:creationId xmlns:a16="http://schemas.microsoft.com/office/drawing/2014/main" id="{81CF0E65-0F37-32D9-AC80-FE22E2654E7B}"/>
                  </a:ext>
                </a:extLst>
              </p:cNvPr>
              <p:cNvSpPr>
                <a:spLocks noChangeArrowheads="1"/>
              </p:cNvSpPr>
              <p:nvPr/>
            </p:nvSpPr>
            <p:spPr bwMode="auto">
              <a:xfrm>
                <a:off x="2744" y="24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678" name="Rectangle 82">
                <a:extLst>
                  <a:ext uri="{FF2B5EF4-FFF2-40B4-BE49-F238E27FC236}">
                    <a16:creationId xmlns:a16="http://schemas.microsoft.com/office/drawing/2014/main" id="{A5CC03A7-8AED-E244-94B0-AC75D8AEADF4}"/>
                  </a:ext>
                </a:extLst>
              </p:cNvPr>
              <p:cNvSpPr>
                <a:spLocks noChangeArrowheads="1"/>
              </p:cNvSpPr>
              <p:nvPr/>
            </p:nvSpPr>
            <p:spPr bwMode="auto">
              <a:xfrm>
                <a:off x="2823" y="2448"/>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sp>
          <p:nvSpPr>
            <p:cNvPr id="24679" name="Rectangle 84">
              <a:extLst>
                <a:ext uri="{FF2B5EF4-FFF2-40B4-BE49-F238E27FC236}">
                  <a16:creationId xmlns:a16="http://schemas.microsoft.com/office/drawing/2014/main" id="{8940D729-6547-C965-A53C-35C80653A8FE}"/>
                </a:ext>
              </a:extLst>
            </p:cNvPr>
            <p:cNvSpPr>
              <a:spLocks noChangeArrowheads="1"/>
            </p:cNvSpPr>
            <p:nvPr/>
          </p:nvSpPr>
          <p:spPr bwMode="auto">
            <a:xfrm>
              <a:off x="183" y="2223"/>
              <a:ext cx="48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R-type</a:t>
              </a:r>
            </a:p>
          </p:txBody>
        </p:sp>
        <p:grpSp>
          <p:nvGrpSpPr>
            <p:cNvPr id="24680" name="Group 87">
              <a:extLst>
                <a:ext uri="{FF2B5EF4-FFF2-40B4-BE49-F238E27FC236}">
                  <a16:creationId xmlns:a16="http://schemas.microsoft.com/office/drawing/2014/main" id="{C9E68B74-4C3F-958D-4CAB-4527799F0BCA}"/>
                </a:ext>
              </a:extLst>
            </p:cNvPr>
            <p:cNvGrpSpPr>
              <a:grpSpLocks/>
            </p:cNvGrpSpPr>
            <p:nvPr/>
          </p:nvGrpSpPr>
          <p:grpSpPr bwMode="auto">
            <a:xfrm>
              <a:off x="1160" y="2511"/>
              <a:ext cx="512" cy="210"/>
              <a:chOff x="1160" y="2736"/>
              <a:chExt cx="512" cy="210"/>
            </a:xfrm>
          </p:grpSpPr>
          <p:sp>
            <p:nvSpPr>
              <p:cNvPr id="24681" name="Rectangle 85">
                <a:extLst>
                  <a:ext uri="{FF2B5EF4-FFF2-40B4-BE49-F238E27FC236}">
                    <a16:creationId xmlns:a16="http://schemas.microsoft.com/office/drawing/2014/main" id="{87211DDB-46F2-3A82-C944-DB8A096BA735}"/>
                  </a:ext>
                </a:extLst>
              </p:cNvPr>
              <p:cNvSpPr>
                <a:spLocks noChangeArrowheads="1"/>
              </p:cNvSpPr>
              <p:nvPr/>
            </p:nvSpPr>
            <p:spPr bwMode="auto">
              <a:xfrm>
                <a:off x="1160"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682" name="Rectangle 86">
                <a:extLst>
                  <a:ext uri="{FF2B5EF4-FFF2-40B4-BE49-F238E27FC236}">
                    <a16:creationId xmlns:a16="http://schemas.microsoft.com/office/drawing/2014/main" id="{6669B074-5D8D-62FE-A426-8E124FEE6E9C}"/>
                  </a:ext>
                </a:extLst>
              </p:cNvPr>
              <p:cNvSpPr>
                <a:spLocks noChangeArrowheads="1"/>
              </p:cNvSpPr>
              <p:nvPr/>
            </p:nvSpPr>
            <p:spPr bwMode="auto">
              <a:xfrm>
                <a:off x="1201" y="2736"/>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24683" name="Group 90">
              <a:extLst>
                <a:ext uri="{FF2B5EF4-FFF2-40B4-BE49-F238E27FC236}">
                  <a16:creationId xmlns:a16="http://schemas.microsoft.com/office/drawing/2014/main" id="{EF6C2B9B-80E7-0C47-2740-6408EE7172E4}"/>
                </a:ext>
              </a:extLst>
            </p:cNvPr>
            <p:cNvGrpSpPr>
              <a:grpSpLocks/>
            </p:cNvGrpSpPr>
            <p:nvPr/>
          </p:nvGrpSpPr>
          <p:grpSpPr bwMode="auto">
            <a:xfrm>
              <a:off x="1671" y="2511"/>
              <a:ext cx="569" cy="210"/>
              <a:chOff x="1671" y="2736"/>
              <a:chExt cx="569" cy="210"/>
            </a:xfrm>
          </p:grpSpPr>
          <p:sp>
            <p:nvSpPr>
              <p:cNvPr id="24684" name="Rectangle 88">
                <a:extLst>
                  <a:ext uri="{FF2B5EF4-FFF2-40B4-BE49-F238E27FC236}">
                    <a16:creationId xmlns:a16="http://schemas.microsoft.com/office/drawing/2014/main" id="{DAD1A902-DD3C-7860-11E1-DC1F2B52C383}"/>
                  </a:ext>
                </a:extLst>
              </p:cNvPr>
              <p:cNvSpPr>
                <a:spLocks noChangeArrowheads="1"/>
              </p:cNvSpPr>
              <p:nvPr/>
            </p:nvSpPr>
            <p:spPr bwMode="auto">
              <a:xfrm>
                <a:off x="1688"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685" name="Rectangle 89">
                <a:extLst>
                  <a:ext uri="{FF2B5EF4-FFF2-40B4-BE49-F238E27FC236}">
                    <a16:creationId xmlns:a16="http://schemas.microsoft.com/office/drawing/2014/main" id="{2A2D5E3B-892C-E37D-CD19-130C97EF4B0D}"/>
                  </a:ext>
                </a:extLst>
              </p:cNvPr>
              <p:cNvSpPr>
                <a:spLocks noChangeArrowheads="1"/>
              </p:cNvSpPr>
              <p:nvPr/>
            </p:nvSpPr>
            <p:spPr bwMode="auto">
              <a:xfrm>
                <a:off x="1671" y="2736"/>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24686" name="Group 96">
              <a:extLst>
                <a:ext uri="{FF2B5EF4-FFF2-40B4-BE49-F238E27FC236}">
                  <a16:creationId xmlns:a16="http://schemas.microsoft.com/office/drawing/2014/main" id="{54459706-531B-F35E-3E55-A2AA7A57A226}"/>
                </a:ext>
              </a:extLst>
            </p:cNvPr>
            <p:cNvGrpSpPr>
              <a:grpSpLocks/>
            </p:cNvGrpSpPr>
            <p:nvPr/>
          </p:nvGrpSpPr>
          <p:grpSpPr bwMode="auto">
            <a:xfrm>
              <a:off x="3262" y="2511"/>
              <a:ext cx="512" cy="210"/>
              <a:chOff x="3272" y="2736"/>
              <a:chExt cx="512" cy="210"/>
            </a:xfrm>
          </p:grpSpPr>
          <p:sp>
            <p:nvSpPr>
              <p:cNvPr id="24687" name="Rectangle 94">
                <a:extLst>
                  <a:ext uri="{FF2B5EF4-FFF2-40B4-BE49-F238E27FC236}">
                    <a16:creationId xmlns:a16="http://schemas.microsoft.com/office/drawing/2014/main" id="{97365636-1ABA-FF7D-1120-BE3C12B7222A}"/>
                  </a:ext>
                </a:extLst>
              </p:cNvPr>
              <p:cNvSpPr>
                <a:spLocks noChangeArrowheads="1"/>
              </p:cNvSpPr>
              <p:nvPr/>
            </p:nvSpPr>
            <p:spPr bwMode="auto">
              <a:xfrm>
                <a:off x="3272"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688" name="Rectangle 95">
                <a:extLst>
                  <a:ext uri="{FF2B5EF4-FFF2-40B4-BE49-F238E27FC236}">
                    <a16:creationId xmlns:a16="http://schemas.microsoft.com/office/drawing/2014/main" id="{BCBD88BC-9222-E575-AFEB-0AAFFFD52C08}"/>
                  </a:ext>
                </a:extLst>
              </p:cNvPr>
              <p:cNvSpPr>
                <a:spLocks noChangeArrowheads="1"/>
              </p:cNvSpPr>
              <p:nvPr/>
            </p:nvSpPr>
            <p:spPr bwMode="auto">
              <a:xfrm>
                <a:off x="3351" y="2736"/>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sp>
          <p:nvSpPr>
            <p:cNvPr id="24689" name="Rectangle 97">
              <a:extLst>
                <a:ext uri="{FF2B5EF4-FFF2-40B4-BE49-F238E27FC236}">
                  <a16:creationId xmlns:a16="http://schemas.microsoft.com/office/drawing/2014/main" id="{B532A335-C168-E65A-2A5A-6AB75D33549F}"/>
                </a:ext>
              </a:extLst>
            </p:cNvPr>
            <p:cNvSpPr>
              <a:spLocks noChangeArrowheads="1"/>
            </p:cNvSpPr>
            <p:nvPr/>
          </p:nvSpPr>
          <p:spPr bwMode="auto">
            <a:xfrm>
              <a:off x="663" y="2511"/>
              <a:ext cx="48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R-type</a:t>
              </a:r>
            </a:p>
          </p:txBody>
        </p:sp>
        <p:grpSp>
          <p:nvGrpSpPr>
            <p:cNvPr id="24690" name="Group 100">
              <a:extLst>
                <a:ext uri="{FF2B5EF4-FFF2-40B4-BE49-F238E27FC236}">
                  <a16:creationId xmlns:a16="http://schemas.microsoft.com/office/drawing/2014/main" id="{2C3884DC-46FA-FA26-21B0-F5B418BBBD60}"/>
                </a:ext>
              </a:extLst>
            </p:cNvPr>
            <p:cNvGrpSpPr>
              <a:grpSpLocks/>
            </p:cNvGrpSpPr>
            <p:nvPr/>
          </p:nvGrpSpPr>
          <p:grpSpPr bwMode="auto">
            <a:xfrm>
              <a:off x="1688" y="2799"/>
              <a:ext cx="512" cy="210"/>
              <a:chOff x="1688" y="3024"/>
              <a:chExt cx="512" cy="210"/>
            </a:xfrm>
          </p:grpSpPr>
          <p:sp>
            <p:nvSpPr>
              <p:cNvPr id="24691" name="Rectangle 98">
                <a:extLst>
                  <a:ext uri="{FF2B5EF4-FFF2-40B4-BE49-F238E27FC236}">
                    <a16:creationId xmlns:a16="http://schemas.microsoft.com/office/drawing/2014/main" id="{356E940F-13C1-FAAD-066D-467257342509}"/>
                  </a:ext>
                </a:extLst>
              </p:cNvPr>
              <p:cNvSpPr>
                <a:spLocks noChangeArrowheads="1"/>
              </p:cNvSpPr>
              <p:nvPr/>
            </p:nvSpPr>
            <p:spPr bwMode="auto">
              <a:xfrm>
                <a:off x="1688"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692" name="Rectangle 99">
                <a:extLst>
                  <a:ext uri="{FF2B5EF4-FFF2-40B4-BE49-F238E27FC236}">
                    <a16:creationId xmlns:a16="http://schemas.microsoft.com/office/drawing/2014/main" id="{471C7E9C-9D2C-4720-EC2E-BB392A30371B}"/>
                  </a:ext>
                </a:extLst>
              </p:cNvPr>
              <p:cNvSpPr>
                <a:spLocks noChangeArrowheads="1"/>
              </p:cNvSpPr>
              <p:nvPr/>
            </p:nvSpPr>
            <p:spPr bwMode="auto">
              <a:xfrm>
                <a:off x="1729" y="302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24693" name="Group 103">
              <a:extLst>
                <a:ext uri="{FF2B5EF4-FFF2-40B4-BE49-F238E27FC236}">
                  <a16:creationId xmlns:a16="http://schemas.microsoft.com/office/drawing/2014/main" id="{73C1B29C-385F-20A9-3DBB-70CD00535D0C}"/>
                </a:ext>
              </a:extLst>
            </p:cNvPr>
            <p:cNvGrpSpPr>
              <a:grpSpLocks/>
            </p:cNvGrpSpPr>
            <p:nvPr/>
          </p:nvGrpSpPr>
          <p:grpSpPr bwMode="auto">
            <a:xfrm>
              <a:off x="2199" y="2799"/>
              <a:ext cx="569" cy="210"/>
              <a:chOff x="2199" y="3024"/>
              <a:chExt cx="569" cy="210"/>
            </a:xfrm>
          </p:grpSpPr>
          <p:sp>
            <p:nvSpPr>
              <p:cNvPr id="24694" name="Rectangle 101">
                <a:extLst>
                  <a:ext uri="{FF2B5EF4-FFF2-40B4-BE49-F238E27FC236}">
                    <a16:creationId xmlns:a16="http://schemas.microsoft.com/office/drawing/2014/main" id="{E6ECD22A-2723-B321-B7AB-E5AACF499D15}"/>
                  </a:ext>
                </a:extLst>
              </p:cNvPr>
              <p:cNvSpPr>
                <a:spLocks noChangeArrowheads="1"/>
              </p:cNvSpPr>
              <p:nvPr/>
            </p:nvSpPr>
            <p:spPr bwMode="auto">
              <a:xfrm>
                <a:off x="2216"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695" name="Rectangle 102">
                <a:extLst>
                  <a:ext uri="{FF2B5EF4-FFF2-40B4-BE49-F238E27FC236}">
                    <a16:creationId xmlns:a16="http://schemas.microsoft.com/office/drawing/2014/main" id="{F7F8DB43-A8F9-87C3-25B6-1982F4362697}"/>
                  </a:ext>
                </a:extLst>
              </p:cNvPr>
              <p:cNvSpPr>
                <a:spLocks noChangeArrowheads="1"/>
              </p:cNvSpPr>
              <p:nvPr/>
            </p:nvSpPr>
            <p:spPr bwMode="auto">
              <a:xfrm>
                <a:off x="2199" y="3024"/>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24696" name="Group 106">
              <a:extLst>
                <a:ext uri="{FF2B5EF4-FFF2-40B4-BE49-F238E27FC236}">
                  <a16:creationId xmlns:a16="http://schemas.microsoft.com/office/drawing/2014/main" id="{721C2CC4-0DF4-0B80-808F-26F924DA9F34}"/>
                </a:ext>
              </a:extLst>
            </p:cNvPr>
            <p:cNvGrpSpPr>
              <a:grpSpLocks/>
            </p:cNvGrpSpPr>
            <p:nvPr/>
          </p:nvGrpSpPr>
          <p:grpSpPr bwMode="auto">
            <a:xfrm>
              <a:off x="2744" y="2799"/>
              <a:ext cx="512" cy="210"/>
              <a:chOff x="2744" y="3024"/>
              <a:chExt cx="512" cy="210"/>
            </a:xfrm>
          </p:grpSpPr>
          <p:sp>
            <p:nvSpPr>
              <p:cNvPr id="24697" name="Rectangle 104">
                <a:extLst>
                  <a:ext uri="{FF2B5EF4-FFF2-40B4-BE49-F238E27FC236}">
                    <a16:creationId xmlns:a16="http://schemas.microsoft.com/office/drawing/2014/main" id="{1325B09A-286C-9F00-4C68-65D296C5D0A2}"/>
                  </a:ext>
                </a:extLst>
              </p:cNvPr>
              <p:cNvSpPr>
                <a:spLocks noChangeArrowheads="1"/>
              </p:cNvSpPr>
              <p:nvPr/>
            </p:nvSpPr>
            <p:spPr bwMode="auto">
              <a:xfrm>
                <a:off x="2744"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698" name="Rectangle 105">
                <a:extLst>
                  <a:ext uri="{FF2B5EF4-FFF2-40B4-BE49-F238E27FC236}">
                    <a16:creationId xmlns:a16="http://schemas.microsoft.com/office/drawing/2014/main" id="{D0389E51-5180-51A3-2530-5FCA2C50861F}"/>
                  </a:ext>
                </a:extLst>
              </p:cNvPr>
              <p:cNvSpPr>
                <a:spLocks noChangeArrowheads="1"/>
              </p:cNvSpPr>
              <p:nvPr/>
            </p:nvSpPr>
            <p:spPr bwMode="auto">
              <a:xfrm>
                <a:off x="2823" y="302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24699" name="Group 109">
              <a:extLst>
                <a:ext uri="{FF2B5EF4-FFF2-40B4-BE49-F238E27FC236}">
                  <a16:creationId xmlns:a16="http://schemas.microsoft.com/office/drawing/2014/main" id="{BDF54CAE-3DBD-D290-A01D-337949D2189B}"/>
                </a:ext>
              </a:extLst>
            </p:cNvPr>
            <p:cNvGrpSpPr>
              <a:grpSpLocks/>
            </p:cNvGrpSpPr>
            <p:nvPr/>
          </p:nvGrpSpPr>
          <p:grpSpPr bwMode="auto">
            <a:xfrm>
              <a:off x="3272" y="2799"/>
              <a:ext cx="512" cy="210"/>
              <a:chOff x="3272" y="3024"/>
              <a:chExt cx="512" cy="210"/>
            </a:xfrm>
          </p:grpSpPr>
          <p:sp>
            <p:nvSpPr>
              <p:cNvPr id="24700" name="Rectangle 107">
                <a:extLst>
                  <a:ext uri="{FF2B5EF4-FFF2-40B4-BE49-F238E27FC236}">
                    <a16:creationId xmlns:a16="http://schemas.microsoft.com/office/drawing/2014/main" id="{049C070E-5AE6-0788-6194-8D0A03ABB0D8}"/>
                  </a:ext>
                </a:extLst>
              </p:cNvPr>
              <p:cNvSpPr>
                <a:spLocks noChangeArrowheads="1"/>
              </p:cNvSpPr>
              <p:nvPr/>
            </p:nvSpPr>
            <p:spPr bwMode="auto">
              <a:xfrm>
                <a:off x="3272"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01" name="Rectangle 108">
                <a:extLst>
                  <a:ext uri="{FF2B5EF4-FFF2-40B4-BE49-F238E27FC236}">
                    <a16:creationId xmlns:a16="http://schemas.microsoft.com/office/drawing/2014/main" id="{E58FD587-473F-B965-C89D-DD2701FD10AB}"/>
                  </a:ext>
                </a:extLst>
              </p:cNvPr>
              <p:cNvSpPr>
                <a:spLocks noChangeArrowheads="1"/>
              </p:cNvSpPr>
              <p:nvPr/>
            </p:nvSpPr>
            <p:spPr bwMode="auto">
              <a:xfrm>
                <a:off x="3351" y="302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24702" name="Group 112">
              <a:extLst>
                <a:ext uri="{FF2B5EF4-FFF2-40B4-BE49-F238E27FC236}">
                  <a16:creationId xmlns:a16="http://schemas.microsoft.com/office/drawing/2014/main" id="{AE354FDB-C3F3-8815-3D54-4C921ED8D4BB}"/>
                </a:ext>
              </a:extLst>
            </p:cNvPr>
            <p:cNvGrpSpPr>
              <a:grpSpLocks/>
            </p:cNvGrpSpPr>
            <p:nvPr/>
          </p:nvGrpSpPr>
          <p:grpSpPr bwMode="auto">
            <a:xfrm>
              <a:off x="3800" y="2799"/>
              <a:ext cx="512" cy="210"/>
              <a:chOff x="3800" y="3024"/>
              <a:chExt cx="512" cy="210"/>
            </a:xfrm>
          </p:grpSpPr>
          <p:sp>
            <p:nvSpPr>
              <p:cNvPr id="24703" name="Rectangle 110">
                <a:extLst>
                  <a:ext uri="{FF2B5EF4-FFF2-40B4-BE49-F238E27FC236}">
                    <a16:creationId xmlns:a16="http://schemas.microsoft.com/office/drawing/2014/main" id="{F44454AD-CC15-5F42-7E0D-A374F7C8D039}"/>
                  </a:ext>
                </a:extLst>
              </p:cNvPr>
              <p:cNvSpPr>
                <a:spLocks noChangeArrowheads="1"/>
              </p:cNvSpPr>
              <p:nvPr/>
            </p:nvSpPr>
            <p:spPr bwMode="auto">
              <a:xfrm>
                <a:off x="3800"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04" name="Rectangle 111">
                <a:extLst>
                  <a:ext uri="{FF2B5EF4-FFF2-40B4-BE49-F238E27FC236}">
                    <a16:creationId xmlns:a16="http://schemas.microsoft.com/office/drawing/2014/main" id="{D523BA20-BBD7-D589-BCE0-D71B11998024}"/>
                  </a:ext>
                </a:extLst>
              </p:cNvPr>
              <p:cNvSpPr>
                <a:spLocks noChangeArrowheads="1"/>
              </p:cNvSpPr>
              <p:nvPr/>
            </p:nvSpPr>
            <p:spPr bwMode="auto">
              <a:xfrm>
                <a:off x="3879" y="3024"/>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sp>
          <p:nvSpPr>
            <p:cNvPr id="24705" name="Rectangle 113">
              <a:extLst>
                <a:ext uri="{FF2B5EF4-FFF2-40B4-BE49-F238E27FC236}">
                  <a16:creationId xmlns:a16="http://schemas.microsoft.com/office/drawing/2014/main" id="{3DA8E086-313C-DB87-7CB0-48D8674A9E98}"/>
                </a:ext>
              </a:extLst>
            </p:cNvPr>
            <p:cNvSpPr>
              <a:spLocks noChangeArrowheads="1"/>
            </p:cNvSpPr>
            <p:nvPr/>
          </p:nvSpPr>
          <p:spPr bwMode="auto">
            <a:xfrm>
              <a:off x="1287" y="2799"/>
              <a:ext cx="39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Load</a:t>
              </a:r>
            </a:p>
          </p:txBody>
        </p:sp>
        <p:grpSp>
          <p:nvGrpSpPr>
            <p:cNvPr id="24706" name="Group 116">
              <a:extLst>
                <a:ext uri="{FF2B5EF4-FFF2-40B4-BE49-F238E27FC236}">
                  <a16:creationId xmlns:a16="http://schemas.microsoft.com/office/drawing/2014/main" id="{35E57515-E589-087D-C4AD-F4C38EA7CA8F}"/>
                </a:ext>
              </a:extLst>
            </p:cNvPr>
            <p:cNvGrpSpPr>
              <a:grpSpLocks/>
            </p:cNvGrpSpPr>
            <p:nvPr/>
          </p:nvGrpSpPr>
          <p:grpSpPr bwMode="auto">
            <a:xfrm>
              <a:off x="2216" y="3087"/>
              <a:ext cx="512" cy="210"/>
              <a:chOff x="2216" y="3312"/>
              <a:chExt cx="512" cy="210"/>
            </a:xfrm>
          </p:grpSpPr>
          <p:sp>
            <p:nvSpPr>
              <p:cNvPr id="24707" name="Rectangle 114">
                <a:extLst>
                  <a:ext uri="{FF2B5EF4-FFF2-40B4-BE49-F238E27FC236}">
                    <a16:creationId xmlns:a16="http://schemas.microsoft.com/office/drawing/2014/main" id="{42C34FA6-5EB8-B879-DFFD-74EA479C4851}"/>
                  </a:ext>
                </a:extLst>
              </p:cNvPr>
              <p:cNvSpPr>
                <a:spLocks noChangeArrowheads="1"/>
              </p:cNvSpPr>
              <p:nvPr/>
            </p:nvSpPr>
            <p:spPr bwMode="auto">
              <a:xfrm>
                <a:off x="2216"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08" name="Rectangle 115">
                <a:extLst>
                  <a:ext uri="{FF2B5EF4-FFF2-40B4-BE49-F238E27FC236}">
                    <a16:creationId xmlns:a16="http://schemas.microsoft.com/office/drawing/2014/main" id="{8ECABCE5-17E3-E092-AECC-C13716B4B1E0}"/>
                  </a:ext>
                </a:extLst>
              </p:cNvPr>
              <p:cNvSpPr>
                <a:spLocks noChangeArrowheads="1"/>
              </p:cNvSpPr>
              <p:nvPr/>
            </p:nvSpPr>
            <p:spPr bwMode="auto">
              <a:xfrm>
                <a:off x="2257" y="331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24709" name="Group 119">
              <a:extLst>
                <a:ext uri="{FF2B5EF4-FFF2-40B4-BE49-F238E27FC236}">
                  <a16:creationId xmlns:a16="http://schemas.microsoft.com/office/drawing/2014/main" id="{6BCFE801-9DBF-E4EB-7BE8-97B61474DC35}"/>
                </a:ext>
              </a:extLst>
            </p:cNvPr>
            <p:cNvGrpSpPr>
              <a:grpSpLocks/>
            </p:cNvGrpSpPr>
            <p:nvPr/>
          </p:nvGrpSpPr>
          <p:grpSpPr bwMode="auto">
            <a:xfrm>
              <a:off x="2727" y="3087"/>
              <a:ext cx="569" cy="210"/>
              <a:chOff x="2727" y="3312"/>
              <a:chExt cx="569" cy="210"/>
            </a:xfrm>
          </p:grpSpPr>
          <p:sp>
            <p:nvSpPr>
              <p:cNvPr id="24710" name="Rectangle 117">
                <a:extLst>
                  <a:ext uri="{FF2B5EF4-FFF2-40B4-BE49-F238E27FC236}">
                    <a16:creationId xmlns:a16="http://schemas.microsoft.com/office/drawing/2014/main" id="{770000AB-7A3D-66AF-107D-1DEDB44D7E51}"/>
                  </a:ext>
                </a:extLst>
              </p:cNvPr>
              <p:cNvSpPr>
                <a:spLocks noChangeArrowheads="1"/>
              </p:cNvSpPr>
              <p:nvPr/>
            </p:nvSpPr>
            <p:spPr bwMode="auto">
              <a:xfrm>
                <a:off x="2744"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11" name="Rectangle 118">
                <a:extLst>
                  <a:ext uri="{FF2B5EF4-FFF2-40B4-BE49-F238E27FC236}">
                    <a16:creationId xmlns:a16="http://schemas.microsoft.com/office/drawing/2014/main" id="{AABB746C-D82D-49C0-4FB0-98ADE91457C9}"/>
                  </a:ext>
                </a:extLst>
              </p:cNvPr>
              <p:cNvSpPr>
                <a:spLocks noChangeArrowheads="1"/>
              </p:cNvSpPr>
              <p:nvPr/>
            </p:nvSpPr>
            <p:spPr bwMode="auto">
              <a:xfrm>
                <a:off x="2727" y="3312"/>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24712" name="Group 125">
              <a:extLst>
                <a:ext uri="{FF2B5EF4-FFF2-40B4-BE49-F238E27FC236}">
                  <a16:creationId xmlns:a16="http://schemas.microsoft.com/office/drawing/2014/main" id="{5F46B98F-C9F5-2B76-E8CC-B51A5B80DC4B}"/>
                </a:ext>
              </a:extLst>
            </p:cNvPr>
            <p:cNvGrpSpPr>
              <a:grpSpLocks/>
            </p:cNvGrpSpPr>
            <p:nvPr/>
          </p:nvGrpSpPr>
          <p:grpSpPr bwMode="auto">
            <a:xfrm>
              <a:off x="4328" y="3087"/>
              <a:ext cx="512" cy="210"/>
              <a:chOff x="4328" y="3312"/>
              <a:chExt cx="512" cy="210"/>
            </a:xfrm>
          </p:grpSpPr>
          <p:sp>
            <p:nvSpPr>
              <p:cNvPr id="24713" name="Rectangle 123">
                <a:extLst>
                  <a:ext uri="{FF2B5EF4-FFF2-40B4-BE49-F238E27FC236}">
                    <a16:creationId xmlns:a16="http://schemas.microsoft.com/office/drawing/2014/main" id="{99A14D4D-C1DD-1D92-BD04-851ECC9120EE}"/>
                  </a:ext>
                </a:extLst>
              </p:cNvPr>
              <p:cNvSpPr>
                <a:spLocks noChangeArrowheads="1"/>
              </p:cNvSpPr>
              <p:nvPr/>
            </p:nvSpPr>
            <p:spPr bwMode="auto">
              <a:xfrm>
                <a:off x="4328"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14" name="Rectangle 124">
                <a:extLst>
                  <a:ext uri="{FF2B5EF4-FFF2-40B4-BE49-F238E27FC236}">
                    <a16:creationId xmlns:a16="http://schemas.microsoft.com/office/drawing/2014/main" id="{8BA96FD6-0910-696C-F7A2-BF54535602AB}"/>
                  </a:ext>
                </a:extLst>
              </p:cNvPr>
              <p:cNvSpPr>
                <a:spLocks noChangeArrowheads="1"/>
              </p:cNvSpPr>
              <p:nvPr/>
            </p:nvSpPr>
            <p:spPr bwMode="auto">
              <a:xfrm>
                <a:off x="4407" y="3312"/>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sp>
          <p:nvSpPr>
            <p:cNvPr id="24715" name="Rectangle 126">
              <a:extLst>
                <a:ext uri="{FF2B5EF4-FFF2-40B4-BE49-F238E27FC236}">
                  <a16:creationId xmlns:a16="http://schemas.microsoft.com/office/drawing/2014/main" id="{8144A25E-0474-00DF-E5ED-30AA1FF5FB2A}"/>
                </a:ext>
              </a:extLst>
            </p:cNvPr>
            <p:cNvSpPr>
              <a:spLocks noChangeArrowheads="1"/>
            </p:cNvSpPr>
            <p:nvPr/>
          </p:nvSpPr>
          <p:spPr bwMode="auto">
            <a:xfrm>
              <a:off x="1767" y="3087"/>
              <a:ext cx="48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R-type</a:t>
              </a:r>
            </a:p>
          </p:txBody>
        </p:sp>
        <p:grpSp>
          <p:nvGrpSpPr>
            <p:cNvPr id="24716" name="Group 129">
              <a:extLst>
                <a:ext uri="{FF2B5EF4-FFF2-40B4-BE49-F238E27FC236}">
                  <a16:creationId xmlns:a16="http://schemas.microsoft.com/office/drawing/2014/main" id="{D6EECE1F-1CB7-B802-2F42-7A684093A383}"/>
                </a:ext>
              </a:extLst>
            </p:cNvPr>
            <p:cNvGrpSpPr>
              <a:grpSpLocks/>
            </p:cNvGrpSpPr>
            <p:nvPr/>
          </p:nvGrpSpPr>
          <p:grpSpPr bwMode="auto">
            <a:xfrm>
              <a:off x="2744" y="3375"/>
              <a:ext cx="512" cy="210"/>
              <a:chOff x="2744" y="3600"/>
              <a:chExt cx="512" cy="210"/>
            </a:xfrm>
          </p:grpSpPr>
          <p:sp>
            <p:nvSpPr>
              <p:cNvPr id="24717" name="Rectangle 127">
                <a:extLst>
                  <a:ext uri="{FF2B5EF4-FFF2-40B4-BE49-F238E27FC236}">
                    <a16:creationId xmlns:a16="http://schemas.microsoft.com/office/drawing/2014/main" id="{4787B084-2581-7C22-0DB3-FA43D695E2C1}"/>
                  </a:ext>
                </a:extLst>
              </p:cNvPr>
              <p:cNvSpPr>
                <a:spLocks noChangeArrowheads="1"/>
              </p:cNvSpPr>
              <p:nvPr/>
            </p:nvSpPr>
            <p:spPr bwMode="auto">
              <a:xfrm>
                <a:off x="2744"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18" name="Rectangle 128">
                <a:extLst>
                  <a:ext uri="{FF2B5EF4-FFF2-40B4-BE49-F238E27FC236}">
                    <a16:creationId xmlns:a16="http://schemas.microsoft.com/office/drawing/2014/main" id="{AC28194B-A86C-A241-8EC3-77FC77287ACD}"/>
                  </a:ext>
                </a:extLst>
              </p:cNvPr>
              <p:cNvSpPr>
                <a:spLocks noChangeArrowheads="1"/>
              </p:cNvSpPr>
              <p:nvPr/>
            </p:nvSpPr>
            <p:spPr bwMode="auto">
              <a:xfrm>
                <a:off x="2785" y="3600"/>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24719" name="Group 132">
              <a:extLst>
                <a:ext uri="{FF2B5EF4-FFF2-40B4-BE49-F238E27FC236}">
                  <a16:creationId xmlns:a16="http://schemas.microsoft.com/office/drawing/2014/main" id="{BF53C9F5-F9B5-7069-AF7E-C959D279FCA7}"/>
                </a:ext>
              </a:extLst>
            </p:cNvPr>
            <p:cNvGrpSpPr>
              <a:grpSpLocks/>
            </p:cNvGrpSpPr>
            <p:nvPr/>
          </p:nvGrpSpPr>
          <p:grpSpPr bwMode="auto">
            <a:xfrm>
              <a:off x="3255" y="3375"/>
              <a:ext cx="569" cy="210"/>
              <a:chOff x="3255" y="3600"/>
              <a:chExt cx="569" cy="210"/>
            </a:xfrm>
          </p:grpSpPr>
          <p:sp>
            <p:nvSpPr>
              <p:cNvPr id="24720" name="Rectangle 130">
                <a:extLst>
                  <a:ext uri="{FF2B5EF4-FFF2-40B4-BE49-F238E27FC236}">
                    <a16:creationId xmlns:a16="http://schemas.microsoft.com/office/drawing/2014/main" id="{58E2E6E6-67C5-3835-2AE0-601F6C7E712C}"/>
                  </a:ext>
                </a:extLst>
              </p:cNvPr>
              <p:cNvSpPr>
                <a:spLocks noChangeArrowheads="1"/>
              </p:cNvSpPr>
              <p:nvPr/>
            </p:nvSpPr>
            <p:spPr bwMode="auto">
              <a:xfrm>
                <a:off x="3272"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21" name="Rectangle 131">
                <a:extLst>
                  <a:ext uri="{FF2B5EF4-FFF2-40B4-BE49-F238E27FC236}">
                    <a16:creationId xmlns:a16="http://schemas.microsoft.com/office/drawing/2014/main" id="{0B310F48-565D-FA52-E86B-06DBFABF609B}"/>
                  </a:ext>
                </a:extLst>
              </p:cNvPr>
              <p:cNvSpPr>
                <a:spLocks noChangeArrowheads="1"/>
              </p:cNvSpPr>
              <p:nvPr/>
            </p:nvSpPr>
            <p:spPr bwMode="auto">
              <a:xfrm>
                <a:off x="3255" y="3600"/>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24722" name="Group 138">
              <a:extLst>
                <a:ext uri="{FF2B5EF4-FFF2-40B4-BE49-F238E27FC236}">
                  <a16:creationId xmlns:a16="http://schemas.microsoft.com/office/drawing/2014/main" id="{58A1A1FC-52DA-952C-60F9-38BB01D21EF3}"/>
                </a:ext>
              </a:extLst>
            </p:cNvPr>
            <p:cNvGrpSpPr>
              <a:grpSpLocks/>
            </p:cNvGrpSpPr>
            <p:nvPr/>
          </p:nvGrpSpPr>
          <p:grpSpPr bwMode="auto">
            <a:xfrm>
              <a:off x="4856" y="3375"/>
              <a:ext cx="512" cy="210"/>
              <a:chOff x="4856" y="3600"/>
              <a:chExt cx="512" cy="210"/>
            </a:xfrm>
          </p:grpSpPr>
          <p:sp>
            <p:nvSpPr>
              <p:cNvPr id="24723" name="Rectangle 136">
                <a:extLst>
                  <a:ext uri="{FF2B5EF4-FFF2-40B4-BE49-F238E27FC236}">
                    <a16:creationId xmlns:a16="http://schemas.microsoft.com/office/drawing/2014/main" id="{1788FAE4-9482-D67E-B665-864C7DEDA92D}"/>
                  </a:ext>
                </a:extLst>
              </p:cNvPr>
              <p:cNvSpPr>
                <a:spLocks noChangeArrowheads="1"/>
              </p:cNvSpPr>
              <p:nvPr/>
            </p:nvSpPr>
            <p:spPr bwMode="auto">
              <a:xfrm>
                <a:off x="4856"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24" name="Rectangle 137">
                <a:extLst>
                  <a:ext uri="{FF2B5EF4-FFF2-40B4-BE49-F238E27FC236}">
                    <a16:creationId xmlns:a16="http://schemas.microsoft.com/office/drawing/2014/main" id="{0D02BEC6-98DC-6B79-B16A-157FA10F0B8B}"/>
                  </a:ext>
                </a:extLst>
              </p:cNvPr>
              <p:cNvSpPr>
                <a:spLocks noChangeArrowheads="1"/>
              </p:cNvSpPr>
              <p:nvPr/>
            </p:nvSpPr>
            <p:spPr bwMode="auto">
              <a:xfrm>
                <a:off x="4935" y="3600"/>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sp>
          <p:nvSpPr>
            <p:cNvPr id="24725" name="Rectangle 139">
              <a:extLst>
                <a:ext uri="{FF2B5EF4-FFF2-40B4-BE49-F238E27FC236}">
                  <a16:creationId xmlns:a16="http://schemas.microsoft.com/office/drawing/2014/main" id="{D9518919-811E-C32E-BE12-395C63C55103}"/>
                </a:ext>
              </a:extLst>
            </p:cNvPr>
            <p:cNvSpPr>
              <a:spLocks noChangeArrowheads="1"/>
            </p:cNvSpPr>
            <p:nvPr/>
          </p:nvSpPr>
          <p:spPr bwMode="auto">
            <a:xfrm>
              <a:off x="2295" y="3375"/>
              <a:ext cx="48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R-type</a:t>
              </a:r>
            </a:p>
          </p:txBody>
        </p:sp>
        <p:sp>
          <p:nvSpPr>
            <p:cNvPr id="24726" name="Line 140">
              <a:extLst>
                <a:ext uri="{FF2B5EF4-FFF2-40B4-BE49-F238E27FC236}">
                  <a16:creationId xmlns:a16="http://schemas.microsoft.com/office/drawing/2014/main" id="{B96CEDFE-4885-7316-DC92-6A6B46E435FF}"/>
                </a:ext>
              </a:extLst>
            </p:cNvPr>
            <p:cNvSpPr>
              <a:spLocks noChangeShapeType="1"/>
            </p:cNvSpPr>
            <p:nvPr/>
          </p:nvSpPr>
          <p:spPr bwMode="auto">
            <a:xfrm flipV="1">
              <a:off x="4320" y="2119"/>
              <a:ext cx="0" cy="64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27" name="Line 141">
              <a:extLst>
                <a:ext uri="{FF2B5EF4-FFF2-40B4-BE49-F238E27FC236}">
                  <a16:creationId xmlns:a16="http://schemas.microsoft.com/office/drawing/2014/main" id="{7D31D161-3FA6-0B41-94EA-CC976205DA44}"/>
                </a:ext>
              </a:extLst>
            </p:cNvPr>
            <p:cNvSpPr>
              <a:spLocks noChangeShapeType="1"/>
            </p:cNvSpPr>
            <p:nvPr/>
          </p:nvSpPr>
          <p:spPr bwMode="auto">
            <a:xfrm flipV="1">
              <a:off x="5376" y="2119"/>
              <a:ext cx="0" cy="1216"/>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28" name="Line 142">
              <a:extLst>
                <a:ext uri="{FF2B5EF4-FFF2-40B4-BE49-F238E27FC236}">
                  <a16:creationId xmlns:a16="http://schemas.microsoft.com/office/drawing/2014/main" id="{9E3E0684-74FF-93D7-E725-0C8B60FB022B}"/>
                </a:ext>
              </a:extLst>
            </p:cNvPr>
            <p:cNvSpPr>
              <a:spLocks noChangeShapeType="1"/>
            </p:cNvSpPr>
            <p:nvPr/>
          </p:nvSpPr>
          <p:spPr bwMode="auto">
            <a:xfrm flipV="1">
              <a:off x="3792" y="2119"/>
              <a:ext cx="0" cy="352"/>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29" name="Line 143">
              <a:extLst>
                <a:ext uri="{FF2B5EF4-FFF2-40B4-BE49-F238E27FC236}">
                  <a16:creationId xmlns:a16="http://schemas.microsoft.com/office/drawing/2014/main" id="{993EF668-4592-FF80-C9D2-5086BF802E9C}"/>
                </a:ext>
              </a:extLst>
            </p:cNvPr>
            <p:cNvSpPr>
              <a:spLocks noChangeShapeType="1"/>
            </p:cNvSpPr>
            <p:nvPr/>
          </p:nvSpPr>
          <p:spPr bwMode="auto">
            <a:xfrm flipV="1">
              <a:off x="4848" y="2119"/>
              <a:ext cx="0" cy="92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4730" name="Group 177">
              <a:extLst>
                <a:ext uri="{FF2B5EF4-FFF2-40B4-BE49-F238E27FC236}">
                  <a16:creationId xmlns:a16="http://schemas.microsoft.com/office/drawing/2014/main" id="{04BC2CF3-6AAE-FB2C-DC2B-F0550334E393}"/>
                </a:ext>
              </a:extLst>
            </p:cNvPr>
            <p:cNvGrpSpPr>
              <a:grpSpLocks/>
            </p:cNvGrpSpPr>
            <p:nvPr/>
          </p:nvGrpSpPr>
          <p:grpSpPr bwMode="auto">
            <a:xfrm>
              <a:off x="2742" y="2508"/>
              <a:ext cx="512" cy="210"/>
              <a:chOff x="3080" y="1344"/>
              <a:chExt cx="512" cy="210"/>
            </a:xfrm>
          </p:grpSpPr>
          <p:sp>
            <p:nvSpPr>
              <p:cNvPr id="24731" name="Rectangle 157">
                <a:extLst>
                  <a:ext uri="{FF2B5EF4-FFF2-40B4-BE49-F238E27FC236}">
                    <a16:creationId xmlns:a16="http://schemas.microsoft.com/office/drawing/2014/main" id="{C1E13BB6-6CE7-B25D-0A10-9FB89721B1EF}"/>
                  </a:ext>
                </a:extLst>
              </p:cNvPr>
              <p:cNvSpPr>
                <a:spLocks noChangeArrowheads="1"/>
              </p:cNvSpPr>
              <p:nvPr/>
            </p:nvSpPr>
            <p:spPr bwMode="auto">
              <a:xfrm>
                <a:off x="3080" y="1352"/>
                <a:ext cx="512" cy="176"/>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32" name="Rectangle 158">
                <a:extLst>
                  <a:ext uri="{FF2B5EF4-FFF2-40B4-BE49-F238E27FC236}">
                    <a16:creationId xmlns:a16="http://schemas.microsoft.com/office/drawing/2014/main" id="{3ED2D8C4-365A-CFE3-847B-18E048F767CB}"/>
                  </a:ext>
                </a:extLst>
              </p:cNvPr>
              <p:cNvSpPr>
                <a:spLocks noChangeArrowheads="1"/>
              </p:cNvSpPr>
              <p:nvPr/>
            </p:nvSpPr>
            <p:spPr bwMode="auto">
              <a:xfrm>
                <a:off x="3159" y="134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24733" name="Group 161">
              <a:extLst>
                <a:ext uri="{FF2B5EF4-FFF2-40B4-BE49-F238E27FC236}">
                  <a16:creationId xmlns:a16="http://schemas.microsoft.com/office/drawing/2014/main" id="{BF9AC542-1402-9DB9-D6D1-61796CD71229}"/>
                </a:ext>
              </a:extLst>
            </p:cNvPr>
            <p:cNvGrpSpPr>
              <a:grpSpLocks/>
            </p:cNvGrpSpPr>
            <p:nvPr/>
          </p:nvGrpSpPr>
          <p:grpSpPr bwMode="auto">
            <a:xfrm>
              <a:off x="3272" y="3087"/>
              <a:ext cx="512" cy="210"/>
              <a:chOff x="3272" y="3312"/>
              <a:chExt cx="512" cy="210"/>
            </a:xfrm>
          </p:grpSpPr>
          <p:sp>
            <p:nvSpPr>
              <p:cNvPr id="24734" name="Rectangle 159">
                <a:extLst>
                  <a:ext uri="{FF2B5EF4-FFF2-40B4-BE49-F238E27FC236}">
                    <a16:creationId xmlns:a16="http://schemas.microsoft.com/office/drawing/2014/main" id="{B226DD60-26D4-796A-58BB-C84ED4EC2F18}"/>
                  </a:ext>
                </a:extLst>
              </p:cNvPr>
              <p:cNvSpPr>
                <a:spLocks noChangeArrowheads="1"/>
              </p:cNvSpPr>
              <p:nvPr/>
            </p:nvSpPr>
            <p:spPr bwMode="auto">
              <a:xfrm>
                <a:off x="3272"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35" name="Rectangle 160">
                <a:extLst>
                  <a:ext uri="{FF2B5EF4-FFF2-40B4-BE49-F238E27FC236}">
                    <a16:creationId xmlns:a16="http://schemas.microsoft.com/office/drawing/2014/main" id="{CADD6D96-A244-BA41-BCA0-A34F722FF6FD}"/>
                  </a:ext>
                </a:extLst>
              </p:cNvPr>
              <p:cNvSpPr>
                <a:spLocks noChangeArrowheads="1"/>
              </p:cNvSpPr>
              <p:nvPr/>
            </p:nvSpPr>
            <p:spPr bwMode="auto">
              <a:xfrm>
                <a:off x="3351" y="331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24736" name="Group 164">
              <a:extLst>
                <a:ext uri="{FF2B5EF4-FFF2-40B4-BE49-F238E27FC236}">
                  <a16:creationId xmlns:a16="http://schemas.microsoft.com/office/drawing/2014/main" id="{71E5C255-B5CE-6D4F-B887-B596E01226B8}"/>
                </a:ext>
              </a:extLst>
            </p:cNvPr>
            <p:cNvGrpSpPr>
              <a:grpSpLocks/>
            </p:cNvGrpSpPr>
            <p:nvPr/>
          </p:nvGrpSpPr>
          <p:grpSpPr bwMode="auto">
            <a:xfrm>
              <a:off x="3800" y="3375"/>
              <a:ext cx="512" cy="210"/>
              <a:chOff x="3800" y="3600"/>
              <a:chExt cx="512" cy="210"/>
            </a:xfrm>
          </p:grpSpPr>
          <p:sp>
            <p:nvSpPr>
              <p:cNvPr id="24737" name="Rectangle 162">
                <a:extLst>
                  <a:ext uri="{FF2B5EF4-FFF2-40B4-BE49-F238E27FC236}">
                    <a16:creationId xmlns:a16="http://schemas.microsoft.com/office/drawing/2014/main" id="{C58CFBCB-D5DA-6E03-8E46-A154655946A7}"/>
                  </a:ext>
                </a:extLst>
              </p:cNvPr>
              <p:cNvSpPr>
                <a:spLocks noChangeArrowheads="1"/>
              </p:cNvSpPr>
              <p:nvPr/>
            </p:nvSpPr>
            <p:spPr bwMode="auto">
              <a:xfrm>
                <a:off x="3800"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38" name="Rectangle 163">
                <a:extLst>
                  <a:ext uri="{FF2B5EF4-FFF2-40B4-BE49-F238E27FC236}">
                    <a16:creationId xmlns:a16="http://schemas.microsoft.com/office/drawing/2014/main" id="{7FFB8BDE-3E95-E7AC-EC1E-14CA154FDF4F}"/>
                  </a:ext>
                </a:extLst>
              </p:cNvPr>
              <p:cNvSpPr>
                <a:spLocks noChangeArrowheads="1"/>
              </p:cNvSpPr>
              <p:nvPr/>
            </p:nvSpPr>
            <p:spPr bwMode="auto">
              <a:xfrm>
                <a:off x="3879" y="3600"/>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24739" name="Group 167">
              <a:extLst>
                <a:ext uri="{FF2B5EF4-FFF2-40B4-BE49-F238E27FC236}">
                  <a16:creationId xmlns:a16="http://schemas.microsoft.com/office/drawing/2014/main" id="{308AFFDF-760A-DEA7-5694-7ECBB28634F6}"/>
                </a:ext>
              </a:extLst>
            </p:cNvPr>
            <p:cNvGrpSpPr>
              <a:grpSpLocks/>
            </p:cNvGrpSpPr>
            <p:nvPr/>
          </p:nvGrpSpPr>
          <p:grpSpPr bwMode="auto">
            <a:xfrm>
              <a:off x="1688" y="2223"/>
              <a:ext cx="512" cy="210"/>
              <a:chOff x="1688" y="2448"/>
              <a:chExt cx="512" cy="210"/>
            </a:xfrm>
          </p:grpSpPr>
          <p:sp>
            <p:nvSpPr>
              <p:cNvPr id="24740" name="Rectangle 165">
                <a:extLst>
                  <a:ext uri="{FF2B5EF4-FFF2-40B4-BE49-F238E27FC236}">
                    <a16:creationId xmlns:a16="http://schemas.microsoft.com/office/drawing/2014/main" id="{1F81EC9E-F6B3-A30A-4986-4E95A19D4DFC}"/>
                  </a:ext>
                </a:extLst>
              </p:cNvPr>
              <p:cNvSpPr>
                <a:spLocks noChangeArrowheads="1"/>
              </p:cNvSpPr>
              <p:nvPr/>
            </p:nvSpPr>
            <p:spPr bwMode="auto">
              <a:xfrm>
                <a:off x="1688" y="24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41" name="Rectangle 166">
                <a:extLst>
                  <a:ext uri="{FF2B5EF4-FFF2-40B4-BE49-F238E27FC236}">
                    <a16:creationId xmlns:a16="http://schemas.microsoft.com/office/drawing/2014/main" id="{935DF344-D386-21C8-88CA-6A113EA2BBA6}"/>
                  </a:ext>
                </a:extLst>
              </p:cNvPr>
              <p:cNvSpPr>
                <a:spLocks noChangeArrowheads="1"/>
              </p:cNvSpPr>
              <p:nvPr/>
            </p:nvSpPr>
            <p:spPr bwMode="auto">
              <a:xfrm>
                <a:off x="1767" y="2448"/>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24742" name="Group 170">
              <a:extLst>
                <a:ext uri="{FF2B5EF4-FFF2-40B4-BE49-F238E27FC236}">
                  <a16:creationId xmlns:a16="http://schemas.microsoft.com/office/drawing/2014/main" id="{37DD5AF3-733A-21DB-30B1-DC4C5C2E3784}"/>
                </a:ext>
              </a:extLst>
            </p:cNvPr>
            <p:cNvGrpSpPr>
              <a:grpSpLocks/>
            </p:cNvGrpSpPr>
            <p:nvPr/>
          </p:nvGrpSpPr>
          <p:grpSpPr bwMode="auto">
            <a:xfrm>
              <a:off x="2216" y="2511"/>
              <a:ext cx="512" cy="210"/>
              <a:chOff x="2216" y="2736"/>
              <a:chExt cx="512" cy="210"/>
            </a:xfrm>
          </p:grpSpPr>
          <p:sp>
            <p:nvSpPr>
              <p:cNvPr id="24743" name="Rectangle 168">
                <a:extLst>
                  <a:ext uri="{FF2B5EF4-FFF2-40B4-BE49-F238E27FC236}">
                    <a16:creationId xmlns:a16="http://schemas.microsoft.com/office/drawing/2014/main" id="{D5DD4B9A-A915-96F5-7DB0-0D9F3EA4F7C8}"/>
                  </a:ext>
                </a:extLst>
              </p:cNvPr>
              <p:cNvSpPr>
                <a:spLocks noChangeArrowheads="1"/>
              </p:cNvSpPr>
              <p:nvPr/>
            </p:nvSpPr>
            <p:spPr bwMode="auto">
              <a:xfrm>
                <a:off x="2216"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44" name="Rectangle 169">
                <a:extLst>
                  <a:ext uri="{FF2B5EF4-FFF2-40B4-BE49-F238E27FC236}">
                    <a16:creationId xmlns:a16="http://schemas.microsoft.com/office/drawing/2014/main" id="{C3839453-2821-48CE-DA81-E92A7E83FD91}"/>
                  </a:ext>
                </a:extLst>
              </p:cNvPr>
              <p:cNvSpPr>
                <a:spLocks noChangeArrowheads="1"/>
              </p:cNvSpPr>
              <p:nvPr/>
            </p:nvSpPr>
            <p:spPr bwMode="auto">
              <a:xfrm>
                <a:off x="2295" y="2736"/>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24745" name="Group 182">
              <a:extLst>
                <a:ext uri="{FF2B5EF4-FFF2-40B4-BE49-F238E27FC236}">
                  <a16:creationId xmlns:a16="http://schemas.microsoft.com/office/drawing/2014/main" id="{8AFF595A-2DEC-239F-74EA-8A9EC8E27FFB}"/>
                </a:ext>
              </a:extLst>
            </p:cNvPr>
            <p:cNvGrpSpPr>
              <a:grpSpLocks/>
            </p:cNvGrpSpPr>
            <p:nvPr/>
          </p:nvGrpSpPr>
          <p:grpSpPr bwMode="auto">
            <a:xfrm>
              <a:off x="2214" y="2229"/>
              <a:ext cx="512" cy="210"/>
              <a:chOff x="3080" y="1344"/>
              <a:chExt cx="512" cy="210"/>
            </a:xfrm>
          </p:grpSpPr>
          <p:sp>
            <p:nvSpPr>
              <p:cNvPr id="24746" name="Rectangle 183">
                <a:extLst>
                  <a:ext uri="{FF2B5EF4-FFF2-40B4-BE49-F238E27FC236}">
                    <a16:creationId xmlns:a16="http://schemas.microsoft.com/office/drawing/2014/main" id="{BD7E56D8-9105-7EE0-A780-3422CD087FC7}"/>
                  </a:ext>
                </a:extLst>
              </p:cNvPr>
              <p:cNvSpPr>
                <a:spLocks noChangeArrowheads="1"/>
              </p:cNvSpPr>
              <p:nvPr/>
            </p:nvSpPr>
            <p:spPr bwMode="auto">
              <a:xfrm>
                <a:off x="3080" y="1352"/>
                <a:ext cx="512" cy="176"/>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47" name="Rectangle 184">
                <a:extLst>
                  <a:ext uri="{FF2B5EF4-FFF2-40B4-BE49-F238E27FC236}">
                    <a16:creationId xmlns:a16="http://schemas.microsoft.com/office/drawing/2014/main" id="{2E147428-8804-453D-86D8-593A2CD917C7}"/>
                  </a:ext>
                </a:extLst>
              </p:cNvPr>
              <p:cNvSpPr>
                <a:spLocks noChangeArrowheads="1"/>
              </p:cNvSpPr>
              <p:nvPr/>
            </p:nvSpPr>
            <p:spPr bwMode="auto">
              <a:xfrm>
                <a:off x="3159" y="134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24748" name="Group 185">
              <a:extLst>
                <a:ext uri="{FF2B5EF4-FFF2-40B4-BE49-F238E27FC236}">
                  <a16:creationId xmlns:a16="http://schemas.microsoft.com/office/drawing/2014/main" id="{4FD70DAA-AB36-6301-4A12-D7DD0BFFBD22}"/>
                </a:ext>
              </a:extLst>
            </p:cNvPr>
            <p:cNvGrpSpPr>
              <a:grpSpLocks/>
            </p:cNvGrpSpPr>
            <p:nvPr/>
          </p:nvGrpSpPr>
          <p:grpSpPr bwMode="auto">
            <a:xfrm>
              <a:off x="4323" y="3376"/>
              <a:ext cx="512" cy="210"/>
              <a:chOff x="3080" y="1344"/>
              <a:chExt cx="512" cy="210"/>
            </a:xfrm>
          </p:grpSpPr>
          <p:sp>
            <p:nvSpPr>
              <p:cNvPr id="24749" name="Rectangle 186">
                <a:extLst>
                  <a:ext uri="{FF2B5EF4-FFF2-40B4-BE49-F238E27FC236}">
                    <a16:creationId xmlns:a16="http://schemas.microsoft.com/office/drawing/2014/main" id="{51F7727A-AF53-28C2-1BC4-97C363B6D0D7}"/>
                  </a:ext>
                </a:extLst>
              </p:cNvPr>
              <p:cNvSpPr>
                <a:spLocks noChangeArrowheads="1"/>
              </p:cNvSpPr>
              <p:nvPr/>
            </p:nvSpPr>
            <p:spPr bwMode="auto">
              <a:xfrm>
                <a:off x="3080" y="1352"/>
                <a:ext cx="512" cy="176"/>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50" name="Rectangle 187">
                <a:extLst>
                  <a:ext uri="{FF2B5EF4-FFF2-40B4-BE49-F238E27FC236}">
                    <a16:creationId xmlns:a16="http://schemas.microsoft.com/office/drawing/2014/main" id="{D6B03C62-63BF-771E-DAE3-EA5B4BE610B7}"/>
                  </a:ext>
                </a:extLst>
              </p:cNvPr>
              <p:cNvSpPr>
                <a:spLocks noChangeArrowheads="1"/>
              </p:cNvSpPr>
              <p:nvPr/>
            </p:nvSpPr>
            <p:spPr bwMode="auto">
              <a:xfrm>
                <a:off x="3159" y="134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24751" name="Group 188">
              <a:extLst>
                <a:ext uri="{FF2B5EF4-FFF2-40B4-BE49-F238E27FC236}">
                  <a16:creationId xmlns:a16="http://schemas.microsoft.com/office/drawing/2014/main" id="{D85B397D-50DA-DF44-8D81-296D967BBF72}"/>
                </a:ext>
              </a:extLst>
            </p:cNvPr>
            <p:cNvGrpSpPr>
              <a:grpSpLocks/>
            </p:cNvGrpSpPr>
            <p:nvPr/>
          </p:nvGrpSpPr>
          <p:grpSpPr bwMode="auto">
            <a:xfrm>
              <a:off x="3796" y="3080"/>
              <a:ext cx="512" cy="210"/>
              <a:chOff x="3080" y="1344"/>
              <a:chExt cx="512" cy="210"/>
            </a:xfrm>
          </p:grpSpPr>
          <p:sp>
            <p:nvSpPr>
              <p:cNvPr id="24752" name="Rectangle 189">
                <a:extLst>
                  <a:ext uri="{FF2B5EF4-FFF2-40B4-BE49-F238E27FC236}">
                    <a16:creationId xmlns:a16="http://schemas.microsoft.com/office/drawing/2014/main" id="{B52D7E4D-3233-24A6-12C4-C55B42CE0CDF}"/>
                  </a:ext>
                </a:extLst>
              </p:cNvPr>
              <p:cNvSpPr>
                <a:spLocks noChangeArrowheads="1"/>
              </p:cNvSpPr>
              <p:nvPr/>
            </p:nvSpPr>
            <p:spPr bwMode="auto">
              <a:xfrm>
                <a:off x="3080" y="1352"/>
                <a:ext cx="512" cy="176"/>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53" name="Rectangle 190">
                <a:extLst>
                  <a:ext uri="{FF2B5EF4-FFF2-40B4-BE49-F238E27FC236}">
                    <a16:creationId xmlns:a16="http://schemas.microsoft.com/office/drawing/2014/main" id="{70DFCCD7-6A27-0553-2075-64821AC78A1B}"/>
                  </a:ext>
                </a:extLst>
              </p:cNvPr>
              <p:cNvSpPr>
                <a:spLocks noChangeArrowheads="1"/>
              </p:cNvSpPr>
              <p:nvPr/>
            </p:nvSpPr>
            <p:spPr bwMode="auto">
              <a:xfrm>
                <a:off x="3159" y="134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sp>
          <p:nvSpPr>
            <p:cNvPr id="24754" name="Rectangle 195">
              <a:extLst>
                <a:ext uri="{FF2B5EF4-FFF2-40B4-BE49-F238E27FC236}">
                  <a16:creationId xmlns:a16="http://schemas.microsoft.com/office/drawing/2014/main" id="{141FE26C-5957-3AF7-0059-935A1A940E4D}"/>
                </a:ext>
              </a:extLst>
            </p:cNvPr>
            <p:cNvSpPr>
              <a:spLocks noChangeArrowheads="1"/>
            </p:cNvSpPr>
            <p:nvPr/>
          </p:nvSpPr>
          <p:spPr bwMode="auto">
            <a:xfrm>
              <a:off x="2203" y="2231"/>
              <a:ext cx="530" cy="174"/>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55" name="Rectangle 196">
              <a:extLst>
                <a:ext uri="{FF2B5EF4-FFF2-40B4-BE49-F238E27FC236}">
                  <a16:creationId xmlns:a16="http://schemas.microsoft.com/office/drawing/2014/main" id="{2728120E-532C-CDBA-FA92-FE6B875D9D26}"/>
                </a:ext>
              </a:extLst>
            </p:cNvPr>
            <p:cNvSpPr>
              <a:spLocks noChangeArrowheads="1"/>
            </p:cNvSpPr>
            <p:nvPr/>
          </p:nvSpPr>
          <p:spPr bwMode="auto">
            <a:xfrm>
              <a:off x="2735" y="2511"/>
              <a:ext cx="530" cy="174"/>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56" name="Rectangle 197">
              <a:extLst>
                <a:ext uri="{FF2B5EF4-FFF2-40B4-BE49-F238E27FC236}">
                  <a16:creationId xmlns:a16="http://schemas.microsoft.com/office/drawing/2014/main" id="{0A3C7F42-2930-3B82-141A-D1E3BABE591A}"/>
                </a:ext>
              </a:extLst>
            </p:cNvPr>
            <p:cNvSpPr>
              <a:spLocks noChangeArrowheads="1"/>
            </p:cNvSpPr>
            <p:nvPr/>
          </p:nvSpPr>
          <p:spPr bwMode="auto">
            <a:xfrm>
              <a:off x="3788" y="3078"/>
              <a:ext cx="530" cy="174"/>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757" name="Rectangle 198">
              <a:extLst>
                <a:ext uri="{FF2B5EF4-FFF2-40B4-BE49-F238E27FC236}">
                  <a16:creationId xmlns:a16="http://schemas.microsoft.com/office/drawing/2014/main" id="{C87187C1-6D69-F5FC-4DE9-240925C9FBAB}"/>
                </a:ext>
              </a:extLst>
            </p:cNvPr>
            <p:cNvSpPr>
              <a:spLocks noChangeArrowheads="1"/>
            </p:cNvSpPr>
            <p:nvPr/>
          </p:nvSpPr>
          <p:spPr bwMode="auto">
            <a:xfrm>
              <a:off x="4311" y="3367"/>
              <a:ext cx="530" cy="174"/>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grpSp>
      <p:grpSp>
        <p:nvGrpSpPr>
          <p:cNvPr id="32971" name="Group 203">
            <a:extLst>
              <a:ext uri="{FF2B5EF4-FFF2-40B4-BE49-F238E27FC236}">
                <a16:creationId xmlns:a16="http://schemas.microsoft.com/office/drawing/2014/main" id="{A2AC6B61-327C-90F7-CB74-8854E0FBC702}"/>
              </a:ext>
            </a:extLst>
          </p:cNvPr>
          <p:cNvGrpSpPr>
            <a:grpSpLocks/>
          </p:cNvGrpSpPr>
          <p:nvPr/>
        </p:nvGrpSpPr>
        <p:grpSpPr bwMode="auto">
          <a:xfrm>
            <a:off x="4889500" y="527050"/>
            <a:ext cx="1843088" cy="828675"/>
            <a:chOff x="3080" y="890"/>
            <a:chExt cx="1161" cy="522"/>
          </a:xfrm>
        </p:grpSpPr>
        <p:sp>
          <p:nvSpPr>
            <p:cNvPr id="24759" name="Freeform 193">
              <a:extLst>
                <a:ext uri="{FF2B5EF4-FFF2-40B4-BE49-F238E27FC236}">
                  <a16:creationId xmlns:a16="http://schemas.microsoft.com/office/drawing/2014/main" id="{840E2B01-025B-8AA3-5493-47DF27BAA121}"/>
                </a:ext>
              </a:extLst>
            </p:cNvPr>
            <p:cNvSpPr>
              <a:spLocks noChangeArrowheads="1"/>
            </p:cNvSpPr>
            <p:nvPr/>
          </p:nvSpPr>
          <p:spPr bwMode="auto">
            <a:xfrm>
              <a:off x="3452" y="1009"/>
              <a:ext cx="391" cy="218"/>
            </a:xfrm>
            <a:custGeom>
              <a:avLst/>
              <a:gdLst>
                <a:gd name="T0" fmla="*/ 0 w 174"/>
                <a:gd name="T1" fmla="*/ 250 h 250"/>
                <a:gd name="T2" fmla="*/ 43 w 174"/>
                <a:gd name="T3" fmla="*/ 87 h 250"/>
                <a:gd name="T4" fmla="*/ 152 w 174"/>
                <a:gd name="T5" fmla="*/ 98 h 250"/>
                <a:gd name="T6" fmla="*/ 109 w 174"/>
                <a:gd name="T7" fmla="*/ 163 h 250"/>
                <a:gd name="T8" fmla="*/ 54 w 174"/>
                <a:gd name="T9" fmla="*/ 54 h 250"/>
                <a:gd name="T10" fmla="*/ 174 w 174"/>
                <a:gd name="T11" fmla="*/ 0 h 250"/>
              </a:gdLst>
              <a:ahLst/>
              <a:cxnLst>
                <a:cxn ang="0">
                  <a:pos x="T0" y="T1"/>
                </a:cxn>
                <a:cxn ang="0">
                  <a:pos x="T2" y="T3"/>
                </a:cxn>
                <a:cxn ang="0">
                  <a:pos x="T4" y="T5"/>
                </a:cxn>
                <a:cxn ang="0">
                  <a:pos x="T6" y="T7"/>
                </a:cxn>
                <a:cxn ang="0">
                  <a:pos x="T8" y="T9"/>
                </a:cxn>
                <a:cxn ang="0">
                  <a:pos x="T10" y="T11"/>
                </a:cxn>
              </a:cxnLst>
              <a:rect l="0" t="0" r="r" b="b"/>
              <a:pathLst>
                <a:path w="174" h="250">
                  <a:moveTo>
                    <a:pt x="0" y="250"/>
                  </a:moveTo>
                  <a:cubicBezTo>
                    <a:pt x="9" y="181"/>
                    <a:pt x="18" y="112"/>
                    <a:pt x="43" y="87"/>
                  </a:cubicBezTo>
                  <a:cubicBezTo>
                    <a:pt x="68" y="62"/>
                    <a:pt x="141" y="85"/>
                    <a:pt x="152" y="98"/>
                  </a:cubicBezTo>
                  <a:cubicBezTo>
                    <a:pt x="163" y="111"/>
                    <a:pt x="125" y="170"/>
                    <a:pt x="109" y="163"/>
                  </a:cubicBezTo>
                  <a:cubicBezTo>
                    <a:pt x="93" y="156"/>
                    <a:pt x="43" y="81"/>
                    <a:pt x="54" y="54"/>
                  </a:cubicBezTo>
                  <a:cubicBezTo>
                    <a:pt x="65" y="27"/>
                    <a:pt x="119" y="13"/>
                    <a:pt x="174" y="0"/>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24760" name="Group 201">
              <a:extLst>
                <a:ext uri="{FF2B5EF4-FFF2-40B4-BE49-F238E27FC236}">
                  <a16:creationId xmlns:a16="http://schemas.microsoft.com/office/drawing/2014/main" id="{AB8B752D-2452-E76A-95F0-348F1A2FD6AB}"/>
                </a:ext>
              </a:extLst>
            </p:cNvPr>
            <p:cNvGrpSpPr>
              <a:grpSpLocks/>
            </p:cNvGrpSpPr>
            <p:nvPr/>
          </p:nvGrpSpPr>
          <p:grpSpPr bwMode="auto">
            <a:xfrm>
              <a:off x="3080" y="890"/>
              <a:ext cx="1161" cy="522"/>
              <a:chOff x="3373" y="1311"/>
              <a:chExt cx="1161" cy="522"/>
            </a:xfrm>
          </p:grpSpPr>
          <p:sp>
            <p:nvSpPr>
              <p:cNvPr id="24761" name="Text Box 194">
                <a:extLst>
                  <a:ext uri="{FF2B5EF4-FFF2-40B4-BE49-F238E27FC236}">
                    <a16:creationId xmlns:a16="http://schemas.microsoft.com/office/drawing/2014/main" id="{430C3EBE-B80F-180F-3894-2B7FFC9AF050}"/>
                  </a:ext>
                </a:extLst>
              </p:cNvPr>
              <p:cNvSpPr txBox="1">
                <a:spLocks noChangeArrowheads="1"/>
              </p:cNvSpPr>
              <p:nvPr/>
            </p:nvSpPr>
            <p:spPr bwMode="auto">
              <a:xfrm>
                <a:off x="4099" y="1311"/>
                <a:ext cx="4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altLang="zh-CN">
                    <a:latin typeface="Arial" panose="020B0604020202020204" pitchFamily="34" charset="0"/>
                    <a:ea typeface="宋体" panose="02010600030101010101" pitchFamily="2" charset="-122"/>
                  </a:rPr>
                  <a:t>NOP!</a:t>
                </a:r>
              </a:p>
            </p:txBody>
          </p:sp>
          <p:sp>
            <p:nvSpPr>
              <p:cNvPr id="24762" name="Rectangle 199">
                <a:extLst>
                  <a:ext uri="{FF2B5EF4-FFF2-40B4-BE49-F238E27FC236}">
                    <a16:creationId xmlns:a16="http://schemas.microsoft.com/office/drawing/2014/main" id="{3A50D67E-BB13-87E8-482A-1A3FA9A35D1E}"/>
                  </a:ext>
                </a:extLst>
              </p:cNvPr>
              <p:cNvSpPr>
                <a:spLocks noChangeArrowheads="1"/>
              </p:cNvSpPr>
              <p:nvPr/>
            </p:nvSpPr>
            <p:spPr bwMode="auto">
              <a:xfrm>
                <a:off x="3373" y="1659"/>
                <a:ext cx="530" cy="174"/>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gr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blinds(horizontal)">
                                      <p:cBhvr>
                                        <p:cTn id="7" dur="500"/>
                                        <p:tgtEl>
                                          <p:spTgt spid="327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blinds(horizontal)">
                                      <p:cBhvr>
                                        <p:cTn id="12" dur="500"/>
                                        <p:tgtEl>
                                          <p:spTgt spid="327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971"/>
                                        </p:tgtEl>
                                        <p:attrNameLst>
                                          <p:attrName>style.visibility</p:attrName>
                                        </p:attrNameLst>
                                      </p:cBhvr>
                                      <p:to>
                                        <p:strVal val="visible"/>
                                      </p:to>
                                    </p:set>
                                    <p:animEffect transition="in" filter="blinds(horizontal)">
                                      <p:cBhvr>
                                        <p:cTn id="17" dur="500"/>
                                        <p:tgtEl>
                                          <p:spTgt spid="329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968"/>
                                        </p:tgtEl>
                                        <p:attrNameLst>
                                          <p:attrName>style.visibility</p:attrName>
                                        </p:attrNameLst>
                                      </p:cBhvr>
                                      <p:to>
                                        <p:strVal val="visible"/>
                                      </p:to>
                                    </p:set>
                                    <p:animEffect transition="in" filter="blinds(horizontal)">
                                      <p:cBhvr>
                                        <p:cTn id="22" dur="500"/>
                                        <p:tgtEl>
                                          <p:spTgt spid="329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2959"/>
                                        </p:tgtEl>
                                        <p:attrNameLst>
                                          <p:attrName>style.visibility</p:attrName>
                                        </p:attrNameLst>
                                      </p:cBhvr>
                                      <p:to>
                                        <p:strVal val="visible"/>
                                      </p:to>
                                    </p:set>
                                    <p:animEffect transition="in" filter="checkerboard(across)">
                                      <p:cBhvr>
                                        <p:cTn id="27" dur="500"/>
                                        <p:tgtEl>
                                          <p:spTgt spid="32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5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0DA8EE75-6126-051B-4E8D-566C0879F74E}"/>
              </a:ext>
            </a:extLst>
          </p:cNvPr>
          <p:cNvSpPr>
            <a:spLocks noGrp="1" noChangeArrowheads="1"/>
          </p:cNvSpPr>
          <p:nvPr>
            <p:ph type="title"/>
          </p:nvPr>
        </p:nvSpPr>
        <p:spPr>
          <a:xfrm>
            <a:off x="960438" y="214313"/>
            <a:ext cx="4605337" cy="368300"/>
          </a:xfrm>
        </p:spPr>
        <p:txBody>
          <a:bodyPr/>
          <a:lstStyle/>
          <a:p>
            <a:r>
              <a:rPr lang="en-US" altLang="zh-CN">
                <a:ea typeface="宋体" panose="02010600030101010101" pitchFamily="2" charset="-122"/>
              </a:rPr>
              <a:t>Store</a:t>
            </a:r>
            <a:r>
              <a:rPr lang="zh-CN" altLang="en-US">
                <a:ea typeface="宋体" panose="02010600030101010101" pitchFamily="2" charset="-122"/>
              </a:rPr>
              <a:t>指令的四个阶段</a:t>
            </a:r>
          </a:p>
        </p:txBody>
      </p:sp>
      <p:sp>
        <p:nvSpPr>
          <p:cNvPr id="36867" name="Rectangle 3">
            <a:extLst>
              <a:ext uri="{FF2B5EF4-FFF2-40B4-BE49-F238E27FC236}">
                <a16:creationId xmlns:a16="http://schemas.microsoft.com/office/drawing/2014/main" id="{970EE9A4-1E0F-2343-8A93-9B2C89C05627}"/>
              </a:ext>
            </a:extLst>
          </p:cNvPr>
          <p:cNvSpPr>
            <a:spLocks noGrp="1" noChangeArrowheads="1"/>
          </p:cNvSpPr>
          <p:nvPr>
            <p:ph idx="1"/>
          </p:nvPr>
        </p:nvSpPr>
        <p:spPr>
          <a:xfrm>
            <a:off x="496888" y="2990850"/>
            <a:ext cx="8347075" cy="2641600"/>
          </a:xfrm>
        </p:spPr>
        <p:txBody>
          <a:bodyPr/>
          <a:lstStyle/>
          <a:p>
            <a:pPr>
              <a:lnSpc>
                <a:spcPct val="135000"/>
              </a:lnSpc>
            </a:pPr>
            <a:r>
              <a:rPr lang="en-US" altLang="zh-CN" sz="2200">
                <a:solidFill>
                  <a:srgbClr val="CC0000"/>
                </a:solidFill>
                <a:ea typeface="黑体" panose="02010609060101010101" pitchFamily="49" charset="-122"/>
              </a:rPr>
              <a:t>Ifetch</a:t>
            </a:r>
            <a:r>
              <a:rPr lang="zh-CN" altLang="en-US" sz="2200">
                <a:solidFill>
                  <a:srgbClr val="CC0000"/>
                </a:solidFill>
                <a:ea typeface="黑体" panose="02010609060101010101" pitchFamily="49" charset="-122"/>
              </a:rPr>
              <a:t>：</a:t>
            </a:r>
            <a:r>
              <a:rPr lang="zh-CN" altLang="en-US" sz="2200">
                <a:ea typeface="黑体" panose="02010609060101010101" pitchFamily="49" charset="-122"/>
              </a:rPr>
              <a:t>取指令并计算</a:t>
            </a:r>
            <a:r>
              <a:rPr lang="en-US" altLang="zh-CN" sz="2200">
                <a:ea typeface="黑体" panose="02010609060101010101" pitchFamily="49" charset="-122"/>
              </a:rPr>
              <a:t>PC+4</a:t>
            </a:r>
            <a:r>
              <a:rPr lang="zh-CN" altLang="en-US" sz="2200">
                <a:ea typeface="黑体" panose="02010609060101010101" pitchFamily="49" charset="-122"/>
              </a:rPr>
              <a:t> （写入</a:t>
            </a:r>
            <a:r>
              <a:rPr lang="en-US" altLang="zh-CN" sz="2200">
                <a:ea typeface="黑体" panose="02010609060101010101" pitchFamily="49" charset="-122"/>
              </a:rPr>
              <a:t>PC</a:t>
            </a:r>
            <a:r>
              <a:rPr lang="zh-CN" altLang="en-US" sz="2200">
                <a:ea typeface="黑体" panose="02010609060101010101" pitchFamily="49" charset="-122"/>
              </a:rPr>
              <a:t>）</a:t>
            </a:r>
          </a:p>
          <a:p>
            <a:pPr>
              <a:lnSpc>
                <a:spcPct val="135000"/>
              </a:lnSpc>
            </a:pPr>
            <a:r>
              <a:rPr lang="en-US" altLang="zh-CN" sz="2200">
                <a:solidFill>
                  <a:srgbClr val="CC0000"/>
                </a:solidFill>
                <a:ea typeface="黑体" panose="02010609060101010101" pitchFamily="49" charset="-122"/>
              </a:rPr>
              <a:t>Reg/Dec</a:t>
            </a:r>
            <a:r>
              <a:rPr lang="zh-CN" altLang="en-US" sz="2200">
                <a:solidFill>
                  <a:srgbClr val="CC0000"/>
                </a:solidFill>
                <a:ea typeface="黑体" panose="02010609060101010101" pitchFamily="49" charset="-122"/>
              </a:rPr>
              <a:t>：</a:t>
            </a:r>
            <a:r>
              <a:rPr lang="zh-CN" altLang="en-US" sz="2200">
                <a:ea typeface="黑体" panose="02010609060101010101" pitchFamily="49" charset="-122"/>
              </a:rPr>
              <a:t> 从寄存器（</a:t>
            </a:r>
            <a:r>
              <a:rPr lang="en-US" altLang="zh-CN" sz="2200">
                <a:ea typeface="黑体" panose="02010609060101010101" pitchFamily="49" charset="-122"/>
              </a:rPr>
              <a:t>rs1</a:t>
            </a:r>
            <a:r>
              <a:rPr lang="zh-CN" altLang="en-US" sz="2200">
                <a:ea typeface="黑体" panose="02010609060101010101" pitchFamily="49" charset="-122"/>
              </a:rPr>
              <a:t>）取数，同时指令在译码器进行译码</a:t>
            </a:r>
          </a:p>
          <a:p>
            <a:pPr>
              <a:lnSpc>
                <a:spcPct val="135000"/>
              </a:lnSpc>
            </a:pPr>
            <a:r>
              <a:rPr lang="en-US" altLang="zh-CN" sz="2200">
                <a:solidFill>
                  <a:srgbClr val="CC0000"/>
                </a:solidFill>
                <a:ea typeface="黑体" panose="02010609060101010101" pitchFamily="49" charset="-122"/>
              </a:rPr>
              <a:t>Exec</a:t>
            </a:r>
            <a:r>
              <a:rPr lang="zh-CN" altLang="en-US" sz="2200">
                <a:solidFill>
                  <a:srgbClr val="CC0000"/>
                </a:solidFill>
                <a:ea typeface="黑体" panose="02010609060101010101" pitchFamily="49" charset="-122"/>
              </a:rPr>
              <a:t>：</a:t>
            </a:r>
            <a:r>
              <a:rPr lang="en-US" altLang="zh-CN" sz="2200">
                <a:ea typeface="黑体" panose="02010609060101010101" pitchFamily="49" charset="-122"/>
              </a:rPr>
              <a:t>12</a:t>
            </a:r>
            <a:r>
              <a:rPr lang="zh-CN" altLang="en-US" sz="2200">
                <a:ea typeface="黑体" panose="02010609060101010101" pitchFamily="49" charset="-122"/>
              </a:rPr>
              <a:t>位立即数（</a:t>
            </a:r>
            <a:r>
              <a:rPr lang="en-US" altLang="zh-CN" sz="2200">
                <a:ea typeface="黑体" panose="02010609060101010101" pitchFamily="49" charset="-122"/>
              </a:rPr>
              <a:t>imm12</a:t>
            </a:r>
            <a:r>
              <a:rPr lang="zh-CN" altLang="en-US" sz="2200">
                <a:ea typeface="黑体" panose="02010609060101010101" pitchFamily="49" charset="-122"/>
              </a:rPr>
              <a:t>）符号扩展后与寄存器值（ </a:t>
            </a:r>
            <a:r>
              <a:rPr lang="en-US" altLang="zh-CN" sz="2200">
                <a:ea typeface="黑体" panose="02010609060101010101" pitchFamily="49" charset="-122"/>
              </a:rPr>
              <a:t>rs1</a:t>
            </a:r>
            <a:r>
              <a:rPr lang="zh-CN" altLang="en-US" sz="2200">
                <a:ea typeface="黑体" panose="02010609060101010101" pitchFamily="49" charset="-122"/>
              </a:rPr>
              <a:t> ）相加，计算主存地址</a:t>
            </a:r>
          </a:p>
          <a:p>
            <a:pPr>
              <a:lnSpc>
                <a:spcPct val="135000"/>
              </a:lnSpc>
            </a:pPr>
            <a:r>
              <a:rPr lang="en-US" altLang="zh-CN" sz="2200">
                <a:solidFill>
                  <a:srgbClr val="CC0000"/>
                </a:solidFill>
                <a:ea typeface="黑体" panose="02010609060101010101" pitchFamily="49" charset="-122"/>
              </a:rPr>
              <a:t>Mem</a:t>
            </a:r>
            <a:r>
              <a:rPr lang="zh-CN" altLang="en-US" sz="2200">
                <a:solidFill>
                  <a:srgbClr val="CC0000"/>
                </a:solidFill>
                <a:ea typeface="黑体" panose="02010609060101010101" pitchFamily="49" charset="-122"/>
              </a:rPr>
              <a:t>：</a:t>
            </a:r>
            <a:r>
              <a:rPr lang="zh-CN" altLang="en-US" sz="2200">
                <a:ea typeface="黑体" panose="02010609060101010101" pitchFamily="49" charset="-122"/>
              </a:rPr>
              <a:t>将寄存器（</a:t>
            </a:r>
            <a:r>
              <a:rPr lang="en-US" altLang="zh-CN" sz="2200">
                <a:ea typeface="黑体" panose="02010609060101010101" pitchFamily="49" charset="-122"/>
              </a:rPr>
              <a:t>rs2</a:t>
            </a:r>
            <a:r>
              <a:rPr lang="zh-CN" altLang="en-US" sz="2200">
                <a:ea typeface="黑体" panose="02010609060101010101" pitchFamily="49" charset="-122"/>
              </a:rPr>
              <a:t>）读出的数据写到主存</a:t>
            </a:r>
          </a:p>
        </p:txBody>
      </p:sp>
      <p:grpSp>
        <p:nvGrpSpPr>
          <p:cNvPr id="26627" name="Group 55">
            <a:extLst>
              <a:ext uri="{FF2B5EF4-FFF2-40B4-BE49-F238E27FC236}">
                <a16:creationId xmlns:a16="http://schemas.microsoft.com/office/drawing/2014/main" id="{B0118684-C884-CFAB-53A5-73F3BC70C931}"/>
              </a:ext>
            </a:extLst>
          </p:cNvPr>
          <p:cNvGrpSpPr>
            <a:grpSpLocks/>
          </p:cNvGrpSpPr>
          <p:nvPr/>
        </p:nvGrpSpPr>
        <p:grpSpPr bwMode="auto">
          <a:xfrm>
            <a:off x="1125538" y="1141413"/>
            <a:ext cx="5019675" cy="1247775"/>
            <a:chOff x="855" y="472"/>
            <a:chExt cx="3025" cy="732"/>
          </a:xfrm>
        </p:grpSpPr>
        <p:grpSp>
          <p:nvGrpSpPr>
            <p:cNvPr id="26628" name="Group 8">
              <a:extLst>
                <a:ext uri="{FF2B5EF4-FFF2-40B4-BE49-F238E27FC236}">
                  <a16:creationId xmlns:a16="http://schemas.microsoft.com/office/drawing/2014/main" id="{78770996-4BA9-D6B1-4A5A-2816E0830FBC}"/>
                </a:ext>
              </a:extLst>
            </p:cNvPr>
            <p:cNvGrpSpPr>
              <a:grpSpLocks/>
            </p:cNvGrpSpPr>
            <p:nvPr/>
          </p:nvGrpSpPr>
          <p:grpSpPr bwMode="auto">
            <a:xfrm>
              <a:off x="1248" y="712"/>
              <a:ext cx="520" cy="160"/>
              <a:chOff x="1248" y="712"/>
              <a:chExt cx="520" cy="160"/>
            </a:xfrm>
          </p:grpSpPr>
          <p:sp>
            <p:nvSpPr>
              <p:cNvPr id="26629" name="Line 4">
                <a:extLst>
                  <a:ext uri="{FF2B5EF4-FFF2-40B4-BE49-F238E27FC236}">
                    <a16:creationId xmlns:a16="http://schemas.microsoft.com/office/drawing/2014/main" id="{2AB7415C-0880-6F7B-90C8-A3783C3E6770}"/>
                  </a:ext>
                </a:extLst>
              </p:cNvPr>
              <p:cNvSpPr>
                <a:spLocks noChangeShapeType="1"/>
              </p:cNvSpPr>
              <p:nvPr/>
            </p:nvSpPr>
            <p:spPr bwMode="auto">
              <a:xfrm>
                <a:off x="1256"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0" name="Line 5">
                <a:extLst>
                  <a:ext uri="{FF2B5EF4-FFF2-40B4-BE49-F238E27FC236}">
                    <a16:creationId xmlns:a16="http://schemas.microsoft.com/office/drawing/2014/main" id="{6C02D1EA-A885-5108-8915-20607BD9AB98}"/>
                  </a:ext>
                </a:extLst>
              </p:cNvPr>
              <p:cNvSpPr>
                <a:spLocks noChangeShapeType="1"/>
              </p:cNvSpPr>
              <p:nvPr/>
            </p:nvSpPr>
            <p:spPr bwMode="auto">
              <a:xfrm>
                <a:off x="1248"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1" name="Line 6">
                <a:extLst>
                  <a:ext uri="{FF2B5EF4-FFF2-40B4-BE49-F238E27FC236}">
                    <a16:creationId xmlns:a16="http://schemas.microsoft.com/office/drawing/2014/main" id="{43F03F23-2DBD-AB5C-CFF6-D88AE131D3BD}"/>
                  </a:ext>
                </a:extLst>
              </p:cNvPr>
              <p:cNvSpPr>
                <a:spLocks noChangeShapeType="1"/>
              </p:cNvSpPr>
              <p:nvPr/>
            </p:nvSpPr>
            <p:spPr bwMode="auto">
              <a:xfrm flipV="1">
                <a:off x="1536"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2" name="Line 7">
                <a:extLst>
                  <a:ext uri="{FF2B5EF4-FFF2-40B4-BE49-F238E27FC236}">
                    <a16:creationId xmlns:a16="http://schemas.microsoft.com/office/drawing/2014/main" id="{C908344F-0EC0-5C89-06F7-244F65FFDA3B}"/>
                  </a:ext>
                </a:extLst>
              </p:cNvPr>
              <p:cNvSpPr>
                <a:spLocks noChangeShapeType="1"/>
              </p:cNvSpPr>
              <p:nvPr/>
            </p:nvSpPr>
            <p:spPr bwMode="auto">
              <a:xfrm>
                <a:off x="1544"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6633" name="Group 13">
              <a:extLst>
                <a:ext uri="{FF2B5EF4-FFF2-40B4-BE49-F238E27FC236}">
                  <a16:creationId xmlns:a16="http://schemas.microsoft.com/office/drawing/2014/main" id="{EA924010-A8BB-3141-E360-074601C70525}"/>
                </a:ext>
              </a:extLst>
            </p:cNvPr>
            <p:cNvGrpSpPr>
              <a:grpSpLocks/>
            </p:cNvGrpSpPr>
            <p:nvPr/>
          </p:nvGrpSpPr>
          <p:grpSpPr bwMode="auto">
            <a:xfrm>
              <a:off x="1776" y="712"/>
              <a:ext cx="520" cy="160"/>
              <a:chOff x="1776" y="712"/>
              <a:chExt cx="520" cy="160"/>
            </a:xfrm>
          </p:grpSpPr>
          <p:sp>
            <p:nvSpPr>
              <p:cNvPr id="26634" name="Line 9">
                <a:extLst>
                  <a:ext uri="{FF2B5EF4-FFF2-40B4-BE49-F238E27FC236}">
                    <a16:creationId xmlns:a16="http://schemas.microsoft.com/office/drawing/2014/main" id="{C9C7D76B-5372-77A3-65DB-700B60CC1B99}"/>
                  </a:ext>
                </a:extLst>
              </p:cNvPr>
              <p:cNvSpPr>
                <a:spLocks noChangeShapeType="1"/>
              </p:cNvSpPr>
              <p:nvPr/>
            </p:nvSpPr>
            <p:spPr bwMode="auto">
              <a:xfrm>
                <a:off x="1784"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5" name="Line 10">
                <a:extLst>
                  <a:ext uri="{FF2B5EF4-FFF2-40B4-BE49-F238E27FC236}">
                    <a16:creationId xmlns:a16="http://schemas.microsoft.com/office/drawing/2014/main" id="{445AC213-15DC-3F07-93C8-41D2E998CD7E}"/>
                  </a:ext>
                </a:extLst>
              </p:cNvPr>
              <p:cNvSpPr>
                <a:spLocks noChangeShapeType="1"/>
              </p:cNvSpPr>
              <p:nvPr/>
            </p:nvSpPr>
            <p:spPr bwMode="auto">
              <a:xfrm>
                <a:off x="1776"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6" name="Line 11">
                <a:extLst>
                  <a:ext uri="{FF2B5EF4-FFF2-40B4-BE49-F238E27FC236}">
                    <a16:creationId xmlns:a16="http://schemas.microsoft.com/office/drawing/2014/main" id="{6764750D-A307-0405-821D-FD68B852E4FB}"/>
                  </a:ext>
                </a:extLst>
              </p:cNvPr>
              <p:cNvSpPr>
                <a:spLocks noChangeShapeType="1"/>
              </p:cNvSpPr>
              <p:nvPr/>
            </p:nvSpPr>
            <p:spPr bwMode="auto">
              <a:xfrm flipV="1">
                <a:off x="2064"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7" name="Line 12">
                <a:extLst>
                  <a:ext uri="{FF2B5EF4-FFF2-40B4-BE49-F238E27FC236}">
                    <a16:creationId xmlns:a16="http://schemas.microsoft.com/office/drawing/2014/main" id="{91081D3F-2155-C564-673E-1CCBC5AE0054}"/>
                  </a:ext>
                </a:extLst>
              </p:cNvPr>
              <p:cNvSpPr>
                <a:spLocks noChangeShapeType="1"/>
              </p:cNvSpPr>
              <p:nvPr/>
            </p:nvSpPr>
            <p:spPr bwMode="auto">
              <a:xfrm>
                <a:off x="2072"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6638" name="Group 18">
              <a:extLst>
                <a:ext uri="{FF2B5EF4-FFF2-40B4-BE49-F238E27FC236}">
                  <a16:creationId xmlns:a16="http://schemas.microsoft.com/office/drawing/2014/main" id="{1A28CF10-09BA-58E6-6CFE-DD2806894664}"/>
                </a:ext>
              </a:extLst>
            </p:cNvPr>
            <p:cNvGrpSpPr>
              <a:grpSpLocks/>
            </p:cNvGrpSpPr>
            <p:nvPr/>
          </p:nvGrpSpPr>
          <p:grpSpPr bwMode="auto">
            <a:xfrm>
              <a:off x="2304" y="712"/>
              <a:ext cx="520" cy="160"/>
              <a:chOff x="2304" y="712"/>
              <a:chExt cx="520" cy="160"/>
            </a:xfrm>
          </p:grpSpPr>
          <p:sp>
            <p:nvSpPr>
              <p:cNvPr id="26639" name="Line 14">
                <a:extLst>
                  <a:ext uri="{FF2B5EF4-FFF2-40B4-BE49-F238E27FC236}">
                    <a16:creationId xmlns:a16="http://schemas.microsoft.com/office/drawing/2014/main" id="{6726F4E5-640C-6851-3D93-82BD34018504}"/>
                  </a:ext>
                </a:extLst>
              </p:cNvPr>
              <p:cNvSpPr>
                <a:spLocks noChangeShapeType="1"/>
              </p:cNvSpPr>
              <p:nvPr/>
            </p:nvSpPr>
            <p:spPr bwMode="auto">
              <a:xfrm>
                <a:off x="2312"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0" name="Line 15">
                <a:extLst>
                  <a:ext uri="{FF2B5EF4-FFF2-40B4-BE49-F238E27FC236}">
                    <a16:creationId xmlns:a16="http://schemas.microsoft.com/office/drawing/2014/main" id="{54C7BF50-D67D-2F39-B5A4-A17C616DF38A}"/>
                  </a:ext>
                </a:extLst>
              </p:cNvPr>
              <p:cNvSpPr>
                <a:spLocks noChangeShapeType="1"/>
              </p:cNvSpPr>
              <p:nvPr/>
            </p:nvSpPr>
            <p:spPr bwMode="auto">
              <a:xfrm>
                <a:off x="2304"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1" name="Line 16">
                <a:extLst>
                  <a:ext uri="{FF2B5EF4-FFF2-40B4-BE49-F238E27FC236}">
                    <a16:creationId xmlns:a16="http://schemas.microsoft.com/office/drawing/2014/main" id="{4EB0965C-A7FE-876E-D651-3F62DE35A5A4}"/>
                  </a:ext>
                </a:extLst>
              </p:cNvPr>
              <p:cNvSpPr>
                <a:spLocks noChangeShapeType="1"/>
              </p:cNvSpPr>
              <p:nvPr/>
            </p:nvSpPr>
            <p:spPr bwMode="auto">
              <a:xfrm flipV="1">
                <a:off x="2592"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2" name="Line 17">
                <a:extLst>
                  <a:ext uri="{FF2B5EF4-FFF2-40B4-BE49-F238E27FC236}">
                    <a16:creationId xmlns:a16="http://schemas.microsoft.com/office/drawing/2014/main" id="{B8225027-5494-6736-5D58-3F44C051B0D1}"/>
                  </a:ext>
                </a:extLst>
              </p:cNvPr>
              <p:cNvSpPr>
                <a:spLocks noChangeShapeType="1"/>
              </p:cNvSpPr>
              <p:nvPr/>
            </p:nvSpPr>
            <p:spPr bwMode="auto">
              <a:xfrm>
                <a:off x="2600"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6643" name="Group 23">
              <a:extLst>
                <a:ext uri="{FF2B5EF4-FFF2-40B4-BE49-F238E27FC236}">
                  <a16:creationId xmlns:a16="http://schemas.microsoft.com/office/drawing/2014/main" id="{957ECD8B-4D4F-635B-510D-EDA3E4CD7073}"/>
                </a:ext>
              </a:extLst>
            </p:cNvPr>
            <p:cNvGrpSpPr>
              <a:grpSpLocks/>
            </p:cNvGrpSpPr>
            <p:nvPr/>
          </p:nvGrpSpPr>
          <p:grpSpPr bwMode="auto">
            <a:xfrm>
              <a:off x="2832" y="712"/>
              <a:ext cx="520" cy="160"/>
              <a:chOff x="2832" y="712"/>
              <a:chExt cx="520" cy="160"/>
            </a:xfrm>
          </p:grpSpPr>
          <p:sp>
            <p:nvSpPr>
              <p:cNvPr id="26644" name="Line 19">
                <a:extLst>
                  <a:ext uri="{FF2B5EF4-FFF2-40B4-BE49-F238E27FC236}">
                    <a16:creationId xmlns:a16="http://schemas.microsoft.com/office/drawing/2014/main" id="{04FAAD09-47EE-3978-8EF9-F8E4BCD3F113}"/>
                  </a:ext>
                </a:extLst>
              </p:cNvPr>
              <p:cNvSpPr>
                <a:spLocks noChangeShapeType="1"/>
              </p:cNvSpPr>
              <p:nvPr/>
            </p:nvSpPr>
            <p:spPr bwMode="auto">
              <a:xfrm>
                <a:off x="2840"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5" name="Line 20">
                <a:extLst>
                  <a:ext uri="{FF2B5EF4-FFF2-40B4-BE49-F238E27FC236}">
                    <a16:creationId xmlns:a16="http://schemas.microsoft.com/office/drawing/2014/main" id="{44F57813-E68A-70C1-6155-D7ED5E22A3BE}"/>
                  </a:ext>
                </a:extLst>
              </p:cNvPr>
              <p:cNvSpPr>
                <a:spLocks noChangeShapeType="1"/>
              </p:cNvSpPr>
              <p:nvPr/>
            </p:nvSpPr>
            <p:spPr bwMode="auto">
              <a:xfrm>
                <a:off x="2832"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6" name="Line 21">
                <a:extLst>
                  <a:ext uri="{FF2B5EF4-FFF2-40B4-BE49-F238E27FC236}">
                    <a16:creationId xmlns:a16="http://schemas.microsoft.com/office/drawing/2014/main" id="{6BBEC690-8592-BC22-4981-C65ABD4EE4D3}"/>
                  </a:ext>
                </a:extLst>
              </p:cNvPr>
              <p:cNvSpPr>
                <a:spLocks noChangeShapeType="1"/>
              </p:cNvSpPr>
              <p:nvPr/>
            </p:nvSpPr>
            <p:spPr bwMode="auto">
              <a:xfrm flipV="1">
                <a:off x="3120"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7" name="Line 22">
                <a:extLst>
                  <a:ext uri="{FF2B5EF4-FFF2-40B4-BE49-F238E27FC236}">
                    <a16:creationId xmlns:a16="http://schemas.microsoft.com/office/drawing/2014/main" id="{694D820F-8233-EE12-B8AA-5766DF562EF2}"/>
                  </a:ext>
                </a:extLst>
              </p:cNvPr>
              <p:cNvSpPr>
                <a:spLocks noChangeShapeType="1"/>
              </p:cNvSpPr>
              <p:nvPr/>
            </p:nvSpPr>
            <p:spPr bwMode="auto">
              <a:xfrm>
                <a:off x="3128"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648" name="Line 24">
              <a:extLst>
                <a:ext uri="{FF2B5EF4-FFF2-40B4-BE49-F238E27FC236}">
                  <a16:creationId xmlns:a16="http://schemas.microsoft.com/office/drawing/2014/main" id="{E1ACF51A-A692-845D-F537-0002AFE9E2D0}"/>
                </a:ext>
              </a:extLst>
            </p:cNvPr>
            <p:cNvSpPr>
              <a:spLocks noChangeShapeType="1"/>
            </p:cNvSpPr>
            <p:nvPr/>
          </p:nvSpPr>
          <p:spPr bwMode="auto">
            <a:xfrm>
              <a:off x="3368"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9" name="Line 25">
              <a:extLst>
                <a:ext uri="{FF2B5EF4-FFF2-40B4-BE49-F238E27FC236}">
                  <a16:creationId xmlns:a16="http://schemas.microsoft.com/office/drawing/2014/main" id="{19A28048-F61B-F8BA-4729-A2CC3C1E3786}"/>
                </a:ext>
              </a:extLst>
            </p:cNvPr>
            <p:cNvSpPr>
              <a:spLocks noChangeShapeType="1"/>
            </p:cNvSpPr>
            <p:nvPr/>
          </p:nvSpPr>
          <p:spPr bwMode="auto">
            <a:xfrm>
              <a:off x="3360"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0" name="Line 26">
              <a:extLst>
                <a:ext uri="{FF2B5EF4-FFF2-40B4-BE49-F238E27FC236}">
                  <a16:creationId xmlns:a16="http://schemas.microsoft.com/office/drawing/2014/main" id="{0F28BD80-02E4-C7C8-D4BE-B31210165FFE}"/>
                </a:ext>
              </a:extLst>
            </p:cNvPr>
            <p:cNvSpPr>
              <a:spLocks noChangeShapeType="1"/>
            </p:cNvSpPr>
            <p:nvPr/>
          </p:nvSpPr>
          <p:spPr bwMode="auto">
            <a:xfrm>
              <a:off x="1016"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1" name="Line 27">
              <a:extLst>
                <a:ext uri="{FF2B5EF4-FFF2-40B4-BE49-F238E27FC236}">
                  <a16:creationId xmlns:a16="http://schemas.microsoft.com/office/drawing/2014/main" id="{6DE4F820-0F98-7B6E-CF33-2A62B167C43B}"/>
                </a:ext>
              </a:extLst>
            </p:cNvPr>
            <p:cNvSpPr>
              <a:spLocks noChangeShapeType="1"/>
            </p:cNvSpPr>
            <p:nvPr/>
          </p:nvSpPr>
          <p:spPr bwMode="auto">
            <a:xfrm flipV="1">
              <a:off x="1248" y="472"/>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2" name="Line 28">
              <a:extLst>
                <a:ext uri="{FF2B5EF4-FFF2-40B4-BE49-F238E27FC236}">
                  <a16:creationId xmlns:a16="http://schemas.microsoft.com/office/drawing/2014/main" id="{74AB49F1-D0CB-4342-4A8F-8285BEE6FE2E}"/>
                </a:ext>
              </a:extLst>
            </p:cNvPr>
            <p:cNvSpPr>
              <a:spLocks noChangeShapeType="1"/>
            </p:cNvSpPr>
            <p:nvPr/>
          </p:nvSpPr>
          <p:spPr bwMode="auto">
            <a:xfrm flipV="1">
              <a:off x="1776" y="472"/>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3" name="Rectangle 29">
              <a:extLst>
                <a:ext uri="{FF2B5EF4-FFF2-40B4-BE49-F238E27FC236}">
                  <a16:creationId xmlns:a16="http://schemas.microsoft.com/office/drawing/2014/main" id="{AA3509F0-9A72-FC88-C452-2CBEB6958ADC}"/>
                </a:ext>
              </a:extLst>
            </p:cNvPr>
            <p:cNvSpPr>
              <a:spLocks noChangeArrowheads="1"/>
            </p:cNvSpPr>
            <p:nvPr/>
          </p:nvSpPr>
          <p:spPr bwMode="auto">
            <a:xfrm>
              <a:off x="1287" y="480"/>
              <a:ext cx="49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1</a:t>
              </a:r>
            </a:p>
          </p:txBody>
        </p:sp>
        <p:sp>
          <p:nvSpPr>
            <p:cNvPr id="26654" name="Rectangle 30">
              <a:extLst>
                <a:ext uri="{FF2B5EF4-FFF2-40B4-BE49-F238E27FC236}">
                  <a16:creationId xmlns:a16="http://schemas.microsoft.com/office/drawing/2014/main" id="{1444736F-1317-8B5F-5A30-5D2238665390}"/>
                </a:ext>
              </a:extLst>
            </p:cNvPr>
            <p:cNvSpPr>
              <a:spLocks noChangeArrowheads="1"/>
            </p:cNvSpPr>
            <p:nvPr/>
          </p:nvSpPr>
          <p:spPr bwMode="auto">
            <a:xfrm>
              <a:off x="1767" y="480"/>
              <a:ext cx="49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2</a:t>
              </a:r>
            </a:p>
          </p:txBody>
        </p:sp>
        <p:sp>
          <p:nvSpPr>
            <p:cNvPr id="26655" name="Line 31">
              <a:extLst>
                <a:ext uri="{FF2B5EF4-FFF2-40B4-BE49-F238E27FC236}">
                  <a16:creationId xmlns:a16="http://schemas.microsoft.com/office/drawing/2014/main" id="{346EB655-3886-E4D8-B91F-637005C3A2BC}"/>
                </a:ext>
              </a:extLst>
            </p:cNvPr>
            <p:cNvSpPr>
              <a:spLocks noChangeShapeType="1"/>
            </p:cNvSpPr>
            <p:nvPr/>
          </p:nvSpPr>
          <p:spPr bwMode="auto">
            <a:xfrm flipV="1">
              <a:off x="2304" y="472"/>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6" name="Line 32">
              <a:extLst>
                <a:ext uri="{FF2B5EF4-FFF2-40B4-BE49-F238E27FC236}">
                  <a16:creationId xmlns:a16="http://schemas.microsoft.com/office/drawing/2014/main" id="{80E30FC8-4C57-13A6-61D0-C4C4AA326A30}"/>
                </a:ext>
              </a:extLst>
            </p:cNvPr>
            <p:cNvSpPr>
              <a:spLocks noChangeShapeType="1"/>
            </p:cNvSpPr>
            <p:nvPr/>
          </p:nvSpPr>
          <p:spPr bwMode="auto">
            <a:xfrm flipV="1">
              <a:off x="2832" y="472"/>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7" name="Line 33">
              <a:extLst>
                <a:ext uri="{FF2B5EF4-FFF2-40B4-BE49-F238E27FC236}">
                  <a16:creationId xmlns:a16="http://schemas.microsoft.com/office/drawing/2014/main" id="{7FDE7929-60D9-AECB-3E51-C75DE4763D68}"/>
                </a:ext>
              </a:extLst>
            </p:cNvPr>
            <p:cNvSpPr>
              <a:spLocks noChangeShapeType="1"/>
            </p:cNvSpPr>
            <p:nvPr/>
          </p:nvSpPr>
          <p:spPr bwMode="auto">
            <a:xfrm flipV="1">
              <a:off x="3360" y="472"/>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8" name="Rectangle 34">
              <a:extLst>
                <a:ext uri="{FF2B5EF4-FFF2-40B4-BE49-F238E27FC236}">
                  <a16:creationId xmlns:a16="http://schemas.microsoft.com/office/drawing/2014/main" id="{F5DD41F0-B2DC-F98B-379E-4E5D136F4ECB}"/>
                </a:ext>
              </a:extLst>
            </p:cNvPr>
            <p:cNvSpPr>
              <a:spLocks noChangeArrowheads="1"/>
            </p:cNvSpPr>
            <p:nvPr/>
          </p:nvSpPr>
          <p:spPr bwMode="auto">
            <a:xfrm>
              <a:off x="2343" y="480"/>
              <a:ext cx="49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3</a:t>
              </a:r>
            </a:p>
          </p:txBody>
        </p:sp>
        <p:sp>
          <p:nvSpPr>
            <p:cNvPr id="26659" name="Rectangle 35">
              <a:extLst>
                <a:ext uri="{FF2B5EF4-FFF2-40B4-BE49-F238E27FC236}">
                  <a16:creationId xmlns:a16="http://schemas.microsoft.com/office/drawing/2014/main" id="{5186387D-DF4D-B040-D90C-56DB1608D47D}"/>
                </a:ext>
              </a:extLst>
            </p:cNvPr>
            <p:cNvSpPr>
              <a:spLocks noChangeArrowheads="1"/>
            </p:cNvSpPr>
            <p:nvPr/>
          </p:nvSpPr>
          <p:spPr bwMode="auto">
            <a:xfrm>
              <a:off x="2823" y="480"/>
              <a:ext cx="49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4</a:t>
              </a:r>
            </a:p>
          </p:txBody>
        </p:sp>
        <p:grpSp>
          <p:nvGrpSpPr>
            <p:cNvPr id="26660" name="Group 38">
              <a:extLst>
                <a:ext uri="{FF2B5EF4-FFF2-40B4-BE49-F238E27FC236}">
                  <a16:creationId xmlns:a16="http://schemas.microsoft.com/office/drawing/2014/main" id="{AD4A3A3A-5406-D32F-A55F-31FBDD9E1389}"/>
                </a:ext>
              </a:extLst>
            </p:cNvPr>
            <p:cNvGrpSpPr>
              <a:grpSpLocks/>
            </p:cNvGrpSpPr>
            <p:nvPr/>
          </p:nvGrpSpPr>
          <p:grpSpPr bwMode="auto">
            <a:xfrm>
              <a:off x="1256" y="1008"/>
              <a:ext cx="512" cy="196"/>
              <a:chOff x="1256" y="1008"/>
              <a:chExt cx="512" cy="196"/>
            </a:xfrm>
          </p:grpSpPr>
          <p:sp>
            <p:nvSpPr>
              <p:cNvPr id="26661" name="Rectangle 36">
                <a:extLst>
                  <a:ext uri="{FF2B5EF4-FFF2-40B4-BE49-F238E27FC236}">
                    <a16:creationId xmlns:a16="http://schemas.microsoft.com/office/drawing/2014/main" id="{1BFC1405-5018-3E10-28ED-F6E8A5FCF86A}"/>
                  </a:ext>
                </a:extLst>
              </p:cNvPr>
              <p:cNvSpPr>
                <a:spLocks noChangeArrowheads="1"/>
              </p:cNvSpPr>
              <p:nvPr/>
            </p:nvSpPr>
            <p:spPr bwMode="auto">
              <a:xfrm>
                <a:off x="1256"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6662" name="Rectangle 37">
                <a:extLst>
                  <a:ext uri="{FF2B5EF4-FFF2-40B4-BE49-F238E27FC236}">
                    <a16:creationId xmlns:a16="http://schemas.microsoft.com/office/drawing/2014/main" id="{516CD10B-7930-131E-8044-DB89902A2E8C}"/>
                  </a:ext>
                </a:extLst>
              </p:cNvPr>
              <p:cNvSpPr>
                <a:spLocks noChangeArrowheads="1"/>
              </p:cNvSpPr>
              <p:nvPr/>
            </p:nvSpPr>
            <p:spPr bwMode="auto">
              <a:xfrm>
                <a:off x="1297" y="1008"/>
                <a:ext cx="41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26663" name="Group 41">
              <a:extLst>
                <a:ext uri="{FF2B5EF4-FFF2-40B4-BE49-F238E27FC236}">
                  <a16:creationId xmlns:a16="http://schemas.microsoft.com/office/drawing/2014/main" id="{D9D7BE16-D52E-9B5B-E90C-9912E17DF0B2}"/>
                </a:ext>
              </a:extLst>
            </p:cNvPr>
            <p:cNvGrpSpPr>
              <a:grpSpLocks/>
            </p:cNvGrpSpPr>
            <p:nvPr/>
          </p:nvGrpSpPr>
          <p:grpSpPr bwMode="auto">
            <a:xfrm>
              <a:off x="1767" y="1008"/>
              <a:ext cx="569" cy="196"/>
              <a:chOff x="1767" y="1008"/>
              <a:chExt cx="569" cy="196"/>
            </a:xfrm>
          </p:grpSpPr>
          <p:sp>
            <p:nvSpPr>
              <p:cNvPr id="26664" name="Rectangle 39">
                <a:extLst>
                  <a:ext uri="{FF2B5EF4-FFF2-40B4-BE49-F238E27FC236}">
                    <a16:creationId xmlns:a16="http://schemas.microsoft.com/office/drawing/2014/main" id="{2634C8FC-FD2D-7078-91A5-10F4E738EA7A}"/>
                  </a:ext>
                </a:extLst>
              </p:cNvPr>
              <p:cNvSpPr>
                <a:spLocks noChangeArrowheads="1"/>
              </p:cNvSpPr>
              <p:nvPr/>
            </p:nvSpPr>
            <p:spPr bwMode="auto">
              <a:xfrm>
                <a:off x="1784"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6665" name="Rectangle 40">
                <a:extLst>
                  <a:ext uri="{FF2B5EF4-FFF2-40B4-BE49-F238E27FC236}">
                    <a16:creationId xmlns:a16="http://schemas.microsoft.com/office/drawing/2014/main" id="{36F78FCF-BC17-40EC-D61F-9D7087513BAE}"/>
                  </a:ext>
                </a:extLst>
              </p:cNvPr>
              <p:cNvSpPr>
                <a:spLocks noChangeArrowheads="1"/>
              </p:cNvSpPr>
              <p:nvPr/>
            </p:nvSpPr>
            <p:spPr bwMode="auto">
              <a:xfrm>
                <a:off x="1767" y="1008"/>
                <a:ext cx="56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a:ea typeface="宋体" panose="02010600030101010101" pitchFamily="2" charset="-122"/>
                  </a:rPr>
                  <a:t>Reg/Dec</a:t>
                </a:r>
              </a:p>
            </p:txBody>
          </p:sp>
        </p:grpSp>
        <p:grpSp>
          <p:nvGrpSpPr>
            <p:cNvPr id="26666" name="Group 44">
              <a:extLst>
                <a:ext uri="{FF2B5EF4-FFF2-40B4-BE49-F238E27FC236}">
                  <a16:creationId xmlns:a16="http://schemas.microsoft.com/office/drawing/2014/main" id="{4A8EE61D-65A6-7DC1-6F7E-36F404100FBA}"/>
                </a:ext>
              </a:extLst>
            </p:cNvPr>
            <p:cNvGrpSpPr>
              <a:grpSpLocks/>
            </p:cNvGrpSpPr>
            <p:nvPr/>
          </p:nvGrpSpPr>
          <p:grpSpPr bwMode="auto">
            <a:xfrm>
              <a:off x="2312" y="1008"/>
              <a:ext cx="512" cy="196"/>
              <a:chOff x="2312" y="1008"/>
              <a:chExt cx="512" cy="196"/>
            </a:xfrm>
          </p:grpSpPr>
          <p:sp>
            <p:nvSpPr>
              <p:cNvPr id="26667" name="Rectangle 42">
                <a:extLst>
                  <a:ext uri="{FF2B5EF4-FFF2-40B4-BE49-F238E27FC236}">
                    <a16:creationId xmlns:a16="http://schemas.microsoft.com/office/drawing/2014/main" id="{E833EF7B-270B-D7A3-A7E8-506FF6A5D556}"/>
                  </a:ext>
                </a:extLst>
              </p:cNvPr>
              <p:cNvSpPr>
                <a:spLocks noChangeArrowheads="1"/>
              </p:cNvSpPr>
              <p:nvPr/>
            </p:nvSpPr>
            <p:spPr bwMode="auto">
              <a:xfrm>
                <a:off x="2312"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6668" name="Rectangle 43">
                <a:extLst>
                  <a:ext uri="{FF2B5EF4-FFF2-40B4-BE49-F238E27FC236}">
                    <a16:creationId xmlns:a16="http://schemas.microsoft.com/office/drawing/2014/main" id="{71288882-CD32-343B-D836-E8A69E5FE9D9}"/>
                  </a:ext>
                </a:extLst>
              </p:cNvPr>
              <p:cNvSpPr>
                <a:spLocks noChangeArrowheads="1"/>
              </p:cNvSpPr>
              <p:nvPr/>
            </p:nvSpPr>
            <p:spPr bwMode="auto">
              <a:xfrm>
                <a:off x="2391" y="1008"/>
                <a:ext cx="361"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26669" name="Group 47">
              <a:extLst>
                <a:ext uri="{FF2B5EF4-FFF2-40B4-BE49-F238E27FC236}">
                  <a16:creationId xmlns:a16="http://schemas.microsoft.com/office/drawing/2014/main" id="{75AB3C7A-0B3F-F82C-FF58-A47B44A50D33}"/>
                </a:ext>
              </a:extLst>
            </p:cNvPr>
            <p:cNvGrpSpPr>
              <a:grpSpLocks/>
            </p:cNvGrpSpPr>
            <p:nvPr/>
          </p:nvGrpSpPr>
          <p:grpSpPr bwMode="auto">
            <a:xfrm>
              <a:off x="2840" y="1008"/>
              <a:ext cx="512" cy="196"/>
              <a:chOff x="2840" y="1008"/>
              <a:chExt cx="512" cy="196"/>
            </a:xfrm>
          </p:grpSpPr>
          <p:sp>
            <p:nvSpPr>
              <p:cNvPr id="26670" name="Rectangle 45">
                <a:extLst>
                  <a:ext uri="{FF2B5EF4-FFF2-40B4-BE49-F238E27FC236}">
                    <a16:creationId xmlns:a16="http://schemas.microsoft.com/office/drawing/2014/main" id="{098DA950-4CE2-42F0-82C1-F7C316D80E8C}"/>
                  </a:ext>
                </a:extLst>
              </p:cNvPr>
              <p:cNvSpPr>
                <a:spLocks noChangeArrowheads="1"/>
              </p:cNvSpPr>
              <p:nvPr/>
            </p:nvSpPr>
            <p:spPr bwMode="auto">
              <a:xfrm>
                <a:off x="2840"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6671" name="Rectangle 46">
                <a:extLst>
                  <a:ext uri="{FF2B5EF4-FFF2-40B4-BE49-F238E27FC236}">
                    <a16:creationId xmlns:a16="http://schemas.microsoft.com/office/drawing/2014/main" id="{77BCFA7A-94F6-F1E6-FE0A-01433EE8FCF1}"/>
                  </a:ext>
                </a:extLst>
              </p:cNvPr>
              <p:cNvSpPr>
                <a:spLocks noChangeArrowheads="1"/>
              </p:cNvSpPr>
              <p:nvPr/>
            </p:nvSpPr>
            <p:spPr bwMode="auto">
              <a:xfrm>
                <a:off x="2919" y="1008"/>
                <a:ext cx="38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Mem</a:t>
                </a:r>
              </a:p>
            </p:txBody>
          </p:sp>
        </p:grpSp>
        <p:sp>
          <p:nvSpPr>
            <p:cNvPr id="26672" name="Rectangle 48">
              <a:extLst>
                <a:ext uri="{FF2B5EF4-FFF2-40B4-BE49-F238E27FC236}">
                  <a16:creationId xmlns:a16="http://schemas.microsoft.com/office/drawing/2014/main" id="{456D8188-ED06-3DFE-267F-D06B953D0344}"/>
                </a:ext>
              </a:extLst>
            </p:cNvPr>
            <p:cNvSpPr>
              <a:spLocks noChangeArrowheads="1"/>
            </p:cNvSpPr>
            <p:nvPr/>
          </p:nvSpPr>
          <p:spPr bwMode="auto">
            <a:xfrm>
              <a:off x="855" y="1008"/>
              <a:ext cx="388"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Store</a:t>
              </a:r>
            </a:p>
          </p:txBody>
        </p:sp>
        <p:sp>
          <p:nvSpPr>
            <p:cNvPr id="26673" name="Rectangle 49">
              <a:extLst>
                <a:ext uri="{FF2B5EF4-FFF2-40B4-BE49-F238E27FC236}">
                  <a16:creationId xmlns:a16="http://schemas.microsoft.com/office/drawing/2014/main" id="{FEDA7180-51D1-A593-650B-9F8B8EF15DE1}"/>
                </a:ext>
              </a:extLst>
            </p:cNvPr>
            <p:cNvSpPr>
              <a:spLocks noChangeArrowheads="1"/>
            </p:cNvSpPr>
            <p:nvPr/>
          </p:nvSpPr>
          <p:spPr bwMode="auto">
            <a:xfrm>
              <a:off x="3368" y="1016"/>
              <a:ext cx="512" cy="176"/>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6674" name="Rectangle 50">
              <a:extLst>
                <a:ext uri="{FF2B5EF4-FFF2-40B4-BE49-F238E27FC236}">
                  <a16:creationId xmlns:a16="http://schemas.microsoft.com/office/drawing/2014/main" id="{C9A52D29-8BFD-F16C-56B5-6F315D4F40DD}"/>
                </a:ext>
              </a:extLst>
            </p:cNvPr>
            <p:cNvSpPr>
              <a:spLocks noChangeArrowheads="1"/>
            </p:cNvSpPr>
            <p:nvPr/>
          </p:nvSpPr>
          <p:spPr bwMode="auto">
            <a:xfrm>
              <a:off x="3447" y="1008"/>
              <a:ext cx="28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sp>
        <p:nvSpPr>
          <p:cNvPr id="36915" name="Rectangle 51">
            <a:extLst>
              <a:ext uri="{FF2B5EF4-FFF2-40B4-BE49-F238E27FC236}">
                <a16:creationId xmlns:a16="http://schemas.microsoft.com/office/drawing/2014/main" id="{07336573-E624-CA08-A64C-E8F813C97600}"/>
              </a:ext>
            </a:extLst>
          </p:cNvPr>
          <p:cNvSpPr>
            <a:spLocks noChangeArrowheads="1"/>
          </p:cNvSpPr>
          <p:nvPr/>
        </p:nvSpPr>
        <p:spPr bwMode="auto">
          <a:xfrm>
            <a:off x="763588" y="5856288"/>
            <a:ext cx="6503987" cy="382587"/>
          </a:xfrm>
          <a:prstGeom prst="rect">
            <a:avLst/>
          </a:prstGeom>
          <a:noFill/>
          <a:ln>
            <a:noFill/>
          </a:ln>
          <a:effectLst/>
        </p:spPr>
        <p:txBody>
          <a:bodyPr lIns="63500" tIns="25400" rIns="63500" bIns="25400">
            <a:spAutoFit/>
          </a:bodyPr>
          <a:lstStyle>
            <a:lvl1pPr marL="203200" indent="-203200">
              <a:spcBef>
                <a:spcPct val="30000"/>
              </a:spcBef>
              <a:buSzPct val="100000"/>
              <a:buFont typeface="Times New Roman" panose="02020603050405020304" pitchFamily="18" charset="0"/>
              <a:buChar char="°"/>
              <a:defRPr b="1">
                <a:solidFill>
                  <a:schemeClr val="tx1"/>
                </a:solidFill>
                <a:latin typeface="Arial" panose="020B0604020202020204" pitchFamily="34" charset="0"/>
              </a:defRPr>
            </a:lvl1pPr>
            <a:lvl2pPr marL="685800" indent="-190500">
              <a:lnSpc>
                <a:spcPct val="85000"/>
              </a:lnSpc>
              <a:spcBef>
                <a:spcPct val="40000"/>
              </a:spcBef>
              <a:buSzPct val="100000"/>
              <a:buChar char="•"/>
              <a:defRPr b="1">
                <a:solidFill>
                  <a:schemeClr val="accent2"/>
                </a:solidFill>
                <a:latin typeface="Arial" panose="020B0604020202020204" pitchFamily="34" charset="0"/>
              </a:defRPr>
            </a:lvl2pPr>
            <a:lvl3pPr marL="1257300" indent="-342900">
              <a:lnSpc>
                <a:spcPct val="85000"/>
              </a:lnSpc>
              <a:spcBef>
                <a:spcPct val="40000"/>
              </a:spcBef>
              <a:buSzPct val="100000"/>
              <a:buChar char="-"/>
              <a:defRPr b="1">
                <a:solidFill>
                  <a:srgbClr val="990000"/>
                </a:solidFill>
                <a:latin typeface="Arial" panose="020B0604020202020204" pitchFamily="34" charset="0"/>
              </a:defRPr>
            </a:lvl3pPr>
            <a:lvl4pPr marL="1714500" indent="-342900">
              <a:spcBef>
                <a:spcPct val="20000"/>
              </a:spcBef>
              <a:buChar char="–"/>
              <a:defRPr sz="2000">
                <a:solidFill>
                  <a:schemeClr val="tx1"/>
                </a:solidFill>
                <a:latin typeface="Times New Roman" panose="02020603050405020304" pitchFamily="18" charset="0"/>
              </a:defRPr>
            </a:lvl4pPr>
            <a:lvl5pPr marL="2171700" indent="-342900">
              <a:spcBef>
                <a:spcPct val="20000"/>
              </a:spcBef>
              <a:buChar char="»"/>
              <a:defRPr sz="2000">
                <a:solidFill>
                  <a:schemeClr val="tx1"/>
                </a:solidFill>
                <a:latin typeface="Times New Roman" panose="02020603050405020304" pitchFamily="18" charset="0"/>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0" hangingPunct="0">
              <a:lnSpc>
                <a:spcPct val="105000"/>
              </a:lnSpc>
              <a:spcBef>
                <a:spcPct val="100000"/>
              </a:spcBef>
              <a:buFontTx/>
              <a:buChar char="°"/>
              <a:defRPr/>
            </a:pPr>
            <a:r>
              <a:rPr lang="en-US" altLang="zh-CN" sz="2200" dirty="0" err="1">
                <a:solidFill>
                  <a:srgbClr val="CC0000"/>
                </a:solidFill>
                <a:ea typeface="宋体" panose="02010600030101010101" pitchFamily="2" charset="-122"/>
              </a:rPr>
              <a:t>Wr</a:t>
            </a:r>
            <a:r>
              <a:rPr lang="en-US" altLang="zh-CN" sz="2200" dirty="0">
                <a:solidFill>
                  <a:srgbClr val="CC0000"/>
                </a:solidFill>
                <a:ea typeface="宋体" panose="02010600030101010101" pitchFamily="2" charset="-122"/>
              </a:rPr>
              <a:t>:</a:t>
            </a:r>
            <a:r>
              <a:rPr lang="en-US" altLang="zh-CN" sz="2200" dirty="0">
                <a:solidFill>
                  <a:schemeClr val="accent2"/>
                </a:solidFill>
                <a:ea typeface="宋体" panose="02010600030101010101" pitchFamily="2" charset="-122"/>
              </a:rPr>
              <a:t>  </a:t>
            </a:r>
            <a:r>
              <a:rPr lang="zh-CN" altLang="en-US" sz="2000" dirty="0">
                <a:solidFill>
                  <a:schemeClr val="accent2"/>
                </a:solidFill>
                <a:latin typeface="+mn-lt"/>
                <a:ea typeface="黑体" panose="02010609060101010101" pitchFamily="49" charset="-122"/>
              </a:rPr>
              <a:t>加一个空的写阶段，使流水线更规整！</a:t>
            </a:r>
          </a:p>
        </p:txBody>
      </p:sp>
      <p:sp>
        <p:nvSpPr>
          <p:cNvPr id="26676" name="Freeform 53">
            <a:extLst>
              <a:ext uri="{FF2B5EF4-FFF2-40B4-BE49-F238E27FC236}">
                <a16:creationId xmlns:a16="http://schemas.microsoft.com/office/drawing/2014/main" id="{93F03D90-E73D-D0C8-87A8-CAA333A21F95}"/>
              </a:ext>
            </a:extLst>
          </p:cNvPr>
          <p:cNvSpPr>
            <a:spLocks noChangeArrowheads="1"/>
          </p:cNvSpPr>
          <p:nvPr/>
        </p:nvSpPr>
        <p:spPr bwMode="auto">
          <a:xfrm>
            <a:off x="5973763" y="1673225"/>
            <a:ext cx="620712" cy="346075"/>
          </a:xfrm>
          <a:custGeom>
            <a:avLst/>
            <a:gdLst>
              <a:gd name="T0" fmla="*/ 0 w 174"/>
              <a:gd name="T1" fmla="*/ 250 h 250"/>
              <a:gd name="T2" fmla="*/ 43 w 174"/>
              <a:gd name="T3" fmla="*/ 87 h 250"/>
              <a:gd name="T4" fmla="*/ 152 w 174"/>
              <a:gd name="T5" fmla="*/ 98 h 250"/>
              <a:gd name="T6" fmla="*/ 109 w 174"/>
              <a:gd name="T7" fmla="*/ 163 h 250"/>
              <a:gd name="T8" fmla="*/ 54 w 174"/>
              <a:gd name="T9" fmla="*/ 54 h 250"/>
              <a:gd name="T10" fmla="*/ 174 w 174"/>
              <a:gd name="T11" fmla="*/ 0 h 250"/>
            </a:gdLst>
            <a:ahLst/>
            <a:cxnLst>
              <a:cxn ang="0">
                <a:pos x="T0" y="T1"/>
              </a:cxn>
              <a:cxn ang="0">
                <a:pos x="T2" y="T3"/>
              </a:cxn>
              <a:cxn ang="0">
                <a:pos x="T4" y="T5"/>
              </a:cxn>
              <a:cxn ang="0">
                <a:pos x="T6" y="T7"/>
              </a:cxn>
              <a:cxn ang="0">
                <a:pos x="T8" y="T9"/>
              </a:cxn>
              <a:cxn ang="0">
                <a:pos x="T10" y="T11"/>
              </a:cxn>
            </a:cxnLst>
            <a:rect l="0" t="0" r="r" b="b"/>
            <a:pathLst>
              <a:path w="174" h="250">
                <a:moveTo>
                  <a:pt x="0" y="250"/>
                </a:moveTo>
                <a:cubicBezTo>
                  <a:pt x="9" y="181"/>
                  <a:pt x="18" y="112"/>
                  <a:pt x="43" y="87"/>
                </a:cubicBezTo>
                <a:cubicBezTo>
                  <a:pt x="68" y="62"/>
                  <a:pt x="141" y="85"/>
                  <a:pt x="152" y="98"/>
                </a:cubicBezTo>
                <a:cubicBezTo>
                  <a:pt x="163" y="111"/>
                  <a:pt x="125" y="170"/>
                  <a:pt x="109" y="163"/>
                </a:cubicBezTo>
                <a:cubicBezTo>
                  <a:pt x="93" y="156"/>
                  <a:pt x="43" y="81"/>
                  <a:pt x="54" y="54"/>
                </a:cubicBezTo>
                <a:cubicBezTo>
                  <a:pt x="65" y="27"/>
                  <a:pt x="119" y="13"/>
                  <a:pt x="174" y="0"/>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26677" name="Text Box 54">
            <a:extLst>
              <a:ext uri="{FF2B5EF4-FFF2-40B4-BE49-F238E27FC236}">
                <a16:creationId xmlns:a16="http://schemas.microsoft.com/office/drawing/2014/main" id="{8C885C34-69E8-8DB3-8E73-E8139ABBBA31}"/>
              </a:ext>
            </a:extLst>
          </p:cNvPr>
          <p:cNvSpPr txBox="1">
            <a:spLocks noChangeArrowheads="1"/>
          </p:cNvSpPr>
          <p:nvPr/>
        </p:nvSpPr>
        <p:spPr bwMode="auto">
          <a:xfrm>
            <a:off x="6572250" y="1482725"/>
            <a:ext cx="679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a:ea typeface="宋体" panose="02010600030101010101" pitchFamily="2" charset="-122"/>
              </a:rPr>
              <a:t>NOP!</a:t>
            </a:r>
          </a:p>
        </p:txBody>
      </p:sp>
      <p:sp>
        <p:nvSpPr>
          <p:cNvPr id="26678" name="Rectangle 56">
            <a:extLst>
              <a:ext uri="{FF2B5EF4-FFF2-40B4-BE49-F238E27FC236}">
                <a16:creationId xmlns:a16="http://schemas.microsoft.com/office/drawing/2014/main" id="{138DF5A8-A66C-234E-1A4D-BCF5A3D96066}"/>
              </a:ext>
            </a:extLst>
          </p:cNvPr>
          <p:cNvSpPr>
            <a:spLocks noChangeArrowheads="1"/>
          </p:cNvSpPr>
          <p:nvPr/>
        </p:nvSpPr>
        <p:spPr bwMode="auto">
          <a:xfrm>
            <a:off x="5283200" y="2046288"/>
            <a:ext cx="873125" cy="319087"/>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6679" name="TextBox 55">
            <a:extLst>
              <a:ext uri="{FF2B5EF4-FFF2-40B4-BE49-F238E27FC236}">
                <a16:creationId xmlns:a16="http://schemas.microsoft.com/office/drawing/2014/main" id="{37374E0D-BED1-4EE5-DCFB-9283280008EC}"/>
              </a:ext>
            </a:extLst>
          </p:cNvPr>
          <p:cNvSpPr txBox="1">
            <a:spLocks noChangeArrowheads="1"/>
          </p:cNvSpPr>
          <p:nvPr/>
        </p:nvSpPr>
        <p:spPr bwMode="auto">
          <a:xfrm>
            <a:off x="5018088" y="63500"/>
            <a:ext cx="3749675" cy="4619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solidFill>
                  <a:schemeClr val="accent2"/>
                </a:solidFill>
                <a:latin typeface="微软雅黑" panose="020B0503020204020204" pitchFamily="34" charset="-122"/>
                <a:ea typeface="微软雅黑" panose="020B0503020204020204" pitchFamily="34" charset="-122"/>
              </a:rPr>
              <a:t>例：</a:t>
            </a:r>
            <a:r>
              <a:rPr lang="en-US" altLang="zh-CN" sz="2400">
                <a:solidFill>
                  <a:schemeClr val="accent2"/>
                </a:solidFill>
                <a:latin typeface="微软雅黑" panose="020B0503020204020204" pitchFamily="34" charset="-122"/>
                <a:ea typeface="微软雅黑" panose="020B0503020204020204" pitchFamily="34" charset="-122"/>
              </a:rPr>
              <a:t>sw rs2, rs1(imm12)</a:t>
            </a:r>
            <a:endParaRPr lang="zh-CN" altLang="en-US" sz="240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blinds(horizontal)">
                                      <p:cBhvr>
                                        <p:cTn id="7" dur="500"/>
                                        <p:tgtEl>
                                          <p:spTgt spid="36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12" dur="500"/>
                                        <p:tgtEl>
                                          <p:spTgt spid="368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17" dur="500"/>
                                        <p:tgtEl>
                                          <p:spTgt spid="368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6867">
                                            <p:txEl>
                                              <p:pRg st="3" end="3"/>
                                            </p:txEl>
                                          </p:spTgt>
                                        </p:tgtEl>
                                        <p:attrNameLst>
                                          <p:attrName>style.visibility</p:attrName>
                                        </p:attrNameLst>
                                      </p:cBhvr>
                                      <p:to>
                                        <p:strVal val="visible"/>
                                      </p:to>
                                    </p:set>
                                    <p:animEffect transition="in" filter="blinds(horizontal)">
                                      <p:cBhvr>
                                        <p:cTn id="22" dur="500"/>
                                        <p:tgtEl>
                                          <p:spTgt spid="368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6915"/>
                                        </p:tgtEl>
                                        <p:attrNameLst>
                                          <p:attrName>style.visibility</p:attrName>
                                        </p:attrNameLst>
                                      </p:cBhvr>
                                      <p:to>
                                        <p:strVal val="visible"/>
                                      </p:to>
                                    </p:set>
                                    <p:animEffect transition="in" filter="slide(fromLeft)">
                                      <p:cBhvr>
                                        <p:cTn id="27" dur="500"/>
                                        <p:tgtEl>
                                          <p:spTgt spid="36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15"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3D8389AA-D74D-547E-FEE0-B4C1F28DA77C}"/>
              </a:ext>
            </a:extLst>
          </p:cNvPr>
          <p:cNvSpPr>
            <a:spLocks noGrp="1" noChangeArrowheads="1"/>
          </p:cNvSpPr>
          <p:nvPr>
            <p:ph type="title"/>
          </p:nvPr>
        </p:nvSpPr>
        <p:spPr>
          <a:xfrm>
            <a:off x="800100" y="190500"/>
            <a:ext cx="8040688" cy="373063"/>
          </a:xfrm>
        </p:spPr>
        <p:txBody>
          <a:bodyPr/>
          <a:lstStyle/>
          <a:p>
            <a:r>
              <a:rPr lang="en-US" altLang="zh-CN">
                <a:ea typeface="宋体" panose="02010600030101010101" pitchFamily="2" charset="-122"/>
              </a:rPr>
              <a:t> I-type</a:t>
            </a:r>
            <a:r>
              <a:rPr lang="zh-CN" altLang="en-US">
                <a:ea typeface="宋体" panose="02010600030101010101" pitchFamily="2" charset="-122"/>
              </a:rPr>
              <a:t>的运算类型指令</a:t>
            </a:r>
            <a:endParaRPr lang="en-US" altLang="zh-CN">
              <a:ea typeface="宋体" panose="02010600030101010101" pitchFamily="2" charset="-122"/>
            </a:endParaRPr>
          </a:p>
        </p:txBody>
      </p:sp>
      <p:grpSp>
        <p:nvGrpSpPr>
          <p:cNvPr id="28674" name="Group 146">
            <a:extLst>
              <a:ext uri="{FF2B5EF4-FFF2-40B4-BE49-F238E27FC236}">
                <a16:creationId xmlns:a16="http://schemas.microsoft.com/office/drawing/2014/main" id="{BDB3A377-F0A4-C47D-411A-BE947F4AD2C4}"/>
              </a:ext>
            </a:extLst>
          </p:cNvPr>
          <p:cNvGrpSpPr>
            <a:grpSpLocks/>
          </p:cNvGrpSpPr>
          <p:nvPr/>
        </p:nvGrpSpPr>
        <p:grpSpPr bwMode="auto">
          <a:xfrm>
            <a:off x="2374900" y="1062038"/>
            <a:ext cx="812800" cy="333375"/>
            <a:chOff x="1496" y="1344"/>
            <a:chExt cx="512" cy="210"/>
          </a:xfrm>
        </p:grpSpPr>
        <p:sp>
          <p:nvSpPr>
            <p:cNvPr id="28675" name="Rectangle 144">
              <a:extLst>
                <a:ext uri="{FF2B5EF4-FFF2-40B4-BE49-F238E27FC236}">
                  <a16:creationId xmlns:a16="http://schemas.microsoft.com/office/drawing/2014/main" id="{2FF726FA-3D33-8124-BF1C-DD95CCED348C}"/>
                </a:ext>
              </a:extLst>
            </p:cNvPr>
            <p:cNvSpPr>
              <a:spLocks noChangeArrowheads="1"/>
            </p:cNvSpPr>
            <p:nvPr/>
          </p:nvSpPr>
          <p:spPr bwMode="auto">
            <a:xfrm>
              <a:off x="1496"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8676" name="Rectangle 145">
              <a:extLst>
                <a:ext uri="{FF2B5EF4-FFF2-40B4-BE49-F238E27FC236}">
                  <a16:creationId xmlns:a16="http://schemas.microsoft.com/office/drawing/2014/main" id="{32EC1BCF-8D61-001A-9A31-E5E4EF3D5486}"/>
                </a:ext>
              </a:extLst>
            </p:cNvPr>
            <p:cNvSpPr>
              <a:spLocks noChangeArrowheads="1"/>
            </p:cNvSpPr>
            <p:nvPr/>
          </p:nvSpPr>
          <p:spPr bwMode="auto">
            <a:xfrm>
              <a:off x="1537" y="1344"/>
              <a:ext cx="45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Ifetch</a:t>
              </a:r>
            </a:p>
          </p:txBody>
        </p:sp>
      </p:grpSp>
      <p:grpSp>
        <p:nvGrpSpPr>
          <p:cNvPr id="28677" name="Group 149">
            <a:extLst>
              <a:ext uri="{FF2B5EF4-FFF2-40B4-BE49-F238E27FC236}">
                <a16:creationId xmlns:a16="http://schemas.microsoft.com/office/drawing/2014/main" id="{FA032B99-02E8-7E6F-74A7-2BCBB5FD1F57}"/>
              </a:ext>
            </a:extLst>
          </p:cNvPr>
          <p:cNvGrpSpPr>
            <a:grpSpLocks/>
          </p:cNvGrpSpPr>
          <p:nvPr/>
        </p:nvGrpSpPr>
        <p:grpSpPr bwMode="auto">
          <a:xfrm>
            <a:off x="3148013" y="1062038"/>
            <a:ext cx="1081087" cy="333375"/>
            <a:chOff x="2007" y="1344"/>
            <a:chExt cx="625" cy="210"/>
          </a:xfrm>
        </p:grpSpPr>
        <p:sp>
          <p:nvSpPr>
            <p:cNvPr id="28678" name="Rectangle 147">
              <a:extLst>
                <a:ext uri="{FF2B5EF4-FFF2-40B4-BE49-F238E27FC236}">
                  <a16:creationId xmlns:a16="http://schemas.microsoft.com/office/drawing/2014/main" id="{28B0B87A-5994-18E4-668C-47CB82B51AA3}"/>
                </a:ext>
              </a:extLst>
            </p:cNvPr>
            <p:cNvSpPr>
              <a:spLocks noChangeArrowheads="1"/>
            </p:cNvSpPr>
            <p:nvPr/>
          </p:nvSpPr>
          <p:spPr bwMode="auto">
            <a:xfrm>
              <a:off x="2024"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8679" name="Rectangle 148">
              <a:extLst>
                <a:ext uri="{FF2B5EF4-FFF2-40B4-BE49-F238E27FC236}">
                  <a16:creationId xmlns:a16="http://schemas.microsoft.com/office/drawing/2014/main" id="{1BB02043-9B15-4629-8488-BBB9DE23F5DC}"/>
                </a:ext>
              </a:extLst>
            </p:cNvPr>
            <p:cNvSpPr>
              <a:spLocks noChangeArrowheads="1"/>
            </p:cNvSpPr>
            <p:nvPr/>
          </p:nvSpPr>
          <p:spPr bwMode="auto">
            <a:xfrm>
              <a:off x="2007" y="1344"/>
              <a:ext cx="62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a:latin typeface="Arial" panose="020B0604020202020204" pitchFamily="34" charset="0"/>
                  <a:ea typeface="宋体" panose="02010600030101010101" pitchFamily="2" charset="-122"/>
                </a:rPr>
                <a:t>Reg/Dec</a:t>
              </a:r>
            </a:p>
          </p:txBody>
        </p:sp>
      </p:grpSp>
      <p:grpSp>
        <p:nvGrpSpPr>
          <p:cNvPr id="28680" name="Group 152">
            <a:extLst>
              <a:ext uri="{FF2B5EF4-FFF2-40B4-BE49-F238E27FC236}">
                <a16:creationId xmlns:a16="http://schemas.microsoft.com/office/drawing/2014/main" id="{471AF5E3-DD83-1C2A-1051-E32CCF05BB8A}"/>
              </a:ext>
            </a:extLst>
          </p:cNvPr>
          <p:cNvGrpSpPr>
            <a:grpSpLocks/>
          </p:cNvGrpSpPr>
          <p:nvPr/>
        </p:nvGrpSpPr>
        <p:grpSpPr bwMode="auto">
          <a:xfrm>
            <a:off x="4051300" y="1062038"/>
            <a:ext cx="812800" cy="333375"/>
            <a:chOff x="2552" y="1344"/>
            <a:chExt cx="512" cy="210"/>
          </a:xfrm>
        </p:grpSpPr>
        <p:sp>
          <p:nvSpPr>
            <p:cNvPr id="28681" name="Rectangle 150">
              <a:extLst>
                <a:ext uri="{FF2B5EF4-FFF2-40B4-BE49-F238E27FC236}">
                  <a16:creationId xmlns:a16="http://schemas.microsoft.com/office/drawing/2014/main" id="{EE45C4F3-A854-FECE-96B0-F12695F312ED}"/>
                </a:ext>
              </a:extLst>
            </p:cNvPr>
            <p:cNvSpPr>
              <a:spLocks noChangeArrowheads="1"/>
            </p:cNvSpPr>
            <p:nvPr/>
          </p:nvSpPr>
          <p:spPr bwMode="auto">
            <a:xfrm>
              <a:off x="2552"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8682" name="Rectangle 151">
              <a:extLst>
                <a:ext uri="{FF2B5EF4-FFF2-40B4-BE49-F238E27FC236}">
                  <a16:creationId xmlns:a16="http://schemas.microsoft.com/office/drawing/2014/main" id="{D6416A25-36E0-76B1-61A6-64D933E08087}"/>
                </a:ext>
              </a:extLst>
            </p:cNvPr>
            <p:cNvSpPr>
              <a:spLocks noChangeArrowheads="1"/>
            </p:cNvSpPr>
            <p:nvPr/>
          </p:nvSpPr>
          <p:spPr bwMode="auto">
            <a:xfrm>
              <a:off x="2631" y="1344"/>
              <a:ext cx="41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Exec</a:t>
              </a:r>
            </a:p>
          </p:txBody>
        </p:sp>
      </p:grpSp>
      <p:grpSp>
        <p:nvGrpSpPr>
          <p:cNvPr id="28683" name="Group 155">
            <a:extLst>
              <a:ext uri="{FF2B5EF4-FFF2-40B4-BE49-F238E27FC236}">
                <a16:creationId xmlns:a16="http://schemas.microsoft.com/office/drawing/2014/main" id="{B6DF83DB-9943-D65E-5D59-3DB28EA524F9}"/>
              </a:ext>
            </a:extLst>
          </p:cNvPr>
          <p:cNvGrpSpPr>
            <a:grpSpLocks/>
          </p:cNvGrpSpPr>
          <p:nvPr/>
        </p:nvGrpSpPr>
        <p:grpSpPr bwMode="auto">
          <a:xfrm>
            <a:off x="5727700" y="1062038"/>
            <a:ext cx="812800" cy="333375"/>
            <a:chOff x="3608" y="1344"/>
            <a:chExt cx="512" cy="210"/>
          </a:xfrm>
        </p:grpSpPr>
        <p:sp>
          <p:nvSpPr>
            <p:cNvPr id="28684" name="Rectangle 153">
              <a:extLst>
                <a:ext uri="{FF2B5EF4-FFF2-40B4-BE49-F238E27FC236}">
                  <a16:creationId xmlns:a16="http://schemas.microsoft.com/office/drawing/2014/main" id="{BD535A21-A7D1-8FA2-4DD8-0C6E3A411A4C}"/>
                </a:ext>
              </a:extLst>
            </p:cNvPr>
            <p:cNvSpPr>
              <a:spLocks noChangeArrowheads="1"/>
            </p:cNvSpPr>
            <p:nvPr/>
          </p:nvSpPr>
          <p:spPr bwMode="auto">
            <a:xfrm>
              <a:off x="3608"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8685" name="Rectangle 154">
              <a:extLst>
                <a:ext uri="{FF2B5EF4-FFF2-40B4-BE49-F238E27FC236}">
                  <a16:creationId xmlns:a16="http://schemas.microsoft.com/office/drawing/2014/main" id="{C01B4D85-FE29-139E-F878-00832074E975}"/>
                </a:ext>
              </a:extLst>
            </p:cNvPr>
            <p:cNvSpPr>
              <a:spLocks noChangeArrowheads="1"/>
            </p:cNvSpPr>
            <p:nvPr/>
          </p:nvSpPr>
          <p:spPr bwMode="auto">
            <a:xfrm>
              <a:off x="3687" y="1344"/>
              <a:ext cx="28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Wr</a:t>
              </a:r>
            </a:p>
          </p:txBody>
        </p:sp>
      </p:grpSp>
      <p:sp>
        <p:nvSpPr>
          <p:cNvPr id="28686" name="Rectangle 171">
            <a:extLst>
              <a:ext uri="{FF2B5EF4-FFF2-40B4-BE49-F238E27FC236}">
                <a16:creationId xmlns:a16="http://schemas.microsoft.com/office/drawing/2014/main" id="{68F3856D-66CA-714A-71E2-FE7EC4EF0B17}"/>
              </a:ext>
            </a:extLst>
          </p:cNvPr>
          <p:cNvSpPr>
            <a:spLocks noChangeArrowheads="1"/>
          </p:cNvSpPr>
          <p:nvPr/>
        </p:nvSpPr>
        <p:spPr bwMode="auto">
          <a:xfrm>
            <a:off x="26527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1</a:t>
            </a:r>
          </a:p>
        </p:txBody>
      </p:sp>
      <p:sp>
        <p:nvSpPr>
          <p:cNvPr id="28687" name="Rectangle 172">
            <a:extLst>
              <a:ext uri="{FF2B5EF4-FFF2-40B4-BE49-F238E27FC236}">
                <a16:creationId xmlns:a16="http://schemas.microsoft.com/office/drawing/2014/main" id="{C79F6E11-FE43-69C8-AAE1-289767088258}"/>
              </a:ext>
            </a:extLst>
          </p:cNvPr>
          <p:cNvSpPr>
            <a:spLocks noChangeArrowheads="1"/>
          </p:cNvSpPr>
          <p:nvPr/>
        </p:nvSpPr>
        <p:spPr bwMode="auto">
          <a:xfrm>
            <a:off x="35671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2</a:t>
            </a:r>
          </a:p>
        </p:txBody>
      </p:sp>
      <p:sp>
        <p:nvSpPr>
          <p:cNvPr id="28688" name="Rectangle 173">
            <a:extLst>
              <a:ext uri="{FF2B5EF4-FFF2-40B4-BE49-F238E27FC236}">
                <a16:creationId xmlns:a16="http://schemas.microsoft.com/office/drawing/2014/main" id="{56DD8B77-BB07-9CF8-3D90-8A34D47A20AD}"/>
              </a:ext>
            </a:extLst>
          </p:cNvPr>
          <p:cNvSpPr>
            <a:spLocks noChangeArrowheads="1"/>
          </p:cNvSpPr>
          <p:nvPr/>
        </p:nvSpPr>
        <p:spPr bwMode="auto">
          <a:xfrm>
            <a:off x="43291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3</a:t>
            </a:r>
          </a:p>
        </p:txBody>
      </p:sp>
      <p:sp>
        <p:nvSpPr>
          <p:cNvPr id="28689" name="Rectangle 174">
            <a:extLst>
              <a:ext uri="{FF2B5EF4-FFF2-40B4-BE49-F238E27FC236}">
                <a16:creationId xmlns:a16="http://schemas.microsoft.com/office/drawing/2014/main" id="{9B2A326C-0959-A308-3900-87037B53E232}"/>
              </a:ext>
            </a:extLst>
          </p:cNvPr>
          <p:cNvSpPr>
            <a:spLocks noChangeArrowheads="1"/>
          </p:cNvSpPr>
          <p:nvPr/>
        </p:nvSpPr>
        <p:spPr bwMode="auto">
          <a:xfrm>
            <a:off x="51673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4</a:t>
            </a:r>
          </a:p>
        </p:txBody>
      </p:sp>
      <p:sp>
        <p:nvSpPr>
          <p:cNvPr id="28690" name="Rectangle 175">
            <a:extLst>
              <a:ext uri="{FF2B5EF4-FFF2-40B4-BE49-F238E27FC236}">
                <a16:creationId xmlns:a16="http://schemas.microsoft.com/office/drawing/2014/main" id="{06E0E7DC-E8DC-5E61-77B3-31FBF466D51B}"/>
              </a:ext>
            </a:extLst>
          </p:cNvPr>
          <p:cNvSpPr>
            <a:spLocks noChangeArrowheads="1"/>
          </p:cNvSpPr>
          <p:nvPr/>
        </p:nvSpPr>
        <p:spPr bwMode="auto">
          <a:xfrm>
            <a:off x="60055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5</a:t>
            </a:r>
          </a:p>
        </p:txBody>
      </p:sp>
      <p:grpSp>
        <p:nvGrpSpPr>
          <p:cNvPr id="28691" name="Group 179">
            <a:extLst>
              <a:ext uri="{FF2B5EF4-FFF2-40B4-BE49-F238E27FC236}">
                <a16:creationId xmlns:a16="http://schemas.microsoft.com/office/drawing/2014/main" id="{B279E44F-B197-02D7-C393-0EB2935D32C9}"/>
              </a:ext>
            </a:extLst>
          </p:cNvPr>
          <p:cNvGrpSpPr>
            <a:grpSpLocks/>
          </p:cNvGrpSpPr>
          <p:nvPr/>
        </p:nvGrpSpPr>
        <p:grpSpPr bwMode="auto">
          <a:xfrm>
            <a:off x="4894263" y="1065213"/>
            <a:ext cx="812800" cy="333375"/>
            <a:chOff x="3080" y="1344"/>
            <a:chExt cx="512" cy="210"/>
          </a:xfrm>
        </p:grpSpPr>
        <p:sp>
          <p:nvSpPr>
            <p:cNvPr id="28692" name="Rectangle 180">
              <a:extLst>
                <a:ext uri="{FF2B5EF4-FFF2-40B4-BE49-F238E27FC236}">
                  <a16:creationId xmlns:a16="http://schemas.microsoft.com/office/drawing/2014/main" id="{60F9B3DF-7550-D0C2-A356-433B2CF4F4DB}"/>
                </a:ext>
              </a:extLst>
            </p:cNvPr>
            <p:cNvSpPr>
              <a:spLocks noChangeArrowheads="1"/>
            </p:cNvSpPr>
            <p:nvPr/>
          </p:nvSpPr>
          <p:spPr bwMode="auto">
            <a:xfrm>
              <a:off x="3080" y="1352"/>
              <a:ext cx="512" cy="176"/>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28693" name="Rectangle 181">
              <a:extLst>
                <a:ext uri="{FF2B5EF4-FFF2-40B4-BE49-F238E27FC236}">
                  <a16:creationId xmlns:a16="http://schemas.microsoft.com/office/drawing/2014/main" id="{BF5FCBB9-ED82-7310-19EC-8C0E2F9162C3}"/>
                </a:ext>
              </a:extLst>
            </p:cNvPr>
            <p:cNvSpPr>
              <a:spLocks noChangeArrowheads="1"/>
            </p:cNvSpPr>
            <p:nvPr/>
          </p:nvSpPr>
          <p:spPr bwMode="auto">
            <a:xfrm>
              <a:off x="3159" y="1344"/>
              <a:ext cx="40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Mem</a:t>
              </a:r>
            </a:p>
          </p:txBody>
        </p:sp>
      </p:grpSp>
      <p:grpSp>
        <p:nvGrpSpPr>
          <p:cNvPr id="7" name="Group 203">
            <a:extLst>
              <a:ext uri="{FF2B5EF4-FFF2-40B4-BE49-F238E27FC236}">
                <a16:creationId xmlns:a16="http://schemas.microsoft.com/office/drawing/2014/main" id="{87487141-BBDA-C6D3-51EE-AFCD3F39F276}"/>
              </a:ext>
            </a:extLst>
          </p:cNvPr>
          <p:cNvGrpSpPr>
            <a:grpSpLocks/>
          </p:cNvGrpSpPr>
          <p:nvPr/>
        </p:nvGrpSpPr>
        <p:grpSpPr bwMode="auto">
          <a:xfrm>
            <a:off x="4889500" y="527050"/>
            <a:ext cx="1843088" cy="828675"/>
            <a:chOff x="3080" y="890"/>
            <a:chExt cx="1161" cy="522"/>
          </a:xfrm>
        </p:grpSpPr>
        <p:sp>
          <p:nvSpPr>
            <p:cNvPr id="28695" name="Freeform 193">
              <a:extLst>
                <a:ext uri="{FF2B5EF4-FFF2-40B4-BE49-F238E27FC236}">
                  <a16:creationId xmlns:a16="http://schemas.microsoft.com/office/drawing/2014/main" id="{2CBFCCA5-E9D9-7784-4B8E-4EDE95CF6715}"/>
                </a:ext>
              </a:extLst>
            </p:cNvPr>
            <p:cNvSpPr>
              <a:spLocks noChangeArrowheads="1"/>
            </p:cNvSpPr>
            <p:nvPr/>
          </p:nvSpPr>
          <p:spPr bwMode="auto">
            <a:xfrm>
              <a:off x="3452" y="1009"/>
              <a:ext cx="391" cy="218"/>
            </a:xfrm>
            <a:custGeom>
              <a:avLst/>
              <a:gdLst>
                <a:gd name="T0" fmla="*/ 0 w 174"/>
                <a:gd name="T1" fmla="*/ 250 h 250"/>
                <a:gd name="T2" fmla="*/ 43 w 174"/>
                <a:gd name="T3" fmla="*/ 87 h 250"/>
                <a:gd name="T4" fmla="*/ 152 w 174"/>
                <a:gd name="T5" fmla="*/ 98 h 250"/>
                <a:gd name="T6" fmla="*/ 109 w 174"/>
                <a:gd name="T7" fmla="*/ 163 h 250"/>
                <a:gd name="T8" fmla="*/ 54 w 174"/>
                <a:gd name="T9" fmla="*/ 54 h 250"/>
                <a:gd name="T10" fmla="*/ 174 w 174"/>
                <a:gd name="T11" fmla="*/ 0 h 250"/>
              </a:gdLst>
              <a:ahLst/>
              <a:cxnLst>
                <a:cxn ang="0">
                  <a:pos x="T0" y="T1"/>
                </a:cxn>
                <a:cxn ang="0">
                  <a:pos x="T2" y="T3"/>
                </a:cxn>
                <a:cxn ang="0">
                  <a:pos x="T4" y="T5"/>
                </a:cxn>
                <a:cxn ang="0">
                  <a:pos x="T6" y="T7"/>
                </a:cxn>
                <a:cxn ang="0">
                  <a:pos x="T8" y="T9"/>
                </a:cxn>
                <a:cxn ang="0">
                  <a:pos x="T10" y="T11"/>
                </a:cxn>
              </a:cxnLst>
              <a:rect l="0" t="0" r="r" b="b"/>
              <a:pathLst>
                <a:path w="174" h="250">
                  <a:moveTo>
                    <a:pt x="0" y="250"/>
                  </a:moveTo>
                  <a:cubicBezTo>
                    <a:pt x="9" y="181"/>
                    <a:pt x="18" y="112"/>
                    <a:pt x="43" y="87"/>
                  </a:cubicBezTo>
                  <a:cubicBezTo>
                    <a:pt x="68" y="62"/>
                    <a:pt x="141" y="85"/>
                    <a:pt x="152" y="98"/>
                  </a:cubicBezTo>
                  <a:cubicBezTo>
                    <a:pt x="163" y="111"/>
                    <a:pt x="125" y="170"/>
                    <a:pt x="109" y="163"/>
                  </a:cubicBezTo>
                  <a:cubicBezTo>
                    <a:pt x="93" y="156"/>
                    <a:pt x="43" y="81"/>
                    <a:pt x="54" y="54"/>
                  </a:cubicBezTo>
                  <a:cubicBezTo>
                    <a:pt x="65" y="27"/>
                    <a:pt x="119" y="13"/>
                    <a:pt x="174" y="0"/>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28696" name="Group 201">
              <a:extLst>
                <a:ext uri="{FF2B5EF4-FFF2-40B4-BE49-F238E27FC236}">
                  <a16:creationId xmlns:a16="http://schemas.microsoft.com/office/drawing/2014/main" id="{A0FB25AD-2819-C3FD-29D3-980060BCDADB}"/>
                </a:ext>
              </a:extLst>
            </p:cNvPr>
            <p:cNvGrpSpPr>
              <a:grpSpLocks/>
            </p:cNvGrpSpPr>
            <p:nvPr/>
          </p:nvGrpSpPr>
          <p:grpSpPr bwMode="auto">
            <a:xfrm>
              <a:off x="3080" y="890"/>
              <a:ext cx="1161" cy="522"/>
              <a:chOff x="3373" y="1311"/>
              <a:chExt cx="1161" cy="522"/>
            </a:xfrm>
          </p:grpSpPr>
          <p:sp>
            <p:nvSpPr>
              <p:cNvPr id="28697" name="Text Box 194">
                <a:extLst>
                  <a:ext uri="{FF2B5EF4-FFF2-40B4-BE49-F238E27FC236}">
                    <a16:creationId xmlns:a16="http://schemas.microsoft.com/office/drawing/2014/main" id="{1A41925F-32A7-BF5A-1DF5-A2439DE6291A}"/>
                  </a:ext>
                </a:extLst>
              </p:cNvPr>
              <p:cNvSpPr txBox="1">
                <a:spLocks noChangeArrowheads="1"/>
              </p:cNvSpPr>
              <p:nvPr/>
            </p:nvSpPr>
            <p:spPr bwMode="auto">
              <a:xfrm>
                <a:off x="4099" y="1311"/>
                <a:ext cx="4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a:latin typeface="Arial" panose="020B0604020202020204" pitchFamily="34" charset="0"/>
                    <a:ea typeface="宋体" panose="02010600030101010101" pitchFamily="2" charset="-122"/>
                  </a:rPr>
                  <a:t>NOP!</a:t>
                </a:r>
              </a:p>
            </p:txBody>
          </p:sp>
          <p:sp>
            <p:nvSpPr>
              <p:cNvPr id="28698" name="Rectangle 199">
                <a:extLst>
                  <a:ext uri="{FF2B5EF4-FFF2-40B4-BE49-F238E27FC236}">
                    <a16:creationId xmlns:a16="http://schemas.microsoft.com/office/drawing/2014/main" id="{D7783246-0F14-2563-1267-E037623E9613}"/>
                  </a:ext>
                </a:extLst>
              </p:cNvPr>
              <p:cNvSpPr>
                <a:spLocks noChangeArrowheads="1"/>
              </p:cNvSpPr>
              <p:nvPr/>
            </p:nvSpPr>
            <p:spPr bwMode="auto">
              <a:xfrm>
                <a:off x="3373" y="1659"/>
                <a:ext cx="530" cy="174"/>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grpSp>
      </p:grpSp>
      <p:sp>
        <p:nvSpPr>
          <p:cNvPr id="28699" name="TextBox 55">
            <a:extLst>
              <a:ext uri="{FF2B5EF4-FFF2-40B4-BE49-F238E27FC236}">
                <a16:creationId xmlns:a16="http://schemas.microsoft.com/office/drawing/2014/main" id="{84649A63-4CA0-47FB-2A1C-0230A6494FAA}"/>
              </a:ext>
            </a:extLst>
          </p:cNvPr>
          <p:cNvSpPr txBox="1">
            <a:spLocks noChangeArrowheads="1"/>
          </p:cNvSpPr>
          <p:nvPr/>
        </p:nvSpPr>
        <p:spPr bwMode="auto">
          <a:xfrm>
            <a:off x="5018088" y="63500"/>
            <a:ext cx="3586162" cy="4619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solidFill>
                  <a:schemeClr val="accent2"/>
                </a:solidFill>
                <a:latin typeface="微软雅黑" panose="020B0503020204020204" pitchFamily="34" charset="-122"/>
                <a:ea typeface="微软雅黑" panose="020B0503020204020204" pitchFamily="34" charset="-122"/>
              </a:rPr>
              <a:t>例：</a:t>
            </a:r>
            <a:r>
              <a:rPr lang="en-US" altLang="zh-CN" sz="2400">
                <a:solidFill>
                  <a:schemeClr val="accent2"/>
                </a:solidFill>
                <a:latin typeface="微软雅黑" panose="020B0503020204020204" pitchFamily="34" charset="-122"/>
                <a:ea typeface="微软雅黑" panose="020B0503020204020204" pitchFamily="34" charset="-122"/>
              </a:rPr>
              <a:t>ori rd, rs1,imm12</a:t>
            </a:r>
            <a:endParaRPr lang="zh-CN" altLang="en-US" sz="2400">
              <a:solidFill>
                <a:schemeClr val="accent2"/>
              </a:solidFill>
              <a:latin typeface="微软雅黑" panose="020B0503020204020204" pitchFamily="34" charset="-122"/>
              <a:ea typeface="微软雅黑" panose="020B0503020204020204" pitchFamily="34" charset="-122"/>
            </a:endParaRPr>
          </a:p>
        </p:txBody>
      </p:sp>
      <p:sp>
        <p:nvSpPr>
          <p:cNvPr id="190" name="Rectangle 3">
            <a:extLst>
              <a:ext uri="{FF2B5EF4-FFF2-40B4-BE49-F238E27FC236}">
                <a16:creationId xmlns:a16="http://schemas.microsoft.com/office/drawing/2014/main" id="{438E1F3C-71DD-7961-0665-1EC63C9ACD2F}"/>
              </a:ext>
            </a:extLst>
          </p:cNvPr>
          <p:cNvSpPr txBox="1">
            <a:spLocks noChangeArrowheads="1"/>
          </p:cNvSpPr>
          <p:nvPr/>
        </p:nvSpPr>
        <p:spPr bwMode="auto">
          <a:xfrm>
            <a:off x="561975" y="2087563"/>
            <a:ext cx="8347075"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203200" indent="-2032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a:lnSpc>
                <a:spcPct val="135000"/>
              </a:lnSpc>
              <a:spcBef>
                <a:spcPct val="30000"/>
              </a:spcBef>
              <a:buFont typeface="Times New Roman" panose="02020603050405020304" pitchFamily="18" charset="0"/>
              <a:buChar char="°"/>
            </a:pPr>
            <a:r>
              <a:rPr lang="en-US" altLang="zh-CN" sz="2200">
                <a:solidFill>
                  <a:srgbClr val="CC0000"/>
                </a:solidFill>
                <a:latin typeface="Arial" panose="020B0604020202020204" pitchFamily="34" charset="0"/>
                <a:ea typeface="黑体" panose="02010609060101010101" pitchFamily="49" charset="-122"/>
              </a:rPr>
              <a:t>Ifetch</a:t>
            </a:r>
            <a:r>
              <a:rPr lang="zh-CN" altLang="en-US" sz="2200">
                <a:solidFill>
                  <a:srgbClr val="CC0000"/>
                </a:solidFill>
                <a:latin typeface="Arial" panose="020B0604020202020204" pitchFamily="34" charset="0"/>
                <a:ea typeface="黑体" panose="02010609060101010101" pitchFamily="49" charset="-122"/>
              </a:rPr>
              <a:t>：</a:t>
            </a:r>
            <a:r>
              <a:rPr lang="zh-CN" altLang="en-US" sz="2200">
                <a:latin typeface="Arial" panose="020B0604020202020204" pitchFamily="34" charset="0"/>
                <a:ea typeface="黑体" panose="02010609060101010101" pitchFamily="49" charset="-122"/>
              </a:rPr>
              <a:t>取指令并计算</a:t>
            </a:r>
            <a:r>
              <a:rPr lang="en-US" altLang="zh-CN" sz="2200">
                <a:latin typeface="Arial" panose="020B0604020202020204" pitchFamily="34" charset="0"/>
                <a:ea typeface="黑体" panose="02010609060101010101" pitchFamily="49" charset="-122"/>
              </a:rPr>
              <a:t>PC+4</a:t>
            </a:r>
            <a:r>
              <a:rPr lang="zh-CN" altLang="en-US" sz="2200">
                <a:latin typeface="Arial" panose="020B0604020202020204" pitchFamily="34" charset="0"/>
                <a:ea typeface="黑体" panose="02010609060101010101" pitchFamily="49" charset="-122"/>
              </a:rPr>
              <a:t> （写入</a:t>
            </a:r>
            <a:r>
              <a:rPr lang="en-US" altLang="zh-CN" sz="2200">
                <a:latin typeface="Arial" panose="020B0604020202020204" pitchFamily="34" charset="0"/>
                <a:ea typeface="黑体" panose="02010609060101010101" pitchFamily="49" charset="-122"/>
              </a:rPr>
              <a:t>PC</a:t>
            </a:r>
            <a:r>
              <a:rPr lang="zh-CN" altLang="en-US" sz="2200">
                <a:latin typeface="Arial" panose="020B0604020202020204" pitchFamily="34" charset="0"/>
                <a:ea typeface="黑体" panose="02010609060101010101" pitchFamily="49" charset="-122"/>
              </a:rPr>
              <a:t>）</a:t>
            </a:r>
          </a:p>
          <a:p>
            <a:pPr>
              <a:lnSpc>
                <a:spcPct val="135000"/>
              </a:lnSpc>
              <a:spcBef>
                <a:spcPct val="30000"/>
              </a:spcBef>
              <a:buFont typeface="Times New Roman" panose="02020603050405020304" pitchFamily="18" charset="0"/>
              <a:buChar char="°"/>
            </a:pPr>
            <a:r>
              <a:rPr lang="en-US" altLang="zh-CN" sz="2200">
                <a:solidFill>
                  <a:srgbClr val="CC0000"/>
                </a:solidFill>
                <a:latin typeface="Arial" panose="020B0604020202020204" pitchFamily="34" charset="0"/>
                <a:ea typeface="黑体" panose="02010609060101010101" pitchFamily="49" charset="-122"/>
              </a:rPr>
              <a:t>Reg/Dec</a:t>
            </a:r>
            <a:r>
              <a:rPr lang="zh-CN" altLang="en-US" sz="2200">
                <a:solidFill>
                  <a:srgbClr val="CC0000"/>
                </a:solidFill>
                <a:latin typeface="Arial" panose="020B0604020202020204" pitchFamily="34" charset="0"/>
                <a:ea typeface="黑体" panose="02010609060101010101" pitchFamily="49" charset="-122"/>
              </a:rPr>
              <a:t>：</a:t>
            </a:r>
            <a:r>
              <a:rPr lang="zh-CN" altLang="en-US" sz="2200">
                <a:latin typeface="Arial" panose="020B0604020202020204" pitchFamily="34" charset="0"/>
                <a:ea typeface="黑体" panose="02010609060101010101" pitchFamily="49" charset="-122"/>
              </a:rPr>
              <a:t> 从寄存器（</a:t>
            </a:r>
            <a:r>
              <a:rPr lang="en-US" altLang="zh-CN" sz="2200">
                <a:latin typeface="Arial" panose="020B0604020202020204" pitchFamily="34" charset="0"/>
                <a:ea typeface="黑体" panose="02010609060101010101" pitchFamily="49" charset="-122"/>
              </a:rPr>
              <a:t>rs1</a:t>
            </a:r>
            <a:r>
              <a:rPr lang="zh-CN" altLang="en-US" sz="2200">
                <a:latin typeface="Arial" panose="020B0604020202020204" pitchFamily="34" charset="0"/>
                <a:ea typeface="黑体" panose="02010609060101010101" pitchFamily="49" charset="-122"/>
              </a:rPr>
              <a:t>）取数，同时指令在译码器进行译码</a:t>
            </a:r>
          </a:p>
          <a:p>
            <a:pPr>
              <a:lnSpc>
                <a:spcPct val="135000"/>
              </a:lnSpc>
              <a:spcBef>
                <a:spcPct val="30000"/>
              </a:spcBef>
              <a:buFont typeface="Times New Roman" panose="02020603050405020304" pitchFamily="18" charset="0"/>
              <a:buChar char="°"/>
            </a:pPr>
            <a:r>
              <a:rPr lang="en-US" altLang="zh-CN" sz="2200">
                <a:solidFill>
                  <a:srgbClr val="CC0000"/>
                </a:solidFill>
                <a:latin typeface="Arial" panose="020B0604020202020204" pitchFamily="34" charset="0"/>
                <a:ea typeface="黑体" panose="02010609060101010101" pitchFamily="49" charset="-122"/>
              </a:rPr>
              <a:t>Exec</a:t>
            </a:r>
            <a:r>
              <a:rPr lang="zh-CN" altLang="en-US" sz="2200">
                <a:solidFill>
                  <a:srgbClr val="CC0000"/>
                </a:solidFill>
                <a:latin typeface="Arial" panose="020B0604020202020204" pitchFamily="34" charset="0"/>
                <a:ea typeface="黑体" panose="02010609060101010101" pitchFamily="49" charset="-122"/>
              </a:rPr>
              <a:t>：</a:t>
            </a:r>
            <a:r>
              <a:rPr lang="zh-CN" altLang="en-US" sz="2200">
                <a:solidFill>
                  <a:schemeClr val="accent2"/>
                </a:solidFill>
                <a:latin typeface="Arial" panose="020B0604020202020204" pitchFamily="34" charset="0"/>
                <a:ea typeface="黑体" panose="02010609060101010101" pitchFamily="49" charset="-122"/>
              </a:rPr>
              <a:t>使用</a:t>
            </a:r>
            <a:r>
              <a:rPr lang="en-US" altLang="zh-CN" sz="2200">
                <a:solidFill>
                  <a:schemeClr val="accent2"/>
                </a:solidFill>
                <a:latin typeface="Arial" panose="020B0604020202020204" pitchFamily="34" charset="0"/>
                <a:ea typeface="黑体" panose="02010609060101010101" pitchFamily="49" charset="-122"/>
              </a:rPr>
              <a:t>ALU</a:t>
            </a:r>
            <a:r>
              <a:rPr lang="zh-CN" altLang="en-US" sz="2200">
                <a:solidFill>
                  <a:schemeClr val="accent2"/>
                </a:solidFill>
                <a:latin typeface="Arial" panose="020B0604020202020204" pitchFamily="34" charset="0"/>
                <a:ea typeface="黑体" panose="02010609060101010101" pitchFamily="49" charset="-122"/>
              </a:rPr>
              <a:t>完成</a:t>
            </a:r>
            <a:r>
              <a:rPr lang="en-US" altLang="zh-CN" sz="2200">
                <a:solidFill>
                  <a:schemeClr val="accent2"/>
                </a:solidFill>
                <a:latin typeface="Arial" panose="020B0604020202020204" pitchFamily="34" charset="0"/>
                <a:ea typeface="黑体" panose="02010609060101010101" pitchFamily="49" charset="-122"/>
              </a:rPr>
              <a:t>12</a:t>
            </a:r>
            <a:r>
              <a:rPr lang="zh-CN" altLang="en-US" sz="2200">
                <a:solidFill>
                  <a:schemeClr val="accent2"/>
                </a:solidFill>
                <a:latin typeface="Arial" panose="020B0604020202020204" pitchFamily="34" charset="0"/>
                <a:ea typeface="黑体" panose="02010609060101010101" pitchFamily="49" charset="-122"/>
              </a:rPr>
              <a:t>位立即数（</a:t>
            </a:r>
            <a:r>
              <a:rPr lang="en-US" altLang="zh-CN" sz="2200">
                <a:solidFill>
                  <a:schemeClr val="accent2"/>
                </a:solidFill>
                <a:latin typeface="Arial" panose="020B0604020202020204" pitchFamily="34" charset="0"/>
                <a:ea typeface="黑体" panose="02010609060101010101" pitchFamily="49" charset="-122"/>
              </a:rPr>
              <a:t>imm12</a:t>
            </a:r>
            <a:r>
              <a:rPr lang="zh-CN" altLang="en-US" sz="2200">
                <a:solidFill>
                  <a:schemeClr val="accent2"/>
                </a:solidFill>
                <a:latin typeface="Arial" panose="020B0604020202020204" pitchFamily="34" charset="0"/>
                <a:ea typeface="黑体" panose="02010609060101010101" pitchFamily="49" charset="-122"/>
              </a:rPr>
              <a:t>）符号扩展后与寄存器值（ </a:t>
            </a:r>
            <a:r>
              <a:rPr lang="en-US" altLang="zh-CN" sz="2200">
                <a:solidFill>
                  <a:schemeClr val="accent2"/>
                </a:solidFill>
                <a:latin typeface="Arial" panose="020B0604020202020204" pitchFamily="34" charset="0"/>
                <a:ea typeface="黑体" panose="02010609060101010101" pitchFamily="49" charset="-122"/>
              </a:rPr>
              <a:t>rs1</a:t>
            </a:r>
            <a:r>
              <a:rPr lang="zh-CN" altLang="en-US" sz="2200">
                <a:solidFill>
                  <a:schemeClr val="accent2"/>
                </a:solidFill>
                <a:latin typeface="Arial" panose="020B0604020202020204" pitchFamily="34" charset="0"/>
                <a:ea typeface="黑体" panose="02010609060101010101" pitchFamily="49" charset="-122"/>
              </a:rPr>
              <a:t> ）的运算（</a:t>
            </a:r>
            <a:r>
              <a:rPr lang="en-US" altLang="zh-CN" sz="2200">
                <a:solidFill>
                  <a:schemeClr val="accent2"/>
                </a:solidFill>
                <a:latin typeface="Arial" panose="020B0604020202020204" pitchFamily="34" charset="0"/>
                <a:ea typeface="黑体" panose="02010609060101010101" pitchFamily="49" charset="-122"/>
              </a:rPr>
              <a:t>or</a:t>
            </a:r>
            <a:r>
              <a:rPr lang="zh-CN" altLang="en-US" sz="2200">
                <a:solidFill>
                  <a:schemeClr val="accent2"/>
                </a:solidFill>
                <a:latin typeface="Arial" panose="020B0604020202020204" pitchFamily="34" charset="0"/>
                <a:ea typeface="黑体" panose="02010609060101010101" pitchFamily="49" charset="-122"/>
              </a:rPr>
              <a:t>）</a:t>
            </a:r>
          </a:p>
          <a:p>
            <a:pPr>
              <a:lnSpc>
                <a:spcPct val="135000"/>
              </a:lnSpc>
              <a:spcBef>
                <a:spcPct val="30000"/>
              </a:spcBef>
              <a:buFont typeface="Times New Roman" panose="02020603050405020304" pitchFamily="18" charset="0"/>
              <a:buChar char="°"/>
            </a:pPr>
            <a:r>
              <a:rPr lang="en-US" altLang="zh-CN" sz="2200">
                <a:solidFill>
                  <a:srgbClr val="CC0000"/>
                </a:solidFill>
                <a:latin typeface="Arial" panose="020B0604020202020204" pitchFamily="34" charset="0"/>
                <a:ea typeface="黑体" panose="02010609060101010101" pitchFamily="49" charset="-122"/>
              </a:rPr>
              <a:t>Mem</a:t>
            </a:r>
            <a:r>
              <a:rPr lang="zh-CN" altLang="en-US" sz="2200">
                <a:solidFill>
                  <a:srgbClr val="CC0000"/>
                </a:solidFill>
                <a:latin typeface="Arial" panose="020B0604020202020204" pitchFamily="34" charset="0"/>
                <a:ea typeface="黑体" panose="02010609060101010101" pitchFamily="49" charset="-122"/>
              </a:rPr>
              <a:t>：空阶段</a:t>
            </a:r>
            <a:endParaRPr lang="en-US" altLang="zh-CN" sz="2200">
              <a:solidFill>
                <a:srgbClr val="CC0000"/>
              </a:solidFill>
              <a:latin typeface="Arial" panose="020B0604020202020204" pitchFamily="34" charset="0"/>
              <a:ea typeface="黑体" panose="02010609060101010101" pitchFamily="49" charset="-122"/>
            </a:endParaRPr>
          </a:p>
          <a:p>
            <a:pPr>
              <a:lnSpc>
                <a:spcPct val="135000"/>
              </a:lnSpc>
              <a:spcBef>
                <a:spcPct val="30000"/>
              </a:spcBef>
              <a:buFont typeface="Times New Roman" panose="02020603050405020304" pitchFamily="18" charset="0"/>
              <a:buChar char="°"/>
            </a:pPr>
            <a:r>
              <a:rPr lang="en-US" altLang="zh-CN" sz="2200">
                <a:solidFill>
                  <a:srgbClr val="CC0000"/>
                </a:solidFill>
                <a:ea typeface="宋体" panose="02010600030101010101" pitchFamily="2" charset="-122"/>
              </a:rPr>
              <a:t>Wr:</a:t>
            </a:r>
            <a:r>
              <a:rPr lang="en-US" altLang="zh-CN" sz="2200">
                <a:solidFill>
                  <a:schemeClr val="accent2"/>
                </a:solidFill>
                <a:ea typeface="宋体" panose="02010600030101010101" pitchFamily="2" charset="-122"/>
              </a:rPr>
              <a:t>  </a:t>
            </a:r>
            <a:r>
              <a:rPr lang="en-US" altLang="zh-CN" sz="2200">
                <a:ea typeface="黑体" panose="02010609060101010101" pitchFamily="49" charset="-122"/>
              </a:rPr>
              <a:t>ALU</a:t>
            </a:r>
            <a:r>
              <a:rPr lang="zh-CN" altLang="en-US" sz="2200">
                <a:ea typeface="黑体" panose="02010609060101010101" pitchFamily="49" charset="-122"/>
              </a:rPr>
              <a:t>计算的结果写到寄存器（</a:t>
            </a:r>
            <a:r>
              <a:rPr lang="en-US" altLang="zh-CN" sz="2200">
                <a:ea typeface="黑体" panose="02010609060101010101" pitchFamily="49" charset="-122"/>
              </a:rPr>
              <a:t>rd</a:t>
            </a:r>
            <a:r>
              <a:rPr lang="zh-CN" altLang="en-US" sz="2200">
                <a:ea typeface="黑体" panose="02010609060101010101" pitchFamily="49" charset="-122"/>
              </a:rPr>
              <a:t>）</a:t>
            </a:r>
            <a:endParaRPr lang="zh-CN" altLang="en-US" sz="2000">
              <a:solidFill>
                <a:schemeClr val="accent2"/>
              </a:solidFill>
              <a:ea typeface="黑体" panose="02010609060101010101" pitchFamily="49" charset="-122"/>
            </a:endParaRPr>
          </a:p>
          <a:p>
            <a:pPr>
              <a:lnSpc>
                <a:spcPct val="135000"/>
              </a:lnSpc>
              <a:spcBef>
                <a:spcPct val="30000"/>
              </a:spcBef>
              <a:buFont typeface="Times New Roman" panose="02020603050405020304" pitchFamily="18" charset="0"/>
              <a:buChar char="°"/>
            </a:pPr>
            <a:endParaRPr lang="zh-CN" altLang="en-US" sz="2200">
              <a:latin typeface="Arial" panose="020B0604020202020204" pitchFamily="34" charset="0"/>
              <a:ea typeface="黑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0">
                                            <p:txEl>
                                              <p:pRg st="0" end="0"/>
                                            </p:txEl>
                                          </p:spTgt>
                                        </p:tgtEl>
                                        <p:attrNameLst>
                                          <p:attrName>style.visibility</p:attrName>
                                        </p:attrNameLst>
                                      </p:cBhvr>
                                      <p:to>
                                        <p:strVal val="visible"/>
                                      </p:to>
                                    </p:set>
                                    <p:animEffect transition="in" filter="blinds(horizontal)">
                                      <p:cBhvr>
                                        <p:cTn id="12" dur="500"/>
                                        <p:tgtEl>
                                          <p:spTgt spid="19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90">
                                            <p:txEl>
                                              <p:pRg st="1" end="1"/>
                                            </p:txEl>
                                          </p:spTgt>
                                        </p:tgtEl>
                                        <p:attrNameLst>
                                          <p:attrName>style.visibility</p:attrName>
                                        </p:attrNameLst>
                                      </p:cBhvr>
                                      <p:to>
                                        <p:strVal val="visible"/>
                                      </p:to>
                                    </p:set>
                                    <p:animEffect transition="in" filter="blinds(horizontal)">
                                      <p:cBhvr>
                                        <p:cTn id="17" dur="500"/>
                                        <p:tgtEl>
                                          <p:spTgt spid="190">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90">
                                            <p:txEl>
                                              <p:pRg st="2" end="2"/>
                                            </p:txEl>
                                          </p:spTgt>
                                        </p:tgtEl>
                                        <p:attrNameLst>
                                          <p:attrName>style.visibility</p:attrName>
                                        </p:attrNameLst>
                                      </p:cBhvr>
                                      <p:to>
                                        <p:strVal val="visible"/>
                                      </p:to>
                                    </p:set>
                                    <p:animEffect transition="in" filter="blinds(horizontal)">
                                      <p:cBhvr>
                                        <p:cTn id="22" dur="500"/>
                                        <p:tgtEl>
                                          <p:spTgt spid="190">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90">
                                            <p:txEl>
                                              <p:pRg st="3" end="3"/>
                                            </p:txEl>
                                          </p:spTgt>
                                        </p:tgtEl>
                                        <p:attrNameLst>
                                          <p:attrName>style.visibility</p:attrName>
                                        </p:attrNameLst>
                                      </p:cBhvr>
                                      <p:to>
                                        <p:strVal val="visible"/>
                                      </p:to>
                                    </p:set>
                                    <p:animEffect transition="in" filter="blinds(horizontal)">
                                      <p:cBhvr>
                                        <p:cTn id="27" dur="500"/>
                                        <p:tgtEl>
                                          <p:spTgt spid="190">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90">
                                            <p:txEl>
                                              <p:pRg st="4" end="4"/>
                                            </p:txEl>
                                          </p:spTgt>
                                        </p:tgtEl>
                                        <p:attrNameLst>
                                          <p:attrName>style.visibility</p:attrName>
                                        </p:attrNameLst>
                                      </p:cBhvr>
                                      <p:to>
                                        <p:strVal val="visible"/>
                                      </p:to>
                                    </p:set>
                                    <p:animEffect transition="in" filter="blinds(horizontal)">
                                      <p:cBhvr>
                                        <p:cTn id="32" dur="500"/>
                                        <p:tgtEl>
                                          <p:spTgt spid="19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472A09F3-892F-8F73-24A1-1BA1747A59C7}"/>
              </a:ext>
            </a:extLst>
          </p:cNvPr>
          <p:cNvSpPr>
            <a:spLocks noGrp="1" noChangeArrowheads="1"/>
          </p:cNvSpPr>
          <p:nvPr>
            <p:ph type="title"/>
          </p:nvPr>
        </p:nvSpPr>
        <p:spPr>
          <a:xfrm>
            <a:off x="800100" y="190500"/>
            <a:ext cx="8040688" cy="373063"/>
          </a:xfrm>
        </p:spPr>
        <p:txBody>
          <a:bodyPr/>
          <a:lstStyle/>
          <a:p>
            <a:r>
              <a:rPr lang="en-US" altLang="zh-CN">
                <a:ea typeface="宋体" panose="02010600030101010101" pitchFamily="2" charset="-122"/>
              </a:rPr>
              <a:t> U-type</a:t>
            </a:r>
            <a:r>
              <a:rPr lang="zh-CN" altLang="en-US">
                <a:ea typeface="宋体" panose="02010600030101010101" pitchFamily="2" charset="-122"/>
              </a:rPr>
              <a:t>的运算类型指令</a:t>
            </a:r>
            <a:endParaRPr lang="en-US" altLang="zh-CN">
              <a:ea typeface="宋体" panose="02010600030101010101" pitchFamily="2" charset="-122"/>
            </a:endParaRPr>
          </a:p>
        </p:txBody>
      </p:sp>
      <p:grpSp>
        <p:nvGrpSpPr>
          <p:cNvPr id="30722" name="Group 146">
            <a:extLst>
              <a:ext uri="{FF2B5EF4-FFF2-40B4-BE49-F238E27FC236}">
                <a16:creationId xmlns:a16="http://schemas.microsoft.com/office/drawing/2014/main" id="{0AC9B151-D69C-AC21-D0CE-6B65A0E9DC49}"/>
              </a:ext>
            </a:extLst>
          </p:cNvPr>
          <p:cNvGrpSpPr>
            <a:grpSpLocks/>
          </p:cNvGrpSpPr>
          <p:nvPr/>
        </p:nvGrpSpPr>
        <p:grpSpPr bwMode="auto">
          <a:xfrm>
            <a:off x="2374900" y="1062038"/>
            <a:ext cx="812800" cy="333375"/>
            <a:chOff x="1496" y="1344"/>
            <a:chExt cx="512" cy="210"/>
          </a:xfrm>
        </p:grpSpPr>
        <p:sp>
          <p:nvSpPr>
            <p:cNvPr id="30723" name="Rectangle 144">
              <a:extLst>
                <a:ext uri="{FF2B5EF4-FFF2-40B4-BE49-F238E27FC236}">
                  <a16:creationId xmlns:a16="http://schemas.microsoft.com/office/drawing/2014/main" id="{D9C29A1F-E3C6-B42A-A89A-A711BA83DB76}"/>
                </a:ext>
              </a:extLst>
            </p:cNvPr>
            <p:cNvSpPr>
              <a:spLocks noChangeArrowheads="1"/>
            </p:cNvSpPr>
            <p:nvPr/>
          </p:nvSpPr>
          <p:spPr bwMode="auto">
            <a:xfrm>
              <a:off x="1496"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0724" name="Rectangle 145">
              <a:extLst>
                <a:ext uri="{FF2B5EF4-FFF2-40B4-BE49-F238E27FC236}">
                  <a16:creationId xmlns:a16="http://schemas.microsoft.com/office/drawing/2014/main" id="{C3B1255F-3321-4FB1-CDB9-6C741DB56C8C}"/>
                </a:ext>
              </a:extLst>
            </p:cNvPr>
            <p:cNvSpPr>
              <a:spLocks noChangeArrowheads="1"/>
            </p:cNvSpPr>
            <p:nvPr/>
          </p:nvSpPr>
          <p:spPr bwMode="auto">
            <a:xfrm>
              <a:off x="1537" y="1344"/>
              <a:ext cx="45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Ifetch</a:t>
              </a:r>
            </a:p>
          </p:txBody>
        </p:sp>
      </p:grpSp>
      <p:grpSp>
        <p:nvGrpSpPr>
          <p:cNvPr id="30725" name="Group 149">
            <a:extLst>
              <a:ext uri="{FF2B5EF4-FFF2-40B4-BE49-F238E27FC236}">
                <a16:creationId xmlns:a16="http://schemas.microsoft.com/office/drawing/2014/main" id="{6EB90872-5AFC-2E92-9AFD-BA098953D97A}"/>
              </a:ext>
            </a:extLst>
          </p:cNvPr>
          <p:cNvGrpSpPr>
            <a:grpSpLocks/>
          </p:cNvGrpSpPr>
          <p:nvPr/>
        </p:nvGrpSpPr>
        <p:grpSpPr bwMode="auto">
          <a:xfrm>
            <a:off x="3148013" y="1062038"/>
            <a:ext cx="1081087" cy="333375"/>
            <a:chOff x="2007" y="1344"/>
            <a:chExt cx="625" cy="210"/>
          </a:xfrm>
        </p:grpSpPr>
        <p:sp>
          <p:nvSpPr>
            <p:cNvPr id="30726" name="Rectangle 147">
              <a:extLst>
                <a:ext uri="{FF2B5EF4-FFF2-40B4-BE49-F238E27FC236}">
                  <a16:creationId xmlns:a16="http://schemas.microsoft.com/office/drawing/2014/main" id="{4A0DFAC8-D69F-F219-A9B1-72F1A01B446B}"/>
                </a:ext>
              </a:extLst>
            </p:cNvPr>
            <p:cNvSpPr>
              <a:spLocks noChangeArrowheads="1"/>
            </p:cNvSpPr>
            <p:nvPr/>
          </p:nvSpPr>
          <p:spPr bwMode="auto">
            <a:xfrm>
              <a:off x="2024"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0727" name="Rectangle 148">
              <a:extLst>
                <a:ext uri="{FF2B5EF4-FFF2-40B4-BE49-F238E27FC236}">
                  <a16:creationId xmlns:a16="http://schemas.microsoft.com/office/drawing/2014/main" id="{0CD10A69-95C7-62CB-488E-5A2049E4D3FD}"/>
                </a:ext>
              </a:extLst>
            </p:cNvPr>
            <p:cNvSpPr>
              <a:spLocks noChangeArrowheads="1"/>
            </p:cNvSpPr>
            <p:nvPr/>
          </p:nvSpPr>
          <p:spPr bwMode="auto">
            <a:xfrm>
              <a:off x="2007" y="1344"/>
              <a:ext cx="62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a:latin typeface="Arial" panose="020B0604020202020204" pitchFamily="34" charset="0"/>
                  <a:ea typeface="宋体" panose="02010600030101010101" pitchFamily="2" charset="-122"/>
                </a:rPr>
                <a:t>Reg/Dec</a:t>
              </a:r>
            </a:p>
          </p:txBody>
        </p:sp>
      </p:grpSp>
      <p:grpSp>
        <p:nvGrpSpPr>
          <p:cNvPr id="30728" name="Group 152">
            <a:extLst>
              <a:ext uri="{FF2B5EF4-FFF2-40B4-BE49-F238E27FC236}">
                <a16:creationId xmlns:a16="http://schemas.microsoft.com/office/drawing/2014/main" id="{707EC070-39AF-0642-0413-BBBC8DA3CCB8}"/>
              </a:ext>
            </a:extLst>
          </p:cNvPr>
          <p:cNvGrpSpPr>
            <a:grpSpLocks/>
          </p:cNvGrpSpPr>
          <p:nvPr/>
        </p:nvGrpSpPr>
        <p:grpSpPr bwMode="auto">
          <a:xfrm>
            <a:off x="4051300" y="1062038"/>
            <a:ext cx="812800" cy="333375"/>
            <a:chOff x="2552" y="1344"/>
            <a:chExt cx="512" cy="210"/>
          </a:xfrm>
        </p:grpSpPr>
        <p:sp>
          <p:nvSpPr>
            <p:cNvPr id="30729" name="Rectangle 150">
              <a:extLst>
                <a:ext uri="{FF2B5EF4-FFF2-40B4-BE49-F238E27FC236}">
                  <a16:creationId xmlns:a16="http://schemas.microsoft.com/office/drawing/2014/main" id="{38F2BD53-2BD1-EF5F-54E0-F1A533BF3E3A}"/>
                </a:ext>
              </a:extLst>
            </p:cNvPr>
            <p:cNvSpPr>
              <a:spLocks noChangeArrowheads="1"/>
            </p:cNvSpPr>
            <p:nvPr/>
          </p:nvSpPr>
          <p:spPr bwMode="auto">
            <a:xfrm>
              <a:off x="2552"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0730" name="Rectangle 151">
              <a:extLst>
                <a:ext uri="{FF2B5EF4-FFF2-40B4-BE49-F238E27FC236}">
                  <a16:creationId xmlns:a16="http://schemas.microsoft.com/office/drawing/2014/main" id="{8A84DBE0-05BE-96D6-7D69-2AFAB5838DB9}"/>
                </a:ext>
              </a:extLst>
            </p:cNvPr>
            <p:cNvSpPr>
              <a:spLocks noChangeArrowheads="1"/>
            </p:cNvSpPr>
            <p:nvPr/>
          </p:nvSpPr>
          <p:spPr bwMode="auto">
            <a:xfrm>
              <a:off x="2631" y="1344"/>
              <a:ext cx="41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Exec</a:t>
              </a:r>
            </a:p>
          </p:txBody>
        </p:sp>
      </p:grpSp>
      <p:grpSp>
        <p:nvGrpSpPr>
          <p:cNvPr id="30731" name="Group 155">
            <a:extLst>
              <a:ext uri="{FF2B5EF4-FFF2-40B4-BE49-F238E27FC236}">
                <a16:creationId xmlns:a16="http://schemas.microsoft.com/office/drawing/2014/main" id="{9464EA6E-7631-4C0D-5C62-36DFC36396B3}"/>
              </a:ext>
            </a:extLst>
          </p:cNvPr>
          <p:cNvGrpSpPr>
            <a:grpSpLocks/>
          </p:cNvGrpSpPr>
          <p:nvPr/>
        </p:nvGrpSpPr>
        <p:grpSpPr bwMode="auto">
          <a:xfrm>
            <a:off x="5727700" y="1062038"/>
            <a:ext cx="812800" cy="333375"/>
            <a:chOff x="3608" y="1344"/>
            <a:chExt cx="512" cy="210"/>
          </a:xfrm>
        </p:grpSpPr>
        <p:sp>
          <p:nvSpPr>
            <p:cNvPr id="30732" name="Rectangle 153">
              <a:extLst>
                <a:ext uri="{FF2B5EF4-FFF2-40B4-BE49-F238E27FC236}">
                  <a16:creationId xmlns:a16="http://schemas.microsoft.com/office/drawing/2014/main" id="{4ABCAD05-7291-8465-4BA0-46568233704A}"/>
                </a:ext>
              </a:extLst>
            </p:cNvPr>
            <p:cNvSpPr>
              <a:spLocks noChangeArrowheads="1"/>
            </p:cNvSpPr>
            <p:nvPr/>
          </p:nvSpPr>
          <p:spPr bwMode="auto">
            <a:xfrm>
              <a:off x="3608"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0733" name="Rectangle 154">
              <a:extLst>
                <a:ext uri="{FF2B5EF4-FFF2-40B4-BE49-F238E27FC236}">
                  <a16:creationId xmlns:a16="http://schemas.microsoft.com/office/drawing/2014/main" id="{9E4F606D-B9BE-3402-AD93-A851ECD4961E}"/>
                </a:ext>
              </a:extLst>
            </p:cNvPr>
            <p:cNvSpPr>
              <a:spLocks noChangeArrowheads="1"/>
            </p:cNvSpPr>
            <p:nvPr/>
          </p:nvSpPr>
          <p:spPr bwMode="auto">
            <a:xfrm>
              <a:off x="3687" y="1344"/>
              <a:ext cx="28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Wr</a:t>
              </a:r>
            </a:p>
          </p:txBody>
        </p:sp>
      </p:grpSp>
      <p:sp>
        <p:nvSpPr>
          <p:cNvPr id="30734" name="Rectangle 156">
            <a:extLst>
              <a:ext uri="{FF2B5EF4-FFF2-40B4-BE49-F238E27FC236}">
                <a16:creationId xmlns:a16="http://schemas.microsoft.com/office/drawing/2014/main" id="{74810313-F373-CA5D-7F6E-86B22CA1DC3E}"/>
              </a:ext>
            </a:extLst>
          </p:cNvPr>
          <p:cNvSpPr>
            <a:spLocks noChangeArrowheads="1"/>
          </p:cNvSpPr>
          <p:nvPr/>
        </p:nvSpPr>
        <p:spPr bwMode="auto">
          <a:xfrm>
            <a:off x="1471613" y="1023938"/>
            <a:ext cx="8207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U-type</a:t>
            </a:r>
          </a:p>
        </p:txBody>
      </p:sp>
      <p:sp>
        <p:nvSpPr>
          <p:cNvPr id="30735" name="Rectangle 171">
            <a:extLst>
              <a:ext uri="{FF2B5EF4-FFF2-40B4-BE49-F238E27FC236}">
                <a16:creationId xmlns:a16="http://schemas.microsoft.com/office/drawing/2014/main" id="{8D87A844-A980-E419-9FBB-E8BB436D7A5E}"/>
              </a:ext>
            </a:extLst>
          </p:cNvPr>
          <p:cNvSpPr>
            <a:spLocks noChangeArrowheads="1"/>
          </p:cNvSpPr>
          <p:nvPr/>
        </p:nvSpPr>
        <p:spPr bwMode="auto">
          <a:xfrm>
            <a:off x="26527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1</a:t>
            </a:r>
          </a:p>
        </p:txBody>
      </p:sp>
      <p:sp>
        <p:nvSpPr>
          <p:cNvPr id="30736" name="Rectangle 172">
            <a:extLst>
              <a:ext uri="{FF2B5EF4-FFF2-40B4-BE49-F238E27FC236}">
                <a16:creationId xmlns:a16="http://schemas.microsoft.com/office/drawing/2014/main" id="{EE8842E8-6DBD-B19D-99F6-A30A04B32A55}"/>
              </a:ext>
            </a:extLst>
          </p:cNvPr>
          <p:cNvSpPr>
            <a:spLocks noChangeArrowheads="1"/>
          </p:cNvSpPr>
          <p:nvPr/>
        </p:nvSpPr>
        <p:spPr bwMode="auto">
          <a:xfrm>
            <a:off x="35671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2</a:t>
            </a:r>
          </a:p>
        </p:txBody>
      </p:sp>
      <p:sp>
        <p:nvSpPr>
          <p:cNvPr id="30737" name="Rectangle 173">
            <a:extLst>
              <a:ext uri="{FF2B5EF4-FFF2-40B4-BE49-F238E27FC236}">
                <a16:creationId xmlns:a16="http://schemas.microsoft.com/office/drawing/2014/main" id="{2BE6CA98-299D-40AF-41F5-391F09724D6C}"/>
              </a:ext>
            </a:extLst>
          </p:cNvPr>
          <p:cNvSpPr>
            <a:spLocks noChangeArrowheads="1"/>
          </p:cNvSpPr>
          <p:nvPr/>
        </p:nvSpPr>
        <p:spPr bwMode="auto">
          <a:xfrm>
            <a:off x="43291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3</a:t>
            </a:r>
          </a:p>
        </p:txBody>
      </p:sp>
      <p:sp>
        <p:nvSpPr>
          <p:cNvPr id="30738" name="Rectangle 174">
            <a:extLst>
              <a:ext uri="{FF2B5EF4-FFF2-40B4-BE49-F238E27FC236}">
                <a16:creationId xmlns:a16="http://schemas.microsoft.com/office/drawing/2014/main" id="{EF1AD50B-6212-9CDE-B881-341EF89C5BC4}"/>
              </a:ext>
            </a:extLst>
          </p:cNvPr>
          <p:cNvSpPr>
            <a:spLocks noChangeArrowheads="1"/>
          </p:cNvSpPr>
          <p:nvPr/>
        </p:nvSpPr>
        <p:spPr bwMode="auto">
          <a:xfrm>
            <a:off x="51673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4</a:t>
            </a:r>
          </a:p>
        </p:txBody>
      </p:sp>
      <p:sp>
        <p:nvSpPr>
          <p:cNvPr id="30739" name="Rectangle 175">
            <a:extLst>
              <a:ext uri="{FF2B5EF4-FFF2-40B4-BE49-F238E27FC236}">
                <a16:creationId xmlns:a16="http://schemas.microsoft.com/office/drawing/2014/main" id="{8C011F70-F001-A51B-0C37-34F4416F1DD8}"/>
              </a:ext>
            </a:extLst>
          </p:cNvPr>
          <p:cNvSpPr>
            <a:spLocks noChangeArrowheads="1"/>
          </p:cNvSpPr>
          <p:nvPr/>
        </p:nvSpPr>
        <p:spPr bwMode="auto">
          <a:xfrm>
            <a:off x="6005513" y="75723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ea typeface="宋体" panose="02010600030101010101" pitchFamily="2" charset="-122"/>
              </a:rPr>
              <a:t>5</a:t>
            </a:r>
          </a:p>
        </p:txBody>
      </p:sp>
      <p:grpSp>
        <p:nvGrpSpPr>
          <p:cNvPr id="30740" name="Group 179">
            <a:extLst>
              <a:ext uri="{FF2B5EF4-FFF2-40B4-BE49-F238E27FC236}">
                <a16:creationId xmlns:a16="http://schemas.microsoft.com/office/drawing/2014/main" id="{D4351003-D9B4-8374-3450-24E45B8CBD18}"/>
              </a:ext>
            </a:extLst>
          </p:cNvPr>
          <p:cNvGrpSpPr>
            <a:grpSpLocks/>
          </p:cNvGrpSpPr>
          <p:nvPr/>
        </p:nvGrpSpPr>
        <p:grpSpPr bwMode="auto">
          <a:xfrm>
            <a:off x="4894263" y="1065213"/>
            <a:ext cx="812800" cy="333375"/>
            <a:chOff x="3080" y="1344"/>
            <a:chExt cx="512" cy="210"/>
          </a:xfrm>
        </p:grpSpPr>
        <p:sp>
          <p:nvSpPr>
            <p:cNvPr id="30741" name="Rectangle 180">
              <a:extLst>
                <a:ext uri="{FF2B5EF4-FFF2-40B4-BE49-F238E27FC236}">
                  <a16:creationId xmlns:a16="http://schemas.microsoft.com/office/drawing/2014/main" id="{A513C4A1-B6E5-BE13-5601-881307EFFBEB}"/>
                </a:ext>
              </a:extLst>
            </p:cNvPr>
            <p:cNvSpPr>
              <a:spLocks noChangeArrowheads="1"/>
            </p:cNvSpPr>
            <p:nvPr/>
          </p:nvSpPr>
          <p:spPr bwMode="auto">
            <a:xfrm>
              <a:off x="3080" y="1352"/>
              <a:ext cx="512" cy="176"/>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0742" name="Rectangle 181">
              <a:extLst>
                <a:ext uri="{FF2B5EF4-FFF2-40B4-BE49-F238E27FC236}">
                  <a16:creationId xmlns:a16="http://schemas.microsoft.com/office/drawing/2014/main" id="{90421370-F9AF-137B-7CE0-1572EDFB9F50}"/>
                </a:ext>
              </a:extLst>
            </p:cNvPr>
            <p:cNvSpPr>
              <a:spLocks noChangeArrowheads="1"/>
            </p:cNvSpPr>
            <p:nvPr/>
          </p:nvSpPr>
          <p:spPr bwMode="auto">
            <a:xfrm>
              <a:off x="3159" y="1344"/>
              <a:ext cx="40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Mem</a:t>
              </a:r>
            </a:p>
          </p:txBody>
        </p:sp>
      </p:grpSp>
      <p:grpSp>
        <p:nvGrpSpPr>
          <p:cNvPr id="7" name="Group 203">
            <a:extLst>
              <a:ext uri="{FF2B5EF4-FFF2-40B4-BE49-F238E27FC236}">
                <a16:creationId xmlns:a16="http://schemas.microsoft.com/office/drawing/2014/main" id="{48BA19AF-EBCE-9C7D-A19C-0465A15CE082}"/>
              </a:ext>
            </a:extLst>
          </p:cNvPr>
          <p:cNvGrpSpPr>
            <a:grpSpLocks/>
          </p:cNvGrpSpPr>
          <p:nvPr/>
        </p:nvGrpSpPr>
        <p:grpSpPr bwMode="auto">
          <a:xfrm>
            <a:off x="4889500" y="527050"/>
            <a:ext cx="1843088" cy="828675"/>
            <a:chOff x="3080" y="890"/>
            <a:chExt cx="1161" cy="522"/>
          </a:xfrm>
        </p:grpSpPr>
        <p:sp>
          <p:nvSpPr>
            <p:cNvPr id="30744" name="Freeform 193">
              <a:extLst>
                <a:ext uri="{FF2B5EF4-FFF2-40B4-BE49-F238E27FC236}">
                  <a16:creationId xmlns:a16="http://schemas.microsoft.com/office/drawing/2014/main" id="{76A62C21-0752-E5B3-9D64-FF537209C577}"/>
                </a:ext>
              </a:extLst>
            </p:cNvPr>
            <p:cNvSpPr>
              <a:spLocks noChangeArrowheads="1"/>
            </p:cNvSpPr>
            <p:nvPr/>
          </p:nvSpPr>
          <p:spPr bwMode="auto">
            <a:xfrm>
              <a:off x="3452" y="1009"/>
              <a:ext cx="391" cy="218"/>
            </a:xfrm>
            <a:custGeom>
              <a:avLst/>
              <a:gdLst>
                <a:gd name="T0" fmla="*/ 0 w 174"/>
                <a:gd name="T1" fmla="*/ 250 h 250"/>
                <a:gd name="T2" fmla="*/ 43 w 174"/>
                <a:gd name="T3" fmla="*/ 87 h 250"/>
                <a:gd name="T4" fmla="*/ 152 w 174"/>
                <a:gd name="T5" fmla="*/ 98 h 250"/>
                <a:gd name="T6" fmla="*/ 109 w 174"/>
                <a:gd name="T7" fmla="*/ 163 h 250"/>
                <a:gd name="T8" fmla="*/ 54 w 174"/>
                <a:gd name="T9" fmla="*/ 54 h 250"/>
                <a:gd name="T10" fmla="*/ 174 w 174"/>
                <a:gd name="T11" fmla="*/ 0 h 250"/>
              </a:gdLst>
              <a:ahLst/>
              <a:cxnLst>
                <a:cxn ang="0">
                  <a:pos x="T0" y="T1"/>
                </a:cxn>
                <a:cxn ang="0">
                  <a:pos x="T2" y="T3"/>
                </a:cxn>
                <a:cxn ang="0">
                  <a:pos x="T4" y="T5"/>
                </a:cxn>
                <a:cxn ang="0">
                  <a:pos x="T6" y="T7"/>
                </a:cxn>
                <a:cxn ang="0">
                  <a:pos x="T8" y="T9"/>
                </a:cxn>
                <a:cxn ang="0">
                  <a:pos x="T10" y="T11"/>
                </a:cxn>
              </a:cxnLst>
              <a:rect l="0" t="0" r="r" b="b"/>
              <a:pathLst>
                <a:path w="174" h="250">
                  <a:moveTo>
                    <a:pt x="0" y="250"/>
                  </a:moveTo>
                  <a:cubicBezTo>
                    <a:pt x="9" y="181"/>
                    <a:pt x="18" y="112"/>
                    <a:pt x="43" y="87"/>
                  </a:cubicBezTo>
                  <a:cubicBezTo>
                    <a:pt x="68" y="62"/>
                    <a:pt x="141" y="85"/>
                    <a:pt x="152" y="98"/>
                  </a:cubicBezTo>
                  <a:cubicBezTo>
                    <a:pt x="163" y="111"/>
                    <a:pt x="125" y="170"/>
                    <a:pt x="109" y="163"/>
                  </a:cubicBezTo>
                  <a:cubicBezTo>
                    <a:pt x="93" y="156"/>
                    <a:pt x="43" y="81"/>
                    <a:pt x="54" y="54"/>
                  </a:cubicBezTo>
                  <a:cubicBezTo>
                    <a:pt x="65" y="27"/>
                    <a:pt x="119" y="13"/>
                    <a:pt x="174" y="0"/>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30745" name="Group 201">
              <a:extLst>
                <a:ext uri="{FF2B5EF4-FFF2-40B4-BE49-F238E27FC236}">
                  <a16:creationId xmlns:a16="http://schemas.microsoft.com/office/drawing/2014/main" id="{1A83C768-E47A-62B5-2B2D-790F6FBDDF5B}"/>
                </a:ext>
              </a:extLst>
            </p:cNvPr>
            <p:cNvGrpSpPr>
              <a:grpSpLocks/>
            </p:cNvGrpSpPr>
            <p:nvPr/>
          </p:nvGrpSpPr>
          <p:grpSpPr bwMode="auto">
            <a:xfrm>
              <a:off x="3080" y="890"/>
              <a:ext cx="1161" cy="522"/>
              <a:chOff x="3373" y="1311"/>
              <a:chExt cx="1161" cy="522"/>
            </a:xfrm>
          </p:grpSpPr>
          <p:sp>
            <p:nvSpPr>
              <p:cNvPr id="30746" name="Text Box 194">
                <a:extLst>
                  <a:ext uri="{FF2B5EF4-FFF2-40B4-BE49-F238E27FC236}">
                    <a16:creationId xmlns:a16="http://schemas.microsoft.com/office/drawing/2014/main" id="{FB64EB55-DF38-ED84-E8DB-F6515E653B78}"/>
                  </a:ext>
                </a:extLst>
              </p:cNvPr>
              <p:cNvSpPr txBox="1">
                <a:spLocks noChangeArrowheads="1"/>
              </p:cNvSpPr>
              <p:nvPr/>
            </p:nvSpPr>
            <p:spPr bwMode="auto">
              <a:xfrm>
                <a:off x="4099" y="1311"/>
                <a:ext cx="4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a:latin typeface="Arial" panose="020B0604020202020204" pitchFamily="34" charset="0"/>
                    <a:ea typeface="宋体" panose="02010600030101010101" pitchFamily="2" charset="-122"/>
                  </a:rPr>
                  <a:t>NOP!</a:t>
                </a:r>
              </a:p>
            </p:txBody>
          </p:sp>
          <p:sp>
            <p:nvSpPr>
              <p:cNvPr id="30747" name="Rectangle 199">
                <a:extLst>
                  <a:ext uri="{FF2B5EF4-FFF2-40B4-BE49-F238E27FC236}">
                    <a16:creationId xmlns:a16="http://schemas.microsoft.com/office/drawing/2014/main" id="{F0B40669-6438-97A8-384C-79AC61545A61}"/>
                  </a:ext>
                </a:extLst>
              </p:cNvPr>
              <p:cNvSpPr>
                <a:spLocks noChangeArrowheads="1"/>
              </p:cNvSpPr>
              <p:nvPr/>
            </p:nvSpPr>
            <p:spPr bwMode="auto">
              <a:xfrm>
                <a:off x="3373" y="1659"/>
                <a:ext cx="530" cy="174"/>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grpSp>
      </p:grpSp>
      <p:sp>
        <p:nvSpPr>
          <p:cNvPr id="30748" name="TextBox 55">
            <a:extLst>
              <a:ext uri="{FF2B5EF4-FFF2-40B4-BE49-F238E27FC236}">
                <a16:creationId xmlns:a16="http://schemas.microsoft.com/office/drawing/2014/main" id="{6ACA7AA4-7B65-FFFA-4A75-4D4CB76E22EF}"/>
              </a:ext>
            </a:extLst>
          </p:cNvPr>
          <p:cNvSpPr txBox="1">
            <a:spLocks noChangeArrowheads="1"/>
          </p:cNvSpPr>
          <p:nvPr/>
        </p:nvSpPr>
        <p:spPr bwMode="auto">
          <a:xfrm>
            <a:off x="5018088" y="63500"/>
            <a:ext cx="2862262" cy="4619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solidFill>
                  <a:schemeClr val="accent2"/>
                </a:solidFill>
                <a:latin typeface="微软雅黑" panose="020B0503020204020204" pitchFamily="34" charset="-122"/>
                <a:ea typeface="微软雅黑" panose="020B0503020204020204" pitchFamily="34" charset="-122"/>
              </a:rPr>
              <a:t>例：</a:t>
            </a:r>
            <a:r>
              <a:rPr lang="en-US" altLang="zh-CN" sz="2400">
                <a:solidFill>
                  <a:schemeClr val="accent2"/>
                </a:solidFill>
                <a:latin typeface="微软雅黑" panose="020B0503020204020204" pitchFamily="34" charset="-122"/>
                <a:ea typeface="微软雅黑" panose="020B0503020204020204" pitchFamily="34" charset="-122"/>
              </a:rPr>
              <a:t>lui rd, imm20</a:t>
            </a:r>
            <a:endParaRPr lang="zh-CN" altLang="en-US" sz="2400">
              <a:solidFill>
                <a:schemeClr val="accent2"/>
              </a:solidFill>
              <a:latin typeface="微软雅黑" panose="020B0503020204020204" pitchFamily="34" charset="-122"/>
              <a:ea typeface="微软雅黑" panose="020B0503020204020204" pitchFamily="34" charset="-122"/>
            </a:endParaRPr>
          </a:p>
        </p:txBody>
      </p:sp>
      <p:sp>
        <p:nvSpPr>
          <p:cNvPr id="190" name="Rectangle 3">
            <a:extLst>
              <a:ext uri="{FF2B5EF4-FFF2-40B4-BE49-F238E27FC236}">
                <a16:creationId xmlns:a16="http://schemas.microsoft.com/office/drawing/2014/main" id="{8FD462DB-831B-D31E-CE76-17F7A75DAC01}"/>
              </a:ext>
            </a:extLst>
          </p:cNvPr>
          <p:cNvSpPr txBox="1">
            <a:spLocks noChangeArrowheads="1"/>
          </p:cNvSpPr>
          <p:nvPr/>
        </p:nvSpPr>
        <p:spPr bwMode="auto">
          <a:xfrm>
            <a:off x="561975" y="2087563"/>
            <a:ext cx="8347075" cy="375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203200" indent="-2032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a:lnSpc>
                <a:spcPct val="135000"/>
              </a:lnSpc>
              <a:spcBef>
                <a:spcPct val="30000"/>
              </a:spcBef>
              <a:buFont typeface="Times New Roman" panose="02020603050405020304" pitchFamily="18" charset="0"/>
              <a:buChar char="°"/>
            </a:pPr>
            <a:r>
              <a:rPr lang="en-US" altLang="zh-CN" sz="2200">
                <a:solidFill>
                  <a:srgbClr val="CC0000"/>
                </a:solidFill>
                <a:latin typeface="Arial" panose="020B0604020202020204" pitchFamily="34" charset="0"/>
                <a:ea typeface="黑体" panose="02010609060101010101" pitchFamily="49" charset="-122"/>
              </a:rPr>
              <a:t>Ifetch</a:t>
            </a:r>
            <a:r>
              <a:rPr lang="zh-CN" altLang="en-US" sz="2200">
                <a:solidFill>
                  <a:srgbClr val="CC0000"/>
                </a:solidFill>
                <a:latin typeface="Arial" panose="020B0604020202020204" pitchFamily="34" charset="0"/>
                <a:ea typeface="黑体" panose="02010609060101010101" pitchFamily="49" charset="-122"/>
              </a:rPr>
              <a:t>：</a:t>
            </a:r>
            <a:r>
              <a:rPr lang="zh-CN" altLang="en-US" sz="2200">
                <a:latin typeface="Arial" panose="020B0604020202020204" pitchFamily="34" charset="0"/>
                <a:ea typeface="黑体" panose="02010609060101010101" pitchFamily="49" charset="-122"/>
              </a:rPr>
              <a:t>取指令并计算</a:t>
            </a:r>
            <a:r>
              <a:rPr lang="en-US" altLang="zh-CN" sz="2200">
                <a:latin typeface="Arial" panose="020B0604020202020204" pitchFamily="34" charset="0"/>
                <a:ea typeface="黑体" panose="02010609060101010101" pitchFamily="49" charset="-122"/>
              </a:rPr>
              <a:t>PC+4</a:t>
            </a:r>
            <a:r>
              <a:rPr lang="zh-CN" altLang="en-US" sz="2200">
                <a:latin typeface="Arial" panose="020B0604020202020204" pitchFamily="34" charset="0"/>
                <a:ea typeface="黑体" panose="02010609060101010101" pitchFamily="49" charset="-122"/>
              </a:rPr>
              <a:t> （写入</a:t>
            </a:r>
            <a:r>
              <a:rPr lang="en-US" altLang="zh-CN" sz="2200">
                <a:latin typeface="Arial" panose="020B0604020202020204" pitchFamily="34" charset="0"/>
                <a:ea typeface="黑体" panose="02010609060101010101" pitchFamily="49" charset="-122"/>
              </a:rPr>
              <a:t>PC</a:t>
            </a:r>
            <a:r>
              <a:rPr lang="zh-CN" altLang="en-US" sz="2200">
                <a:latin typeface="Arial" panose="020B0604020202020204" pitchFamily="34" charset="0"/>
                <a:ea typeface="黑体" panose="02010609060101010101" pitchFamily="49" charset="-122"/>
              </a:rPr>
              <a:t>）</a:t>
            </a:r>
          </a:p>
          <a:p>
            <a:pPr>
              <a:lnSpc>
                <a:spcPct val="135000"/>
              </a:lnSpc>
              <a:spcBef>
                <a:spcPct val="30000"/>
              </a:spcBef>
              <a:buFont typeface="Times New Roman" panose="02020603050405020304" pitchFamily="18" charset="0"/>
              <a:buChar char="°"/>
            </a:pPr>
            <a:r>
              <a:rPr lang="en-US" altLang="zh-CN" sz="2200">
                <a:solidFill>
                  <a:srgbClr val="CC0000"/>
                </a:solidFill>
                <a:latin typeface="Arial" panose="020B0604020202020204" pitchFamily="34" charset="0"/>
                <a:ea typeface="黑体" panose="02010609060101010101" pitchFamily="49" charset="-122"/>
              </a:rPr>
              <a:t>Reg/Dec</a:t>
            </a:r>
            <a:r>
              <a:rPr lang="zh-CN" altLang="en-US" sz="2200">
                <a:solidFill>
                  <a:srgbClr val="CC0000"/>
                </a:solidFill>
                <a:latin typeface="Arial" panose="020B0604020202020204" pitchFamily="34" charset="0"/>
                <a:ea typeface="黑体" panose="02010609060101010101" pitchFamily="49" charset="-122"/>
              </a:rPr>
              <a:t>：</a:t>
            </a:r>
            <a:r>
              <a:rPr lang="zh-CN" altLang="en-US" sz="2200">
                <a:latin typeface="Arial" panose="020B0604020202020204" pitchFamily="34" charset="0"/>
                <a:ea typeface="黑体" panose="02010609060101010101" pitchFamily="49" charset="-122"/>
              </a:rPr>
              <a:t> 指令在译码器进行译码</a:t>
            </a:r>
          </a:p>
          <a:p>
            <a:pPr>
              <a:lnSpc>
                <a:spcPct val="135000"/>
              </a:lnSpc>
              <a:spcBef>
                <a:spcPct val="30000"/>
              </a:spcBef>
              <a:buFont typeface="Times New Roman" panose="02020603050405020304" pitchFamily="18" charset="0"/>
              <a:buChar char="°"/>
            </a:pPr>
            <a:r>
              <a:rPr lang="en-US" altLang="zh-CN" sz="2200">
                <a:solidFill>
                  <a:srgbClr val="CC0000"/>
                </a:solidFill>
                <a:latin typeface="Arial" panose="020B0604020202020204" pitchFamily="34" charset="0"/>
                <a:ea typeface="黑体" panose="02010609060101010101" pitchFamily="49" charset="-122"/>
              </a:rPr>
              <a:t>Exec</a:t>
            </a:r>
            <a:r>
              <a:rPr lang="zh-CN" altLang="en-US" sz="2200">
                <a:solidFill>
                  <a:srgbClr val="CC0000"/>
                </a:solidFill>
                <a:latin typeface="Arial" panose="020B0604020202020204" pitchFamily="34" charset="0"/>
                <a:ea typeface="黑体" panose="02010609060101010101" pitchFamily="49" charset="-122"/>
              </a:rPr>
              <a:t>：</a:t>
            </a:r>
            <a:r>
              <a:rPr lang="zh-CN" altLang="en-US" sz="2200">
                <a:solidFill>
                  <a:schemeClr val="accent2"/>
                </a:solidFill>
                <a:latin typeface="Arial" panose="020B0604020202020204" pitchFamily="34" charset="0"/>
                <a:ea typeface="黑体" panose="02010609060101010101" pitchFamily="49" charset="-122"/>
              </a:rPr>
              <a:t>将</a:t>
            </a:r>
            <a:r>
              <a:rPr lang="en-US" altLang="zh-CN" sz="2200">
                <a:solidFill>
                  <a:schemeClr val="accent2"/>
                </a:solidFill>
                <a:latin typeface="Arial" panose="020B0604020202020204" pitchFamily="34" charset="0"/>
                <a:ea typeface="黑体" panose="02010609060101010101" pitchFamily="49" charset="-122"/>
              </a:rPr>
              <a:t>20</a:t>
            </a:r>
            <a:r>
              <a:rPr lang="zh-CN" altLang="en-US" sz="2200">
                <a:solidFill>
                  <a:schemeClr val="accent2"/>
                </a:solidFill>
                <a:latin typeface="Arial" panose="020B0604020202020204" pitchFamily="34" charset="0"/>
                <a:ea typeface="黑体" panose="02010609060101010101" pitchFamily="49" charset="-122"/>
              </a:rPr>
              <a:t>位立即数（</a:t>
            </a:r>
            <a:r>
              <a:rPr lang="en-US" altLang="zh-CN" sz="2200">
                <a:solidFill>
                  <a:schemeClr val="accent2"/>
                </a:solidFill>
                <a:latin typeface="Arial" panose="020B0604020202020204" pitchFamily="34" charset="0"/>
                <a:ea typeface="黑体" panose="02010609060101010101" pitchFamily="49" charset="-122"/>
              </a:rPr>
              <a:t>imm20</a:t>
            </a:r>
            <a:r>
              <a:rPr lang="zh-CN" altLang="en-US" sz="2200">
                <a:solidFill>
                  <a:schemeClr val="accent2"/>
                </a:solidFill>
                <a:latin typeface="Arial" panose="020B0604020202020204" pitchFamily="34" charset="0"/>
                <a:ea typeface="黑体" panose="02010609060101010101" pitchFamily="49" charset="-122"/>
              </a:rPr>
              <a:t>）末尾补</a:t>
            </a:r>
            <a:r>
              <a:rPr lang="en-US" altLang="zh-CN" sz="2200">
                <a:solidFill>
                  <a:schemeClr val="accent2"/>
                </a:solidFill>
                <a:latin typeface="Arial" panose="020B0604020202020204" pitchFamily="34" charset="0"/>
                <a:ea typeface="黑体" panose="02010609060101010101" pitchFamily="49" charset="-122"/>
              </a:rPr>
              <a:t>0</a:t>
            </a:r>
            <a:r>
              <a:rPr lang="zh-CN" altLang="en-US" sz="2200">
                <a:solidFill>
                  <a:schemeClr val="accent2"/>
                </a:solidFill>
                <a:latin typeface="Arial" panose="020B0604020202020204" pitchFamily="34" charset="0"/>
                <a:ea typeface="黑体" panose="02010609060101010101" pitchFamily="49" charset="-122"/>
              </a:rPr>
              <a:t>后形成</a:t>
            </a:r>
            <a:r>
              <a:rPr lang="en-US" altLang="zh-CN" sz="2200">
                <a:solidFill>
                  <a:schemeClr val="accent2"/>
                </a:solidFill>
                <a:latin typeface="Arial" panose="020B0604020202020204" pitchFamily="34" charset="0"/>
                <a:ea typeface="黑体" panose="02010609060101010101" pitchFamily="49" charset="-122"/>
              </a:rPr>
              <a:t>32</a:t>
            </a:r>
            <a:r>
              <a:rPr lang="zh-CN" altLang="en-US" sz="2200">
                <a:solidFill>
                  <a:schemeClr val="accent2"/>
                </a:solidFill>
                <a:latin typeface="Arial" panose="020B0604020202020204" pitchFamily="34" charset="0"/>
                <a:ea typeface="黑体" panose="02010609060101010101" pitchFamily="49" charset="-122"/>
              </a:rPr>
              <a:t>位数据直接送到</a:t>
            </a:r>
            <a:r>
              <a:rPr lang="en-US" altLang="zh-CN" sz="2200">
                <a:solidFill>
                  <a:schemeClr val="accent2"/>
                </a:solidFill>
                <a:ea typeface="黑体" panose="02010609060101010101" pitchFamily="49" charset="-122"/>
              </a:rPr>
              <a:t>ALU</a:t>
            </a:r>
            <a:r>
              <a:rPr lang="zh-CN" altLang="en-US" sz="2200">
                <a:solidFill>
                  <a:schemeClr val="accent2"/>
                </a:solidFill>
                <a:latin typeface="Arial" panose="020B0604020202020204" pitchFamily="34" charset="0"/>
                <a:ea typeface="黑体" panose="02010609060101010101" pitchFamily="49" charset="-122"/>
              </a:rPr>
              <a:t>输出端</a:t>
            </a:r>
          </a:p>
          <a:p>
            <a:pPr>
              <a:lnSpc>
                <a:spcPct val="135000"/>
              </a:lnSpc>
              <a:spcBef>
                <a:spcPct val="30000"/>
              </a:spcBef>
              <a:buFont typeface="Times New Roman" panose="02020603050405020304" pitchFamily="18" charset="0"/>
              <a:buChar char="°"/>
            </a:pPr>
            <a:r>
              <a:rPr lang="en-US" altLang="zh-CN" sz="2200">
                <a:solidFill>
                  <a:srgbClr val="CC0000"/>
                </a:solidFill>
                <a:latin typeface="Arial" panose="020B0604020202020204" pitchFamily="34" charset="0"/>
                <a:ea typeface="黑体" panose="02010609060101010101" pitchFamily="49" charset="-122"/>
              </a:rPr>
              <a:t>Mem</a:t>
            </a:r>
            <a:r>
              <a:rPr lang="zh-CN" altLang="en-US" sz="2200">
                <a:solidFill>
                  <a:srgbClr val="CC0000"/>
                </a:solidFill>
                <a:latin typeface="Arial" panose="020B0604020202020204" pitchFamily="34" charset="0"/>
                <a:ea typeface="黑体" panose="02010609060101010101" pitchFamily="49" charset="-122"/>
              </a:rPr>
              <a:t>：空阶段</a:t>
            </a:r>
            <a:endParaRPr lang="en-US" altLang="zh-CN" sz="2200">
              <a:solidFill>
                <a:srgbClr val="CC0000"/>
              </a:solidFill>
              <a:latin typeface="Arial" panose="020B0604020202020204" pitchFamily="34" charset="0"/>
              <a:ea typeface="黑体" panose="02010609060101010101" pitchFamily="49" charset="-122"/>
            </a:endParaRPr>
          </a:p>
          <a:p>
            <a:pPr>
              <a:lnSpc>
                <a:spcPct val="135000"/>
              </a:lnSpc>
              <a:spcBef>
                <a:spcPct val="30000"/>
              </a:spcBef>
              <a:buFont typeface="Times New Roman" panose="02020603050405020304" pitchFamily="18" charset="0"/>
              <a:buChar char="°"/>
            </a:pPr>
            <a:r>
              <a:rPr lang="en-US" altLang="zh-CN" sz="2200">
                <a:solidFill>
                  <a:srgbClr val="CC0000"/>
                </a:solidFill>
                <a:ea typeface="宋体" panose="02010600030101010101" pitchFamily="2" charset="-122"/>
              </a:rPr>
              <a:t>Wr:</a:t>
            </a:r>
            <a:r>
              <a:rPr lang="en-US" altLang="zh-CN" sz="2200">
                <a:solidFill>
                  <a:schemeClr val="accent2"/>
                </a:solidFill>
                <a:ea typeface="宋体" panose="02010600030101010101" pitchFamily="2" charset="-122"/>
              </a:rPr>
              <a:t>  </a:t>
            </a:r>
            <a:r>
              <a:rPr lang="en-US" altLang="zh-CN" sz="2200">
                <a:ea typeface="黑体" panose="02010609060101010101" pitchFamily="49" charset="-122"/>
              </a:rPr>
              <a:t>ALU</a:t>
            </a:r>
            <a:r>
              <a:rPr lang="zh-CN" altLang="en-US" sz="2200">
                <a:ea typeface="黑体" panose="02010609060101010101" pitchFamily="49" charset="-122"/>
              </a:rPr>
              <a:t>输出端的结果写到寄存器（</a:t>
            </a:r>
            <a:r>
              <a:rPr lang="en-US" altLang="zh-CN" sz="2200">
                <a:ea typeface="黑体" panose="02010609060101010101" pitchFamily="49" charset="-122"/>
              </a:rPr>
              <a:t>rd</a:t>
            </a:r>
            <a:r>
              <a:rPr lang="zh-CN" altLang="en-US" sz="2200">
                <a:ea typeface="黑体" panose="02010609060101010101" pitchFamily="49" charset="-122"/>
              </a:rPr>
              <a:t>）</a:t>
            </a:r>
            <a:endParaRPr lang="zh-CN" altLang="en-US" sz="2000">
              <a:solidFill>
                <a:schemeClr val="accent2"/>
              </a:solidFill>
              <a:ea typeface="黑体" panose="02010609060101010101" pitchFamily="49" charset="-122"/>
            </a:endParaRPr>
          </a:p>
          <a:p>
            <a:pPr>
              <a:lnSpc>
                <a:spcPct val="135000"/>
              </a:lnSpc>
              <a:spcBef>
                <a:spcPct val="30000"/>
              </a:spcBef>
              <a:buFont typeface="Times New Roman" panose="02020603050405020304" pitchFamily="18" charset="0"/>
              <a:buChar char="°"/>
            </a:pPr>
            <a:endParaRPr lang="zh-CN" altLang="en-US" sz="2200">
              <a:latin typeface="Arial" panose="020B0604020202020204" pitchFamily="34" charset="0"/>
              <a:ea typeface="黑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0">
                                            <p:txEl>
                                              <p:pRg st="0" end="0"/>
                                            </p:txEl>
                                          </p:spTgt>
                                        </p:tgtEl>
                                        <p:attrNameLst>
                                          <p:attrName>style.visibility</p:attrName>
                                        </p:attrNameLst>
                                      </p:cBhvr>
                                      <p:to>
                                        <p:strVal val="visible"/>
                                      </p:to>
                                    </p:set>
                                    <p:animEffect transition="in" filter="blinds(horizontal)">
                                      <p:cBhvr>
                                        <p:cTn id="12" dur="500"/>
                                        <p:tgtEl>
                                          <p:spTgt spid="19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90">
                                            <p:txEl>
                                              <p:pRg st="1" end="1"/>
                                            </p:txEl>
                                          </p:spTgt>
                                        </p:tgtEl>
                                        <p:attrNameLst>
                                          <p:attrName>style.visibility</p:attrName>
                                        </p:attrNameLst>
                                      </p:cBhvr>
                                      <p:to>
                                        <p:strVal val="visible"/>
                                      </p:to>
                                    </p:set>
                                    <p:animEffect transition="in" filter="blinds(horizontal)">
                                      <p:cBhvr>
                                        <p:cTn id="17" dur="500"/>
                                        <p:tgtEl>
                                          <p:spTgt spid="190">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90">
                                            <p:txEl>
                                              <p:pRg st="2" end="2"/>
                                            </p:txEl>
                                          </p:spTgt>
                                        </p:tgtEl>
                                        <p:attrNameLst>
                                          <p:attrName>style.visibility</p:attrName>
                                        </p:attrNameLst>
                                      </p:cBhvr>
                                      <p:to>
                                        <p:strVal val="visible"/>
                                      </p:to>
                                    </p:set>
                                    <p:animEffect transition="in" filter="blinds(horizontal)">
                                      <p:cBhvr>
                                        <p:cTn id="22" dur="500"/>
                                        <p:tgtEl>
                                          <p:spTgt spid="190">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90">
                                            <p:txEl>
                                              <p:pRg st="3" end="3"/>
                                            </p:txEl>
                                          </p:spTgt>
                                        </p:tgtEl>
                                        <p:attrNameLst>
                                          <p:attrName>style.visibility</p:attrName>
                                        </p:attrNameLst>
                                      </p:cBhvr>
                                      <p:to>
                                        <p:strVal val="visible"/>
                                      </p:to>
                                    </p:set>
                                    <p:animEffect transition="in" filter="blinds(horizontal)">
                                      <p:cBhvr>
                                        <p:cTn id="27" dur="500"/>
                                        <p:tgtEl>
                                          <p:spTgt spid="190">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90">
                                            <p:txEl>
                                              <p:pRg st="4" end="4"/>
                                            </p:txEl>
                                          </p:spTgt>
                                        </p:tgtEl>
                                        <p:attrNameLst>
                                          <p:attrName>style.visibility</p:attrName>
                                        </p:attrNameLst>
                                      </p:cBhvr>
                                      <p:to>
                                        <p:strVal val="visible"/>
                                      </p:to>
                                    </p:set>
                                    <p:animEffect transition="in" filter="blinds(horizontal)">
                                      <p:cBhvr>
                                        <p:cTn id="32" dur="500"/>
                                        <p:tgtEl>
                                          <p:spTgt spid="19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F92BA464-B92E-C4E7-5732-7E98BCF2F056}"/>
              </a:ext>
            </a:extLst>
          </p:cNvPr>
          <p:cNvSpPr>
            <a:spLocks noGrp="1" noChangeArrowheads="1"/>
          </p:cNvSpPr>
          <p:nvPr>
            <p:ph type="title"/>
          </p:nvPr>
        </p:nvSpPr>
        <p:spPr>
          <a:xfrm>
            <a:off x="812800" y="177800"/>
            <a:ext cx="4745038" cy="368300"/>
          </a:xfrm>
        </p:spPr>
        <p:txBody>
          <a:bodyPr/>
          <a:lstStyle/>
          <a:p>
            <a:r>
              <a:rPr lang="en-US" altLang="zh-CN">
                <a:ea typeface="宋体" panose="02010600030101010101" pitchFamily="2" charset="-122"/>
              </a:rPr>
              <a:t>Beq</a:t>
            </a:r>
            <a:r>
              <a:rPr lang="zh-CN" altLang="en-US">
                <a:ea typeface="宋体" panose="02010600030101010101" pitchFamily="2" charset="-122"/>
              </a:rPr>
              <a:t>的四个阶段</a:t>
            </a:r>
            <a:endParaRPr lang="en-US" altLang="zh-CN">
              <a:ea typeface="宋体" panose="02010600030101010101" pitchFamily="2" charset="-122"/>
            </a:endParaRPr>
          </a:p>
        </p:txBody>
      </p:sp>
      <p:sp>
        <p:nvSpPr>
          <p:cNvPr id="38915" name="Rectangle 3">
            <a:extLst>
              <a:ext uri="{FF2B5EF4-FFF2-40B4-BE49-F238E27FC236}">
                <a16:creationId xmlns:a16="http://schemas.microsoft.com/office/drawing/2014/main" id="{4FB7C236-2AE8-E95E-86EA-F5CAB8EA7E1D}"/>
              </a:ext>
            </a:extLst>
          </p:cNvPr>
          <p:cNvSpPr>
            <a:spLocks noGrp="1" noChangeArrowheads="1"/>
          </p:cNvSpPr>
          <p:nvPr>
            <p:ph idx="1"/>
          </p:nvPr>
        </p:nvSpPr>
        <p:spPr>
          <a:xfrm>
            <a:off x="365125" y="2251075"/>
            <a:ext cx="8191500" cy="3043238"/>
          </a:xfrm>
        </p:spPr>
        <p:txBody>
          <a:bodyPr/>
          <a:lstStyle/>
          <a:p>
            <a:pPr>
              <a:lnSpc>
                <a:spcPct val="120000"/>
              </a:lnSpc>
              <a:spcBef>
                <a:spcPct val="20000"/>
              </a:spcBef>
            </a:pPr>
            <a:r>
              <a:rPr lang="en-US" altLang="zh-CN" sz="2000">
                <a:solidFill>
                  <a:srgbClr val="CC0000"/>
                </a:solidFill>
                <a:ea typeface="黑体" panose="02010609060101010101" pitchFamily="49" charset="-122"/>
              </a:rPr>
              <a:t>Ifetch: </a:t>
            </a:r>
            <a:r>
              <a:rPr lang="zh-CN" altLang="en-US" sz="2000">
                <a:ea typeface="黑体" panose="02010609060101010101" pitchFamily="49" charset="-122"/>
              </a:rPr>
              <a:t>取指令并计算</a:t>
            </a:r>
            <a:r>
              <a:rPr lang="en-US" altLang="zh-CN" sz="2000">
                <a:ea typeface="黑体" panose="02010609060101010101" pitchFamily="49" charset="-122"/>
              </a:rPr>
              <a:t>PC+4</a:t>
            </a:r>
            <a:r>
              <a:rPr lang="zh-CN" altLang="en-US" sz="2000">
                <a:ea typeface="黑体" panose="02010609060101010101" pitchFamily="49" charset="-122"/>
              </a:rPr>
              <a:t> （写入</a:t>
            </a:r>
            <a:r>
              <a:rPr lang="en-US" altLang="zh-CN" sz="2000">
                <a:ea typeface="黑体" panose="02010609060101010101" pitchFamily="49" charset="-122"/>
              </a:rPr>
              <a:t>PC</a:t>
            </a:r>
            <a:r>
              <a:rPr lang="zh-CN" altLang="en-US" sz="2000">
                <a:ea typeface="黑体" panose="02010609060101010101" pitchFamily="49" charset="-122"/>
              </a:rPr>
              <a:t>，但后续</a:t>
            </a:r>
            <a:r>
              <a:rPr lang="zh-CN" altLang="en-US" sz="2000">
                <a:solidFill>
                  <a:schemeClr val="accent1"/>
                </a:solidFill>
                <a:ea typeface="黑体" panose="02010609060101010101" pitchFamily="49" charset="-122"/>
              </a:rPr>
              <a:t>可能</a:t>
            </a:r>
            <a:r>
              <a:rPr lang="zh-CN" altLang="en-US" sz="2000">
                <a:ea typeface="黑体" panose="02010609060101010101" pitchFamily="49" charset="-122"/>
              </a:rPr>
              <a:t>需要修改</a:t>
            </a:r>
            <a:r>
              <a:rPr lang="en-US" altLang="zh-CN" sz="2000">
                <a:ea typeface="黑体" panose="02010609060101010101" pitchFamily="49" charset="-122"/>
              </a:rPr>
              <a:t>PC</a:t>
            </a:r>
            <a:r>
              <a:rPr lang="zh-CN" altLang="en-US" sz="2000">
                <a:ea typeface="黑体" panose="02010609060101010101" pitchFamily="49" charset="-122"/>
              </a:rPr>
              <a:t>）</a:t>
            </a:r>
          </a:p>
          <a:p>
            <a:pPr>
              <a:lnSpc>
                <a:spcPct val="120000"/>
              </a:lnSpc>
              <a:spcBef>
                <a:spcPct val="20000"/>
              </a:spcBef>
            </a:pPr>
            <a:r>
              <a:rPr lang="en-US" altLang="zh-CN" sz="2000">
                <a:solidFill>
                  <a:srgbClr val="CC0000"/>
                </a:solidFill>
                <a:ea typeface="黑体" panose="02010609060101010101" pitchFamily="49" charset="-122"/>
              </a:rPr>
              <a:t>Reg/Dec:</a:t>
            </a:r>
            <a:r>
              <a:rPr lang="zh-CN" altLang="en-US" sz="2000">
                <a:ea typeface="黑体" panose="02010609060101010101" pitchFamily="49" charset="-122"/>
              </a:rPr>
              <a:t>从寄存器（</a:t>
            </a:r>
            <a:r>
              <a:rPr lang="en-US" altLang="zh-CN" sz="2000">
                <a:ea typeface="黑体" panose="02010609060101010101" pitchFamily="49" charset="-122"/>
              </a:rPr>
              <a:t>rs1</a:t>
            </a:r>
            <a:r>
              <a:rPr lang="zh-CN" altLang="en-US" sz="2000">
                <a:ea typeface="黑体" panose="02010609060101010101" pitchFamily="49" charset="-122"/>
              </a:rPr>
              <a:t>，</a:t>
            </a:r>
            <a:r>
              <a:rPr lang="en-US" altLang="zh-CN" sz="2000">
                <a:ea typeface="黑体" panose="02010609060101010101" pitchFamily="49" charset="-122"/>
              </a:rPr>
              <a:t>rs2</a:t>
            </a:r>
            <a:r>
              <a:rPr lang="zh-CN" altLang="en-US" sz="2000">
                <a:ea typeface="黑体" panose="02010609060101010101" pitchFamily="49" charset="-122"/>
              </a:rPr>
              <a:t>）取数，同时指令在译码器进行译码</a:t>
            </a:r>
            <a:endParaRPr lang="en-US" altLang="zh-CN" sz="2000">
              <a:ea typeface="黑体" panose="02010609060101010101" pitchFamily="49" charset="-122"/>
            </a:endParaRPr>
          </a:p>
          <a:p>
            <a:pPr>
              <a:lnSpc>
                <a:spcPct val="120000"/>
              </a:lnSpc>
              <a:spcBef>
                <a:spcPct val="20000"/>
              </a:spcBef>
            </a:pPr>
            <a:r>
              <a:rPr lang="en-US" altLang="zh-CN" sz="2000">
                <a:solidFill>
                  <a:srgbClr val="CC0000"/>
                </a:solidFill>
                <a:ea typeface="黑体" panose="02010609060101010101" pitchFamily="49" charset="-122"/>
              </a:rPr>
              <a:t>Exec:</a:t>
            </a:r>
            <a:r>
              <a:rPr lang="en-US" altLang="zh-CN" sz="2000">
                <a:ea typeface="黑体" panose="02010609060101010101" pitchFamily="49" charset="-122"/>
              </a:rPr>
              <a:t>  </a:t>
            </a:r>
            <a:r>
              <a:rPr lang="zh-CN" altLang="en-US" sz="2000">
                <a:ea typeface="黑体" panose="02010609060101010101" pitchFamily="49" charset="-122"/>
              </a:rPr>
              <a:t>执行阶段</a:t>
            </a:r>
          </a:p>
          <a:p>
            <a:pPr lvl="1">
              <a:lnSpc>
                <a:spcPct val="120000"/>
              </a:lnSpc>
              <a:spcBef>
                <a:spcPct val="20000"/>
              </a:spcBef>
            </a:pPr>
            <a:r>
              <a:rPr lang="en-US" altLang="zh-CN" sz="2000">
                <a:ea typeface="黑体" panose="02010609060101010101" pitchFamily="49" charset="-122"/>
              </a:rPr>
              <a:t>ALU</a:t>
            </a:r>
            <a:r>
              <a:rPr lang="zh-CN" altLang="en-US" sz="2000">
                <a:ea typeface="黑体" panose="02010609060101010101" pitchFamily="49" charset="-122"/>
              </a:rPr>
              <a:t>中比较两个寄存器（</a:t>
            </a:r>
            <a:r>
              <a:rPr lang="en-US" altLang="zh-CN" sz="2000">
                <a:ea typeface="黑体" panose="02010609060101010101" pitchFamily="49" charset="-122"/>
              </a:rPr>
              <a:t>rs1</a:t>
            </a:r>
            <a:r>
              <a:rPr lang="zh-CN" altLang="en-US" sz="2000">
                <a:ea typeface="黑体" panose="02010609060101010101" pitchFamily="49" charset="-122"/>
              </a:rPr>
              <a:t>，</a:t>
            </a:r>
            <a:r>
              <a:rPr lang="en-US" altLang="zh-CN" sz="2000">
                <a:ea typeface="黑体" panose="02010609060101010101" pitchFamily="49" charset="-122"/>
              </a:rPr>
              <a:t>rs2</a:t>
            </a:r>
            <a:r>
              <a:rPr lang="zh-CN" altLang="en-US" sz="2000">
                <a:ea typeface="黑体" panose="02010609060101010101" pitchFamily="49" charset="-122"/>
              </a:rPr>
              <a:t>）的大小（做减法）</a:t>
            </a:r>
          </a:p>
          <a:p>
            <a:pPr lvl="1">
              <a:lnSpc>
                <a:spcPct val="120000"/>
              </a:lnSpc>
              <a:spcBef>
                <a:spcPct val="20000"/>
              </a:spcBef>
            </a:pPr>
            <a:r>
              <a:rPr lang="en-US" altLang="zh-CN" sz="2000">
                <a:ea typeface="黑体" panose="02010609060101010101" pitchFamily="49" charset="-122"/>
              </a:rPr>
              <a:t>Adder</a:t>
            </a:r>
            <a:r>
              <a:rPr lang="zh-CN" altLang="en-US" sz="2000">
                <a:ea typeface="黑体" panose="02010609060101010101" pitchFamily="49" charset="-122"/>
              </a:rPr>
              <a:t>中计算转移地址（</a:t>
            </a:r>
            <a:r>
              <a:rPr lang="en-US" altLang="zh-CN" sz="2000">
                <a:ea typeface="黑体" panose="02010609060101010101" pitchFamily="49" charset="-122"/>
              </a:rPr>
              <a:t>PC+SEXT</a:t>
            </a:r>
            <a:r>
              <a:rPr lang="zh-CN" altLang="en-US" sz="2000">
                <a:ea typeface="黑体" panose="02010609060101010101" pitchFamily="49" charset="-122"/>
              </a:rPr>
              <a:t>（</a:t>
            </a:r>
            <a:r>
              <a:rPr lang="en-US" altLang="zh-CN" sz="2000">
                <a:ea typeface="黑体" panose="02010609060101010101" pitchFamily="49" charset="-122"/>
              </a:rPr>
              <a:t>imm12</a:t>
            </a:r>
            <a:r>
              <a:rPr lang="zh-CN" altLang="en-US" sz="2000">
                <a:ea typeface="黑体" panose="02010609060101010101" pitchFamily="49" charset="-122"/>
              </a:rPr>
              <a:t>）</a:t>
            </a:r>
            <a:r>
              <a:rPr lang="en-US" altLang="zh-CN" sz="2000">
                <a:ea typeface="黑体" panose="02010609060101010101" pitchFamily="49" charset="-122"/>
              </a:rPr>
              <a:t>&lt;&lt;1</a:t>
            </a:r>
            <a:r>
              <a:rPr lang="zh-CN" altLang="en-US" sz="2000">
                <a:ea typeface="黑体" panose="02010609060101010101" pitchFamily="49" charset="-122"/>
              </a:rPr>
              <a:t>）</a:t>
            </a:r>
          </a:p>
          <a:p>
            <a:pPr>
              <a:lnSpc>
                <a:spcPct val="120000"/>
              </a:lnSpc>
              <a:spcBef>
                <a:spcPct val="20000"/>
              </a:spcBef>
            </a:pPr>
            <a:r>
              <a:rPr lang="en-US" altLang="zh-CN" sz="2000">
                <a:solidFill>
                  <a:srgbClr val="CC0000"/>
                </a:solidFill>
                <a:ea typeface="黑体" panose="02010609060101010101" pitchFamily="49" charset="-122"/>
              </a:rPr>
              <a:t>Mem:</a:t>
            </a:r>
            <a:r>
              <a:rPr lang="en-US" altLang="zh-CN" sz="2000">
                <a:ea typeface="黑体" panose="02010609060101010101" pitchFamily="49" charset="-122"/>
              </a:rPr>
              <a:t> </a:t>
            </a:r>
            <a:r>
              <a:rPr lang="zh-CN" altLang="en-US" sz="2000">
                <a:ea typeface="黑体" panose="02010609060101010101" pitchFamily="49" charset="-122"/>
              </a:rPr>
              <a:t>如果比较相等</a:t>
            </a:r>
            <a:r>
              <a:rPr lang="en-US" altLang="zh-CN" sz="2000">
                <a:ea typeface="黑体" panose="02010609060101010101" pitchFamily="49" charset="-122"/>
              </a:rPr>
              <a:t>, </a:t>
            </a:r>
            <a:r>
              <a:rPr lang="zh-CN" altLang="en-US" sz="2000">
                <a:ea typeface="黑体" panose="02010609060101010101" pitchFamily="49" charset="-122"/>
              </a:rPr>
              <a:t>则：</a:t>
            </a:r>
          </a:p>
          <a:p>
            <a:pPr lvl="1">
              <a:lnSpc>
                <a:spcPct val="120000"/>
              </a:lnSpc>
              <a:spcBef>
                <a:spcPct val="20000"/>
              </a:spcBef>
            </a:pPr>
            <a:r>
              <a:rPr lang="zh-CN" altLang="en-US" sz="2000">
                <a:ea typeface="黑体" panose="02010609060101010101" pitchFamily="49" charset="-122"/>
              </a:rPr>
              <a:t>转移目标地址写到</a:t>
            </a:r>
            <a:r>
              <a:rPr lang="en-US" altLang="zh-CN" sz="2000">
                <a:ea typeface="黑体" panose="02010609060101010101" pitchFamily="49" charset="-122"/>
              </a:rPr>
              <a:t>PC</a:t>
            </a:r>
          </a:p>
        </p:txBody>
      </p:sp>
      <p:grpSp>
        <p:nvGrpSpPr>
          <p:cNvPr id="32771" name="Group 55">
            <a:extLst>
              <a:ext uri="{FF2B5EF4-FFF2-40B4-BE49-F238E27FC236}">
                <a16:creationId xmlns:a16="http://schemas.microsoft.com/office/drawing/2014/main" id="{156D9774-4623-099C-E53C-E4BEFFA7BC78}"/>
              </a:ext>
            </a:extLst>
          </p:cNvPr>
          <p:cNvGrpSpPr>
            <a:grpSpLocks/>
          </p:cNvGrpSpPr>
          <p:nvPr/>
        </p:nvGrpSpPr>
        <p:grpSpPr bwMode="auto">
          <a:xfrm>
            <a:off x="1509713" y="877888"/>
            <a:ext cx="4649787" cy="1184275"/>
            <a:chOff x="951" y="553"/>
            <a:chExt cx="2929" cy="746"/>
          </a:xfrm>
        </p:grpSpPr>
        <p:grpSp>
          <p:nvGrpSpPr>
            <p:cNvPr id="32772" name="Group 8">
              <a:extLst>
                <a:ext uri="{FF2B5EF4-FFF2-40B4-BE49-F238E27FC236}">
                  <a16:creationId xmlns:a16="http://schemas.microsoft.com/office/drawing/2014/main" id="{31696518-44D4-2AFE-7964-3940CD51F360}"/>
                </a:ext>
              </a:extLst>
            </p:cNvPr>
            <p:cNvGrpSpPr>
              <a:grpSpLocks/>
            </p:cNvGrpSpPr>
            <p:nvPr/>
          </p:nvGrpSpPr>
          <p:grpSpPr bwMode="auto">
            <a:xfrm>
              <a:off x="1248" y="793"/>
              <a:ext cx="520" cy="160"/>
              <a:chOff x="1248" y="712"/>
              <a:chExt cx="520" cy="160"/>
            </a:xfrm>
          </p:grpSpPr>
          <p:sp>
            <p:nvSpPr>
              <p:cNvPr id="32773" name="Line 4">
                <a:extLst>
                  <a:ext uri="{FF2B5EF4-FFF2-40B4-BE49-F238E27FC236}">
                    <a16:creationId xmlns:a16="http://schemas.microsoft.com/office/drawing/2014/main" id="{942B9FC3-E9EB-5A8F-A988-5060E03BE837}"/>
                  </a:ext>
                </a:extLst>
              </p:cNvPr>
              <p:cNvSpPr>
                <a:spLocks noChangeShapeType="1"/>
              </p:cNvSpPr>
              <p:nvPr/>
            </p:nvSpPr>
            <p:spPr bwMode="auto">
              <a:xfrm>
                <a:off x="1256"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4" name="Line 5">
                <a:extLst>
                  <a:ext uri="{FF2B5EF4-FFF2-40B4-BE49-F238E27FC236}">
                    <a16:creationId xmlns:a16="http://schemas.microsoft.com/office/drawing/2014/main" id="{3BE02DF7-0949-7AAD-9CBB-166A2CD90273}"/>
                  </a:ext>
                </a:extLst>
              </p:cNvPr>
              <p:cNvSpPr>
                <a:spLocks noChangeShapeType="1"/>
              </p:cNvSpPr>
              <p:nvPr/>
            </p:nvSpPr>
            <p:spPr bwMode="auto">
              <a:xfrm>
                <a:off x="1248"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5" name="Line 6">
                <a:extLst>
                  <a:ext uri="{FF2B5EF4-FFF2-40B4-BE49-F238E27FC236}">
                    <a16:creationId xmlns:a16="http://schemas.microsoft.com/office/drawing/2014/main" id="{0DC83544-AEB1-F6C8-44FB-1BB10D79DEDE}"/>
                  </a:ext>
                </a:extLst>
              </p:cNvPr>
              <p:cNvSpPr>
                <a:spLocks noChangeShapeType="1"/>
              </p:cNvSpPr>
              <p:nvPr/>
            </p:nvSpPr>
            <p:spPr bwMode="auto">
              <a:xfrm flipV="1">
                <a:off x="1536"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6" name="Line 7">
                <a:extLst>
                  <a:ext uri="{FF2B5EF4-FFF2-40B4-BE49-F238E27FC236}">
                    <a16:creationId xmlns:a16="http://schemas.microsoft.com/office/drawing/2014/main" id="{74CE2CCE-4247-EA27-5ADD-3BEEF9143232}"/>
                  </a:ext>
                </a:extLst>
              </p:cNvPr>
              <p:cNvSpPr>
                <a:spLocks noChangeShapeType="1"/>
              </p:cNvSpPr>
              <p:nvPr/>
            </p:nvSpPr>
            <p:spPr bwMode="auto">
              <a:xfrm>
                <a:off x="1544"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2777" name="Group 13">
              <a:extLst>
                <a:ext uri="{FF2B5EF4-FFF2-40B4-BE49-F238E27FC236}">
                  <a16:creationId xmlns:a16="http://schemas.microsoft.com/office/drawing/2014/main" id="{09B8314A-FDF8-D1EA-8219-18DA9DDCB0CA}"/>
                </a:ext>
              </a:extLst>
            </p:cNvPr>
            <p:cNvGrpSpPr>
              <a:grpSpLocks/>
            </p:cNvGrpSpPr>
            <p:nvPr/>
          </p:nvGrpSpPr>
          <p:grpSpPr bwMode="auto">
            <a:xfrm>
              <a:off x="1776" y="793"/>
              <a:ext cx="520" cy="160"/>
              <a:chOff x="1776" y="712"/>
              <a:chExt cx="520" cy="160"/>
            </a:xfrm>
          </p:grpSpPr>
          <p:sp>
            <p:nvSpPr>
              <p:cNvPr id="32778" name="Line 9">
                <a:extLst>
                  <a:ext uri="{FF2B5EF4-FFF2-40B4-BE49-F238E27FC236}">
                    <a16:creationId xmlns:a16="http://schemas.microsoft.com/office/drawing/2014/main" id="{942BFAAD-BF6B-2082-F4A0-838A7A967D82}"/>
                  </a:ext>
                </a:extLst>
              </p:cNvPr>
              <p:cNvSpPr>
                <a:spLocks noChangeShapeType="1"/>
              </p:cNvSpPr>
              <p:nvPr/>
            </p:nvSpPr>
            <p:spPr bwMode="auto">
              <a:xfrm>
                <a:off x="1784"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9" name="Line 10">
                <a:extLst>
                  <a:ext uri="{FF2B5EF4-FFF2-40B4-BE49-F238E27FC236}">
                    <a16:creationId xmlns:a16="http://schemas.microsoft.com/office/drawing/2014/main" id="{F1062B84-DEB2-C512-3AB3-8C832B020BEB}"/>
                  </a:ext>
                </a:extLst>
              </p:cNvPr>
              <p:cNvSpPr>
                <a:spLocks noChangeShapeType="1"/>
              </p:cNvSpPr>
              <p:nvPr/>
            </p:nvSpPr>
            <p:spPr bwMode="auto">
              <a:xfrm>
                <a:off x="1776"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0" name="Line 11">
                <a:extLst>
                  <a:ext uri="{FF2B5EF4-FFF2-40B4-BE49-F238E27FC236}">
                    <a16:creationId xmlns:a16="http://schemas.microsoft.com/office/drawing/2014/main" id="{E3173C52-D0EF-C232-8AD0-265AE1C08700}"/>
                  </a:ext>
                </a:extLst>
              </p:cNvPr>
              <p:cNvSpPr>
                <a:spLocks noChangeShapeType="1"/>
              </p:cNvSpPr>
              <p:nvPr/>
            </p:nvSpPr>
            <p:spPr bwMode="auto">
              <a:xfrm flipV="1">
                <a:off x="2064"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1" name="Line 12">
                <a:extLst>
                  <a:ext uri="{FF2B5EF4-FFF2-40B4-BE49-F238E27FC236}">
                    <a16:creationId xmlns:a16="http://schemas.microsoft.com/office/drawing/2014/main" id="{1107523B-0A3E-57BC-8EED-AA1C0FAA4D70}"/>
                  </a:ext>
                </a:extLst>
              </p:cNvPr>
              <p:cNvSpPr>
                <a:spLocks noChangeShapeType="1"/>
              </p:cNvSpPr>
              <p:nvPr/>
            </p:nvSpPr>
            <p:spPr bwMode="auto">
              <a:xfrm>
                <a:off x="2072"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2782" name="Group 18">
              <a:extLst>
                <a:ext uri="{FF2B5EF4-FFF2-40B4-BE49-F238E27FC236}">
                  <a16:creationId xmlns:a16="http://schemas.microsoft.com/office/drawing/2014/main" id="{FC47E284-731E-C261-DE08-8E2D0FBF2BE0}"/>
                </a:ext>
              </a:extLst>
            </p:cNvPr>
            <p:cNvGrpSpPr>
              <a:grpSpLocks/>
            </p:cNvGrpSpPr>
            <p:nvPr/>
          </p:nvGrpSpPr>
          <p:grpSpPr bwMode="auto">
            <a:xfrm>
              <a:off x="2304" y="793"/>
              <a:ext cx="520" cy="160"/>
              <a:chOff x="2304" y="712"/>
              <a:chExt cx="520" cy="160"/>
            </a:xfrm>
          </p:grpSpPr>
          <p:sp>
            <p:nvSpPr>
              <p:cNvPr id="32783" name="Line 14">
                <a:extLst>
                  <a:ext uri="{FF2B5EF4-FFF2-40B4-BE49-F238E27FC236}">
                    <a16:creationId xmlns:a16="http://schemas.microsoft.com/office/drawing/2014/main" id="{3B3EAA48-1F2D-EAF6-CD47-47F9FE2A6DBE}"/>
                  </a:ext>
                </a:extLst>
              </p:cNvPr>
              <p:cNvSpPr>
                <a:spLocks noChangeShapeType="1"/>
              </p:cNvSpPr>
              <p:nvPr/>
            </p:nvSpPr>
            <p:spPr bwMode="auto">
              <a:xfrm>
                <a:off x="2312"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4" name="Line 15">
                <a:extLst>
                  <a:ext uri="{FF2B5EF4-FFF2-40B4-BE49-F238E27FC236}">
                    <a16:creationId xmlns:a16="http://schemas.microsoft.com/office/drawing/2014/main" id="{25448B1C-2096-2F1E-1076-3484C956A4D7}"/>
                  </a:ext>
                </a:extLst>
              </p:cNvPr>
              <p:cNvSpPr>
                <a:spLocks noChangeShapeType="1"/>
              </p:cNvSpPr>
              <p:nvPr/>
            </p:nvSpPr>
            <p:spPr bwMode="auto">
              <a:xfrm>
                <a:off x="2304"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5" name="Line 16">
                <a:extLst>
                  <a:ext uri="{FF2B5EF4-FFF2-40B4-BE49-F238E27FC236}">
                    <a16:creationId xmlns:a16="http://schemas.microsoft.com/office/drawing/2014/main" id="{707B7B53-DC05-E769-07C9-29E3573CC060}"/>
                  </a:ext>
                </a:extLst>
              </p:cNvPr>
              <p:cNvSpPr>
                <a:spLocks noChangeShapeType="1"/>
              </p:cNvSpPr>
              <p:nvPr/>
            </p:nvSpPr>
            <p:spPr bwMode="auto">
              <a:xfrm flipV="1">
                <a:off x="2592"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6" name="Line 17">
                <a:extLst>
                  <a:ext uri="{FF2B5EF4-FFF2-40B4-BE49-F238E27FC236}">
                    <a16:creationId xmlns:a16="http://schemas.microsoft.com/office/drawing/2014/main" id="{614A78F3-7866-8DEF-422E-CC9C85837151}"/>
                  </a:ext>
                </a:extLst>
              </p:cNvPr>
              <p:cNvSpPr>
                <a:spLocks noChangeShapeType="1"/>
              </p:cNvSpPr>
              <p:nvPr/>
            </p:nvSpPr>
            <p:spPr bwMode="auto">
              <a:xfrm>
                <a:off x="2600"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2787" name="Group 23">
              <a:extLst>
                <a:ext uri="{FF2B5EF4-FFF2-40B4-BE49-F238E27FC236}">
                  <a16:creationId xmlns:a16="http://schemas.microsoft.com/office/drawing/2014/main" id="{BF126882-61E7-49E1-82C7-A511ADEDA772}"/>
                </a:ext>
              </a:extLst>
            </p:cNvPr>
            <p:cNvGrpSpPr>
              <a:grpSpLocks/>
            </p:cNvGrpSpPr>
            <p:nvPr/>
          </p:nvGrpSpPr>
          <p:grpSpPr bwMode="auto">
            <a:xfrm>
              <a:off x="2832" y="793"/>
              <a:ext cx="520" cy="160"/>
              <a:chOff x="2832" y="712"/>
              <a:chExt cx="520" cy="160"/>
            </a:xfrm>
          </p:grpSpPr>
          <p:sp>
            <p:nvSpPr>
              <p:cNvPr id="32788" name="Line 19">
                <a:extLst>
                  <a:ext uri="{FF2B5EF4-FFF2-40B4-BE49-F238E27FC236}">
                    <a16:creationId xmlns:a16="http://schemas.microsoft.com/office/drawing/2014/main" id="{EBB4CEA3-389C-9179-3751-5878FC5DF55E}"/>
                  </a:ext>
                </a:extLst>
              </p:cNvPr>
              <p:cNvSpPr>
                <a:spLocks noChangeShapeType="1"/>
              </p:cNvSpPr>
              <p:nvPr/>
            </p:nvSpPr>
            <p:spPr bwMode="auto">
              <a:xfrm>
                <a:off x="2840"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9" name="Line 20">
                <a:extLst>
                  <a:ext uri="{FF2B5EF4-FFF2-40B4-BE49-F238E27FC236}">
                    <a16:creationId xmlns:a16="http://schemas.microsoft.com/office/drawing/2014/main" id="{7C87FFFF-52D8-3A6E-0477-C6EB12C9F901}"/>
                  </a:ext>
                </a:extLst>
              </p:cNvPr>
              <p:cNvSpPr>
                <a:spLocks noChangeShapeType="1"/>
              </p:cNvSpPr>
              <p:nvPr/>
            </p:nvSpPr>
            <p:spPr bwMode="auto">
              <a:xfrm>
                <a:off x="2832"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0" name="Line 21">
                <a:extLst>
                  <a:ext uri="{FF2B5EF4-FFF2-40B4-BE49-F238E27FC236}">
                    <a16:creationId xmlns:a16="http://schemas.microsoft.com/office/drawing/2014/main" id="{2AE8AA1F-4940-9701-1FE0-87E8A9DDEF76}"/>
                  </a:ext>
                </a:extLst>
              </p:cNvPr>
              <p:cNvSpPr>
                <a:spLocks noChangeShapeType="1"/>
              </p:cNvSpPr>
              <p:nvPr/>
            </p:nvSpPr>
            <p:spPr bwMode="auto">
              <a:xfrm flipV="1">
                <a:off x="3120"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1" name="Line 22">
                <a:extLst>
                  <a:ext uri="{FF2B5EF4-FFF2-40B4-BE49-F238E27FC236}">
                    <a16:creationId xmlns:a16="http://schemas.microsoft.com/office/drawing/2014/main" id="{86E8394E-13BA-DC8C-CF8A-3ACB190A491F}"/>
                  </a:ext>
                </a:extLst>
              </p:cNvPr>
              <p:cNvSpPr>
                <a:spLocks noChangeShapeType="1"/>
              </p:cNvSpPr>
              <p:nvPr/>
            </p:nvSpPr>
            <p:spPr bwMode="auto">
              <a:xfrm>
                <a:off x="3128"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2792" name="Line 24">
              <a:extLst>
                <a:ext uri="{FF2B5EF4-FFF2-40B4-BE49-F238E27FC236}">
                  <a16:creationId xmlns:a16="http://schemas.microsoft.com/office/drawing/2014/main" id="{DF795E22-32D9-485D-391C-EE3A72A431A4}"/>
                </a:ext>
              </a:extLst>
            </p:cNvPr>
            <p:cNvSpPr>
              <a:spLocks noChangeShapeType="1"/>
            </p:cNvSpPr>
            <p:nvPr/>
          </p:nvSpPr>
          <p:spPr bwMode="auto">
            <a:xfrm>
              <a:off x="3368" y="945"/>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3" name="Line 25">
              <a:extLst>
                <a:ext uri="{FF2B5EF4-FFF2-40B4-BE49-F238E27FC236}">
                  <a16:creationId xmlns:a16="http://schemas.microsoft.com/office/drawing/2014/main" id="{E47BBC79-D296-6D1F-CCD8-E10F434F6D73}"/>
                </a:ext>
              </a:extLst>
            </p:cNvPr>
            <p:cNvSpPr>
              <a:spLocks noChangeShapeType="1"/>
            </p:cNvSpPr>
            <p:nvPr/>
          </p:nvSpPr>
          <p:spPr bwMode="auto">
            <a:xfrm>
              <a:off x="3360" y="809"/>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4" name="Line 26">
              <a:extLst>
                <a:ext uri="{FF2B5EF4-FFF2-40B4-BE49-F238E27FC236}">
                  <a16:creationId xmlns:a16="http://schemas.microsoft.com/office/drawing/2014/main" id="{57C96205-30E1-C0E5-3264-8A90AA7B716B}"/>
                </a:ext>
              </a:extLst>
            </p:cNvPr>
            <p:cNvSpPr>
              <a:spLocks noChangeShapeType="1"/>
            </p:cNvSpPr>
            <p:nvPr/>
          </p:nvSpPr>
          <p:spPr bwMode="auto">
            <a:xfrm>
              <a:off x="1016" y="801"/>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5" name="Line 27">
              <a:extLst>
                <a:ext uri="{FF2B5EF4-FFF2-40B4-BE49-F238E27FC236}">
                  <a16:creationId xmlns:a16="http://schemas.microsoft.com/office/drawing/2014/main" id="{C5FE23C6-AEAA-2FA5-8B0D-1EAF7DEAF324}"/>
                </a:ext>
              </a:extLst>
            </p:cNvPr>
            <p:cNvSpPr>
              <a:spLocks noChangeShapeType="1"/>
            </p:cNvSpPr>
            <p:nvPr/>
          </p:nvSpPr>
          <p:spPr bwMode="auto">
            <a:xfrm flipV="1">
              <a:off x="1248" y="553"/>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6" name="Line 28">
              <a:extLst>
                <a:ext uri="{FF2B5EF4-FFF2-40B4-BE49-F238E27FC236}">
                  <a16:creationId xmlns:a16="http://schemas.microsoft.com/office/drawing/2014/main" id="{DFB22E3D-4A2C-94F9-83C7-8D609B4B0665}"/>
                </a:ext>
              </a:extLst>
            </p:cNvPr>
            <p:cNvSpPr>
              <a:spLocks noChangeShapeType="1"/>
            </p:cNvSpPr>
            <p:nvPr/>
          </p:nvSpPr>
          <p:spPr bwMode="auto">
            <a:xfrm flipV="1">
              <a:off x="1776" y="553"/>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7" name="Rectangle 29">
              <a:extLst>
                <a:ext uri="{FF2B5EF4-FFF2-40B4-BE49-F238E27FC236}">
                  <a16:creationId xmlns:a16="http://schemas.microsoft.com/office/drawing/2014/main" id="{D3C806D4-BBC4-978F-25CF-6AFC22B9C2D1}"/>
                </a:ext>
              </a:extLst>
            </p:cNvPr>
            <p:cNvSpPr>
              <a:spLocks noChangeArrowheads="1"/>
            </p:cNvSpPr>
            <p:nvPr/>
          </p:nvSpPr>
          <p:spPr bwMode="auto">
            <a:xfrm>
              <a:off x="1287" y="561"/>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1</a:t>
              </a:r>
            </a:p>
          </p:txBody>
        </p:sp>
        <p:sp>
          <p:nvSpPr>
            <p:cNvPr id="32798" name="Rectangle 30">
              <a:extLst>
                <a:ext uri="{FF2B5EF4-FFF2-40B4-BE49-F238E27FC236}">
                  <a16:creationId xmlns:a16="http://schemas.microsoft.com/office/drawing/2014/main" id="{08D7D5FB-7317-202A-7E1D-CAD3A5C1DB95}"/>
                </a:ext>
              </a:extLst>
            </p:cNvPr>
            <p:cNvSpPr>
              <a:spLocks noChangeArrowheads="1"/>
            </p:cNvSpPr>
            <p:nvPr/>
          </p:nvSpPr>
          <p:spPr bwMode="auto">
            <a:xfrm>
              <a:off x="1767" y="561"/>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2</a:t>
              </a:r>
            </a:p>
          </p:txBody>
        </p:sp>
        <p:sp>
          <p:nvSpPr>
            <p:cNvPr id="32799" name="Line 31">
              <a:extLst>
                <a:ext uri="{FF2B5EF4-FFF2-40B4-BE49-F238E27FC236}">
                  <a16:creationId xmlns:a16="http://schemas.microsoft.com/office/drawing/2014/main" id="{3106F16E-9BA3-5294-0130-48A9621E2C4B}"/>
                </a:ext>
              </a:extLst>
            </p:cNvPr>
            <p:cNvSpPr>
              <a:spLocks noChangeShapeType="1"/>
            </p:cNvSpPr>
            <p:nvPr/>
          </p:nvSpPr>
          <p:spPr bwMode="auto">
            <a:xfrm flipV="1">
              <a:off x="2304" y="553"/>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0" name="Line 32">
              <a:extLst>
                <a:ext uri="{FF2B5EF4-FFF2-40B4-BE49-F238E27FC236}">
                  <a16:creationId xmlns:a16="http://schemas.microsoft.com/office/drawing/2014/main" id="{A0FC3BF3-61C5-2543-D536-91DCCB59B14E}"/>
                </a:ext>
              </a:extLst>
            </p:cNvPr>
            <p:cNvSpPr>
              <a:spLocks noChangeShapeType="1"/>
            </p:cNvSpPr>
            <p:nvPr/>
          </p:nvSpPr>
          <p:spPr bwMode="auto">
            <a:xfrm flipV="1">
              <a:off x="2832" y="553"/>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1" name="Line 33">
              <a:extLst>
                <a:ext uri="{FF2B5EF4-FFF2-40B4-BE49-F238E27FC236}">
                  <a16:creationId xmlns:a16="http://schemas.microsoft.com/office/drawing/2014/main" id="{B8C2AA95-C731-A87B-57CD-FEC2AA7F13E6}"/>
                </a:ext>
              </a:extLst>
            </p:cNvPr>
            <p:cNvSpPr>
              <a:spLocks noChangeShapeType="1"/>
            </p:cNvSpPr>
            <p:nvPr/>
          </p:nvSpPr>
          <p:spPr bwMode="auto">
            <a:xfrm flipV="1">
              <a:off x="3360" y="553"/>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2" name="Rectangle 34">
              <a:extLst>
                <a:ext uri="{FF2B5EF4-FFF2-40B4-BE49-F238E27FC236}">
                  <a16:creationId xmlns:a16="http://schemas.microsoft.com/office/drawing/2014/main" id="{E7CAFCC5-F555-9088-3076-446384D70D13}"/>
                </a:ext>
              </a:extLst>
            </p:cNvPr>
            <p:cNvSpPr>
              <a:spLocks noChangeArrowheads="1"/>
            </p:cNvSpPr>
            <p:nvPr/>
          </p:nvSpPr>
          <p:spPr bwMode="auto">
            <a:xfrm>
              <a:off x="2343" y="561"/>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3</a:t>
              </a:r>
            </a:p>
          </p:txBody>
        </p:sp>
        <p:sp>
          <p:nvSpPr>
            <p:cNvPr id="32803" name="Rectangle 35">
              <a:extLst>
                <a:ext uri="{FF2B5EF4-FFF2-40B4-BE49-F238E27FC236}">
                  <a16:creationId xmlns:a16="http://schemas.microsoft.com/office/drawing/2014/main" id="{8B820939-D427-7BA0-9C6B-68C0D8530CA7}"/>
                </a:ext>
              </a:extLst>
            </p:cNvPr>
            <p:cNvSpPr>
              <a:spLocks noChangeArrowheads="1"/>
            </p:cNvSpPr>
            <p:nvPr/>
          </p:nvSpPr>
          <p:spPr bwMode="auto">
            <a:xfrm>
              <a:off x="2823" y="561"/>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4</a:t>
              </a:r>
            </a:p>
          </p:txBody>
        </p:sp>
        <p:grpSp>
          <p:nvGrpSpPr>
            <p:cNvPr id="32804" name="Group 38">
              <a:extLst>
                <a:ext uri="{FF2B5EF4-FFF2-40B4-BE49-F238E27FC236}">
                  <a16:creationId xmlns:a16="http://schemas.microsoft.com/office/drawing/2014/main" id="{6A3DC09D-DB09-834F-F069-572667EFC318}"/>
                </a:ext>
              </a:extLst>
            </p:cNvPr>
            <p:cNvGrpSpPr>
              <a:grpSpLocks/>
            </p:cNvGrpSpPr>
            <p:nvPr/>
          </p:nvGrpSpPr>
          <p:grpSpPr bwMode="auto">
            <a:xfrm>
              <a:off x="1256" y="1089"/>
              <a:ext cx="512" cy="210"/>
              <a:chOff x="1256" y="1008"/>
              <a:chExt cx="512" cy="210"/>
            </a:xfrm>
          </p:grpSpPr>
          <p:sp>
            <p:nvSpPr>
              <p:cNvPr id="32805" name="Rectangle 36">
                <a:extLst>
                  <a:ext uri="{FF2B5EF4-FFF2-40B4-BE49-F238E27FC236}">
                    <a16:creationId xmlns:a16="http://schemas.microsoft.com/office/drawing/2014/main" id="{BC500A3C-2354-0E25-78CF-C18C290932D9}"/>
                  </a:ext>
                </a:extLst>
              </p:cNvPr>
              <p:cNvSpPr>
                <a:spLocks noChangeArrowheads="1"/>
              </p:cNvSpPr>
              <p:nvPr/>
            </p:nvSpPr>
            <p:spPr bwMode="auto">
              <a:xfrm>
                <a:off x="1256"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2806" name="Rectangle 37">
                <a:extLst>
                  <a:ext uri="{FF2B5EF4-FFF2-40B4-BE49-F238E27FC236}">
                    <a16:creationId xmlns:a16="http://schemas.microsoft.com/office/drawing/2014/main" id="{3D80A16A-AD40-E516-A299-E07BB5CAA911}"/>
                  </a:ext>
                </a:extLst>
              </p:cNvPr>
              <p:cNvSpPr>
                <a:spLocks noChangeArrowheads="1"/>
              </p:cNvSpPr>
              <p:nvPr/>
            </p:nvSpPr>
            <p:spPr bwMode="auto">
              <a:xfrm>
                <a:off x="1297" y="1008"/>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32807" name="Group 41">
              <a:extLst>
                <a:ext uri="{FF2B5EF4-FFF2-40B4-BE49-F238E27FC236}">
                  <a16:creationId xmlns:a16="http://schemas.microsoft.com/office/drawing/2014/main" id="{857665E1-358F-208C-F11E-1CFEC1895CDF}"/>
                </a:ext>
              </a:extLst>
            </p:cNvPr>
            <p:cNvGrpSpPr>
              <a:grpSpLocks/>
            </p:cNvGrpSpPr>
            <p:nvPr/>
          </p:nvGrpSpPr>
          <p:grpSpPr bwMode="auto">
            <a:xfrm>
              <a:off x="1767" y="1089"/>
              <a:ext cx="569" cy="210"/>
              <a:chOff x="1767" y="1008"/>
              <a:chExt cx="569" cy="210"/>
            </a:xfrm>
          </p:grpSpPr>
          <p:sp>
            <p:nvSpPr>
              <p:cNvPr id="32808" name="Rectangle 39">
                <a:extLst>
                  <a:ext uri="{FF2B5EF4-FFF2-40B4-BE49-F238E27FC236}">
                    <a16:creationId xmlns:a16="http://schemas.microsoft.com/office/drawing/2014/main" id="{C75C240F-D9F5-9FDF-18F0-365E6CA39066}"/>
                  </a:ext>
                </a:extLst>
              </p:cNvPr>
              <p:cNvSpPr>
                <a:spLocks noChangeArrowheads="1"/>
              </p:cNvSpPr>
              <p:nvPr/>
            </p:nvSpPr>
            <p:spPr bwMode="auto">
              <a:xfrm>
                <a:off x="1784"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2809" name="Rectangle 40">
                <a:extLst>
                  <a:ext uri="{FF2B5EF4-FFF2-40B4-BE49-F238E27FC236}">
                    <a16:creationId xmlns:a16="http://schemas.microsoft.com/office/drawing/2014/main" id="{D714BC8D-6729-B353-FCDE-B1661B0592C4}"/>
                  </a:ext>
                </a:extLst>
              </p:cNvPr>
              <p:cNvSpPr>
                <a:spLocks noChangeArrowheads="1"/>
              </p:cNvSpPr>
              <p:nvPr/>
            </p:nvSpPr>
            <p:spPr bwMode="auto">
              <a:xfrm>
                <a:off x="1767" y="1008"/>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32810" name="Group 44">
              <a:extLst>
                <a:ext uri="{FF2B5EF4-FFF2-40B4-BE49-F238E27FC236}">
                  <a16:creationId xmlns:a16="http://schemas.microsoft.com/office/drawing/2014/main" id="{A18C121E-5832-A47C-7325-CA4A3A47D9E5}"/>
                </a:ext>
              </a:extLst>
            </p:cNvPr>
            <p:cNvGrpSpPr>
              <a:grpSpLocks/>
            </p:cNvGrpSpPr>
            <p:nvPr/>
          </p:nvGrpSpPr>
          <p:grpSpPr bwMode="auto">
            <a:xfrm>
              <a:off x="2312" y="1089"/>
              <a:ext cx="512" cy="210"/>
              <a:chOff x="2312" y="1008"/>
              <a:chExt cx="512" cy="210"/>
            </a:xfrm>
          </p:grpSpPr>
          <p:sp>
            <p:nvSpPr>
              <p:cNvPr id="32811" name="Rectangle 42">
                <a:extLst>
                  <a:ext uri="{FF2B5EF4-FFF2-40B4-BE49-F238E27FC236}">
                    <a16:creationId xmlns:a16="http://schemas.microsoft.com/office/drawing/2014/main" id="{5FC45F76-A11E-627D-7A84-1DA7BE2FA6D3}"/>
                  </a:ext>
                </a:extLst>
              </p:cNvPr>
              <p:cNvSpPr>
                <a:spLocks noChangeArrowheads="1"/>
              </p:cNvSpPr>
              <p:nvPr/>
            </p:nvSpPr>
            <p:spPr bwMode="auto">
              <a:xfrm>
                <a:off x="2312"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2812" name="Rectangle 43">
                <a:extLst>
                  <a:ext uri="{FF2B5EF4-FFF2-40B4-BE49-F238E27FC236}">
                    <a16:creationId xmlns:a16="http://schemas.microsoft.com/office/drawing/2014/main" id="{F852AD68-F5D6-4CA6-C779-B8A06F967020}"/>
                  </a:ext>
                </a:extLst>
              </p:cNvPr>
              <p:cNvSpPr>
                <a:spLocks noChangeArrowheads="1"/>
              </p:cNvSpPr>
              <p:nvPr/>
            </p:nvSpPr>
            <p:spPr bwMode="auto">
              <a:xfrm>
                <a:off x="2391" y="1008"/>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32813" name="Group 47">
              <a:extLst>
                <a:ext uri="{FF2B5EF4-FFF2-40B4-BE49-F238E27FC236}">
                  <a16:creationId xmlns:a16="http://schemas.microsoft.com/office/drawing/2014/main" id="{60F359FE-7130-708D-EC11-CDED211661B9}"/>
                </a:ext>
              </a:extLst>
            </p:cNvPr>
            <p:cNvGrpSpPr>
              <a:grpSpLocks/>
            </p:cNvGrpSpPr>
            <p:nvPr/>
          </p:nvGrpSpPr>
          <p:grpSpPr bwMode="auto">
            <a:xfrm>
              <a:off x="2840" y="1089"/>
              <a:ext cx="512" cy="210"/>
              <a:chOff x="2840" y="1008"/>
              <a:chExt cx="512" cy="210"/>
            </a:xfrm>
          </p:grpSpPr>
          <p:sp>
            <p:nvSpPr>
              <p:cNvPr id="32814" name="Rectangle 45">
                <a:extLst>
                  <a:ext uri="{FF2B5EF4-FFF2-40B4-BE49-F238E27FC236}">
                    <a16:creationId xmlns:a16="http://schemas.microsoft.com/office/drawing/2014/main" id="{59A81B1E-13FE-DE89-7338-D3768777C76F}"/>
                  </a:ext>
                </a:extLst>
              </p:cNvPr>
              <p:cNvSpPr>
                <a:spLocks noChangeArrowheads="1"/>
              </p:cNvSpPr>
              <p:nvPr/>
            </p:nvSpPr>
            <p:spPr bwMode="auto">
              <a:xfrm>
                <a:off x="2840"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2815" name="Rectangle 46">
                <a:extLst>
                  <a:ext uri="{FF2B5EF4-FFF2-40B4-BE49-F238E27FC236}">
                    <a16:creationId xmlns:a16="http://schemas.microsoft.com/office/drawing/2014/main" id="{A31243C1-C17B-5E78-BCC1-93554CC4D15F}"/>
                  </a:ext>
                </a:extLst>
              </p:cNvPr>
              <p:cNvSpPr>
                <a:spLocks noChangeArrowheads="1"/>
              </p:cNvSpPr>
              <p:nvPr/>
            </p:nvSpPr>
            <p:spPr bwMode="auto">
              <a:xfrm>
                <a:off x="2919" y="1008"/>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Mem</a:t>
                </a:r>
              </a:p>
            </p:txBody>
          </p:sp>
        </p:grpSp>
        <p:sp>
          <p:nvSpPr>
            <p:cNvPr id="32816" name="Rectangle 48">
              <a:extLst>
                <a:ext uri="{FF2B5EF4-FFF2-40B4-BE49-F238E27FC236}">
                  <a16:creationId xmlns:a16="http://schemas.microsoft.com/office/drawing/2014/main" id="{1BF88C42-0873-F60B-7884-72CF6DC512A6}"/>
                </a:ext>
              </a:extLst>
            </p:cNvPr>
            <p:cNvSpPr>
              <a:spLocks noChangeArrowheads="1"/>
            </p:cNvSpPr>
            <p:nvPr/>
          </p:nvSpPr>
          <p:spPr bwMode="auto">
            <a:xfrm>
              <a:off x="951" y="1089"/>
              <a:ext cx="32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Beq</a:t>
              </a:r>
            </a:p>
          </p:txBody>
        </p:sp>
        <p:sp>
          <p:nvSpPr>
            <p:cNvPr id="32817" name="Rectangle 49">
              <a:extLst>
                <a:ext uri="{FF2B5EF4-FFF2-40B4-BE49-F238E27FC236}">
                  <a16:creationId xmlns:a16="http://schemas.microsoft.com/office/drawing/2014/main" id="{98ADC909-CB4A-8C2D-AF6A-68983E40F48D}"/>
                </a:ext>
              </a:extLst>
            </p:cNvPr>
            <p:cNvSpPr>
              <a:spLocks noChangeArrowheads="1"/>
            </p:cNvSpPr>
            <p:nvPr/>
          </p:nvSpPr>
          <p:spPr bwMode="auto">
            <a:xfrm>
              <a:off x="3368" y="1097"/>
              <a:ext cx="512" cy="176"/>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2818" name="Rectangle 50">
              <a:extLst>
                <a:ext uri="{FF2B5EF4-FFF2-40B4-BE49-F238E27FC236}">
                  <a16:creationId xmlns:a16="http://schemas.microsoft.com/office/drawing/2014/main" id="{81369EA7-034C-EE62-2D90-35A3DE6F94B1}"/>
                </a:ext>
              </a:extLst>
            </p:cNvPr>
            <p:cNvSpPr>
              <a:spLocks noChangeArrowheads="1"/>
            </p:cNvSpPr>
            <p:nvPr/>
          </p:nvSpPr>
          <p:spPr bwMode="auto">
            <a:xfrm>
              <a:off x="3447" y="1089"/>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sp>
        <p:nvSpPr>
          <p:cNvPr id="32819" name="Freeform 52">
            <a:extLst>
              <a:ext uri="{FF2B5EF4-FFF2-40B4-BE49-F238E27FC236}">
                <a16:creationId xmlns:a16="http://schemas.microsoft.com/office/drawing/2014/main" id="{73CCF59B-A045-ED14-81A1-939EB716C2A5}"/>
              </a:ext>
            </a:extLst>
          </p:cNvPr>
          <p:cNvSpPr>
            <a:spLocks noChangeArrowheads="1"/>
          </p:cNvSpPr>
          <p:nvPr/>
        </p:nvSpPr>
        <p:spPr bwMode="auto">
          <a:xfrm>
            <a:off x="6089650" y="1266825"/>
            <a:ext cx="620713" cy="346075"/>
          </a:xfrm>
          <a:custGeom>
            <a:avLst/>
            <a:gdLst>
              <a:gd name="T0" fmla="*/ 0 w 174"/>
              <a:gd name="T1" fmla="*/ 250 h 250"/>
              <a:gd name="T2" fmla="*/ 43 w 174"/>
              <a:gd name="T3" fmla="*/ 87 h 250"/>
              <a:gd name="T4" fmla="*/ 152 w 174"/>
              <a:gd name="T5" fmla="*/ 98 h 250"/>
              <a:gd name="T6" fmla="*/ 109 w 174"/>
              <a:gd name="T7" fmla="*/ 163 h 250"/>
              <a:gd name="T8" fmla="*/ 54 w 174"/>
              <a:gd name="T9" fmla="*/ 54 h 250"/>
              <a:gd name="T10" fmla="*/ 174 w 174"/>
              <a:gd name="T11" fmla="*/ 0 h 250"/>
            </a:gdLst>
            <a:ahLst/>
            <a:cxnLst>
              <a:cxn ang="0">
                <a:pos x="T0" y="T1"/>
              </a:cxn>
              <a:cxn ang="0">
                <a:pos x="T2" y="T3"/>
              </a:cxn>
              <a:cxn ang="0">
                <a:pos x="T4" y="T5"/>
              </a:cxn>
              <a:cxn ang="0">
                <a:pos x="T6" y="T7"/>
              </a:cxn>
              <a:cxn ang="0">
                <a:pos x="T8" y="T9"/>
              </a:cxn>
              <a:cxn ang="0">
                <a:pos x="T10" y="T11"/>
              </a:cxn>
            </a:cxnLst>
            <a:rect l="0" t="0" r="r" b="b"/>
            <a:pathLst>
              <a:path w="174" h="250">
                <a:moveTo>
                  <a:pt x="0" y="250"/>
                </a:moveTo>
                <a:cubicBezTo>
                  <a:pt x="9" y="181"/>
                  <a:pt x="18" y="112"/>
                  <a:pt x="43" y="87"/>
                </a:cubicBezTo>
                <a:cubicBezTo>
                  <a:pt x="68" y="62"/>
                  <a:pt x="141" y="85"/>
                  <a:pt x="152" y="98"/>
                </a:cubicBezTo>
                <a:cubicBezTo>
                  <a:pt x="163" y="111"/>
                  <a:pt x="125" y="170"/>
                  <a:pt x="109" y="163"/>
                </a:cubicBezTo>
                <a:cubicBezTo>
                  <a:pt x="93" y="156"/>
                  <a:pt x="43" y="81"/>
                  <a:pt x="54" y="54"/>
                </a:cubicBezTo>
                <a:cubicBezTo>
                  <a:pt x="65" y="27"/>
                  <a:pt x="119" y="13"/>
                  <a:pt x="174" y="0"/>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32820" name="Text Box 53">
            <a:extLst>
              <a:ext uri="{FF2B5EF4-FFF2-40B4-BE49-F238E27FC236}">
                <a16:creationId xmlns:a16="http://schemas.microsoft.com/office/drawing/2014/main" id="{0CBC373D-9942-8D97-AC63-C9674C9859F4}"/>
              </a:ext>
            </a:extLst>
          </p:cNvPr>
          <p:cNvSpPr txBox="1">
            <a:spLocks noChangeArrowheads="1"/>
          </p:cNvSpPr>
          <p:nvPr/>
        </p:nvSpPr>
        <p:spPr bwMode="auto">
          <a:xfrm>
            <a:off x="6688138" y="1076325"/>
            <a:ext cx="679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en-US" altLang="zh-CN">
                <a:ea typeface="宋体" panose="02010600030101010101" pitchFamily="2" charset="-122"/>
              </a:rPr>
              <a:t>NOP!</a:t>
            </a:r>
          </a:p>
        </p:txBody>
      </p:sp>
      <p:sp>
        <p:nvSpPr>
          <p:cNvPr id="38966" name="Rectangle 54">
            <a:extLst>
              <a:ext uri="{FF2B5EF4-FFF2-40B4-BE49-F238E27FC236}">
                <a16:creationId xmlns:a16="http://schemas.microsoft.com/office/drawing/2014/main" id="{4DDCE4E7-A43E-7E65-89F1-E308746C356E}"/>
              </a:ext>
            </a:extLst>
          </p:cNvPr>
          <p:cNvSpPr>
            <a:spLocks noChangeArrowheads="1"/>
          </p:cNvSpPr>
          <p:nvPr/>
        </p:nvSpPr>
        <p:spPr bwMode="auto">
          <a:xfrm>
            <a:off x="241300" y="5254625"/>
            <a:ext cx="5270500" cy="349250"/>
          </a:xfrm>
          <a:prstGeom prst="rect">
            <a:avLst/>
          </a:prstGeom>
          <a:noFill/>
          <a:ln>
            <a:noFill/>
          </a:ln>
          <a:effectLst/>
        </p:spPr>
        <p:txBody>
          <a:bodyPr lIns="63500" tIns="25400" rIns="63500" bIns="25400">
            <a:spAutoFit/>
          </a:bodyPr>
          <a:lstStyle>
            <a:lvl1pPr marL="203200" indent="-203200">
              <a:spcBef>
                <a:spcPct val="30000"/>
              </a:spcBef>
              <a:buSzPct val="100000"/>
              <a:buFont typeface="Times New Roman" panose="02020603050405020304" pitchFamily="18" charset="0"/>
              <a:buChar char="°"/>
              <a:defRPr b="1">
                <a:solidFill>
                  <a:schemeClr val="tx1"/>
                </a:solidFill>
                <a:latin typeface="Arial" panose="020B0604020202020204" pitchFamily="34" charset="0"/>
              </a:defRPr>
            </a:lvl1pPr>
            <a:lvl2pPr marL="685800" indent="-190500">
              <a:lnSpc>
                <a:spcPct val="85000"/>
              </a:lnSpc>
              <a:spcBef>
                <a:spcPct val="40000"/>
              </a:spcBef>
              <a:buSzPct val="100000"/>
              <a:buChar char="•"/>
              <a:defRPr b="1">
                <a:solidFill>
                  <a:schemeClr val="accent2"/>
                </a:solidFill>
                <a:latin typeface="Arial" panose="020B0604020202020204" pitchFamily="34" charset="0"/>
              </a:defRPr>
            </a:lvl2pPr>
            <a:lvl3pPr marL="1257300" indent="-342900">
              <a:lnSpc>
                <a:spcPct val="85000"/>
              </a:lnSpc>
              <a:spcBef>
                <a:spcPct val="40000"/>
              </a:spcBef>
              <a:buSzPct val="100000"/>
              <a:buChar char="-"/>
              <a:defRPr b="1">
                <a:solidFill>
                  <a:srgbClr val="990000"/>
                </a:solidFill>
                <a:latin typeface="Arial" panose="020B0604020202020204" pitchFamily="34" charset="0"/>
              </a:defRPr>
            </a:lvl3pPr>
            <a:lvl4pPr marL="1714500" indent="-342900">
              <a:spcBef>
                <a:spcPct val="20000"/>
              </a:spcBef>
              <a:buChar char="–"/>
              <a:defRPr sz="2000">
                <a:solidFill>
                  <a:schemeClr val="tx1"/>
                </a:solidFill>
                <a:latin typeface="Times New Roman" panose="02020603050405020304" pitchFamily="18" charset="0"/>
              </a:defRPr>
            </a:lvl4pPr>
            <a:lvl5pPr marL="2171700" indent="-342900">
              <a:spcBef>
                <a:spcPct val="20000"/>
              </a:spcBef>
              <a:buChar char="»"/>
              <a:defRPr sz="2000">
                <a:solidFill>
                  <a:schemeClr val="tx1"/>
                </a:solidFill>
                <a:latin typeface="Times New Roman" panose="02020603050405020304" pitchFamily="18" charset="0"/>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0" hangingPunct="0">
              <a:lnSpc>
                <a:spcPct val="105000"/>
              </a:lnSpc>
              <a:spcBef>
                <a:spcPct val="100000"/>
              </a:spcBef>
              <a:buFontTx/>
              <a:buChar char="°"/>
              <a:defRPr/>
            </a:pPr>
            <a:r>
              <a:rPr lang="en-US" altLang="zh-CN" sz="2000" dirty="0" err="1">
                <a:solidFill>
                  <a:srgbClr val="CC0000"/>
                </a:solidFill>
                <a:ea typeface="宋体" panose="02010600030101010101" pitchFamily="2" charset="-122"/>
              </a:rPr>
              <a:t>Wr</a:t>
            </a:r>
            <a:r>
              <a:rPr lang="en-US" altLang="zh-CN" sz="2000" dirty="0">
                <a:solidFill>
                  <a:srgbClr val="CC0000"/>
                </a:solidFill>
                <a:ea typeface="宋体" panose="02010600030101010101" pitchFamily="2" charset="-122"/>
              </a:rPr>
              <a:t>:</a:t>
            </a:r>
            <a:r>
              <a:rPr lang="en-US" altLang="zh-CN" sz="2000" dirty="0">
                <a:solidFill>
                  <a:schemeClr val="accent2"/>
                </a:solidFill>
                <a:ea typeface="宋体" panose="02010600030101010101" pitchFamily="2" charset="-122"/>
              </a:rPr>
              <a:t>  </a:t>
            </a:r>
            <a:r>
              <a:rPr lang="zh-CN" altLang="en-US" sz="2000" dirty="0">
                <a:solidFill>
                  <a:schemeClr val="accent2"/>
                </a:solidFill>
                <a:latin typeface="+mn-lt"/>
                <a:ea typeface="黑体" panose="02010609060101010101" pitchFamily="49" charset="-122"/>
              </a:rPr>
              <a:t>加一个空写阶段</a:t>
            </a:r>
            <a:r>
              <a:rPr lang="zh-CN" altLang="en-US" sz="2000" dirty="0">
                <a:solidFill>
                  <a:schemeClr val="accent2"/>
                </a:solidFill>
                <a:ea typeface="宋体" panose="02010600030101010101" pitchFamily="2" charset="-122"/>
              </a:rPr>
              <a:t>，</a:t>
            </a:r>
            <a:r>
              <a:rPr lang="zh-CN" altLang="en-US" sz="2000" dirty="0">
                <a:solidFill>
                  <a:schemeClr val="accent2"/>
                </a:solidFill>
                <a:latin typeface="+mn-lt"/>
                <a:ea typeface="黑体" panose="02010609060101010101" pitchFamily="49" charset="-122"/>
              </a:rPr>
              <a:t>使流水线更规整！</a:t>
            </a:r>
          </a:p>
        </p:txBody>
      </p:sp>
      <p:sp>
        <p:nvSpPr>
          <p:cNvPr id="32822" name="Rectangle 56">
            <a:extLst>
              <a:ext uri="{FF2B5EF4-FFF2-40B4-BE49-F238E27FC236}">
                <a16:creationId xmlns:a16="http://schemas.microsoft.com/office/drawing/2014/main" id="{E106C724-5173-83C1-3122-9ECE7BA59A7B}"/>
              </a:ext>
            </a:extLst>
          </p:cNvPr>
          <p:cNvSpPr>
            <a:spLocks noChangeArrowheads="1"/>
          </p:cNvSpPr>
          <p:nvPr/>
        </p:nvSpPr>
        <p:spPr bwMode="auto">
          <a:xfrm>
            <a:off x="5326063" y="1727200"/>
            <a:ext cx="828675" cy="319088"/>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2823" name="矩形 57">
            <a:extLst>
              <a:ext uri="{FF2B5EF4-FFF2-40B4-BE49-F238E27FC236}">
                <a16:creationId xmlns:a16="http://schemas.microsoft.com/office/drawing/2014/main" id="{15F7F7C3-B81A-120A-0038-FC46FD227841}"/>
              </a:ext>
            </a:extLst>
          </p:cNvPr>
          <p:cNvSpPr>
            <a:spLocks noChangeArrowheads="1"/>
          </p:cNvSpPr>
          <p:nvPr/>
        </p:nvSpPr>
        <p:spPr bwMode="auto">
          <a:xfrm>
            <a:off x="4959350" y="80963"/>
            <a:ext cx="3952875" cy="46196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solidFill>
                  <a:schemeClr val="accent2"/>
                </a:solidFill>
                <a:latin typeface="微软雅黑" panose="020B0503020204020204" pitchFamily="34" charset="-122"/>
                <a:ea typeface="微软雅黑" panose="020B0503020204020204" pitchFamily="34" charset="-122"/>
              </a:rPr>
              <a:t>例：</a:t>
            </a:r>
            <a:r>
              <a:rPr lang="en-US" altLang="zh-CN" sz="2400">
                <a:solidFill>
                  <a:schemeClr val="accent2"/>
                </a:solidFill>
                <a:latin typeface="微软雅黑" panose="020B0503020204020204" pitchFamily="34" charset="-122"/>
                <a:ea typeface="微软雅黑" panose="020B0503020204020204" pitchFamily="34" charset="-122"/>
              </a:rPr>
              <a:t>beq  rs1, rs2, imm12</a:t>
            </a:r>
            <a:endParaRPr lang="zh-CN" altLang="en-US" sz="2400">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blinds(horizontal)">
                                      <p:cBhvr>
                                        <p:cTn id="7" dur="500"/>
                                        <p:tgtEl>
                                          <p:spTgt spid="389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Effect transition="in" filter="blinds(horizontal)">
                                      <p:cBhvr>
                                        <p:cTn id="12" dur="500"/>
                                        <p:tgtEl>
                                          <p:spTgt spid="389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8915">
                                            <p:txEl>
                                              <p:pRg st="2" end="2"/>
                                            </p:txEl>
                                          </p:spTgt>
                                        </p:tgtEl>
                                        <p:attrNameLst>
                                          <p:attrName>style.visibility</p:attrName>
                                        </p:attrNameLst>
                                      </p:cBhvr>
                                      <p:to>
                                        <p:strVal val="visible"/>
                                      </p:to>
                                    </p:set>
                                    <p:animEffect transition="in" filter="blinds(horizontal)">
                                      <p:cBhvr>
                                        <p:cTn id="17" dur="500"/>
                                        <p:tgtEl>
                                          <p:spTgt spid="389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8915">
                                            <p:txEl>
                                              <p:pRg st="3" end="3"/>
                                            </p:txEl>
                                          </p:spTgt>
                                        </p:tgtEl>
                                        <p:attrNameLst>
                                          <p:attrName>style.visibility</p:attrName>
                                        </p:attrNameLst>
                                      </p:cBhvr>
                                      <p:to>
                                        <p:strVal val="visible"/>
                                      </p:to>
                                    </p:set>
                                    <p:animEffect transition="in" filter="blinds(horizontal)">
                                      <p:cBhvr>
                                        <p:cTn id="22" dur="500"/>
                                        <p:tgtEl>
                                          <p:spTgt spid="389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8915">
                                            <p:txEl>
                                              <p:pRg st="4" end="4"/>
                                            </p:txEl>
                                          </p:spTgt>
                                        </p:tgtEl>
                                        <p:attrNameLst>
                                          <p:attrName>style.visibility</p:attrName>
                                        </p:attrNameLst>
                                      </p:cBhvr>
                                      <p:to>
                                        <p:strVal val="visible"/>
                                      </p:to>
                                    </p:set>
                                    <p:animEffect transition="in" filter="blinds(horizontal)">
                                      <p:cBhvr>
                                        <p:cTn id="27" dur="500"/>
                                        <p:tgtEl>
                                          <p:spTgt spid="389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8915">
                                            <p:txEl>
                                              <p:pRg st="5" end="5"/>
                                            </p:txEl>
                                          </p:spTgt>
                                        </p:tgtEl>
                                        <p:attrNameLst>
                                          <p:attrName>style.visibility</p:attrName>
                                        </p:attrNameLst>
                                      </p:cBhvr>
                                      <p:to>
                                        <p:strVal val="visible"/>
                                      </p:to>
                                    </p:set>
                                    <p:animEffect transition="in" filter="blinds(horizontal)">
                                      <p:cBhvr>
                                        <p:cTn id="32" dur="500"/>
                                        <p:tgtEl>
                                          <p:spTgt spid="389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8915">
                                            <p:txEl>
                                              <p:pRg st="6" end="6"/>
                                            </p:txEl>
                                          </p:spTgt>
                                        </p:tgtEl>
                                        <p:attrNameLst>
                                          <p:attrName>style.visibility</p:attrName>
                                        </p:attrNameLst>
                                      </p:cBhvr>
                                      <p:to>
                                        <p:strVal val="visible"/>
                                      </p:to>
                                    </p:set>
                                    <p:animEffect transition="in" filter="blinds(horizontal)">
                                      <p:cBhvr>
                                        <p:cTn id="37" dur="500"/>
                                        <p:tgtEl>
                                          <p:spTgt spid="3891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38966"/>
                                        </p:tgtEl>
                                        <p:attrNameLst>
                                          <p:attrName>style.visibility</p:attrName>
                                        </p:attrNameLst>
                                      </p:cBhvr>
                                      <p:to>
                                        <p:strVal val="visible"/>
                                      </p:to>
                                    </p:set>
                                    <p:animEffect transition="in" filter="slide(fromLeft)">
                                      <p:cBhvr>
                                        <p:cTn id="42" dur="500"/>
                                        <p:tgtEl>
                                          <p:spTgt spid="38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66"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253A51D3-5326-C403-EBAB-5ADADA90FB1E}"/>
              </a:ext>
            </a:extLst>
          </p:cNvPr>
          <p:cNvSpPr>
            <a:spLocks noGrp="1" noChangeArrowheads="1"/>
          </p:cNvSpPr>
          <p:nvPr>
            <p:ph type="title"/>
          </p:nvPr>
        </p:nvSpPr>
        <p:spPr>
          <a:xfrm>
            <a:off x="812800" y="177800"/>
            <a:ext cx="4745038" cy="373063"/>
          </a:xfrm>
        </p:spPr>
        <p:txBody>
          <a:bodyPr/>
          <a:lstStyle/>
          <a:p>
            <a:r>
              <a:rPr lang="en-US" altLang="zh-CN">
                <a:ea typeface="宋体" panose="02010600030101010101" pitchFamily="2" charset="-122"/>
              </a:rPr>
              <a:t>J</a:t>
            </a:r>
            <a:r>
              <a:rPr lang="zh-CN" altLang="en-US">
                <a:ea typeface="宋体" panose="02010600030101010101" pitchFamily="2" charset="-122"/>
              </a:rPr>
              <a:t>型的四个阶段</a:t>
            </a:r>
            <a:endParaRPr lang="en-US" altLang="zh-CN">
              <a:ea typeface="宋体" panose="02010600030101010101" pitchFamily="2" charset="-122"/>
            </a:endParaRPr>
          </a:p>
        </p:txBody>
      </p:sp>
      <p:sp>
        <p:nvSpPr>
          <p:cNvPr id="38915" name="Rectangle 3">
            <a:extLst>
              <a:ext uri="{FF2B5EF4-FFF2-40B4-BE49-F238E27FC236}">
                <a16:creationId xmlns:a16="http://schemas.microsoft.com/office/drawing/2014/main" id="{D7D4BCEE-B79A-1667-8D04-4E8C14044EB2}"/>
              </a:ext>
            </a:extLst>
          </p:cNvPr>
          <p:cNvSpPr>
            <a:spLocks noGrp="1" noChangeArrowheads="1"/>
          </p:cNvSpPr>
          <p:nvPr>
            <p:ph idx="1"/>
          </p:nvPr>
        </p:nvSpPr>
        <p:spPr>
          <a:xfrm>
            <a:off x="365125" y="2251075"/>
            <a:ext cx="8191500" cy="3006725"/>
          </a:xfrm>
        </p:spPr>
        <p:txBody>
          <a:bodyPr/>
          <a:lstStyle/>
          <a:p>
            <a:pPr>
              <a:lnSpc>
                <a:spcPct val="120000"/>
              </a:lnSpc>
              <a:spcBef>
                <a:spcPct val="20000"/>
              </a:spcBef>
            </a:pPr>
            <a:r>
              <a:rPr lang="en-US" altLang="zh-CN" sz="2000">
                <a:solidFill>
                  <a:srgbClr val="CC0000"/>
                </a:solidFill>
                <a:ea typeface="黑体" panose="02010609060101010101" pitchFamily="49" charset="-122"/>
              </a:rPr>
              <a:t>Ifetch: </a:t>
            </a:r>
            <a:r>
              <a:rPr lang="zh-CN" altLang="en-US" sz="2000">
                <a:ea typeface="黑体" panose="02010609060101010101" pitchFamily="49" charset="-122"/>
              </a:rPr>
              <a:t>取指令并计算</a:t>
            </a:r>
            <a:r>
              <a:rPr lang="en-US" altLang="zh-CN" sz="2000">
                <a:ea typeface="黑体" panose="02010609060101010101" pitchFamily="49" charset="-122"/>
              </a:rPr>
              <a:t>PC+4</a:t>
            </a:r>
            <a:r>
              <a:rPr lang="zh-CN" altLang="en-US" sz="2000">
                <a:ea typeface="黑体" panose="02010609060101010101" pitchFamily="49" charset="-122"/>
              </a:rPr>
              <a:t> （写入</a:t>
            </a:r>
            <a:r>
              <a:rPr lang="en-US" altLang="zh-CN" sz="2000">
                <a:ea typeface="黑体" panose="02010609060101010101" pitchFamily="49" charset="-122"/>
              </a:rPr>
              <a:t>PC</a:t>
            </a:r>
            <a:r>
              <a:rPr lang="zh-CN" altLang="en-US" sz="2000">
                <a:ea typeface="黑体" panose="02010609060101010101" pitchFamily="49" charset="-122"/>
              </a:rPr>
              <a:t> ，但后续</a:t>
            </a:r>
            <a:r>
              <a:rPr lang="zh-CN" altLang="en-US" sz="2000">
                <a:solidFill>
                  <a:schemeClr val="accent1"/>
                </a:solidFill>
                <a:ea typeface="黑体" panose="02010609060101010101" pitchFamily="49" charset="-122"/>
              </a:rPr>
              <a:t>肯定</a:t>
            </a:r>
            <a:r>
              <a:rPr lang="zh-CN" altLang="en-US" sz="2000">
                <a:ea typeface="黑体" panose="02010609060101010101" pitchFamily="49" charset="-122"/>
              </a:rPr>
              <a:t>需要修改</a:t>
            </a:r>
            <a:r>
              <a:rPr lang="en-US" altLang="zh-CN" sz="2000">
                <a:ea typeface="黑体" panose="02010609060101010101" pitchFamily="49" charset="-122"/>
              </a:rPr>
              <a:t>PC </a:t>
            </a:r>
            <a:r>
              <a:rPr lang="zh-CN" altLang="en-US" sz="2000">
                <a:ea typeface="黑体" panose="02010609060101010101" pitchFamily="49" charset="-122"/>
              </a:rPr>
              <a:t>）</a:t>
            </a:r>
          </a:p>
          <a:p>
            <a:pPr>
              <a:lnSpc>
                <a:spcPct val="120000"/>
              </a:lnSpc>
              <a:spcBef>
                <a:spcPct val="20000"/>
              </a:spcBef>
            </a:pPr>
            <a:r>
              <a:rPr lang="en-US" altLang="zh-CN" sz="2000">
                <a:solidFill>
                  <a:srgbClr val="CC0000"/>
                </a:solidFill>
                <a:ea typeface="黑体" panose="02010609060101010101" pitchFamily="49" charset="-122"/>
              </a:rPr>
              <a:t>Reg/Dec:</a:t>
            </a:r>
            <a:r>
              <a:rPr lang="zh-CN" altLang="en-US" sz="2000">
                <a:ea typeface="黑体" panose="02010609060101010101" pitchFamily="49" charset="-122"/>
              </a:rPr>
              <a:t>从寄存器取数，同时指令在译码器进行译码</a:t>
            </a:r>
            <a:endParaRPr lang="en-US" altLang="zh-CN" sz="2000">
              <a:ea typeface="黑体" panose="02010609060101010101" pitchFamily="49" charset="-122"/>
            </a:endParaRPr>
          </a:p>
          <a:p>
            <a:pPr>
              <a:lnSpc>
                <a:spcPct val="120000"/>
              </a:lnSpc>
              <a:spcBef>
                <a:spcPct val="20000"/>
              </a:spcBef>
            </a:pPr>
            <a:r>
              <a:rPr lang="en-US" altLang="zh-CN" sz="2000">
                <a:solidFill>
                  <a:srgbClr val="CC0000"/>
                </a:solidFill>
                <a:ea typeface="黑体" panose="02010609060101010101" pitchFamily="49" charset="-122"/>
              </a:rPr>
              <a:t>Exec:</a:t>
            </a:r>
            <a:r>
              <a:rPr lang="en-US" altLang="zh-CN" sz="2000">
                <a:ea typeface="黑体" panose="02010609060101010101" pitchFamily="49" charset="-122"/>
              </a:rPr>
              <a:t>  </a:t>
            </a:r>
            <a:r>
              <a:rPr lang="zh-CN" altLang="en-US" sz="2000">
                <a:ea typeface="黑体" panose="02010609060101010101" pitchFamily="49" charset="-122"/>
              </a:rPr>
              <a:t>执行阶段</a:t>
            </a:r>
          </a:p>
          <a:p>
            <a:pPr lvl="1">
              <a:lnSpc>
                <a:spcPct val="120000"/>
              </a:lnSpc>
              <a:spcBef>
                <a:spcPct val="20000"/>
              </a:spcBef>
            </a:pPr>
            <a:r>
              <a:rPr lang="en-US" altLang="zh-CN" sz="2000">
                <a:ea typeface="黑体" panose="02010609060101010101" pitchFamily="49" charset="-122"/>
              </a:rPr>
              <a:t>ALU</a:t>
            </a:r>
            <a:r>
              <a:rPr lang="zh-CN" altLang="en-US" sz="2000">
                <a:ea typeface="黑体" panose="02010609060101010101" pitchFamily="49" charset="-122"/>
              </a:rPr>
              <a:t>中计算</a:t>
            </a:r>
            <a:r>
              <a:rPr lang="en-US" altLang="zh-CN" sz="2000">
                <a:ea typeface="黑体" panose="02010609060101010101" pitchFamily="49" charset="-122"/>
              </a:rPr>
              <a:t>PC+4</a:t>
            </a:r>
            <a:r>
              <a:rPr lang="zh-CN" altLang="en-US" sz="2000">
                <a:ea typeface="黑体" panose="02010609060101010101" pitchFamily="49" charset="-122"/>
              </a:rPr>
              <a:t>（准备写入</a:t>
            </a:r>
            <a:r>
              <a:rPr lang="en-US" altLang="zh-CN" sz="2000">
                <a:ea typeface="黑体" panose="02010609060101010101" pitchFamily="49" charset="-122"/>
              </a:rPr>
              <a:t>rd</a:t>
            </a:r>
            <a:r>
              <a:rPr lang="zh-CN" altLang="en-US" sz="2000">
                <a:ea typeface="黑体" panose="02010609060101010101" pitchFamily="49" charset="-122"/>
              </a:rPr>
              <a:t>）</a:t>
            </a:r>
          </a:p>
          <a:p>
            <a:pPr lvl="1">
              <a:lnSpc>
                <a:spcPct val="120000"/>
              </a:lnSpc>
              <a:spcBef>
                <a:spcPct val="20000"/>
              </a:spcBef>
            </a:pPr>
            <a:r>
              <a:rPr lang="en-US" altLang="zh-CN" sz="2000">
                <a:ea typeface="黑体" panose="02010609060101010101" pitchFamily="49" charset="-122"/>
              </a:rPr>
              <a:t>Adder</a:t>
            </a:r>
            <a:r>
              <a:rPr lang="zh-CN" altLang="en-US" sz="2000">
                <a:ea typeface="黑体" panose="02010609060101010101" pitchFamily="49" charset="-122"/>
              </a:rPr>
              <a:t>中计算转移地址（</a:t>
            </a:r>
            <a:r>
              <a:rPr lang="en-US" altLang="zh-CN" sz="2000">
                <a:ea typeface="黑体" panose="02010609060101010101" pitchFamily="49" charset="-122"/>
              </a:rPr>
              <a:t>PC+SEXT</a:t>
            </a:r>
            <a:r>
              <a:rPr lang="zh-CN" altLang="en-US" sz="2000">
                <a:ea typeface="黑体" panose="02010609060101010101" pitchFamily="49" charset="-122"/>
              </a:rPr>
              <a:t>（</a:t>
            </a:r>
            <a:r>
              <a:rPr lang="en-US" altLang="zh-CN" sz="2000">
                <a:ea typeface="黑体" panose="02010609060101010101" pitchFamily="49" charset="-122"/>
              </a:rPr>
              <a:t>imm20</a:t>
            </a:r>
            <a:r>
              <a:rPr lang="zh-CN" altLang="en-US" sz="2000">
                <a:ea typeface="黑体" panose="02010609060101010101" pitchFamily="49" charset="-122"/>
              </a:rPr>
              <a:t>）</a:t>
            </a:r>
            <a:r>
              <a:rPr lang="en-US" altLang="zh-CN" sz="2000">
                <a:ea typeface="黑体" panose="02010609060101010101" pitchFamily="49" charset="-122"/>
              </a:rPr>
              <a:t>&lt;&lt;1</a:t>
            </a:r>
            <a:r>
              <a:rPr lang="zh-CN" altLang="en-US" sz="2000">
                <a:ea typeface="黑体" panose="02010609060101010101" pitchFamily="49" charset="-122"/>
              </a:rPr>
              <a:t>）</a:t>
            </a:r>
          </a:p>
          <a:p>
            <a:pPr>
              <a:lnSpc>
                <a:spcPct val="120000"/>
              </a:lnSpc>
              <a:spcBef>
                <a:spcPct val="20000"/>
              </a:spcBef>
            </a:pPr>
            <a:r>
              <a:rPr lang="en-US" altLang="zh-CN" sz="2000">
                <a:solidFill>
                  <a:srgbClr val="CC0000"/>
                </a:solidFill>
                <a:ea typeface="黑体" panose="02010609060101010101" pitchFamily="49" charset="-122"/>
              </a:rPr>
              <a:t>Mem:</a:t>
            </a:r>
            <a:r>
              <a:rPr lang="zh-CN" altLang="en-US" sz="2000">
                <a:solidFill>
                  <a:schemeClr val="accent2"/>
                </a:solidFill>
                <a:ea typeface="黑体" panose="02010609060101010101" pitchFamily="49" charset="-122"/>
              </a:rPr>
              <a:t>把转移地址写入</a:t>
            </a:r>
            <a:r>
              <a:rPr lang="en-US" altLang="zh-CN" sz="2000">
                <a:solidFill>
                  <a:schemeClr val="accent2"/>
                </a:solidFill>
                <a:ea typeface="黑体" panose="02010609060101010101" pitchFamily="49" charset="-122"/>
              </a:rPr>
              <a:t>PC</a:t>
            </a:r>
            <a:endParaRPr lang="en-US" altLang="zh-CN" sz="2000">
              <a:ea typeface="黑体" panose="02010609060101010101" pitchFamily="49" charset="-122"/>
            </a:endParaRPr>
          </a:p>
          <a:p>
            <a:pPr>
              <a:lnSpc>
                <a:spcPct val="120000"/>
              </a:lnSpc>
              <a:spcBef>
                <a:spcPct val="20000"/>
              </a:spcBef>
            </a:pPr>
            <a:r>
              <a:rPr lang="en-US" altLang="zh-CN" sz="2000">
                <a:solidFill>
                  <a:srgbClr val="CC0000"/>
                </a:solidFill>
                <a:ea typeface="宋体" panose="02010600030101010101" pitchFamily="2" charset="-122"/>
              </a:rPr>
              <a:t>Wr:</a:t>
            </a:r>
            <a:r>
              <a:rPr lang="en-US" altLang="zh-CN" sz="2000">
                <a:solidFill>
                  <a:schemeClr val="accent2"/>
                </a:solidFill>
                <a:ea typeface="宋体" panose="02010600030101010101" pitchFamily="2" charset="-122"/>
              </a:rPr>
              <a:t> </a:t>
            </a:r>
            <a:r>
              <a:rPr lang="zh-CN" altLang="en-US" sz="2000">
                <a:solidFill>
                  <a:schemeClr val="accent2"/>
                </a:solidFill>
                <a:ea typeface="宋体" panose="02010600030101010101" pitchFamily="2" charset="-122"/>
              </a:rPr>
              <a:t>把</a:t>
            </a:r>
            <a:r>
              <a:rPr lang="en-US" altLang="zh-CN" sz="2000">
                <a:solidFill>
                  <a:schemeClr val="accent2"/>
                </a:solidFill>
                <a:ea typeface="宋体" panose="02010600030101010101" pitchFamily="2" charset="-122"/>
              </a:rPr>
              <a:t>ALU</a:t>
            </a:r>
            <a:r>
              <a:rPr lang="zh-CN" altLang="en-US" sz="2000">
                <a:solidFill>
                  <a:schemeClr val="accent2"/>
                </a:solidFill>
                <a:ea typeface="宋体" panose="02010600030101010101" pitchFamily="2" charset="-122"/>
              </a:rPr>
              <a:t>运算结果（</a:t>
            </a:r>
            <a:r>
              <a:rPr lang="en-US" altLang="zh-CN" sz="2000">
                <a:ea typeface="黑体" panose="02010609060101010101" pitchFamily="49" charset="-122"/>
              </a:rPr>
              <a:t>PC+4</a:t>
            </a:r>
            <a:r>
              <a:rPr lang="zh-CN" altLang="en-US" sz="2000">
                <a:solidFill>
                  <a:schemeClr val="accent2"/>
                </a:solidFill>
                <a:ea typeface="宋体" panose="02010600030101010101" pitchFamily="2" charset="-122"/>
              </a:rPr>
              <a:t>）</a:t>
            </a:r>
            <a:r>
              <a:rPr lang="zh-CN" altLang="en-US" sz="2000">
                <a:ea typeface="黑体" panose="02010609060101010101" pitchFamily="49" charset="-122"/>
              </a:rPr>
              <a:t>写入</a:t>
            </a:r>
            <a:r>
              <a:rPr lang="en-US" altLang="zh-CN" sz="2000">
                <a:ea typeface="黑体" panose="02010609060101010101" pitchFamily="49" charset="-122"/>
              </a:rPr>
              <a:t>rd</a:t>
            </a:r>
            <a:r>
              <a:rPr lang="zh-CN" altLang="en-US" sz="2000">
                <a:solidFill>
                  <a:schemeClr val="accent2"/>
                </a:solidFill>
                <a:ea typeface="黑体" panose="02010609060101010101" pitchFamily="49" charset="-122"/>
              </a:rPr>
              <a:t>，</a:t>
            </a:r>
            <a:endParaRPr lang="en-US" altLang="zh-CN" sz="2000">
              <a:ea typeface="黑体" panose="02010609060101010101" pitchFamily="49" charset="-122"/>
            </a:endParaRPr>
          </a:p>
        </p:txBody>
      </p:sp>
      <p:grpSp>
        <p:nvGrpSpPr>
          <p:cNvPr id="34819" name="Group 55">
            <a:extLst>
              <a:ext uri="{FF2B5EF4-FFF2-40B4-BE49-F238E27FC236}">
                <a16:creationId xmlns:a16="http://schemas.microsoft.com/office/drawing/2014/main" id="{B6EB4489-989E-FFDA-7780-6D6DFD74F2DC}"/>
              </a:ext>
            </a:extLst>
          </p:cNvPr>
          <p:cNvGrpSpPr>
            <a:grpSpLocks/>
          </p:cNvGrpSpPr>
          <p:nvPr/>
        </p:nvGrpSpPr>
        <p:grpSpPr bwMode="auto">
          <a:xfrm>
            <a:off x="1509713" y="877888"/>
            <a:ext cx="4649787" cy="1187450"/>
            <a:chOff x="951" y="553"/>
            <a:chExt cx="2929" cy="748"/>
          </a:xfrm>
        </p:grpSpPr>
        <p:grpSp>
          <p:nvGrpSpPr>
            <p:cNvPr id="34820" name="Group 8">
              <a:extLst>
                <a:ext uri="{FF2B5EF4-FFF2-40B4-BE49-F238E27FC236}">
                  <a16:creationId xmlns:a16="http://schemas.microsoft.com/office/drawing/2014/main" id="{EE38DFBE-0F4D-F551-E4FB-C9477D9C5FA0}"/>
                </a:ext>
              </a:extLst>
            </p:cNvPr>
            <p:cNvGrpSpPr>
              <a:grpSpLocks/>
            </p:cNvGrpSpPr>
            <p:nvPr/>
          </p:nvGrpSpPr>
          <p:grpSpPr bwMode="auto">
            <a:xfrm>
              <a:off x="1248" y="793"/>
              <a:ext cx="520" cy="160"/>
              <a:chOff x="1248" y="712"/>
              <a:chExt cx="520" cy="160"/>
            </a:xfrm>
          </p:grpSpPr>
          <p:sp>
            <p:nvSpPr>
              <p:cNvPr id="34821" name="Line 4">
                <a:extLst>
                  <a:ext uri="{FF2B5EF4-FFF2-40B4-BE49-F238E27FC236}">
                    <a16:creationId xmlns:a16="http://schemas.microsoft.com/office/drawing/2014/main" id="{A9FFC77E-1029-5104-13A5-0C3BCE4FA955}"/>
                  </a:ext>
                </a:extLst>
              </p:cNvPr>
              <p:cNvSpPr>
                <a:spLocks noChangeShapeType="1"/>
              </p:cNvSpPr>
              <p:nvPr/>
            </p:nvSpPr>
            <p:spPr bwMode="auto">
              <a:xfrm>
                <a:off x="1256"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2" name="Line 5">
                <a:extLst>
                  <a:ext uri="{FF2B5EF4-FFF2-40B4-BE49-F238E27FC236}">
                    <a16:creationId xmlns:a16="http://schemas.microsoft.com/office/drawing/2014/main" id="{4007632B-1748-3E23-CC3F-F3175BEDFDDC}"/>
                  </a:ext>
                </a:extLst>
              </p:cNvPr>
              <p:cNvSpPr>
                <a:spLocks noChangeShapeType="1"/>
              </p:cNvSpPr>
              <p:nvPr/>
            </p:nvSpPr>
            <p:spPr bwMode="auto">
              <a:xfrm>
                <a:off x="1248"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3" name="Line 6">
                <a:extLst>
                  <a:ext uri="{FF2B5EF4-FFF2-40B4-BE49-F238E27FC236}">
                    <a16:creationId xmlns:a16="http://schemas.microsoft.com/office/drawing/2014/main" id="{F9C11F95-CD1D-CE6E-F4C7-788DDCAA9D17}"/>
                  </a:ext>
                </a:extLst>
              </p:cNvPr>
              <p:cNvSpPr>
                <a:spLocks noChangeShapeType="1"/>
              </p:cNvSpPr>
              <p:nvPr/>
            </p:nvSpPr>
            <p:spPr bwMode="auto">
              <a:xfrm flipV="1">
                <a:off x="1536"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4" name="Line 7">
                <a:extLst>
                  <a:ext uri="{FF2B5EF4-FFF2-40B4-BE49-F238E27FC236}">
                    <a16:creationId xmlns:a16="http://schemas.microsoft.com/office/drawing/2014/main" id="{C6EDFFC8-09AE-E29B-04AC-FBE67F3CBDDB}"/>
                  </a:ext>
                </a:extLst>
              </p:cNvPr>
              <p:cNvSpPr>
                <a:spLocks noChangeShapeType="1"/>
              </p:cNvSpPr>
              <p:nvPr/>
            </p:nvSpPr>
            <p:spPr bwMode="auto">
              <a:xfrm>
                <a:off x="1544"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25" name="Group 13">
              <a:extLst>
                <a:ext uri="{FF2B5EF4-FFF2-40B4-BE49-F238E27FC236}">
                  <a16:creationId xmlns:a16="http://schemas.microsoft.com/office/drawing/2014/main" id="{762DB06E-FA65-FAAC-5604-4BFD40AA17E2}"/>
                </a:ext>
              </a:extLst>
            </p:cNvPr>
            <p:cNvGrpSpPr>
              <a:grpSpLocks/>
            </p:cNvGrpSpPr>
            <p:nvPr/>
          </p:nvGrpSpPr>
          <p:grpSpPr bwMode="auto">
            <a:xfrm>
              <a:off x="1776" y="793"/>
              <a:ext cx="520" cy="160"/>
              <a:chOff x="1776" y="712"/>
              <a:chExt cx="520" cy="160"/>
            </a:xfrm>
          </p:grpSpPr>
          <p:sp>
            <p:nvSpPr>
              <p:cNvPr id="34826" name="Line 9">
                <a:extLst>
                  <a:ext uri="{FF2B5EF4-FFF2-40B4-BE49-F238E27FC236}">
                    <a16:creationId xmlns:a16="http://schemas.microsoft.com/office/drawing/2014/main" id="{0EB81674-DF37-9D3A-EF43-00CDC125BCCD}"/>
                  </a:ext>
                </a:extLst>
              </p:cNvPr>
              <p:cNvSpPr>
                <a:spLocks noChangeShapeType="1"/>
              </p:cNvSpPr>
              <p:nvPr/>
            </p:nvSpPr>
            <p:spPr bwMode="auto">
              <a:xfrm>
                <a:off x="1784"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7" name="Line 10">
                <a:extLst>
                  <a:ext uri="{FF2B5EF4-FFF2-40B4-BE49-F238E27FC236}">
                    <a16:creationId xmlns:a16="http://schemas.microsoft.com/office/drawing/2014/main" id="{BF8FAB62-85D8-FA1C-92A4-A13CCCBD251C}"/>
                  </a:ext>
                </a:extLst>
              </p:cNvPr>
              <p:cNvSpPr>
                <a:spLocks noChangeShapeType="1"/>
              </p:cNvSpPr>
              <p:nvPr/>
            </p:nvSpPr>
            <p:spPr bwMode="auto">
              <a:xfrm>
                <a:off x="1776"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8" name="Line 11">
                <a:extLst>
                  <a:ext uri="{FF2B5EF4-FFF2-40B4-BE49-F238E27FC236}">
                    <a16:creationId xmlns:a16="http://schemas.microsoft.com/office/drawing/2014/main" id="{46AF7095-5E7F-8CC5-38BA-0136111C3D11}"/>
                  </a:ext>
                </a:extLst>
              </p:cNvPr>
              <p:cNvSpPr>
                <a:spLocks noChangeShapeType="1"/>
              </p:cNvSpPr>
              <p:nvPr/>
            </p:nvSpPr>
            <p:spPr bwMode="auto">
              <a:xfrm flipV="1">
                <a:off x="2064"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9" name="Line 12">
                <a:extLst>
                  <a:ext uri="{FF2B5EF4-FFF2-40B4-BE49-F238E27FC236}">
                    <a16:creationId xmlns:a16="http://schemas.microsoft.com/office/drawing/2014/main" id="{6E75DAA9-1C3A-469E-B0C5-F76242242575}"/>
                  </a:ext>
                </a:extLst>
              </p:cNvPr>
              <p:cNvSpPr>
                <a:spLocks noChangeShapeType="1"/>
              </p:cNvSpPr>
              <p:nvPr/>
            </p:nvSpPr>
            <p:spPr bwMode="auto">
              <a:xfrm>
                <a:off x="2072"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30" name="Group 18">
              <a:extLst>
                <a:ext uri="{FF2B5EF4-FFF2-40B4-BE49-F238E27FC236}">
                  <a16:creationId xmlns:a16="http://schemas.microsoft.com/office/drawing/2014/main" id="{84A54D0B-DC2A-CD37-4413-6374AD1F0511}"/>
                </a:ext>
              </a:extLst>
            </p:cNvPr>
            <p:cNvGrpSpPr>
              <a:grpSpLocks/>
            </p:cNvGrpSpPr>
            <p:nvPr/>
          </p:nvGrpSpPr>
          <p:grpSpPr bwMode="auto">
            <a:xfrm>
              <a:off x="2304" y="793"/>
              <a:ext cx="520" cy="160"/>
              <a:chOff x="2304" y="712"/>
              <a:chExt cx="520" cy="160"/>
            </a:xfrm>
          </p:grpSpPr>
          <p:sp>
            <p:nvSpPr>
              <p:cNvPr id="34831" name="Line 14">
                <a:extLst>
                  <a:ext uri="{FF2B5EF4-FFF2-40B4-BE49-F238E27FC236}">
                    <a16:creationId xmlns:a16="http://schemas.microsoft.com/office/drawing/2014/main" id="{DF1EF294-9B91-ADF1-7EAD-E4DF10DF2664}"/>
                  </a:ext>
                </a:extLst>
              </p:cNvPr>
              <p:cNvSpPr>
                <a:spLocks noChangeShapeType="1"/>
              </p:cNvSpPr>
              <p:nvPr/>
            </p:nvSpPr>
            <p:spPr bwMode="auto">
              <a:xfrm>
                <a:off x="2312"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2" name="Line 15">
                <a:extLst>
                  <a:ext uri="{FF2B5EF4-FFF2-40B4-BE49-F238E27FC236}">
                    <a16:creationId xmlns:a16="http://schemas.microsoft.com/office/drawing/2014/main" id="{9F17888F-58B9-1586-25EF-ABD8CDD55B37}"/>
                  </a:ext>
                </a:extLst>
              </p:cNvPr>
              <p:cNvSpPr>
                <a:spLocks noChangeShapeType="1"/>
              </p:cNvSpPr>
              <p:nvPr/>
            </p:nvSpPr>
            <p:spPr bwMode="auto">
              <a:xfrm>
                <a:off x="2304"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3" name="Line 16">
                <a:extLst>
                  <a:ext uri="{FF2B5EF4-FFF2-40B4-BE49-F238E27FC236}">
                    <a16:creationId xmlns:a16="http://schemas.microsoft.com/office/drawing/2014/main" id="{65252A9C-A709-C63D-C8FF-6E399E64C065}"/>
                  </a:ext>
                </a:extLst>
              </p:cNvPr>
              <p:cNvSpPr>
                <a:spLocks noChangeShapeType="1"/>
              </p:cNvSpPr>
              <p:nvPr/>
            </p:nvSpPr>
            <p:spPr bwMode="auto">
              <a:xfrm flipV="1">
                <a:off x="2592"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4" name="Line 17">
                <a:extLst>
                  <a:ext uri="{FF2B5EF4-FFF2-40B4-BE49-F238E27FC236}">
                    <a16:creationId xmlns:a16="http://schemas.microsoft.com/office/drawing/2014/main" id="{6D90C436-4926-2692-ACA0-A3509A488AF9}"/>
                  </a:ext>
                </a:extLst>
              </p:cNvPr>
              <p:cNvSpPr>
                <a:spLocks noChangeShapeType="1"/>
              </p:cNvSpPr>
              <p:nvPr/>
            </p:nvSpPr>
            <p:spPr bwMode="auto">
              <a:xfrm>
                <a:off x="2600"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35" name="Group 23">
              <a:extLst>
                <a:ext uri="{FF2B5EF4-FFF2-40B4-BE49-F238E27FC236}">
                  <a16:creationId xmlns:a16="http://schemas.microsoft.com/office/drawing/2014/main" id="{31E02B31-F89F-35C5-DDAC-C81DE3B8ED51}"/>
                </a:ext>
              </a:extLst>
            </p:cNvPr>
            <p:cNvGrpSpPr>
              <a:grpSpLocks/>
            </p:cNvGrpSpPr>
            <p:nvPr/>
          </p:nvGrpSpPr>
          <p:grpSpPr bwMode="auto">
            <a:xfrm>
              <a:off x="2832" y="793"/>
              <a:ext cx="520" cy="160"/>
              <a:chOff x="2832" y="712"/>
              <a:chExt cx="520" cy="160"/>
            </a:xfrm>
          </p:grpSpPr>
          <p:sp>
            <p:nvSpPr>
              <p:cNvPr id="34836" name="Line 19">
                <a:extLst>
                  <a:ext uri="{FF2B5EF4-FFF2-40B4-BE49-F238E27FC236}">
                    <a16:creationId xmlns:a16="http://schemas.microsoft.com/office/drawing/2014/main" id="{AEC18922-FFC6-6DFF-F9FB-DAD7A2161D09}"/>
                  </a:ext>
                </a:extLst>
              </p:cNvPr>
              <p:cNvSpPr>
                <a:spLocks noChangeShapeType="1"/>
              </p:cNvSpPr>
              <p:nvPr/>
            </p:nvSpPr>
            <p:spPr bwMode="auto">
              <a:xfrm>
                <a:off x="2840"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7" name="Line 20">
                <a:extLst>
                  <a:ext uri="{FF2B5EF4-FFF2-40B4-BE49-F238E27FC236}">
                    <a16:creationId xmlns:a16="http://schemas.microsoft.com/office/drawing/2014/main" id="{F1C980DF-E090-ADE3-5FB5-E28CD29B6114}"/>
                  </a:ext>
                </a:extLst>
              </p:cNvPr>
              <p:cNvSpPr>
                <a:spLocks noChangeShapeType="1"/>
              </p:cNvSpPr>
              <p:nvPr/>
            </p:nvSpPr>
            <p:spPr bwMode="auto">
              <a:xfrm>
                <a:off x="2832"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8" name="Line 21">
                <a:extLst>
                  <a:ext uri="{FF2B5EF4-FFF2-40B4-BE49-F238E27FC236}">
                    <a16:creationId xmlns:a16="http://schemas.microsoft.com/office/drawing/2014/main" id="{ACD543BE-A80F-6541-6064-E557651E7987}"/>
                  </a:ext>
                </a:extLst>
              </p:cNvPr>
              <p:cNvSpPr>
                <a:spLocks noChangeShapeType="1"/>
              </p:cNvSpPr>
              <p:nvPr/>
            </p:nvSpPr>
            <p:spPr bwMode="auto">
              <a:xfrm flipV="1">
                <a:off x="3120"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9" name="Line 22">
                <a:extLst>
                  <a:ext uri="{FF2B5EF4-FFF2-40B4-BE49-F238E27FC236}">
                    <a16:creationId xmlns:a16="http://schemas.microsoft.com/office/drawing/2014/main" id="{0246FED1-B62C-C750-BDDD-0A4F8E45437D}"/>
                  </a:ext>
                </a:extLst>
              </p:cNvPr>
              <p:cNvSpPr>
                <a:spLocks noChangeShapeType="1"/>
              </p:cNvSpPr>
              <p:nvPr/>
            </p:nvSpPr>
            <p:spPr bwMode="auto">
              <a:xfrm>
                <a:off x="3128"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4840" name="Line 24">
              <a:extLst>
                <a:ext uri="{FF2B5EF4-FFF2-40B4-BE49-F238E27FC236}">
                  <a16:creationId xmlns:a16="http://schemas.microsoft.com/office/drawing/2014/main" id="{0F4F3A75-357B-DED2-676A-1A75B59C11CD}"/>
                </a:ext>
              </a:extLst>
            </p:cNvPr>
            <p:cNvSpPr>
              <a:spLocks noChangeShapeType="1"/>
            </p:cNvSpPr>
            <p:nvPr/>
          </p:nvSpPr>
          <p:spPr bwMode="auto">
            <a:xfrm>
              <a:off x="3368" y="945"/>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1" name="Line 25">
              <a:extLst>
                <a:ext uri="{FF2B5EF4-FFF2-40B4-BE49-F238E27FC236}">
                  <a16:creationId xmlns:a16="http://schemas.microsoft.com/office/drawing/2014/main" id="{03A1E25E-9052-DA44-0D91-36AFA9B49AA3}"/>
                </a:ext>
              </a:extLst>
            </p:cNvPr>
            <p:cNvSpPr>
              <a:spLocks noChangeShapeType="1"/>
            </p:cNvSpPr>
            <p:nvPr/>
          </p:nvSpPr>
          <p:spPr bwMode="auto">
            <a:xfrm>
              <a:off x="3360" y="809"/>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2" name="Line 26">
              <a:extLst>
                <a:ext uri="{FF2B5EF4-FFF2-40B4-BE49-F238E27FC236}">
                  <a16:creationId xmlns:a16="http://schemas.microsoft.com/office/drawing/2014/main" id="{FDB8A752-E548-D702-900F-5650ABE7F525}"/>
                </a:ext>
              </a:extLst>
            </p:cNvPr>
            <p:cNvSpPr>
              <a:spLocks noChangeShapeType="1"/>
            </p:cNvSpPr>
            <p:nvPr/>
          </p:nvSpPr>
          <p:spPr bwMode="auto">
            <a:xfrm>
              <a:off x="1016" y="801"/>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3" name="Line 27">
              <a:extLst>
                <a:ext uri="{FF2B5EF4-FFF2-40B4-BE49-F238E27FC236}">
                  <a16:creationId xmlns:a16="http://schemas.microsoft.com/office/drawing/2014/main" id="{04423B18-890E-E6A9-2474-258B7242D87D}"/>
                </a:ext>
              </a:extLst>
            </p:cNvPr>
            <p:cNvSpPr>
              <a:spLocks noChangeShapeType="1"/>
            </p:cNvSpPr>
            <p:nvPr/>
          </p:nvSpPr>
          <p:spPr bwMode="auto">
            <a:xfrm flipV="1">
              <a:off x="1248" y="553"/>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4" name="Line 28">
              <a:extLst>
                <a:ext uri="{FF2B5EF4-FFF2-40B4-BE49-F238E27FC236}">
                  <a16:creationId xmlns:a16="http://schemas.microsoft.com/office/drawing/2014/main" id="{54F86D5D-4149-DC69-1247-FD196608B672}"/>
                </a:ext>
              </a:extLst>
            </p:cNvPr>
            <p:cNvSpPr>
              <a:spLocks noChangeShapeType="1"/>
            </p:cNvSpPr>
            <p:nvPr/>
          </p:nvSpPr>
          <p:spPr bwMode="auto">
            <a:xfrm flipV="1">
              <a:off x="1776" y="553"/>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5" name="Rectangle 29">
              <a:extLst>
                <a:ext uri="{FF2B5EF4-FFF2-40B4-BE49-F238E27FC236}">
                  <a16:creationId xmlns:a16="http://schemas.microsoft.com/office/drawing/2014/main" id="{93AE4A05-87C4-D982-EC54-54AFF8072205}"/>
                </a:ext>
              </a:extLst>
            </p:cNvPr>
            <p:cNvSpPr>
              <a:spLocks noChangeArrowheads="1"/>
            </p:cNvSpPr>
            <p:nvPr/>
          </p:nvSpPr>
          <p:spPr bwMode="auto">
            <a:xfrm>
              <a:off x="1287" y="561"/>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1</a:t>
              </a:r>
            </a:p>
          </p:txBody>
        </p:sp>
        <p:sp>
          <p:nvSpPr>
            <p:cNvPr id="34846" name="Rectangle 30">
              <a:extLst>
                <a:ext uri="{FF2B5EF4-FFF2-40B4-BE49-F238E27FC236}">
                  <a16:creationId xmlns:a16="http://schemas.microsoft.com/office/drawing/2014/main" id="{0E313EEB-734E-F598-2204-83BA6788A131}"/>
                </a:ext>
              </a:extLst>
            </p:cNvPr>
            <p:cNvSpPr>
              <a:spLocks noChangeArrowheads="1"/>
            </p:cNvSpPr>
            <p:nvPr/>
          </p:nvSpPr>
          <p:spPr bwMode="auto">
            <a:xfrm>
              <a:off x="1767" y="561"/>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2</a:t>
              </a:r>
            </a:p>
          </p:txBody>
        </p:sp>
        <p:sp>
          <p:nvSpPr>
            <p:cNvPr id="34847" name="Line 31">
              <a:extLst>
                <a:ext uri="{FF2B5EF4-FFF2-40B4-BE49-F238E27FC236}">
                  <a16:creationId xmlns:a16="http://schemas.microsoft.com/office/drawing/2014/main" id="{42BA1066-FAAB-F4FD-C247-806604E95145}"/>
                </a:ext>
              </a:extLst>
            </p:cNvPr>
            <p:cNvSpPr>
              <a:spLocks noChangeShapeType="1"/>
            </p:cNvSpPr>
            <p:nvPr/>
          </p:nvSpPr>
          <p:spPr bwMode="auto">
            <a:xfrm flipV="1">
              <a:off x="2304" y="553"/>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8" name="Line 32">
              <a:extLst>
                <a:ext uri="{FF2B5EF4-FFF2-40B4-BE49-F238E27FC236}">
                  <a16:creationId xmlns:a16="http://schemas.microsoft.com/office/drawing/2014/main" id="{AAEF9D1C-48E0-9B86-FEF6-3B276E6AE559}"/>
                </a:ext>
              </a:extLst>
            </p:cNvPr>
            <p:cNvSpPr>
              <a:spLocks noChangeShapeType="1"/>
            </p:cNvSpPr>
            <p:nvPr/>
          </p:nvSpPr>
          <p:spPr bwMode="auto">
            <a:xfrm flipV="1">
              <a:off x="2832" y="553"/>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9" name="Line 33">
              <a:extLst>
                <a:ext uri="{FF2B5EF4-FFF2-40B4-BE49-F238E27FC236}">
                  <a16:creationId xmlns:a16="http://schemas.microsoft.com/office/drawing/2014/main" id="{B08A5F2B-9A1F-0469-F7CC-5FAABE4AED11}"/>
                </a:ext>
              </a:extLst>
            </p:cNvPr>
            <p:cNvSpPr>
              <a:spLocks noChangeShapeType="1"/>
            </p:cNvSpPr>
            <p:nvPr/>
          </p:nvSpPr>
          <p:spPr bwMode="auto">
            <a:xfrm flipV="1">
              <a:off x="3360" y="553"/>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0" name="Rectangle 34">
              <a:extLst>
                <a:ext uri="{FF2B5EF4-FFF2-40B4-BE49-F238E27FC236}">
                  <a16:creationId xmlns:a16="http://schemas.microsoft.com/office/drawing/2014/main" id="{2CB749E9-40F1-46AD-20FD-5933D57FDE6A}"/>
                </a:ext>
              </a:extLst>
            </p:cNvPr>
            <p:cNvSpPr>
              <a:spLocks noChangeArrowheads="1"/>
            </p:cNvSpPr>
            <p:nvPr/>
          </p:nvSpPr>
          <p:spPr bwMode="auto">
            <a:xfrm>
              <a:off x="2343" y="561"/>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3</a:t>
              </a:r>
            </a:p>
          </p:txBody>
        </p:sp>
        <p:sp>
          <p:nvSpPr>
            <p:cNvPr id="34851" name="Rectangle 35">
              <a:extLst>
                <a:ext uri="{FF2B5EF4-FFF2-40B4-BE49-F238E27FC236}">
                  <a16:creationId xmlns:a16="http://schemas.microsoft.com/office/drawing/2014/main" id="{C8CAC377-0374-38E7-0613-225F46EC4934}"/>
                </a:ext>
              </a:extLst>
            </p:cNvPr>
            <p:cNvSpPr>
              <a:spLocks noChangeArrowheads="1"/>
            </p:cNvSpPr>
            <p:nvPr/>
          </p:nvSpPr>
          <p:spPr bwMode="auto">
            <a:xfrm>
              <a:off x="2823" y="561"/>
              <a:ext cx="5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Cycle 4</a:t>
              </a:r>
            </a:p>
          </p:txBody>
        </p:sp>
        <p:grpSp>
          <p:nvGrpSpPr>
            <p:cNvPr id="34852" name="Group 38">
              <a:extLst>
                <a:ext uri="{FF2B5EF4-FFF2-40B4-BE49-F238E27FC236}">
                  <a16:creationId xmlns:a16="http://schemas.microsoft.com/office/drawing/2014/main" id="{CAA56A08-7544-3ACF-757B-EB6CC874A659}"/>
                </a:ext>
              </a:extLst>
            </p:cNvPr>
            <p:cNvGrpSpPr>
              <a:grpSpLocks/>
            </p:cNvGrpSpPr>
            <p:nvPr/>
          </p:nvGrpSpPr>
          <p:grpSpPr bwMode="auto">
            <a:xfrm>
              <a:off x="1256" y="1089"/>
              <a:ext cx="512" cy="210"/>
              <a:chOff x="1256" y="1008"/>
              <a:chExt cx="512" cy="210"/>
            </a:xfrm>
          </p:grpSpPr>
          <p:sp>
            <p:nvSpPr>
              <p:cNvPr id="34853" name="Rectangle 36">
                <a:extLst>
                  <a:ext uri="{FF2B5EF4-FFF2-40B4-BE49-F238E27FC236}">
                    <a16:creationId xmlns:a16="http://schemas.microsoft.com/office/drawing/2014/main" id="{2074BEAA-C32C-64F9-81B7-A5D3DEF953A7}"/>
                  </a:ext>
                </a:extLst>
              </p:cNvPr>
              <p:cNvSpPr>
                <a:spLocks noChangeArrowheads="1"/>
              </p:cNvSpPr>
              <p:nvPr/>
            </p:nvSpPr>
            <p:spPr bwMode="auto">
              <a:xfrm>
                <a:off x="1256"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4854" name="Rectangle 37">
                <a:extLst>
                  <a:ext uri="{FF2B5EF4-FFF2-40B4-BE49-F238E27FC236}">
                    <a16:creationId xmlns:a16="http://schemas.microsoft.com/office/drawing/2014/main" id="{2C2DAA18-1A84-B8FB-2867-3AC7F57C312D}"/>
                  </a:ext>
                </a:extLst>
              </p:cNvPr>
              <p:cNvSpPr>
                <a:spLocks noChangeArrowheads="1"/>
              </p:cNvSpPr>
              <p:nvPr/>
            </p:nvSpPr>
            <p:spPr bwMode="auto">
              <a:xfrm>
                <a:off x="1297" y="1008"/>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Ifetch</a:t>
                </a:r>
              </a:p>
            </p:txBody>
          </p:sp>
        </p:grpSp>
        <p:grpSp>
          <p:nvGrpSpPr>
            <p:cNvPr id="34855" name="Group 41">
              <a:extLst>
                <a:ext uri="{FF2B5EF4-FFF2-40B4-BE49-F238E27FC236}">
                  <a16:creationId xmlns:a16="http://schemas.microsoft.com/office/drawing/2014/main" id="{3BB60377-53A1-9D63-BB7E-D540C8BB7B7E}"/>
                </a:ext>
              </a:extLst>
            </p:cNvPr>
            <p:cNvGrpSpPr>
              <a:grpSpLocks/>
            </p:cNvGrpSpPr>
            <p:nvPr/>
          </p:nvGrpSpPr>
          <p:grpSpPr bwMode="auto">
            <a:xfrm>
              <a:off x="1767" y="1089"/>
              <a:ext cx="569" cy="210"/>
              <a:chOff x="1767" y="1008"/>
              <a:chExt cx="569" cy="210"/>
            </a:xfrm>
          </p:grpSpPr>
          <p:sp>
            <p:nvSpPr>
              <p:cNvPr id="34856" name="Rectangle 39">
                <a:extLst>
                  <a:ext uri="{FF2B5EF4-FFF2-40B4-BE49-F238E27FC236}">
                    <a16:creationId xmlns:a16="http://schemas.microsoft.com/office/drawing/2014/main" id="{11DDD366-5931-673C-1DFF-F4B8B3502FCD}"/>
                  </a:ext>
                </a:extLst>
              </p:cNvPr>
              <p:cNvSpPr>
                <a:spLocks noChangeArrowheads="1"/>
              </p:cNvSpPr>
              <p:nvPr/>
            </p:nvSpPr>
            <p:spPr bwMode="auto">
              <a:xfrm>
                <a:off x="1784"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4857" name="Rectangle 40">
                <a:extLst>
                  <a:ext uri="{FF2B5EF4-FFF2-40B4-BE49-F238E27FC236}">
                    <a16:creationId xmlns:a16="http://schemas.microsoft.com/office/drawing/2014/main" id="{838421CB-0B19-90A0-08DA-D66117E58103}"/>
                  </a:ext>
                </a:extLst>
              </p:cNvPr>
              <p:cNvSpPr>
                <a:spLocks noChangeArrowheads="1"/>
              </p:cNvSpPr>
              <p:nvPr/>
            </p:nvSpPr>
            <p:spPr bwMode="auto">
              <a:xfrm>
                <a:off x="1767" y="1008"/>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Reg/Dec</a:t>
                </a:r>
              </a:p>
            </p:txBody>
          </p:sp>
        </p:grpSp>
        <p:grpSp>
          <p:nvGrpSpPr>
            <p:cNvPr id="34858" name="Group 44">
              <a:extLst>
                <a:ext uri="{FF2B5EF4-FFF2-40B4-BE49-F238E27FC236}">
                  <a16:creationId xmlns:a16="http://schemas.microsoft.com/office/drawing/2014/main" id="{30D8BA99-B468-4361-75D0-FC8A5E603B5F}"/>
                </a:ext>
              </a:extLst>
            </p:cNvPr>
            <p:cNvGrpSpPr>
              <a:grpSpLocks/>
            </p:cNvGrpSpPr>
            <p:nvPr/>
          </p:nvGrpSpPr>
          <p:grpSpPr bwMode="auto">
            <a:xfrm>
              <a:off x="2312" y="1089"/>
              <a:ext cx="512" cy="210"/>
              <a:chOff x="2312" y="1008"/>
              <a:chExt cx="512" cy="210"/>
            </a:xfrm>
          </p:grpSpPr>
          <p:sp>
            <p:nvSpPr>
              <p:cNvPr id="34859" name="Rectangle 42">
                <a:extLst>
                  <a:ext uri="{FF2B5EF4-FFF2-40B4-BE49-F238E27FC236}">
                    <a16:creationId xmlns:a16="http://schemas.microsoft.com/office/drawing/2014/main" id="{4C113531-FDB6-6DA9-8CE4-2AC3EDC00DDC}"/>
                  </a:ext>
                </a:extLst>
              </p:cNvPr>
              <p:cNvSpPr>
                <a:spLocks noChangeArrowheads="1"/>
              </p:cNvSpPr>
              <p:nvPr/>
            </p:nvSpPr>
            <p:spPr bwMode="auto">
              <a:xfrm>
                <a:off x="2312"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4860" name="Rectangle 43">
                <a:extLst>
                  <a:ext uri="{FF2B5EF4-FFF2-40B4-BE49-F238E27FC236}">
                    <a16:creationId xmlns:a16="http://schemas.microsoft.com/office/drawing/2014/main" id="{2E016617-762C-2058-97C1-6C41A453D58C}"/>
                  </a:ext>
                </a:extLst>
              </p:cNvPr>
              <p:cNvSpPr>
                <a:spLocks noChangeArrowheads="1"/>
              </p:cNvSpPr>
              <p:nvPr/>
            </p:nvSpPr>
            <p:spPr bwMode="auto">
              <a:xfrm>
                <a:off x="2391" y="1008"/>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Exec</a:t>
                </a:r>
              </a:p>
            </p:txBody>
          </p:sp>
        </p:grpSp>
        <p:grpSp>
          <p:nvGrpSpPr>
            <p:cNvPr id="34861" name="Group 47">
              <a:extLst>
                <a:ext uri="{FF2B5EF4-FFF2-40B4-BE49-F238E27FC236}">
                  <a16:creationId xmlns:a16="http://schemas.microsoft.com/office/drawing/2014/main" id="{5D186AC5-0E18-E163-04B2-8EFD6A2B5A42}"/>
                </a:ext>
              </a:extLst>
            </p:cNvPr>
            <p:cNvGrpSpPr>
              <a:grpSpLocks/>
            </p:cNvGrpSpPr>
            <p:nvPr/>
          </p:nvGrpSpPr>
          <p:grpSpPr bwMode="auto">
            <a:xfrm>
              <a:off x="2840" y="1089"/>
              <a:ext cx="512" cy="210"/>
              <a:chOff x="2840" y="1008"/>
              <a:chExt cx="512" cy="210"/>
            </a:xfrm>
          </p:grpSpPr>
          <p:sp>
            <p:nvSpPr>
              <p:cNvPr id="34862" name="Rectangle 45">
                <a:extLst>
                  <a:ext uri="{FF2B5EF4-FFF2-40B4-BE49-F238E27FC236}">
                    <a16:creationId xmlns:a16="http://schemas.microsoft.com/office/drawing/2014/main" id="{76A6EB49-7125-6478-E2F0-405042213685}"/>
                  </a:ext>
                </a:extLst>
              </p:cNvPr>
              <p:cNvSpPr>
                <a:spLocks noChangeArrowheads="1"/>
              </p:cNvSpPr>
              <p:nvPr/>
            </p:nvSpPr>
            <p:spPr bwMode="auto">
              <a:xfrm>
                <a:off x="2840" y="1016"/>
                <a:ext cx="512" cy="176"/>
              </a:xfrm>
              <a:prstGeom prst="rect">
                <a:avLst/>
              </a:prstGeom>
              <a:noFill/>
              <a:ln w="254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4863" name="Rectangle 46">
                <a:extLst>
                  <a:ext uri="{FF2B5EF4-FFF2-40B4-BE49-F238E27FC236}">
                    <a16:creationId xmlns:a16="http://schemas.microsoft.com/office/drawing/2014/main" id="{E6BDCABD-7B2F-0FAD-AD6D-8D6B0C48A254}"/>
                  </a:ext>
                </a:extLst>
              </p:cNvPr>
              <p:cNvSpPr>
                <a:spLocks noChangeArrowheads="1"/>
              </p:cNvSpPr>
              <p:nvPr/>
            </p:nvSpPr>
            <p:spPr bwMode="auto">
              <a:xfrm>
                <a:off x="2919" y="1008"/>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Mem</a:t>
                </a:r>
              </a:p>
            </p:txBody>
          </p:sp>
        </p:grpSp>
        <p:sp>
          <p:nvSpPr>
            <p:cNvPr id="34864" name="Rectangle 48">
              <a:extLst>
                <a:ext uri="{FF2B5EF4-FFF2-40B4-BE49-F238E27FC236}">
                  <a16:creationId xmlns:a16="http://schemas.microsoft.com/office/drawing/2014/main" id="{15D4E984-063B-CE83-562A-DF812C916535}"/>
                </a:ext>
              </a:extLst>
            </p:cNvPr>
            <p:cNvSpPr>
              <a:spLocks noChangeArrowheads="1"/>
            </p:cNvSpPr>
            <p:nvPr/>
          </p:nvSpPr>
          <p:spPr bwMode="auto">
            <a:xfrm>
              <a:off x="951" y="1089"/>
              <a:ext cx="2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jal</a:t>
              </a:r>
            </a:p>
          </p:txBody>
        </p:sp>
        <p:sp>
          <p:nvSpPr>
            <p:cNvPr id="34865" name="Rectangle 49">
              <a:extLst>
                <a:ext uri="{FF2B5EF4-FFF2-40B4-BE49-F238E27FC236}">
                  <a16:creationId xmlns:a16="http://schemas.microsoft.com/office/drawing/2014/main" id="{5B5188DF-6DEA-4DE5-53D6-0ECBC2453C7D}"/>
                </a:ext>
              </a:extLst>
            </p:cNvPr>
            <p:cNvSpPr>
              <a:spLocks noChangeArrowheads="1"/>
            </p:cNvSpPr>
            <p:nvPr/>
          </p:nvSpPr>
          <p:spPr bwMode="auto">
            <a:xfrm>
              <a:off x="3368" y="1097"/>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4866" name="Rectangle 50">
              <a:extLst>
                <a:ext uri="{FF2B5EF4-FFF2-40B4-BE49-F238E27FC236}">
                  <a16:creationId xmlns:a16="http://schemas.microsoft.com/office/drawing/2014/main" id="{93DBDDD7-5328-2643-07E2-18C47FECC89E}"/>
                </a:ext>
              </a:extLst>
            </p:cNvPr>
            <p:cNvSpPr>
              <a:spLocks noChangeArrowheads="1"/>
            </p:cNvSpPr>
            <p:nvPr/>
          </p:nvSpPr>
          <p:spPr bwMode="auto">
            <a:xfrm>
              <a:off x="3447" y="1089"/>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Wr</a:t>
              </a:r>
            </a:p>
          </p:txBody>
        </p:sp>
      </p:grpSp>
      <p:sp>
        <p:nvSpPr>
          <p:cNvPr id="38966" name="Rectangle 54">
            <a:extLst>
              <a:ext uri="{FF2B5EF4-FFF2-40B4-BE49-F238E27FC236}">
                <a16:creationId xmlns:a16="http://schemas.microsoft.com/office/drawing/2014/main" id="{4FC121A1-409E-8B2F-1F50-AC731EF52773}"/>
              </a:ext>
            </a:extLst>
          </p:cNvPr>
          <p:cNvSpPr>
            <a:spLocks noChangeArrowheads="1"/>
          </p:cNvSpPr>
          <p:nvPr/>
        </p:nvSpPr>
        <p:spPr bwMode="auto">
          <a:xfrm>
            <a:off x="347663" y="4903788"/>
            <a:ext cx="83280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spAutoFit/>
          </a:bodyPr>
          <a:lstStyle>
            <a:lvl1pPr marL="203200" indent="-2032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a:lnSpc>
                <a:spcPct val="105000"/>
              </a:lnSpc>
              <a:spcBef>
                <a:spcPct val="100000"/>
              </a:spcBef>
              <a:buFontTx/>
              <a:buChar char="°"/>
            </a:pPr>
            <a:endParaRPr lang="en-US" altLang="zh-CN" sz="2000">
              <a:latin typeface="Arial" panose="020B0604020202020204" pitchFamily="34" charset="0"/>
              <a:ea typeface="黑体" panose="02010609060101010101" pitchFamily="49" charset="-122"/>
            </a:endParaRPr>
          </a:p>
        </p:txBody>
      </p:sp>
      <p:sp>
        <p:nvSpPr>
          <p:cNvPr id="38975" name="Text Box 63">
            <a:extLst>
              <a:ext uri="{FF2B5EF4-FFF2-40B4-BE49-F238E27FC236}">
                <a16:creationId xmlns:a16="http://schemas.microsoft.com/office/drawing/2014/main" id="{02A88A4B-F590-8F39-4B44-7D7AA1CDB907}"/>
              </a:ext>
            </a:extLst>
          </p:cNvPr>
          <p:cNvSpPr txBox="1">
            <a:spLocks noChangeArrowheads="1"/>
          </p:cNvSpPr>
          <p:nvPr/>
        </p:nvSpPr>
        <p:spPr bwMode="auto">
          <a:xfrm>
            <a:off x="365125" y="5816600"/>
            <a:ext cx="7934325"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ts val="2800"/>
              </a:lnSpc>
              <a:spcBef>
                <a:spcPct val="50000"/>
              </a:spcBef>
            </a:pPr>
            <a:r>
              <a:rPr lang="zh-CN" altLang="en-US" sz="2000">
                <a:latin typeface="黑体" panose="02010609060101010101" pitchFamily="49" charset="-122"/>
                <a:ea typeface="黑体" panose="02010609060101010101" pitchFamily="49" charset="-122"/>
              </a:rPr>
              <a:t>按照上述方式，把所有指令都按照最复杂的“</a:t>
            </a:r>
            <a:r>
              <a:rPr lang="en-US" altLang="zh-CN" sz="2000">
                <a:latin typeface="黑体" panose="02010609060101010101" pitchFamily="49" charset="-122"/>
                <a:ea typeface="黑体" panose="02010609060101010101" pitchFamily="49" charset="-122"/>
              </a:rPr>
              <a:t>load”</a:t>
            </a:r>
            <a:r>
              <a:rPr lang="zh-CN" altLang="en-US" sz="2000">
                <a:latin typeface="黑体" panose="02010609060101010101" pitchFamily="49" charset="-122"/>
                <a:ea typeface="黑体" panose="02010609060101010101" pitchFamily="49" charset="-122"/>
              </a:rPr>
              <a:t>指令所需的五个阶段来划分，不需要的阶段加一个“</a:t>
            </a:r>
            <a:r>
              <a:rPr lang="en-US" altLang="zh-CN" sz="2000">
                <a:latin typeface="黑体" panose="02010609060101010101" pitchFamily="49" charset="-122"/>
                <a:ea typeface="黑体" panose="02010609060101010101" pitchFamily="49" charset="-122"/>
              </a:rPr>
              <a:t>NOP”</a:t>
            </a:r>
            <a:r>
              <a:rPr lang="zh-CN" altLang="en-US" sz="2000">
                <a:latin typeface="黑体" panose="02010609060101010101" pitchFamily="49" charset="-122"/>
                <a:ea typeface="黑体" panose="02010609060101010101" pitchFamily="49" charset="-122"/>
              </a:rPr>
              <a:t>操作</a:t>
            </a:r>
          </a:p>
        </p:txBody>
      </p:sp>
      <p:sp>
        <p:nvSpPr>
          <p:cNvPr id="34869" name="矩形 56">
            <a:extLst>
              <a:ext uri="{FF2B5EF4-FFF2-40B4-BE49-F238E27FC236}">
                <a16:creationId xmlns:a16="http://schemas.microsoft.com/office/drawing/2014/main" id="{175531DD-0C23-F9E8-BFF2-8E73B24CDAD3}"/>
              </a:ext>
            </a:extLst>
          </p:cNvPr>
          <p:cNvSpPr>
            <a:spLocks noChangeArrowheads="1"/>
          </p:cNvSpPr>
          <p:nvPr/>
        </p:nvSpPr>
        <p:spPr bwMode="auto">
          <a:xfrm>
            <a:off x="5213350" y="69850"/>
            <a:ext cx="2933700" cy="4619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solidFill>
                  <a:schemeClr val="accent2"/>
                </a:solidFill>
                <a:latin typeface="微软雅黑" panose="020B0503020204020204" pitchFamily="34" charset="-122"/>
                <a:ea typeface="微软雅黑" panose="020B0503020204020204" pitchFamily="34" charset="-122"/>
              </a:rPr>
              <a:t>例：</a:t>
            </a:r>
            <a:r>
              <a:rPr lang="en-US" altLang="zh-CN" sz="2400">
                <a:solidFill>
                  <a:schemeClr val="accent2"/>
                </a:solidFill>
                <a:latin typeface="微软雅黑" panose="020B0503020204020204" pitchFamily="34" charset="-122"/>
                <a:ea typeface="微软雅黑" panose="020B0503020204020204" pitchFamily="34" charset="-122"/>
              </a:rPr>
              <a:t>jal  rd, imm20</a:t>
            </a:r>
            <a:endParaRPr lang="zh-CN" altLang="en-US" sz="2400">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blinds(horizontal)">
                                      <p:cBhvr>
                                        <p:cTn id="7" dur="500"/>
                                        <p:tgtEl>
                                          <p:spTgt spid="389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Effect transition="in" filter="blinds(horizontal)">
                                      <p:cBhvr>
                                        <p:cTn id="12" dur="500"/>
                                        <p:tgtEl>
                                          <p:spTgt spid="389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8915">
                                            <p:txEl>
                                              <p:pRg st="2" end="2"/>
                                            </p:txEl>
                                          </p:spTgt>
                                        </p:tgtEl>
                                        <p:attrNameLst>
                                          <p:attrName>style.visibility</p:attrName>
                                        </p:attrNameLst>
                                      </p:cBhvr>
                                      <p:to>
                                        <p:strVal val="visible"/>
                                      </p:to>
                                    </p:set>
                                    <p:animEffect transition="in" filter="blinds(horizontal)">
                                      <p:cBhvr>
                                        <p:cTn id="17" dur="500"/>
                                        <p:tgtEl>
                                          <p:spTgt spid="389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8915">
                                            <p:txEl>
                                              <p:pRg st="3" end="3"/>
                                            </p:txEl>
                                          </p:spTgt>
                                        </p:tgtEl>
                                        <p:attrNameLst>
                                          <p:attrName>style.visibility</p:attrName>
                                        </p:attrNameLst>
                                      </p:cBhvr>
                                      <p:to>
                                        <p:strVal val="visible"/>
                                      </p:to>
                                    </p:set>
                                    <p:animEffect transition="in" filter="blinds(horizontal)">
                                      <p:cBhvr>
                                        <p:cTn id="22" dur="500"/>
                                        <p:tgtEl>
                                          <p:spTgt spid="389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8915">
                                            <p:txEl>
                                              <p:pRg st="4" end="4"/>
                                            </p:txEl>
                                          </p:spTgt>
                                        </p:tgtEl>
                                        <p:attrNameLst>
                                          <p:attrName>style.visibility</p:attrName>
                                        </p:attrNameLst>
                                      </p:cBhvr>
                                      <p:to>
                                        <p:strVal val="visible"/>
                                      </p:to>
                                    </p:set>
                                    <p:animEffect transition="in" filter="blinds(horizontal)">
                                      <p:cBhvr>
                                        <p:cTn id="27" dur="500"/>
                                        <p:tgtEl>
                                          <p:spTgt spid="389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8915">
                                            <p:txEl>
                                              <p:pRg st="5" end="5"/>
                                            </p:txEl>
                                          </p:spTgt>
                                        </p:tgtEl>
                                        <p:attrNameLst>
                                          <p:attrName>style.visibility</p:attrName>
                                        </p:attrNameLst>
                                      </p:cBhvr>
                                      <p:to>
                                        <p:strVal val="visible"/>
                                      </p:to>
                                    </p:set>
                                    <p:animEffect transition="in" filter="blinds(horizontal)">
                                      <p:cBhvr>
                                        <p:cTn id="32" dur="500"/>
                                        <p:tgtEl>
                                          <p:spTgt spid="389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8915">
                                            <p:txEl>
                                              <p:pRg st="6" end="6"/>
                                            </p:txEl>
                                          </p:spTgt>
                                        </p:tgtEl>
                                        <p:attrNameLst>
                                          <p:attrName>style.visibility</p:attrName>
                                        </p:attrNameLst>
                                      </p:cBhvr>
                                      <p:to>
                                        <p:strVal val="visible"/>
                                      </p:to>
                                    </p:set>
                                    <p:animEffect transition="in" filter="blinds(horizontal)">
                                      <p:cBhvr>
                                        <p:cTn id="37" dur="500"/>
                                        <p:tgtEl>
                                          <p:spTgt spid="3891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grpId="0" nodeType="clickEffect" nodePh="1">
                                  <p:stCondLst>
                                    <p:cond delay="0"/>
                                  </p:stCondLst>
                                  <p:endCondLst>
                                    <p:cond evt="begin" delay="0"/>
                                  </p:endCondLst>
                                  <p:childTnLst>
                                    <p:set>
                                      <p:cBhvr>
                                        <p:cTn id="41" dur="1" fill="hold">
                                          <p:stCondLst>
                                            <p:cond delay="0"/>
                                          </p:stCondLst>
                                        </p:cTn>
                                        <p:tgtEl>
                                          <p:spTgt spid="38966"/>
                                        </p:tgtEl>
                                        <p:attrNameLst>
                                          <p:attrName>style.visibility</p:attrName>
                                        </p:attrNameLst>
                                      </p:cBhvr>
                                      <p:to>
                                        <p:strVal val="visible"/>
                                      </p:to>
                                    </p:set>
                                    <p:animEffect transition="in" filter="slide(fromLeft)">
                                      <p:cBhvr>
                                        <p:cTn id="42" dur="500"/>
                                        <p:tgtEl>
                                          <p:spTgt spid="3896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8975"/>
                                        </p:tgtEl>
                                        <p:attrNameLst>
                                          <p:attrName>style.visibility</p:attrName>
                                        </p:attrNameLst>
                                      </p:cBhvr>
                                      <p:to>
                                        <p:strVal val="visible"/>
                                      </p:to>
                                    </p:set>
                                    <p:animEffect transition="in" filter="blinds(horizontal)">
                                      <p:cBhvr>
                                        <p:cTn id="47" dur="500"/>
                                        <p:tgtEl>
                                          <p:spTgt spid="389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66" grpId="0"/>
      <p:bldP spid="3897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图片 2">
            <a:extLst>
              <a:ext uri="{FF2B5EF4-FFF2-40B4-BE49-F238E27FC236}">
                <a16:creationId xmlns:a16="http://schemas.microsoft.com/office/drawing/2014/main" id="{4F4F4C15-5EA0-2F99-29F9-D8F0304E4A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13" y="839788"/>
            <a:ext cx="8996362" cy="575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6" name="Rectangle 2">
            <a:extLst>
              <a:ext uri="{FF2B5EF4-FFF2-40B4-BE49-F238E27FC236}">
                <a16:creationId xmlns:a16="http://schemas.microsoft.com/office/drawing/2014/main" id="{77294E9D-60BB-3F9C-8AC5-02C6A4D24A51}"/>
              </a:ext>
            </a:extLst>
          </p:cNvPr>
          <p:cNvSpPr>
            <a:spLocks noGrp="1" noChangeArrowheads="1"/>
          </p:cNvSpPr>
          <p:nvPr>
            <p:ph type="title"/>
          </p:nvPr>
        </p:nvSpPr>
        <p:spPr>
          <a:xfrm>
            <a:off x="806450" y="119063"/>
            <a:ext cx="7396163" cy="368300"/>
          </a:xfrm>
        </p:spPr>
        <p:txBody>
          <a:bodyPr/>
          <a:lstStyle/>
          <a:p>
            <a:r>
              <a:rPr lang="en-US" altLang="zh-CN">
                <a:ea typeface="宋体" panose="02010600030101010101" pitchFamily="2" charset="-122"/>
              </a:rPr>
              <a:t>A Pipelined Datapath</a:t>
            </a:r>
            <a:r>
              <a:rPr lang="zh-CN" altLang="en-US">
                <a:ea typeface="宋体" panose="02010600030101010101" pitchFamily="2" charset="-122"/>
              </a:rPr>
              <a:t>（五阶段流水线数据通路）</a:t>
            </a:r>
          </a:p>
        </p:txBody>
      </p:sp>
      <p:grpSp>
        <p:nvGrpSpPr>
          <p:cNvPr id="41168" name="Group 208">
            <a:extLst>
              <a:ext uri="{FF2B5EF4-FFF2-40B4-BE49-F238E27FC236}">
                <a16:creationId xmlns:a16="http://schemas.microsoft.com/office/drawing/2014/main" id="{BD2E1C43-9EFB-FC89-F435-EE5E20B3AB65}"/>
              </a:ext>
            </a:extLst>
          </p:cNvPr>
          <p:cNvGrpSpPr>
            <a:grpSpLocks/>
          </p:cNvGrpSpPr>
          <p:nvPr/>
        </p:nvGrpSpPr>
        <p:grpSpPr bwMode="auto">
          <a:xfrm>
            <a:off x="4287838" y="617538"/>
            <a:ext cx="1881187" cy="889000"/>
            <a:chOff x="2670" y="260"/>
            <a:chExt cx="1185" cy="673"/>
          </a:xfrm>
        </p:grpSpPr>
        <p:sp>
          <p:nvSpPr>
            <p:cNvPr id="36868" name="Text Box 201">
              <a:extLst>
                <a:ext uri="{FF2B5EF4-FFF2-40B4-BE49-F238E27FC236}">
                  <a16:creationId xmlns:a16="http://schemas.microsoft.com/office/drawing/2014/main" id="{94F90B8B-5376-43E2-8DAC-8EBA280AB056}"/>
                </a:ext>
              </a:extLst>
            </p:cNvPr>
            <p:cNvSpPr txBox="1">
              <a:spLocks noChangeArrowheads="1"/>
            </p:cNvSpPr>
            <p:nvPr/>
          </p:nvSpPr>
          <p:spPr bwMode="auto">
            <a:xfrm>
              <a:off x="2721" y="260"/>
              <a:ext cx="1134"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altLang="zh-CN">
                  <a:solidFill>
                    <a:schemeClr val="accent2"/>
                  </a:solidFill>
                  <a:latin typeface="Arial" panose="020B0604020202020204" pitchFamily="34" charset="0"/>
                  <a:ea typeface="宋体" panose="02010600030101010101" pitchFamily="2" charset="-122"/>
                </a:rPr>
                <a:t>Clock-to-Q delay</a:t>
              </a:r>
            </a:p>
          </p:txBody>
        </p:sp>
        <p:sp>
          <p:nvSpPr>
            <p:cNvPr id="36869" name="Line 203">
              <a:extLst>
                <a:ext uri="{FF2B5EF4-FFF2-40B4-BE49-F238E27FC236}">
                  <a16:creationId xmlns:a16="http://schemas.microsoft.com/office/drawing/2014/main" id="{3F24F798-E21F-17C8-CB21-3407F3D5DBF4}"/>
                </a:ext>
              </a:extLst>
            </p:cNvPr>
            <p:cNvSpPr>
              <a:spLocks noChangeShapeType="1"/>
            </p:cNvSpPr>
            <p:nvPr/>
          </p:nvSpPr>
          <p:spPr bwMode="auto">
            <a:xfrm flipH="1">
              <a:off x="2670" y="466"/>
              <a:ext cx="274" cy="467"/>
            </a:xfrm>
            <a:prstGeom prst="line">
              <a:avLst/>
            </a:prstGeom>
            <a:noFill/>
            <a:ln w="25400">
              <a:solidFill>
                <a:schemeClr val="accent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41177" name="Rectangle 217">
            <a:extLst>
              <a:ext uri="{FF2B5EF4-FFF2-40B4-BE49-F238E27FC236}">
                <a16:creationId xmlns:a16="http://schemas.microsoft.com/office/drawing/2014/main" id="{A71E38F6-801A-D948-3F36-FF6E4E0AC3C8}"/>
              </a:ext>
            </a:extLst>
          </p:cNvPr>
          <p:cNvSpPr>
            <a:spLocks noChangeArrowheads="1"/>
          </p:cNvSpPr>
          <p:nvPr/>
        </p:nvSpPr>
        <p:spPr bwMode="auto">
          <a:xfrm>
            <a:off x="39688" y="5705475"/>
            <a:ext cx="2593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1800">
                <a:solidFill>
                  <a:srgbClr val="CC0000"/>
                </a:solidFill>
                <a:latin typeface="微软雅黑" panose="020B0503020204020204" pitchFamily="34" charset="-122"/>
                <a:ea typeface="微软雅黑" panose="020B0503020204020204" pitchFamily="34" charset="-122"/>
              </a:rPr>
              <a:t>为何要这些寄存器？</a:t>
            </a:r>
          </a:p>
        </p:txBody>
      </p:sp>
      <p:sp>
        <p:nvSpPr>
          <p:cNvPr id="41183" name="Text Box 223">
            <a:extLst>
              <a:ext uri="{FF2B5EF4-FFF2-40B4-BE49-F238E27FC236}">
                <a16:creationId xmlns:a16="http://schemas.microsoft.com/office/drawing/2014/main" id="{D2E6FE63-B541-3C7E-FBF6-38F484E62917}"/>
              </a:ext>
            </a:extLst>
          </p:cNvPr>
          <p:cNvSpPr txBox="1">
            <a:spLocks noChangeArrowheads="1"/>
          </p:cNvSpPr>
          <p:nvPr/>
        </p:nvSpPr>
        <p:spPr bwMode="auto">
          <a:xfrm>
            <a:off x="17463" y="6024563"/>
            <a:ext cx="3003550" cy="7985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90000"/>
              </a:lnSpc>
            </a:pPr>
            <a:r>
              <a:rPr lang="zh-CN" altLang="en-US" sz="1700">
                <a:latin typeface="微软雅黑" panose="020B0503020204020204" pitchFamily="34" charset="-122"/>
                <a:ea typeface="微软雅黑" panose="020B0503020204020204" pitchFamily="34" charset="-122"/>
              </a:rPr>
              <a:t>保存每个周期执行的结果</a:t>
            </a:r>
            <a:r>
              <a:rPr lang="en-US" altLang="zh-CN" sz="1700">
                <a:latin typeface="微软雅黑" panose="020B0503020204020204" pitchFamily="34" charset="-122"/>
                <a:ea typeface="微软雅黑" panose="020B0503020204020204" pitchFamily="34" charset="-122"/>
              </a:rPr>
              <a:t>!</a:t>
            </a:r>
          </a:p>
          <a:p>
            <a:pPr eaLnBrk="0" hangingPunct="0">
              <a:lnSpc>
                <a:spcPct val="90000"/>
              </a:lnSpc>
            </a:pPr>
            <a:r>
              <a:rPr lang="zh-CN" altLang="en-US" sz="1700">
                <a:latin typeface="微软雅黑" panose="020B0503020204020204" pitchFamily="34" charset="-122"/>
                <a:ea typeface="微软雅黑" panose="020B0503020204020204" pitchFamily="34" charset="-122"/>
              </a:rPr>
              <a:t>属于内部寄存器，对程序员透明，无需作为现场保存！</a:t>
            </a:r>
          </a:p>
        </p:txBody>
      </p:sp>
      <p:sp>
        <p:nvSpPr>
          <p:cNvPr id="41184" name="Rectangle 224">
            <a:extLst>
              <a:ext uri="{FF2B5EF4-FFF2-40B4-BE49-F238E27FC236}">
                <a16:creationId xmlns:a16="http://schemas.microsoft.com/office/drawing/2014/main" id="{17C6139C-48CB-AFA7-419F-78E9AEAFBA93}"/>
              </a:ext>
            </a:extLst>
          </p:cNvPr>
          <p:cNvSpPr>
            <a:spLocks noChangeArrowheads="1"/>
          </p:cNvSpPr>
          <p:nvPr/>
        </p:nvSpPr>
        <p:spPr bwMode="auto">
          <a:xfrm>
            <a:off x="7086600" y="549275"/>
            <a:ext cx="19097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1800">
                <a:solidFill>
                  <a:schemeClr val="accent2"/>
                </a:solidFill>
                <a:latin typeface="Arial" panose="020B0604020202020204" pitchFamily="34" charset="0"/>
                <a:ea typeface="黑体" panose="02010609060101010101" pitchFamily="49" charset="-122"/>
              </a:rPr>
              <a:t>不包含控制逻辑</a:t>
            </a:r>
          </a:p>
        </p:txBody>
      </p:sp>
      <p:grpSp>
        <p:nvGrpSpPr>
          <p:cNvPr id="214" name="Group 222">
            <a:extLst>
              <a:ext uri="{FF2B5EF4-FFF2-40B4-BE49-F238E27FC236}">
                <a16:creationId xmlns:a16="http://schemas.microsoft.com/office/drawing/2014/main" id="{87334A12-1A7B-1882-D2AE-23194A9B5036}"/>
              </a:ext>
            </a:extLst>
          </p:cNvPr>
          <p:cNvGrpSpPr>
            <a:grpSpLocks/>
          </p:cNvGrpSpPr>
          <p:nvPr/>
        </p:nvGrpSpPr>
        <p:grpSpPr bwMode="auto">
          <a:xfrm>
            <a:off x="1868488" y="5426075"/>
            <a:ext cx="6022975" cy="334963"/>
            <a:chOff x="1152" y="3474"/>
            <a:chExt cx="3794" cy="211"/>
          </a:xfrm>
        </p:grpSpPr>
        <p:sp>
          <p:nvSpPr>
            <p:cNvPr id="36874" name="Line 218">
              <a:extLst>
                <a:ext uri="{FF2B5EF4-FFF2-40B4-BE49-F238E27FC236}">
                  <a16:creationId xmlns:a16="http://schemas.microsoft.com/office/drawing/2014/main" id="{45F7094B-2595-E544-33C4-17BDBE4EA3F1}"/>
                </a:ext>
              </a:extLst>
            </p:cNvPr>
            <p:cNvSpPr>
              <a:spLocks noChangeShapeType="1"/>
            </p:cNvSpPr>
            <p:nvPr/>
          </p:nvSpPr>
          <p:spPr bwMode="auto">
            <a:xfrm flipV="1">
              <a:off x="1152" y="3557"/>
              <a:ext cx="219" cy="118"/>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5" name="Line 219">
              <a:extLst>
                <a:ext uri="{FF2B5EF4-FFF2-40B4-BE49-F238E27FC236}">
                  <a16:creationId xmlns:a16="http://schemas.microsoft.com/office/drawing/2014/main" id="{C6233ED5-6997-6124-CAB1-43600C7D1432}"/>
                </a:ext>
              </a:extLst>
            </p:cNvPr>
            <p:cNvSpPr>
              <a:spLocks noChangeShapeType="1"/>
            </p:cNvSpPr>
            <p:nvPr/>
          </p:nvSpPr>
          <p:spPr bwMode="auto">
            <a:xfrm flipV="1">
              <a:off x="1179" y="3511"/>
              <a:ext cx="1354" cy="164"/>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6" name="Line 220">
              <a:extLst>
                <a:ext uri="{FF2B5EF4-FFF2-40B4-BE49-F238E27FC236}">
                  <a16:creationId xmlns:a16="http://schemas.microsoft.com/office/drawing/2014/main" id="{ED4B68BA-A26F-57E2-5B57-A98492BEDD28}"/>
                </a:ext>
              </a:extLst>
            </p:cNvPr>
            <p:cNvSpPr>
              <a:spLocks noChangeShapeType="1"/>
            </p:cNvSpPr>
            <p:nvPr/>
          </p:nvSpPr>
          <p:spPr bwMode="auto">
            <a:xfrm flipV="1">
              <a:off x="1189" y="3474"/>
              <a:ext cx="2523" cy="211"/>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7" name="Line 221">
              <a:extLst>
                <a:ext uri="{FF2B5EF4-FFF2-40B4-BE49-F238E27FC236}">
                  <a16:creationId xmlns:a16="http://schemas.microsoft.com/office/drawing/2014/main" id="{DBA2171B-B87F-D502-F688-BF861B78DD90}"/>
                </a:ext>
              </a:extLst>
            </p:cNvPr>
            <p:cNvSpPr>
              <a:spLocks noChangeShapeType="1"/>
            </p:cNvSpPr>
            <p:nvPr/>
          </p:nvSpPr>
          <p:spPr bwMode="auto">
            <a:xfrm flipV="1">
              <a:off x="1216" y="3527"/>
              <a:ext cx="3730" cy="139"/>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21" name="Rectangle 224">
            <a:extLst>
              <a:ext uri="{FF2B5EF4-FFF2-40B4-BE49-F238E27FC236}">
                <a16:creationId xmlns:a16="http://schemas.microsoft.com/office/drawing/2014/main" id="{F95303C5-30F0-C918-6FC1-C2B6BABA0682}"/>
              </a:ext>
            </a:extLst>
          </p:cNvPr>
          <p:cNvSpPr>
            <a:spLocks noChangeArrowheads="1"/>
          </p:cNvSpPr>
          <p:nvPr/>
        </p:nvSpPr>
        <p:spPr bwMode="auto">
          <a:xfrm>
            <a:off x="8266113" y="2192338"/>
            <a:ext cx="860425"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eaLnBrk="0" hangingPunct="0"/>
            <a:r>
              <a:rPr lang="en-US" altLang="zh-CN" sz="1700">
                <a:solidFill>
                  <a:schemeClr val="accent2"/>
                </a:solidFill>
                <a:latin typeface="微软雅黑" panose="020B0503020204020204" pitchFamily="34" charset="-122"/>
                <a:ea typeface="微软雅黑" panose="020B0503020204020204" pitchFamily="34" charset="-122"/>
              </a:rPr>
              <a:t>WB</a:t>
            </a:r>
            <a:r>
              <a:rPr lang="zh-CN" altLang="en-US" sz="1700">
                <a:solidFill>
                  <a:schemeClr val="accent2"/>
                </a:solidFill>
                <a:latin typeface="微软雅黑" panose="020B0503020204020204" pitchFamily="34" charset="-122"/>
                <a:ea typeface="微软雅黑" panose="020B0503020204020204" pitchFamily="34" charset="-122"/>
              </a:rPr>
              <a:t>段的执行逻辑包含</a:t>
            </a:r>
            <a:r>
              <a:rPr lang="en-US" altLang="zh-CN" sz="1700">
                <a:solidFill>
                  <a:schemeClr val="accent2"/>
                </a:solidFill>
                <a:latin typeface="微软雅黑" panose="020B0503020204020204" pitchFamily="34" charset="-122"/>
                <a:ea typeface="微软雅黑" panose="020B0503020204020204" pitchFamily="34" charset="-122"/>
              </a:rPr>
              <a:t>Rfile</a:t>
            </a:r>
            <a:r>
              <a:rPr lang="zh-CN" altLang="en-US" sz="1700">
                <a:solidFill>
                  <a:schemeClr val="accent2"/>
                </a:solidFill>
                <a:latin typeface="微软雅黑" panose="020B0503020204020204" pitchFamily="34" charset="-122"/>
                <a:ea typeface="微软雅黑" panose="020B0503020204020204" pitchFamily="34" charset="-122"/>
              </a:rPr>
              <a:t>的写口！</a:t>
            </a:r>
          </a:p>
        </p:txBody>
      </p:sp>
      <p:sp>
        <p:nvSpPr>
          <p:cNvPr id="222" name="Line 203">
            <a:extLst>
              <a:ext uri="{FF2B5EF4-FFF2-40B4-BE49-F238E27FC236}">
                <a16:creationId xmlns:a16="http://schemas.microsoft.com/office/drawing/2014/main" id="{2A850EBB-1469-DABA-7631-6EDBE89C471B}"/>
              </a:ext>
            </a:extLst>
          </p:cNvPr>
          <p:cNvSpPr>
            <a:spLocks noChangeShapeType="1"/>
          </p:cNvSpPr>
          <p:nvPr/>
        </p:nvSpPr>
        <p:spPr bwMode="auto">
          <a:xfrm flipH="1" flipV="1">
            <a:off x="3698875" y="2414588"/>
            <a:ext cx="4497388" cy="617537"/>
          </a:xfrm>
          <a:prstGeom prst="line">
            <a:avLst/>
          </a:prstGeom>
          <a:noFill/>
          <a:ln w="47625">
            <a:solidFill>
              <a:schemeClr val="tx2">
                <a:lumMod val="50000"/>
                <a:lumOff val="50000"/>
              </a:schemeClr>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zh-CN" altLang="en-US"/>
          </a:p>
        </p:txBody>
      </p:sp>
      <p:sp>
        <p:nvSpPr>
          <p:cNvPr id="223" name="Text Box 209">
            <a:extLst>
              <a:ext uri="{FF2B5EF4-FFF2-40B4-BE49-F238E27FC236}">
                <a16:creationId xmlns:a16="http://schemas.microsoft.com/office/drawing/2014/main" id="{D15FD10F-E9DF-0311-59EE-D6CBF61F9A03}"/>
              </a:ext>
            </a:extLst>
          </p:cNvPr>
          <p:cNvSpPr txBox="1">
            <a:spLocks noChangeArrowheads="1"/>
          </p:cNvSpPr>
          <p:nvPr/>
        </p:nvSpPr>
        <p:spPr bwMode="auto">
          <a:xfrm>
            <a:off x="3014663" y="6516688"/>
            <a:ext cx="47164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a:solidFill>
                  <a:srgbClr val="3399FF"/>
                </a:solidFill>
                <a:latin typeface="微软雅黑" panose="020B0503020204020204" pitchFamily="34" charset="-122"/>
                <a:ea typeface="微软雅黑" panose="020B0503020204020204" pitchFamily="34" charset="-122"/>
              </a:rPr>
              <a:t>下面介绍每条指令在流水线通路中的执行过程</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184"/>
                                        </p:tgtEl>
                                        <p:attrNameLst>
                                          <p:attrName>style.visibility</p:attrName>
                                        </p:attrNameLst>
                                      </p:cBhvr>
                                      <p:to>
                                        <p:strVal val="visible"/>
                                      </p:to>
                                    </p:set>
                                    <p:animEffect transition="in" filter="blinds(horizontal)">
                                      <p:cBhvr>
                                        <p:cTn id="7" dur="500"/>
                                        <p:tgtEl>
                                          <p:spTgt spid="411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168"/>
                                        </p:tgtEl>
                                        <p:attrNameLst>
                                          <p:attrName>style.visibility</p:attrName>
                                        </p:attrNameLst>
                                      </p:cBhvr>
                                      <p:to>
                                        <p:strVal val="visible"/>
                                      </p:to>
                                    </p:set>
                                    <p:animEffect transition="in" filter="blinds(horizontal)">
                                      <p:cBhvr>
                                        <p:cTn id="12" dur="500"/>
                                        <p:tgtEl>
                                          <p:spTgt spid="411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1177"/>
                                        </p:tgtEl>
                                        <p:attrNameLst>
                                          <p:attrName>style.visibility</p:attrName>
                                        </p:attrNameLst>
                                      </p:cBhvr>
                                      <p:to>
                                        <p:strVal val="visible"/>
                                      </p:to>
                                    </p:set>
                                    <p:animEffect transition="in" filter="blinds(horizontal)">
                                      <p:cBhvr>
                                        <p:cTn id="17" dur="500"/>
                                        <p:tgtEl>
                                          <p:spTgt spid="411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14"/>
                                        </p:tgtEl>
                                        <p:attrNameLst>
                                          <p:attrName>style.visibility</p:attrName>
                                        </p:attrNameLst>
                                      </p:cBhvr>
                                      <p:to>
                                        <p:strVal val="visible"/>
                                      </p:to>
                                    </p:set>
                                    <p:animEffect transition="in" filter="blinds(horizontal)">
                                      <p:cBhvr>
                                        <p:cTn id="22" dur="500"/>
                                        <p:tgtEl>
                                          <p:spTgt spid="2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1183"/>
                                        </p:tgtEl>
                                        <p:attrNameLst>
                                          <p:attrName>style.visibility</p:attrName>
                                        </p:attrNameLst>
                                      </p:cBhvr>
                                      <p:to>
                                        <p:strVal val="visible"/>
                                      </p:to>
                                    </p:set>
                                    <p:animEffect transition="in" filter="blinds(horizontal)">
                                      <p:cBhvr>
                                        <p:cTn id="27" dur="500"/>
                                        <p:tgtEl>
                                          <p:spTgt spid="411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1"/>
                                        </p:tgtEl>
                                        <p:attrNameLst>
                                          <p:attrName>style.visibility</p:attrName>
                                        </p:attrNameLst>
                                      </p:cBhvr>
                                      <p:to>
                                        <p:strVal val="visible"/>
                                      </p:to>
                                    </p:set>
                                    <p:animEffect transition="in" filter="blinds(horizontal)">
                                      <p:cBhvr>
                                        <p:cTn id="32" dur="500"/>
                                        <p:tgtEl>
                                          <p:spTgt spid="2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222"/>
                                        </p:tgtEl>
                                        <p:attrNameLst>
                                          <p:attrName>style.visibility</p:attrName>
                                        </p:attrNameLst>
                                      </p:cBhvr>
                                      <p:to>
                                        <p:strVal val="visible"/>
                                      </p:to>
                                    </p:set>
                                    <p:animEffect transition="in" filter="randombar(horizontal)">
                                      <p:cBhvr>
                                        <p:cTn id="37" dur="500"/>
                                        <p:tgtEl>
                                          <p:spTgt spid="2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23">
                                            <p:txEl>
                                              <p:pRg st="0" end="0"/>
                                            </p:txEl>
                                          </p:spTgt>
                                        </p:tgtEl>
                                        <p:attrNameLst>
                                          <p:attrName>style.visibility</p:attrName>
                                        </p:attrNameLst>
                                      </p:cBhvr>
                                      <p:to>
                                        <p:strVal val="visible"/>
                                      </p:to>
                                    </p:set>
                                    <p:animEffect transition="in" filter="blinds(horizontal)">
                                      <p:cBhvr>
                                        <p:cTn id="42" dur="500"/>
                                        <p:tgtEl>
                                          <p:spTgt spid="2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77" grpId="0"/>
      <p:bldP spid="41183" grpId="0" animBg="1"/>
      <p:bldP spid="41184" grpId="0"/>
      <p:bldP spid="2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3" name="图片 1">
            <a:extLst>
              <a:ext uri="{FF2B5EF4-FFF2-40B4-BE49-F238E27FC236}">
                <a16:creationId xmlns:a16="http://schemas.microsoft.com/office/drawing/2014/main" id="{E90863B2-AE8E-63B6-B329-25BBC5C727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298575"/>
            <a:ext cx="843915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201">
            <a:extLst>
              <a:ext uri="{FF2B5EF4-FFF2-40B4-BE49-F238E27FC236}">
                <a16:creationId xmlns:a16="http://schemas.microsoft.com/office/drawing/2014/main" id="{254F4508-7A3A-2A2D-08DF-2F105DF0FA91}"/>
              </a:ext>
            </a:extLst>
          </p:cNvPr>
          <p:cNvGrpSpPr>
            <a:grpSpLocks/>
          </p:cNvGrpSpPr>
          <p:nvPr/>
        </p:nvGrpSpPr>
        <p:grpSpPr bwMode="auto">
          <a:xfrm>
            <a:off x="2268538" y="973138"/>
            <a:ext cx="1814512" cy="984250"/>
            <a:chOff x="1444" y="576"/>
            <a:chExt cx="1143" cy="620"/>
          </a:xfrm>
        </p:grpSpPr>
        <p:sp>
          <p:nvSpPr>
            <p:cNvPr id="38915" name="Oval 193">
              <a:extLst>
                <a:ext uri="{FF2B5EF4-FFF2-40B4-BE49-F238E27FC236}">
                  <a16:creationId xmlns:a16="http://schemas.microsoft.com/office/drawing/2014/main" id="{E2FEF46F-E1FA-8164-9C7F-6B2AB8F453AA}"/>
                </a:ext>
              </a:extLst>
            </p:cNvPr>
            <p:cNvSpPr>
              <a:spLocks noChangeArrowheads="1"/>
            </p:cNvSpPr>
            <p:nvPr/>
          </p:nvSpPr>
          <p:spPr bwMode="auto">
            <a:xfrm>
              <a:off x="1444" y="724"/>
              <a:ext cx="88" cy="472"/>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8916" name="Rectangle 194">
              <a:extLst>
                <a:ext uri="{FF2B5EF4-FFF2-40B4-BE49-F238E27FC236}">
                  <a16:creationId xmlns:a16="http://schemas.microsoft.com/office/drawing/2014/main" id="{4E50090F-0992-33FD-D9D3-909E76A08D8D}"/>
                </a:ext>
              </a:extLst>
            </p:cNvPr>
            <p:cNvSpPr>
              <a:spLocks noChangeArrowheads="1"/>
            </p:cNvSpPr>
            <p:nvPr/>
          </p:nvSpPr>
          <p:spPr bwMode="auto">
            <a:xfrm>
              <a:off x="1719" y="576"/>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2"/>
                  </a:solidFill>
                  <a:ea typeface="宋体" panose="02010600030101010101" pitchFamily="2" charset="-122"/>
                </a:rPr>
                <a:t>You are here!</a:t>
              </a:r>
            </a:p>
          </p:txBody>
        </p:sp>
        <p:sp>
          <p:nvSpPr>
            <p:cNvPr id="38917" name="Line 195">
              <a:extLst>
                <a:ext uri="{FF2B5EF4-FFF2-40B4-BE49-F238E27FC236}">
                  <a16:creationId xmlns:a16="http://schemas.microsoft.com/office/drawing/2014/main" id="{DC0D3082-9A22-68AB-CE79-72988D6FF0B3}"/>
                </a:ext>
              </a:extLst>
            </p:cNvPr>
            <p:cNvSpPr>
              <a:spLocks noChangeShapeType="1"/>
            </p:cNvSpPr>
            <p:nvPr/>
          </p:nvSpPr>
          <p:spPr bwMode="auto">
            <a:xfrm flipH="1">
              <a:off x="1532" y="676"/>
              <a:ext cx="248" cy="184"/>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8918" name="Rectangle 196">
            <a:extLst>
              <a:ext uri="{FF2B5EF4-FFF2-40B4-BE49-F238E27FC236}">
                <a16:creationId xmlns:a16="http://schemas.microsoft.com/office/drawing/2014/main" id="{9D53394B-77CB-6F0D-7088-9F2726428AF0}"/>
              </a:ext>
            </a:extLst>
          </p:cNvPr>
          <p:cNvSpPr txBox="1">
            <a:spLocks noChangeArrowheads="1"/>
          </p:cNvSpPr>
          <p:nvPr/>
        </p:nvSpPr>
        <p:spPr bwMode="auto">
          <a:xfrm>
            <a:off x="419100" y="642938"/>
            <a:ext cx="84455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203200" indent="-2032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a:spcBef>
                <a:spcPct val="30000"/>
              </a:spcBef>
              <a:buFont typeface="Times New Roman" panose="02020603050405020304" pitchFamily="18" charset="0"/>
              <a:buChar char="°"/>
            </a:pPr>
            <a:r>
              <a:rPr lang="zh-CN" altLang="en-US" sz="1800">
                <a:solidFill>
                  <a:srgbClr val="CC0000"/>
                </a:solidFill>
                <a:latin typeface="Arial" panose="020B0604020202020204" pitchFamily="34" charset="0"/>
                <a:ea typeface="宋体" panose="02010600030101010101" pitchFamily="2" charset="-122"/>
              </a:rPr>
              <a:t>第</a:t>
            </a:r>
            <a:r>
              <a:rPr lang="en-US" altLang="zh-CN" sz="1800">
                <a:solidFill>
                  <a:srgbClr val="CC0000"/>
                </a:solidFill>
                <a:latin typeface="Arial" panose="020B0604020202020204" pitchFamily="34" charset="0"/>
                <a:ea typeface="宋体" panose="02010600030101010101" pitchFamily="2" charset="-122"/>
              </a:rPr>
              <a:t>10</a:t>
            </a:r>
            <a:r>
              <a:rPr lang="zh-CN" altLang="en-US" sz="1800">
                <a:solidFill>
                  <a:srgbClr val="CC0000"/>
                </a:solidFill>
                <a:latin typeface="Arial" panose="020B0604020202020204" pitchFamily="34" charset="0"/>
                <a:ea typeface="宋体" panose="02010600030101010101" pitchFamily="2" charset="-122"/>
              </a:rPr>
              <a:t>单元指令</a:t>
            </a:r>
            <a:r>
              <a:rPr lang="en-US" altLang="zh-CN" sz="1800">
                <a:solidFill>
                  <a:srgbClr val="CC0000"/>
                </a:solidFill>
                <a:latin typeface="Arial" panose="020B060402020202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 lw  x8, 0x100(x9)      </a:t>
            </a:r>
            <a:r>
              <a:rPr lang="zh-CN" altLang="en-US" sz="1800">
                <a:solidFill>
                  <a:srgbClr val="CC0000"/>
                </a:solidFill>
                <a:latin typeface="Arial" panose="020B0604020202020204" pitchFamily="34" charset="0"/>
                <a:ea typeface="宋体" panose="02010600030101010101" pitchFamily="2" charset="-122"/>
              </a:rPr>
              <a:t>功能：</a:t>
            </a:r>
            <a:r>
              <a:rPr lang="en-US" altLang="zh-CN" sz="1800">
                <a:latin typeface="Arial" panose="020B0604020202020204" pitchFamily="34" charset="0"/>
                <a:ea typeface="宋体" panose="02010600030101010101" pitchFamily="2" charset="-122"/>
              </a:rPr>
              <a:t>R[x8] &lt;- M[R[x9]+SEXT(0x100)]</a:t>
            </a:r>
          </a:p>
        </p:txBody>
      </p:sp>
      <p:sp>
        <p:nvSpPr>
          <p:cNvPr id="24" name="Text Box 198">
            <a:extLst>
              <a:ext uri="{FF2B5EF4-FFF2-40B4-BE49-F238E27FC236}">
                <a16:creationId xmlns:a16="http://schemas.microsoft.com/office/drawing/2014/main" id="{5BECA039-9595-2092-45E1-29E0B47FC162}"/>
              </a:ext>
            </a:extLst>
          </p:cNvPr>
          <p:cNvSpPr txBox="1">
            <a:spLocks noChangeArrowheads="1"/>
          </p:cNvSpPr>
          <p:nvPr/>
        </p:nvSpPr>
        <p:spPr bwMode="auto">
          <a:xfrm>
            <a:off x="249238" y="6372225"/>
            <a:ext cx="3584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25000"/>
              </a:spcBef>
            </a:pPr>
            <a:r>
              <a:rPr lang="zh-CN" altLang="en-US">
                <a:solidFill>
                  <a:schemeClr val="accent2"/>
                </a:solidFill>
                <a:latin typeface="微软雅黑" panose="020B0503020204020204" pitchFamily="34" charset="-122"/>
                <a:ea typeface="微软雅黑" panose="020B0503020204020204" pitchFamily="34" charset="-122"/>
              </a:rPr>
              <a:t>下一目标：设计</a:t>
            </a:r>
            <a:r>
              <a:rPr lang="en-US" altLang="zh-CN">
                <a:solidFill>
                  <a:schemeClr val="accent2"/>
                </a:solidFill>
                <a:latin typeface="微软雅黑" panose="020B0503020204020204" pitchFamily="34" charset="-122"/>
                <a:ea typeface="微软雅黑" panose="020B0503020204020204" pitchFamily="34" charset="-122"/>
              </a:rPr>
              <a:t>IUnit</a:t>
            </a:r>
            <a:r>
              <a:rPr lang="zh-CN" altLang="en-US">
                <a:solidFill>
                  <a:schemeClr val="accent2"/>
                </a:solidFill>
                <a:latin typeface="微软雅黑" panose="020B0503020204020204" pitchFamily="34" charset="-122"/>
                <a:ea typeface="微软雅黑" panose="020B0503020204020204" pitchFamily="34" charset="-122"/>
              </a:rPr>
              <a:t>（功能是啥？）</a:t>
            </a:r>
          </a:p>
        </p:txBody>
      </p:sp>
      <p:sp>
        <p:nvSpPr>
          <p:cNvPr id="38920" name="Rectangle 2">
            <a:extLst>
              <a:ext uri="{FF2B5EF4-FFF2-40B4-BE49-F238E27FC236}">
                <a16:creationId xmlns:a16="http://schemas.microsoft.com/office/drawing/2014/main" id="{923A2841-47B2-E65B-6EBC-F4B02B9BF68A}"/>
              </a:ext>
            </a:extLst>
          </p:cNvPr>
          <p:cNvSpPr>
            <a:spLocks noGrp="1" noChangeArrowheads="1"/>
          </p:cNvSpPr>
          <p:nvPr>
            <p:ph type="title"/>
          </p:nvPr>
        </p:nvSpPr>
        <p:spPr>
          <a:xfrm>
            <a:off x="800100" y="190500"/>
            <a:ext cx="4330700" cy="373063"/>
          </a:xfrm>
        </p:spPr>
        <p:txBody>
          <a:bodyPr/>
          <a:lstStyle/>
          <a:p>
            <a:r>
              <a:rPr lang="zh-CN" altLang="en-US">
                <a:ea typeface="宋体" panose="02010600030101010101" pitchFamily="2" charset="-122"/>
              </a:rPr>
              <a:t>取指令（</a:t>
            </a:r>
            <a:r>
              <a:rPr lang="en-US" altLang="zh-CN">
                <a:ea typeface="宋体" panose="02010600030101010101" pitchFamily="2" charset="-122"/>
              </a:rPr>
              <a:t>IF</a:t>
            </a:r>
            <a:r>
              <a:rPr lang="zh-CN" altLang="en-US">
                <a:ea typeface="宋体" panose="02010600030101010101" pitchFamily="2" charset="-122"/>
              </a:rPr>
              <a:t>）阶段</a:t>
            </a:r>
            <a:endParaRPr lang="en-US" altLang="zh-CN">
              <a:ea typeface="宋体" panose="02010600030101010101" pitchFamily="2" charset="-122"/>
            </a:endParaRPr>
          </a:p>
        </p:txBody>
      </p:sp>
      <p:sp>
        <p:nvSpPr>
          <p:cNvPr id="38921" name="Line 90">
            <a:extLst>
              <a:ext uri="{FF2B5EF4-FFF2-40B4-BE49-F238E27FC236}">
                <a16:creationId xmlns:a16="http://schemas.microsoft.com/office/drawing/2014/main" id="{296987E3-4691-D5FB-16F0-1839F5DDCB58}"/>
              </a:ext>
            </a:extLst>
          </p:cNvPr>
          <p:cNvSpPr>
            <a:spLocks noChangeShapeType="1"/>
          </p:cNvSpPr>
          <p:nvPr/>
        </p:nvSpPr>
        <p:spPr bwMode="auto">
          <a:xfrm>
            <a:off x="1701800" y="5629275"/>
            <a:ext cx="492125"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2" name="Line 112">
            <a:extLst>
              <a:ext uri="{FF2B5EF4-FFF2-40B4-BE49-F238E27FC236}">
                <a16:creationId xmlns:a16="http://schemas.microsoft.com/office/drawing/2014/main" id="{AD36D540-6357-2ED1-18C6-329597861073}"/>
              </a:ext>
            </a:extLst>
          </p:cNvPr>
          <p:cNvSpPr>
            <a:spLocks noChangeShapeType="1"/>
          </p:cNvSpPr>
          <p:nvPr/>
        </p:nvSpPr>
        <p:spPr bwMode="auto">
          <a:xfrm>
            <a:off x="1004888" y="4430713"/>
            <a:ext cx="330200"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3" name="Line 135">
            <a:extLst>
              <a:ext uri="{FF2B5EF4-FFF2-40B4-BE49-F238E27FC236}">
                <a16:creationId xmlns:a16="http://schemas.microsoft.com/office/drawing/2014/main" id="{809B3DFF-7746-34BF-49C9-A2CD6B8E4924}"/>
              </a:ext>
            </a:extLst>
          </p:cNvPr>
          <p:cNvSpPr>
            <a:spLocks noChangeShapeType="1"/>
          </p:cNvSpPr>
          <p:nvPr/>
        </p:nvSpPr>
        <p:spPr bwMode="auto">
          <a:xfrm>
            <a:off x="1330325" y="3541713"/>
            <a:ext cx="539750" cy="0"/>
          </a:xfrm>
          <a:prstGeom prst="line">
            <a:avLst/>
          </a:prstGeom>
          <a:noFill/>
          <a:ln w="508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8924" name="Line 136">
            <a:extLst>
              <a:ext uri="{FF2B5EF4-FFF2-40B4-BE49-F238E27FC236}">
                <a16:creationId xmlns:a16="http://schemas.microsoft.com/office/drawing/2014/main" id="{80ED948D-BBE6-E93A-F393-2D4C9372EEAA}"/>
              </a:ext>
            </a:extLst>
          </p:cNvPr>
          <p:cNvSpPr>
            <a:spLocks noChangeShapeType="1"/>
          </p:cNvSpPr>
          <p:nvPr/>
        </p:nvSpPr>
        <p:spPr bwMode="auto">
          <a:xfrm flipH="1">
            <a:off x="1860550" y="3532188"/>
            <a:ext cx="0" cy="341312"/>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5" name="Line 140">
            <a:extLst>
              <a:ext uri="{FF2B5EF4-FFF2-40B4-BE49-F238E27FC236}">
                <a16:creationId xmlns:a16="http://schemas.microsoft.com/office/drawing/2014/main" id="{23BEAF43-F248-8D7F-3315-8273F65305AB}"/>
              </a:ext>
            </a:extLst>
          </p:cNvPr>
          <p:cNvSpPr>
            <a:spLocks noChangeShapeType="1"/>
          </p:cNvSpPr>
          <p:nvPr/>
        </p:nvSpPr>
        <p:spPr bwMode="auto">
          <a:xfrm flipH="1">
            <a:off x="338138" y="3349625"/>
            <a:ext cx="755650" cy="0"/>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6" name="Line 141">
            <a:extLst>
              <a:ext uri="{FF2B5EF4-FFF2-40B4-BE49-F238E27FC236}">
                <a16:creationId xmlns:a16="http://schemas.microsoft.com/office/drawing/2014/main" id="{D20A1864-7275-318B-B783-6EAFA9840BB0}"/>
              </a:ext>
            </a:extLst>
          </p:cNvPr>
          <p:cNvSpPr>
            <a:spLocks noChangeShapeType="1"/>
          </p:cNvSpPr>
          <p:nvPr/>
        </p:nvSpPr>
        <p:spPr bwMode="auto">
          <a:xfrm>
            <a:off x="334963" y="4468813"/>
            <a:ext cx="373062"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7" name="Line 142">
            <a:extLst>
              <a:ext uri="{FF2B5EF4-FFF2-40B4-BE49-F238E27FC236}">
                <a16:creationId xmlns:a16="http://schemas.microsoft.com/office/drawing/2014/main" id="{DB5A7250-8C9B-3EE0-84BF-DF8CA04A0B45}"/>
              </a:ext>
            </a:extLst>
          </p:cNvPr>
          <p:cNvSpPr>
            <a:spLocks noChangeShapeType="1"/>
          </p:cNvSpPr>
          <p:nvPr/>
        </p:nvSpPr>
        <p:spPr bwMode="auto">
          <a:xfrm>
            <a:off x="334963" y="3368675"/>
            <a:ext cx="0" cy="1120775"/>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8" name="Line 197">
            <a:extLst>
              <a:ext uri="{FF2B5EF4-FFF2-40B4-BE49-F238E27FC236}">
                <a16:creationId xmlns:a16="http://schemas.microsoft.com/office/drawing/2014/main" id="{8A0D4EF3-BAF1-DD2C-1F13-77819AB04055}"/>
              </a:ext>
            </a:extLst>
          </p:cNvPr>
          <p:cNvSpPr>
            <a:spLocks noChangeShapeType="1"/>
          </p:cNvSpPr>
          <p:nvPr/>
        </p:nvSpPr>
        <p:spPr bwMode="auto">
          <a:xfrm flipH="1" flipV="1">
            <a:off x="1039813" y="3343275"/>
            <a:ext cx="315912" cy="198438"/>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9" name="Line 112">
            <a:extLst>
              <a:ext uri="{FF2B5EF4-FFF2-40B4-BE49-F238E27FC236}">
                <a16:creationId xmlns:a16="http://schemas.microsoft.com/office/drawing/2014/main" id="{F47E20D5-4C25-C7E4-5701-29A82B47147C}"/>
              </a:ext>
            </a:extLst>
          </p:cNvPr>
          <p:cNvSpPr>
            <a:spLocks noChangeShapeType="1"/>
          </p:cNvSpPr>
          <p:nvPr/>
        </p:nvSpPr>
        <p:spPr bwMode="auto">
          <a:xfrm>
            <a:off x="1701800" y="3852863"/>
            <a:ext cx="179388" cy="0"/>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0" name="Line 112">
            <a:extLst>
              <a:ext uri="{FF2B5EF4-FFF2-40B4-BE49-F238E27FC236}">
                <a16:creationId xmlns:a16="http://schemas.microsoft.com/office/drawing/2014/main" id="{88352F91-3FA2-D6A1-C024-BFEE8D9962A4}"/>
              </a:ext>
            </a:extLst>
          </p:cNvPr>
          <p:cNvSpPr>
            <a:spLocks noChangeShapeType="1"/>
          </p:cNvSpPr>
          <p:nvPr/>
        </p:nvSpPr>
        <p:spPr bwMode="auto">
          <a:xfrm flipV="1">
            <a:off x="1716088" y="4452938"/>
            <a:ext cx="252412" cy="0"/>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1" name="Line 142">
            <a:extLst>
              <a:ext uri="{FF2B5EF4-FFF2-40B4-BE49-F238E27FC236}">
                <a16:creationId xmlns:a16="http://schemas.microsoft.com/office/drawing/2014/main" id="{20F92A0E-AFFB-7F05-BC9F-A6A7A750D701}"/>
              </a:ext>
            </a:extLst>
          </p:cNvPr>
          <p:cNvSpPr>
            <a:spLocks noChangeShapeType="1"/>
          </p:cNvSpPr>
          <p:nvPr/>
        </p:nvSpPr>
        <p:spPr bwMode="auto">
          <a:xfrm>
            <a:off x="1968500" y="3830638"/>
            <a:ext cx="0" cy="647700"/>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2" name="Line 112">
            <a:extLst>
              <a:ext uri="{FF2B5EF4-FFF2-40B4-BE49-F238E27FC236}">
                <a16:creationId xmlns:a16="http://schemas.microsoft.com/office/drawing/2014/main" id="{9250868C-83F3-6FB5-5E91-7F60C489B625}"/>
              </a:ext>
            </a:extLst>
          </p:cNvPr>
          <p:cNvSpPr>
            <a:spLocks noChangeShapeType="1"/>
          </p:cNvSpPr>
          <p:nvPr/>
        </p:nvSpPr>
        <p:spPr bwMode="auto">
          <a:xfrm>
            <a:off x="1978025" y="3838575"/>
            <a:ext cx="215900"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 name="组合 3">
            <a:extLst>
              <a:ext uri="{FF2B5EF4-FFF2-40B4-BE49-F238E27FC236}">
                <a16:creationId xmlns:a16="http://schemas.microsoft.com/office/drawing/2014/main" id="{1CA10286-5454-46CF-C5FB-856BB92A5C08}"/>
              </a:ext>
            </a:extLst>
          </p:cNvPr>
          <p:cNvGrpSpPr>
            <a:grpSpLocks/>
          </p:cNvGrpSpPr>
          <p:nvPr/>
        </p:nvGrpSpPr>
        <p:grpSpPr bwMode="auto">
          <a:xfrm>
            <a:off x="1260475" y="3732213"/>
            <a:ext cx="479425" cy="2582862"/>
            <a:chOff x="1260545" y="3732139"/>
            <a:chExt cx="479355" cy="2582669"/>
          </a:xfrm>
        </p:grpSpPr>
        <p:sp>
          <p:nvSpPr>
            <p:cNvPr id="38934" name="Rectangle 202">
              <a:extLst>
                <a:ext uri="{FF2B5EF4-FFF2-40B4-BE49-F238E27FC236}">
                  <a16:creationId xmlns:a16="http://schemas.microsoft.com/office/drawing/2014/main" id="{C7DC40FA-583A-E96B-E3DD-BC3FA7839508}"/>
                </a:ext>
              </a:extLst>
            </p:cNvPr>
            <p:cNvSpPr>
              <a:spLocks noChangeArrowheads="1"/>
            </p:cNvSpPr>
            <p:nvPr/>
          </p:nvSpPr>
          <p:spPr bwMode="auto">
            <a:xfrm>
              <a:off x="1330738" y="3732139"/>
              <a:ext cx="409162" cy="2145150"/>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38935" name="Line 205">
              <a:extLst>
                <a:ext uri="{FF2B5EF4-FFF2-40B4-BE49-F238E27FC236}">
                  <a16:creationId xmlns:a16="http://schemas.microsoft.com/office/drawing/2014/main" id="{C78FF818-E96A-E29D-68E0-EF53C7507A75}"/>
                </a:ext>
              </a:extLst>
            </p:cNvPr>
            <p:cNvSpPr>
              <a:spLocks noChangeShapeType="1"/>
            </p:cNvSpPr>
            <p:nvPr/>
          </p:nvSpPr>
          <p:spPr bwMode="auto">
            <a:xfrm flipV="1">
              <a:off x="1260545" y="5934025"/>
              <a:ext cx="140386" cy="380783"/>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 name="矩形 24">
            <a:extLst>
              <a:ext uri="{FF2B5EF4-FFF2-40B4-BE49-F238E27FC236}">
                <a16:creationId xmlns:a16="http://schemas.microsoft.com/office/drawing/2014/main" id="{BFC07EEA-CD8B-4C24-2054-26D6645DFF3C}"/>
              </a:ext>
            </a:extLst>
          </p:cNvPr>
          <p:cNvSpPr/>
          <p:nvPr/>
        </p:nvSpPr>
        <p:spPr bwMode="auto">
          <a:xfrm>
            <a:off x="2509838" y="2690813"/>
            <a:ext cx="6357937" cy="3689350"/>
          </a:xfrm>
          <a:prstGeom prst="rect">
            <a:avLst/>
          </a:prstGeom>
          <a:solidFill>
            <a:schemeClr val="bg1">
              <a:lumMod val="75000"/>
              <a:alpha val="76000"/>
            </a:schemeClr>
          </a:solidFill>
          <a:ln w="12700" cap="flat" cmpd="sng" algn="ctr">
            <a:solidFill>
              <a:schemeClr val="tx1"/>
            </a:solidFill>
            <a:prstDash val="solid"/>
            <a:round/>
            <a:headEnd type="none" w="med" len="med"/>
            <a:tailEnd type="none" w="med" len="med"/>
          </a:ln>
          <a:effectLst/>
        </p:spPr>
        <p:txBody>
          <a:bodyPr/>
          <a:lstStyle/>
          <a:p>
            <a:pPr eaLnBrk="0" hangingPunct="0">
              <a:defRPr/>
            </a:pPr>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randombar(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2FC9966E-240B-D0BE-E5DE-F73C14279BBE}"/>
              </a:ext>
            </a:extLst>
          </p:cNvPr>
          <p:cNvSpPr>
            <a:spLocks noGrp="1" noChangeArrowheads="1"/>
          </p:cNvSpPr>
          <p:nvPr>
            <p:ph type="title"/>
          </p:nvPr>
        </p:nvSpPr>
        <p:spPr>
          <a:xfrm>
            <a:off x="809625" y="171450"/>
            <a:ext cx="4846638" cy="371475"/>
          </a:xfrm>
        </p:spPr>
        <p:txBody>
          <a:bodyPr/>
          <a:lstStyle/>
          <a:p>
            <a:r>
              <a:rPr lang="zh-CN" altLang="en-US">
                <a:ea typeface="宋体" panose="02010600030101010101" pitchFamily="2" charset="-122"/>
              </a:rPr>
              <a:t>取指令部件 </a:t>
            </a:r>
            <a:r>
              <a:rPr lang="en-US" altLang="zh-CN">
                <a:ea typeface="宋体" panose="02010600030101010101" pitchFamily="2" charset="-122"/>
              </a:rPr>
              <a:t>IUnit</a:t>
            </a:r>
            <a:r>
              <a:rPr lang="zh-CN" altLang="en-US">
                <a:ea typeface="宋体" panose="02010600030101010101" pitchFamily="2" charset="-122"/>
              </a:rPr>
              <a:t>的设计</a:t>
            </a:r>
          </a:p>
        </p:txBody>
      </p:sp>
      <p:sp>
        <p:nvSpPr>
          <p:cNvPr id="45059" name="Rectangle 3">
            <a:extLst>
              <a:ext uri="{FF2B5EF4-FFF2-40B4-BE49-F238E27FC236}">
                <a16:creationId xmlns:a16="http://schemas.microsoft.com/office/drawing/2014/main" id="{C5B34B3F-6E36-B302-6514-C22424ABCFFB}"/>
              </a:ext>
            </a:extLst>
          </p:cNvPr>
          <p:cNvSpPr>
            <a:spLocks noGrp="1" noChangeArrowheads="1"/>
          </p:cNvSpPr>
          <p:nvPr>
            <p:ph idx="1"/>
          </p:nvPr>
        </p:nvSpPr>
        <p:spPr>
          <a:xfrm>
            <a:off x="476250" y="696913"/>
            <a:ext cx="8191500" cy="325437"/>
          </a:xfrm>
        </p:spPr>
        <p:txBody>
          <a:bodyPr/>
          <a:lstStyle/>
          <a:p>
            <a:r>
              <a:rPr lang="zh-CN" altLang="en-US">
                <a:solidFill>
                  <a:srgbClr val="CC0000"/>
                </a:solidFill>
                <a:ea typeface="黑体" panose="02010609060101010101" pitchFamily="49" charset="-122"/>
              </a:rPr>
              <a:t>第</a:t>
            </a:r>
            <a:r>
              <a:rPr lang="en-US" altLang="zh-CN">
                <a:solidFill>
                  <a:srgbClr val="CC0000"/>
                </a:solidFill>
                <a:ea typeface="黑体" panose="02010609060101010101" pitchFamily="49" charset="-122"/>
              </a:rPr>
              <a:t>10</a:t>
            </a:r>
            <a:r>
              <a:rPr lang="zh-CN" altLang="en-US">
                <a:solidFill>
                  <a:srgbClr val="CC0000"/>
                </a:solidFill>
                <a:ea typeface="黑体" panose="02010609060101010101" pitchFamily="49" charset="-122"/>
              </a:rPr>
              <a:t>单元指令</a:t>
            </a:r>
            <a:r>
              <a:rPr lang="en-US" altLang="zh-CN">
                <a:solidFill>
                  <a:srgbClr val="CC0000"/>
                </a:solidFill>
                <a:ea typeface="黑体" panose="02010609060101010101" pitchFamily="49" charset="-122"/>
              </a:rPr>
              <a:t>: </a:t>
            </a:r>
            <a:r>
              <a:rPr lang="en-US" altLang="zh-CN">
                <a:ea typeface="黑体" panose="02010609060101010101" pitchFamily="49" charset="-122"/>
              </a:rPr>
              <a:t>: lw  x8, 0x100(x9)                  </a:t>
            </a:r>
            <a:r>
              <a:rPr lang="zh-CN" altLang="en-US">
                <a:solidFill>
                  <a:schemeClr val="accent2"/>
                </a:solidFill>
                <a:ea typeface="黑体" panose="02010609060101010101" pitchFamily="49" charset="-122"/>
              </a:rPr>
              <a:t>随后的指令在</a:t>
            </a:r>
            <a:r>
              <a:rPr lang="en-US" altLang="zh-CN">
                <a:solidFill>
                  <a:schemeClr val="accent2"/>
                </a:solidFill>
                <a:ea typeface="黑体" panose="02010609060101010101" pitchFamily="49" charset="-122"/>
              </a:rPr>
              <a:t>14</a:t>
            </a:r>
            <a:r>
              <a:rPr lang="zh-CN" altLang="en-US">
                <a:solidFill>
                  <a:schemeClr val="accent2"/>
                </a:solidFill>
                <a:ea typeface="黑体" panose="02010609060101010101" pitchFamily="49" charset="-122"/>
              </a:rPr>
              <a:t>号单元中！</a:t>
            </a:r>
          </a:p>
        </p:txBody>
      </p:sp>
      <p:sp>
        <p:nvSpPr>
          <p:cNvPr id="40963" name="Rectangle 4">
            <a:extLst>
              <a:ext uri="{FF2B5EF4-FFF2-40B4-BE49-F238E27FC236}">
                <a16:creationId xmlns:a16="http://schemas.microsoft.com/office/drawing/2014/main" id="{66815BF0-D5DF-ECEF-2D7A-46B594F516EF}"/>
              </a:ext>
            </a:extLst>
          </p:cNvPr>
          <p:cNvSpPr>
            <a:spLocks noChangeArrowheads="1"/>
          </p:cNvSpPr>
          <p:nvPr/>
        </p:nvSpPr>
        <p:spPr bwMode="auto">
          <a:xfrm>
            <a:off x="5946775" y="3384550"/>
            <a:ext cx="288925" cy="2305050"/>
          </a:xfrm>
          <a:prstGeom prst="rect">
            <a:avLst/>
          </a:prstGeom>
          <a:noFill/>
          <a:ln w="254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40964" name="Rectangle 5">
            <a:extLst>
              <a:ext uri="{FF2B5EF4-FFF2-40B4-BE49-F238E27FC236}">
                <a16:creationId xmlns:a16="http://schemas.microsoft.com/office/drawing/2014/main" id="{3EF7547F-705A-1303-E9BD-C697CCB16714}"/>
              </a:ext>
            </a:extLst>
          </p:cNvPr>
          <p:cNvSpPr>
            <a:spLocks noChangeArrowheads="1"/>
          </p:cNvSpPr>
          <p:nvPr/>
        </p:nvSpPr>
        <p:spPr bwMode="auto">
          <a:xfrm rot="5400000">
            <a:off x="4905375" y="4316413"/>
            <a:ext cx="2365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solidFill>
                  <a:schemeClr val="accent2"/>
                </a:solidFill>
                <a:latin typeface="Arial" panose="020B0604020202020204" pitchFamily="34" charset="0"/>
                <a:ea typeface="宋体" panose="02010600030101010101" pitchFamily="2" charset="-122"/>
              </a:rPr>
              <a:t>IF/ID: lw x8, 0x100 (x9)</a:t>
            </a:r>
          </a:p>
        </p:txBody>
      </p:sp>
      <p:sp>
        <p:nvSpPr>
          <p:cNvPr id="40965" name="Line 6">
            <a:extLst>
              <a:ext uri="{FF2B5EF4-FFF2-40B4-BE49-F238E27FC236}">
                <a16:creationId xmlns:a16="http://schemas.microsoft.com/office/drawing/2014/main" id="{922CEEE9-649F-216B-1951-B1FE78324B0F}"/>
              </a:ext>
            </a:extLst>
          </p:cNvPr>
          <p:cNvSpPr>
            <a:spLocks noChangeShapeType="1"/>
          </p:cNvSpPr>
          <p:nvPr/>
        </p:nvSpPr>
        <p:spPr bwMode="auto">
          <a:xfrm>
            <a:off x="6096000" y="307975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66" name="Rectangle 7">
            <a:extLst>
              <a:ext uri="{FF2B5EF4-FFF2-40B4-BE49-F238E27FC236}">
                <a16:creationId xmlns:a16="http://schemas.microsoft.com/office/drawing/2014/main" id="{BE39C227-1D9B-D4FB-01A7-6E5715E054C8}"/>
              </a:ext>
            </a:extLst>
          </p:cNvPr>
          <p:cNvSpPr>
            <a:spLocks noChangeArrowheads="1"/>
          </p:cNvSpPr>
          <p:nvPr/>
        </p:nvSpPr>
        <p:spPr bwMode="auto">
          <a:xfrm>
            <a:off x="2365375" y="3384550"/>
            <a:ext cx="288925" cy="1117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40967" name="Rectangle 8">
            <a:extLst>
              <a:ext uri="{FF2B5EF4-FFF2-40B4-BE49-F238E27FC236}">
                <a16:creationId xmlns:a16="http://schemas.microsoft.com/office/drawing/2014/main" id="{27F52D9E-2F11-6CA8-2846-9CC3E98B2CC8}"/>
              </a:ext>
            </a:extLst>
          </p:cNvPr>
          <p:cNvSpPr>
            <a:spLocks noChangeArrowheads="1"/>
          </p:cNvSpPr>
          <p:nvPr/>
        </p:nvSpPr>
        <p:spPr bwMode="auto">
          <a:xfrm rot="5400000">
            <a:off x="2065338" y="3698875"/>
            <a:ext cx="8826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solidFill>
                  <a:schemeClr val="accent2"/>
                </a:solidFill>
                <a:latin typeface="Arial" panose="020B0604020202020204" pitchFamily="34" charset="0"/>
                <a:ea typeface="宋体" panose="02010600030101010101" pitchFamily="2" charset="-122"/>
              </a:rPr>
              <a:t>PC</a:t>
            </a:r>
            <a:r>
              <a:rPr lang="en-US" altLang="zh-CN">
                <a:ea typeface="宋体" panose="02010600030101010101" pitchFamily="2" charset="-122"/>
              </a:rPr>
              <a:t> = 14</a:t>
            </a:r>
          </a:p>
        </p:txBody>
      </p:sp>
      <p:sp>
        <p:nvSpPr>
          <p:cNvPr id="40968" name="Line 9">
            <a:extLst>
              <a:ext uri="{FF2B5EF4-FFF2-40B4-BE49-F238E27FC236}">
                <a16:creationId xmlns:a16="http://schemas.microsoft.com/office/drawing/2014/main" id="{014D2782-96CE-2891-1D27-B535529720C5}"/>
              </a:ext>
            </a:extLst>
          </p:cNvPr>
          <p:cNvSpPr>
            <a:spLocks noChangeShapeType="1"/>
          </p:cNvSpPr>
          <p:nvPr/>
        </p:nvSpPr>
        <p:spPr bwMode="auto">
          <a:xfrm>
            <a:off x="4787900" y="5429250"/>
            <a:ext cx="1168400"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69" name="Line 10">
            <a:extLst>
              <a:ext uri="{FF2B5EF4-FFF2-40B4-BE49-F238E27FC236}">
                <a16:creationId xmlns:a16="http://schemas.microsoft.com/office/drawing/2014/main" id="{1D9CE14B-B9BE-55A9-1E13-9182AED08E10}"/>
              </a:ext>
            </a:extLst>
          </p:cNvPr>
          <p:cNvSpPr>
            <a:spLocks noChangeShapeType="1"/>
          </p:cNvSpPr>
          <p:nvPr/>
        </p:nvSpPr>
        <p:spPr bwMode="auto">
          <a:xfrm>
            <a:off x="6261100" y="5073650"/>
            <a:ext cx="4318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0" name="Line 11">
            <a:extLst>
              <a:ext uri="{FF2B5EF4-FFF2-40B4-BE49-F238E27FC236}">
                <a16:creationId xmlns:a16="http://schemas.microsoft.com/office/drawing/2014/main" id="{2E7AB0CA-D44C-C149-FC66-68A6995C0AD7}"/>
              </a:ext>
            </a:extLst>
          </p:cNvPr>
          <p:cNvSpPr>
            <a:spLocks noChangeShapeType="1"/>
          </p:cNvSpPr>
          <p:nvPr/>
        </p:nvSpPr>
        <p:spPr bwMode="auto">
          <a:xfrm>
            <a:off x="4203700" y="4297363"/>
            <a:ext cx="1476375"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1" name="Line 12">
            <a:extLst>
              <a:ext uri="{FF2B5EF4-FFF2-40B4-BE49-F238E27FC236}">
                <a16:creationId xmlns:a16="http://schemas.microsoft.com/office/drawing/2014/main" id="{D77A0812-AF25-F39F-B7F4-99FEB077BC07}"/>
              </a:ext>
            </a:extLst>
          </p:cNvPr>
          <p:cNvSpPr>
            <a:spLocks noChangeShapeType="1"/>
          </p:cNvSpPr>
          <p:nvPr/>
        </p:nvSpPr>
        <p:spPr bwMode="auto">
          <a:xfrm>
            <a:off x="2654300" y="4044950"/>
            <a:ext cx="2159000" cy="1270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0972" name="Group 17">
            <a:extLst>
              <a:ext uri="{FF2B5EF4-FFF2-40B4-BE49-F238E27FC236}">
                <a16:creationId xmlns:a16="http://schemas.microsoft.com/office/drawing/2014/main" id="{452090CC-1EDA-CBCA-4286-4433C7DF5475}"/>
              </a:ext>
            </a:extLst>
          </p:cNvPr>
          <p:cNvGrpSpPr>
            <a:grpSpLocks/>
          </p:cNvGrpSpPr>
          <p:nvPr/>
        </p:nvGrpSpPr>
        <p:grpSpPr bwMode="auto">
          <a:xfrm>
            <a:off x="2921000" y="2470150"/>
            <a:ext cx="254000" cy="533400"/>
            <a:chOff x="1840" y="1880"/>
            <a:chExt cx="160" cy="336"/>
          </a:xfrm>
        </p:grpSpPr>
        <p:sp>
          <p:nvSpPr>
            <p:cNvPr id="40973" name="Line 13">
              <a:extLst>
                <a:ext uri="{FF2B5EF4-FFF2-40B4-BE49-F238E27FC236}">
                  <a16:creationId xmlns:a16="http://schemas.microsoft.com/office/drawing/2014/main" id="{05B79388-6A6A-416C-D368-0F81A9BF05D2}"/>
                </a:ext>
              </a:extLst>
            </p:cNvPr>
            <p:cNvSpPr>
              <a:spLocks noChangeShapeType="1"/>
            </p:cNvSpPr>
            <p:nvPr/>
          </p:nvSpPr>
          <p:spPr bwMode="auto">
            <a:xfrm>
              <a:off x="1992" y="1880"/>
              <a:ext cx="0" cy="3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4" name="Line 14">
              <a:extLst>
                <a:ext uri="{FF2B5EF4-FFF2-40B4-BE49-F238E27FC236}">
                  <a16:creationId xmlns:a16="http://schemas.microsoft.com/office/drawing/2014/main" id="{DB4CCB1B-286A-6281-8D70-099CECA33B80}"/>
                </a:ext>
              </a:extLst>
            </p:cNvPr>
            <p:cNvSpPr>
              <a:spLocks noChangeShapeType="1"/>
            </p:cNvSpPr>
            <p:nvPr/>
          </p:nvSpPr>
          <p:spPr bwMode="auto">
            <a:xfrm flipH="1">
              <a:off x="1840" y="1880"/>
              <a:ext cx="160" cy="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5" name="Line 15">
              <a:extLst>
                <a:ext uri="{FF2B5EF4-FFF2-40B4-BE49-F238E27FC236}">
                  <a16:creationId xmlns:a16="http://schemas.microsoft.com/office/drawing/2014/main" id="{FFB53F22-9609-4AB2-6B5E-CD71053F57F6}"/>
                </a:ext>
              </a:extLst>
            </p:cNvPr>
            <p:cNvSpPr>
              <a:spLocks noChangeShapeType="1"/>
            </p:cNvSpPr>
            <p:nvPr/>
          </p:nvSpPr>
          <p:spPr bwMode="auto">
            <a:xfrm flipH="1" flipV="1">
              <a:off x="1840" y="2159"/>
              <a:ext cx="160"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6" name="Line 16">
              <a:extLst>
                <a:ext uri="{FF2B5EF4-FFF2-40B4-BE49-F238E27FC236}">
                  <a16:creationId xmlns:a16="http://schemas.microsoft.com/office/drawing/2014/main" id="{D20541FB-0128-F062-8982-8783B4C244D6}"/>
                </a:ext>
              </a:extLst>
            </p:cNvPr>
            <p:cNvSpPr>
              <a:spLocks noChangeShapeType="1"/>
            </p:cNvSpPr>
            <p:nvPr/>
          </p:nvSpPr>
          <p:spPr bwMode="auto">
            <a:xfrm>
              <a:off x="1848" y="1911"/>
              <a:ext cx="0" cy="2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977" name="Rectangle 18">
            <a:extLst>
              <a:ext uri="{FF2B5EF4-FFF2-40B4-BE49-F238E27FC236}">
                <a16:creationId xmlns:a16="http://schemas.microsoft.com/office/drawing/2014/main" id="{F838A5DB-EAD1-66E4-5730-BD83A6A47BB2}"/>
              </a:ext>
            </a:extLst>
          </p:cNvPr>
          <p:cNvSpPr>
            <a:spLocks noChangeArrowheads="1"/>
          </p:cNvSpPr>
          <p:nvPr/>
        </p:nvSpPr>
        <p:spPr bwMode="auto">
          <a:xfrm flipH="1">
            <a:off x="2932113" y="2451100"/>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400" b="0">
                <a:ea typeface="宋体" panose="02010600030101010101" pitchFamily="2" charset="-122"/>
              </a:rPr>
              <a:t>1</a:t>
            </a:r>
          </a:p>
        </p:txBody>
      </p:sp>
      <p:sp>
        <p:nvSpPr>
          <p:cNvPr id="40978" name="Rectangle 19">
            <a:extLst>
              <a:ext uri="{FF2B5EF4-FFF2-40B4-BE49-F238E27FC236}">
                <a16:creationId xmlns:a16="http://schemas.microsoft.com/office/drawing/2014/main" id="{3B449F8E-FCBF-C930-71D9-D25CB97C5788}"/>
              </a:ext>
            </a:extLst>
          </p:cNvPr>
          <p:cNvSpPr>
            <a:spLocks noChangeArrowheads="1"/>
          </p:cNvSpPr>
          <p:nvPr/>
        </p:nvSpPr>
        <p:spPr bwMode="auto">
          <a:xfrm flipH="1">
            <a:off x="2932113" y="2708275"/>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sz="1400" b="0">
                <a:ea typeface="宋体" panose="02010600030101010101" pitchFamily="2" charset="-122"/>
              </a:rPr>
              <a:t>0</a:t>
            </a:r>
          </a:p>
        </p:txBody>
      </p:sp>
      <p:sp>
        <p:nvSpPr>
          <p:cNvPr id="40979" name="Line 20">
            <a:extLst>
              <a:ext uri="{FF2B5EF4-FFF2-40B4-BE49-F238E27FC236}">
                <a16:creationId xmlns:a16="http://schemas.microsoft.com/office/drawing/2014/main" id="{6ED8233C-41CF-D438-99BE-DC9D28BE6751}"/>
              </a:ext>
            </a:extLst>
          </p:cNvPr>
          <p:cNvSpPr>
            <a:spLocks noChangeShapeType="1"/>
          </p:cNvSpPr>
          <p:nvPr/>
        </p:nvSpPr>
        <p:spPr bwMode="auto">
          <a:xfrm flipV="1">
            <a:off x="3149600" y="2825750"/>
            <a:ext cx="2273300" cy="12700"/>
          </a:xfrm>
          <a:prstGeom prst="line">
            <a:avLst/>
          </a:prstGeom>
          <a:noFill/>
          <a:ln w="50800">
            <a:solidFill>
              <a:schemeClr val="tx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0980" name="Line 21">
            <a:extLst>
              <a:ext uri="{FF2B5EF4-FFF2-40B4-BE49-F238E27FC236}">
                <a16:creationId xmlns:a16="http://schemas.microsoft.com/office/drawing/2014/main" id="{4A3BB362-7719-879F-5079-3D2373A9EAE9}"/>
              </a:ext>
            </a:extLst>
          </p:cNvPr>
          <p:cNvSpPr>
            <a:spLocks noChangeShapeType="1"/>
          </p:cNvSpPr>
          <p:nvPr/>
        </p:nvSpPr>
        <p:spPr bwMode="auto">
          <a:xfrm>
            <a:off x="5410200" y="2825750"/>
            <a:ext cx="0" cy="82550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1" name="Oval 22">
            <a:extLst>
              <a:ext uri="{FF2B5EF4-FFF2-40B4-BE49-F238E27FC236}">
                <a16:creationId xmlns:a16="http://schemas.microsoft.com/office/drawing/2014/main" id="{D80E8760-6ABB-9183-9260-E0A4E0A35E04}"/>
              </a:ext>
            </a:extLst>
          </p:cNvPr>
          <p:cNvSpPr>
            <a:spLocks noChangeArrowheads="1"/>
          </p:cNvSpPr>
          <p:nvPr/>
        </p:nvSpPr>
        <p:spPr bwMode="auto">
          <a:xfrm>
            <a:off x="6032500" y="3232150"/>
            <a:ext cx="127000" cy="127000"/>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40982" name="Line 23">
            <a:extLst>
              <a:ext uri="{FF2B5EF4-FFF2-40B4-BE49-F238E27FC236}">
                <a16:creationId xmlns:a16="http://schemas.microsoft.com/office/drawing/2014/main" id="{481AD233-6DF4-C31E-A7B5-C88F02CEA695}"/>
              </a:ext>
            </a:extLst>
          </p:cNvPr>
          <p:cNvSpPr>
            <a:spLocks noChangeShapeType="1"/>
          </p:cNvSpPr>
          <p:nvPr/>
        </p:nvSpPr>
        <p:spPr bwMode="auto">
          <a:xfrm>
            <a:off x="2514600" y="307975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3" name="Oval 24">
            <a:extLst>
              <a:ext uri="{FF2B5EF4-FFF2-40B4-BE49-F238E27FC236}">
                <a16:creationId xmlns:a16="http://schemas.microsoft.com/office/drawing/2014/main" id="{29558DF4-A3B9-DF36-573D-25D7A5173F1E}"/>
              </a:ext>
            </a:extLst>
          </p:cNvPr>
          <p:cNvSpPr>
            <a:spLocks noChangeArrowheads="1"/>
          </p:cNvSpPr>
          <p:nvPr/>
        </p:nvSpPr>
        <p:spPr bwMode="auto">
          <a:xfrm>
            <a:off x="2451100" y="3232150"/>
            <a:ext cx="127000"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40984" name="Line 25">
            <a:extLst>
              <a:ext uri="{FF2B5EF4-FFF2-40B4-BE49-F238E27FC236}">
                <a16:creationId xmlns:a16="http://schemas.microsoft.com/office/drawing/2014/main" id="{D18E02E8-7630-8770-23FE-41E20F3D8482}"/>
              </a:ext>
            </a:extLst>
          </p:cNvPr>
          <p:cNvSpPr>
            <a:spLocks noChangeShapeType="1"/>
          </p:cNvSpPr>
          <p:nvPr/>
        </p:nvSpPr>
        <p:spPr bwMode="auto">
          <a:xfrm flipH="1">
            <a:off x="1803400" y="2609850"/>
            <a:ext cx="11176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5" name="Line 26">
            <a:extLst>
              <a:ext uri="{FF2B5EF4-FFF2-40B4-BE49-F238E27FC236}">
                <a16:creationId xmlns:a16="http://schemas.microsoft.com/office/drawing/2014/main" id="{020EC0E6-8746-0EC7-1E1E-F48E33497524}"/>
              </a:ext>
            </a:extLst>
          </p:cNvPr>
          <p:cNvSpPr>
            <a:spLocks noChangeShapeType="1"/>
          </p:cNvSpPr>
          <p:nvPr/>
        </p:nvSpPr>
        <p:spPr bwMode="auto">
          <a:xfrm>
            <a:off x="1825625" y="4121150"/>
            <a:ext cx="511175"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6" name="Line 27">
            <a:extLst>
              <a:ext uri="{FF2B5EF4-FFF2-40B4-BE49-F238E27FC236}">
                <a16:creationId xmlns:a16="http://schemas.microsoft.com/office/drawing/2014/main" id="{DD0B7524-C9E8-3AF1-28FD-4DDFAE274689}"/>
              </a:ext>
            </a:extLst>
          </p:cNvPr>
          <p:cNvSpPr>
            <a:spLocks noChangeShapeType="1"/>
          </p:cNvSpPr>
          <p:nvPr/>
        </p:nvSpPr>
        <p:spPr bwMode="auto">
          <a:xfrm flipH="1">
            <a:off x="1828800" y="2635250"/>
            <a:ext cx="0" cy="1516063"/>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7" name="Line 28">
            <a:extLst>
              <a:ext uri="{FF2B5EF4-FFF2-40B4-BE49-F238E27FC236}">
                <a16:creationId xmlns:a16="http://schemas.microsoft.com/office/drawing/2014/main" id="{CF8B1C9E-5A83-C46E-E473-946F48C64D71}"/>
              </a:ext>
            </a:extLst>
          </p:cNvPr>
          <p:cNvSpPr>
            <a:spLocks noChangeShapeType="1"/>
          </p:cNvSpPr>
          <p:nvPr/>
        </p:nvSpPr>
        <p:spPr bwMode="auto">
          <a:xfrm>
            <a:off x="3048000" y="231775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8" name="Line 29">
            <a:extLst>
              <a:ext uri="{FF2B5EF4-FFF2-40B4-BE49-F238E27FC236}">
                <a16:creationId xmlns:a16="http://schemas.microsoft.com/office/drawing/2014/main" id="{F3317335-0569-1EAF-2AF0-5ED1C6ECFF5A}"/>
              </a:ext>
            </a:extLst>
          </p:cNvPr>
          <p:cNvSpPr>
            <a:spLocks noChangeShapeType="1"/>
          </p:cNvSpPr>
          <p:nvPr/>
        </p:nvSpPr>
        <p:spPr bwMode="auto">
          <a:xfrm flipH="1" flipV="1">
            <a:off x="2870200" y="2584450"/>
            <a:ext cx="317500" cy="25400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9" name="Rectangle 30">
            <a:extLst>
              <a:ext uri="{FF2B5EF4-FFF2-40B4-BE49-F238E27FC236}">
                <a16:creationId xmlns:a16="http://schemas.microsoft.com/office/drawing/2014/main" id="{23F1B4CE-BEA3-B0D4-2547-3B0ED4C379C0}"/>
              </a:ext>
            </a:extLst>
          </p:cNvPr>
          <p:cNvSpPr>
            <a:spLocks noChangeArrowheads="1"/>
          </p:cNvSpPr>
          <p:nvPr/>
        </p:nvSpPr>
        <p:spPr bwMode="auto">
          <a:xfrm>
            <a:off x="2805113" y="3752850"/>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10</a:t>
            </a:r>
          </a:p>
        </p:txBody>
      </p:sp>
      <p:grpSp>
        <p:nvGrpSpPr>
          <p:cNvPr id="40990" name="Group 41">
            <a:extLst>
              <a:ext uri="{FF2B5EF4-FFF2-40B4-BE49-F238E27FC236}">
                <a16:creationId xmlns:a16="http://schemas.microsoft.com/office/drawing/2014/main" id="{760E0692-DC05-6707-01A7-29F62110891E}"/>
              </a:ext>
            </a:extLst>
          </p:cNvPr>
          <p:cNvGrpSpPr>
            <a:grpSpLocks/>
          </p:cNvGrpSpPr>
          <p:nvPr/>
        </p:nvGrpSpPr>
        <p:grpSpPr bwMode="auto">
          <a:xfrm>
            <a:off x="4800600" y="3063875"/>
            <a:ext cx="487363" cy="1136650"/>
            <a:chOff x="3024" y="2254"/>
            <a:chExt cx="307" cy="716"/>
          </a:xfrm>
        </p:grpSpPr>
        <p:grpSp>
          <p:nvGrpSpPr>
            <p:cNvPr id="40991" name="Group 39">
              <a:extLst>
                <a:ext uri="{FF2B5EF4-FFF2-40B4-BE49-F238E27FC236}">
                  <a16:creationId xmlns:a16="http://schemas.microsoft.com/office/drawing/2014/main" id="{4DACA335-16C9-7AC8-5799-900996966001}"/>
                </a:ext>
              </a:extLst>
            </p:cNvPr>
            <p:cNvGrpSpPr>
              <a:grpSpLocks/>
            </p:cNvGrpSpPr>
            <p:nvPr/>
          </p:nvGrpSpPr>
          <p:grpSpPr bwMode="auto">
            <a:xfrm>
              <a:off x="3024" y="2254"/>
              <a:ext cx="288" cy="716"/>
              <a:chOff x="3024" y="2254"/>
              <a:chExt cx="288" cy="716"/>
            </a:xfrm>
          </p:grpSpPr>
          <p:sp>
            <p:nvSpPr>
              <p:cNvPr id="40992" name="Line 31">
                <a:extLst>
                  <a:ext uri="{FF2B5EF4-FFF2-40B4-BE49-F238E27FC236}">
                    <a16:creationId xmlns:a16="http://schemas.microsoft.com/office/drawing/2014/main" id="{F0317BD7-490B-8192-2198-C8D746F1EAD4}"/>
                  </a:ext>
                </a:extLst>
              </p:cNvPr>
              <p:cNvSpPr>
                <a:spLocks noChangeShapeType="1"/>
              </p:cNvSpPr>
              <p:nvPr/>
            </p:nvSpPr>
            <p:spPr bwMode="auto">
              <a:xfrm>
                <a:off x="3024" y="2254"/>
                <a:ext cx="0" cy="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3" name="Line 32">
                <a:extLst>
                  <a:ext uri="{FF2B5EF4-FFF2-40B4-BE49-F238E27FC236}">
                    <a16:creationId xmlns:a16="http://schemas.microsoft.com/office/drawing/2014/main" id="{1077457F-3F5D-AC2D-55B3-7FF843A1FA8B}"/>
                  </a:ext>
                </a:extLst>
              </p:cNvPr>
              <p:cNvSpPr>
                <a:spLocks noChangeShapeType="1"/>
              </p:cNvSpPr>
              <p:nvPr/>
            </p:nvSpPr>
            <p:spPr bwMode="auto">
              <a:xfrm>
                <a:off x="3032" y="2254"/>
                <a:ext cx="272" cy="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4" name="Line 33">
                <a:extLst>
                  <a:ext uri="{FF2B5EF4-FFF2-40B4-BE49-F238E27FC236}">
                    <a16:creationId xmlns:a16="http://schemas.microsoft.com/office/drawing/2014/main" id="{BEBB33D4-D2A3-FF68-CEF9-E2FC8E349F40}"/>
                  </a:ext>
                </a:extLst>
              </p:cNvPr>
              <p:cNvSpPr>
                <a:spLocks noChangeShapeType="1"/>
              </p:cNvSpPr>
              <p:nvPr/>
            </p:nvSpPr>
            <p:spPr bwMode="auto">
              <a:xfrm>
                <a:off x="3032" y="2433"/>
                <a:ext cx="128" cy="7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5" name="Line 34">
                <a:extLst>
                  <a:ext uri="{FF2B5EF4-FFF2-40B4-BE49-F238E27FC236}">
                    <a16:creationId xmlns:a16="http://schemas.microsoft.com/office/drawing/2014/main" id="{89689CC3-6630-FEBF-4BB6-E318745DF45F}"/>
                  </a:ext>
                </a:extLst>
              </p:cNvPr>
              <p:cNvSpPr>
                <a:spLocks noChangeShapeType="1"/>
              </p:cNvSpPr>
              <p:nvPr/>
            </p:nvSpPr>
            <p:spPr bwMode="auto">
              <a:xfrm>
                <a:off x="3168" y="2523"/>
                <a:ext cx="0" cy="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6" name="Line 35">
                <a:extLst>
                  <a:ext uri="{FF2B5EF4-FFF2-40B4-BE49-F238E27FC236}">
                    <a16:creationId xmlns:a16="http://schemas.microsoft.com/office/drawing/2014/main" id="{EF1B39CF-89FD-12AF-D755-5614080C61B2}"/>
                  </a:ext>
                </a:extLst>
              </p:cNvPr>
              <p:cNvSpPr>
                <a:spLocks noChangeShapeType="1"/>
              </p:cNvSpPr>
              <p:nvPr/>
            </p:nvSpPr>
            <p:spPr bwMode="auto">
              <a:xfrm>
                <a:off x="3312" y="2433"/>
                <a:ext cx="0" cy="34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7" name="Line 36">
                <a:extLst>
                  <a:ext uri="{FF2B5EF4-FFF2-40B4-BE49-F238E27FC236}">
                    <a16:creationId xmlns:a16="http://schemas.microsoft.com/office/drawing/2014/main" id="{35181DBC-802C-6B6B-9D1D-792CA9987CC8}"/>
                  </a:ext>
                </a:extLst>
              </p:cNvPr>
              <p:cNvSpPr>
                <a:spLocks noChangeShapeType="1"/>
              </p:cNvSpPr>
              <p:nvPr/>
            </p:nvSpPr>
            <p:spPr bwMode="auto">
              <a:xfrm flipV="1">
                <a:off x="3032" y="2686"/>
                <a:ext cx="128" cy="10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8" name="Line 37">
                <a:extLst>
                  <a:ext uri="{FF2B5EF4-FFF2-40B4-BE49-F238E27FC236}">
                    <a16:creationId xmlns:a16="http://schemas.microsoft.com/office/drawing/2014/main" id="{CBD1C4B6-1B04-31EA-695D-FD597AE54BE7}"/>
                  </a:ext>
                </a:extLst>
              </p:cNvPr>
              <p:cNvSpPr>
                <a:spLocks noChangeShapeType="1"/>
              </p:cNvSpPr>
              <p:nvPr/>
            </p:nvSpPr>
            <p:spPr bwMode="auto">
              <a:xfrm>
                <a:off x="3024" y="2791"/>
                <a:ext cx="0" cy="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9" name="Line 38">
                <a:extLst>
                  <a:ext uri="{FF2B5EF4-FFF2-40B4-BE49-F238E27FC236}">
                    <a16:creationId xmlns:a16="http://schemas.microsoft.com/office/drawing/2014/main" id="{1B9A0B1F-76D0-7569-CC03-6E47B376C136}"/>
                  </a:ext>
                </a:extLst>
              </p:cNvPr>
              <p:cNvSpPr>
                <a:spLocks noChangeShapeType="1"/>
              </p:cNvSpPr>
              <p:nvPr/>
            </p:nvSpPr>
            <p:spPr bwMode="auto">
              <a:xfrm flipV="1">
                <a:off x="3032" y="2775"/>
                <a:ext cx="272" cy="19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000" name="Rectangle 40">
              <a:extLst>
                <a:ext uri="{FF2B5EF4-FFF2-40B4-BE49-F238E27FC236}">
                  <a16:creationId xmlns:a16="http://schemas.microsoft.com/office/drawing/2014/main" id="{3EC0C303-1CA0-972D-C777-5B5678AE9ECC}"/>
                </a:ext>
              </a:extLst>
            </p:cNvPr>
            <p:cNvSpPr>
              <a:spLocks noChangeArrowheads="1"/>
            </p:cNvSpPr>
            <p:nvPr/>
          </p:nvSpPr>
          <p:spPr bwMode="auto">
            <a:xfrm rot="5400000">
              <a:off x="2995" y="2512"/>
              <a:ext cx="46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Adder</a:t>
              </a:r>
            </a:p>
          </p:txBody>
        </p:sp>
      </p:grpSp>
      <p:sp>
        <p:nvSpPr>
          <p:cNvPr id="41001" name="Rectangle 42">
            <a:extLst>
              <a:ext uri="{FF2B5EF4-FFF2-40B4-BE49-F238E27FC236}">
                <a16:creationId xmlns:a16="http://schemas.microsoft.com/office/drawing/2014/main" id="{1D04699A-22C4-5473-0854-4675096BB901}"/>
              </a:ext>
            </a:extLst>
          </p:cNvPr>
          <p:cNvSpPr>
            <a:spLocks noChangeArrowheads="1"/>
          </p:cNvSpPr>
          <p:nvPr/>
        </p:nvSpPr>
        <p:spPr bwMode="auto">
          <a:xfrm>
            <a:off x="3517900" y="4527550"/>
            <a:ext cx="1270000" cy="11938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41002" name="Rectangle 43">
            <a:extLst>
              <a:ext uri="{FF2B5EF4-FFF2-40B4-BE49-F238E27FC236}">
                <a16:creationId xmlns:a16="http://schemas.microsoft.com/office/drawing/2014/main" id="{60A484F4-2249-7AC4-5E94-E8BBCF54FC14}"/>
              </a:ext>
            </a:extLst>
          </p:cNvPr>
          <p:cNvSpPr>
            <a:spLocks noChangeArrowheads="1"/>
          </p:cNvSpPr>
          <p:nvPr/>
        </p:nvSpPr>
        <p:spPr bwMode="auto">
          <a:xfrm>
            <a:off x="3529013" y="4819650"/>
            <a:ext cx="12319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solidFill>
                  <a:schemeClr val="accent2"/>
                </a:solidFill>
                <a:latin typeface="Arial" panose="020B0604020202020204" pitchFamily="34" charset="0"/>
                <a:ea typeface="宋体" panose="02010600030101010101" pitchFamily="2" charset="-122"/>
              </a:rPr>
              <a:t>Instruction</a:t>
            </a:r>
          </a:p>
          <a:p>
            <a:pPr algn="ctr" eaLnBrk="0" hangingPunct="0"/>
            <a:r>
              <a:rPr lang="en-US" altLang="zh-CN">
                <a:solidFill>
                  <a:schemeClr val="accent2"/>
                </a:solidFill>
                <a:latin typeface="Arial" panose="020B0604020202020204" pitchFamily="34" charset="0"/>
                <a:ea typeface="宋体" panose="02010600030101010101" pitchFamily="2" charset="-122"/>
              </a:rPr>
              <a:t>Memory</a:t>
            </a:r>
          </a:p>
        </p:txBody>
      </p:sp>
      <p:sp>
        <p:nvSpPr>
          <p:cNvPr id="41003" name="Line 44">
            <a:extLst>
              <a:ext uri="{FF2B5EF4-FFF2-40B4-BE49-F238E27FC236}">
                <a16:creationId xmlns:a16="http://schemas.microsoft.com/office/drawing/2014/main" id="{D8D5FED7-5B27-2649-9C79-D7251A40D127}"/>
              </a:ext>
            </a:extLst>
          </p:cNvPr>
          <p:cNvSpPr>
            <a:spLocks noChangeShapeType="1"/>
          </p:cNvSpPr>
          <p:nvPr/>
        </p:nvSpPr>
        <p:spPr bwMode="auto">
          <a:xfrm flipH="1">
            <a:off x="4165600" y="3219450"/>
            <a:ext cx="660400" cy="0"/>
          </a:xfrm>
          <a:prstGeom prst="line">
            <a:avLst/>
          </a:prstGeom>
          <a:noFill/>
          <a:ln w="50800">
            <a:solidFill>
              <a:schemeClr val="tx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1004" name="Rectangle 45">
            <a:extLst>
              <a:ext uri="{FF2B5EF4-FFF2-40B4-BE49-F238E27FC236}">
                <a16:creationId xmlns:a16="http://schemas.microsoft.com/office/drawing/2014/main" id="{0605302B-D226-29E7-E1CE-A9B986F0E583}"/>
              </a:ext>
            </a:extLst>
          </p:cNvPr>
          <p:cNvSpPr>
            <a:spLocks noChangeArrowheads="1"/>
          </p:cNvSpPr>
          <p:nvPr/>
        </p:nvSpPr>
        <p:spPr bwMode="auto">
          <a:xfrm>
            <a:off x="3719513" y="3067050"/>
            <a:ext cx="485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“4”</a:t>
            </a:r>
          </a:p>
        </p:txBody>
      </p:sp>
      <p:sp>
        <p:nvSpPr>
          <p:cNvPr id="41005" name="Rectangle 46">
            <a:extLst>
              <a:ext uri="{FF2B5EF4-FFF2-40B4-BE49-F238E27FC236}">
                <a16:creationId xmlns:a16="http://schemas.microsoft.com/office/drawing/2014/main" id="{222D3665-A742-8125-3A04-7212FEEE93AB}"/>
              </a:ext>
            </a:extLst>
          </p:cNvPr>
          <p:cNvSpPr>
            <a:spLocks noChangeArrowheads="1"/>
          </p:cNvSpPr>
          <p:nvPr/>
        </p:nvSpPr>
        <p:spPr bwMode="auto">
          <a:xfrm>
            <a:off x="3625850" y="5319713"/>
            <a:ext cx="12319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Instruction</a:t>
            </a:r>
          </a:p>
        </p:txBody>
      </p:sp>
      <p:sp>
        <p:nvSpPr>
          <p:cNvPr id="41006" name="Rectangle 47">
            <a:extLst>
              <a:ext uri="{FF2B5EF4-FFF2-40B4-BE49-F238E27FC236}">
                <a16:creationId xmlns:a16="http://schemas.microsoft.com/office/drawing/2014/main" id="{D0DDFE8C-E93E-9790-FA46-588F00E65CD3}"/>
              </a:ext>
            </a:extLst>
          </p:cNvPr>
          <p:cNvSpPr>
            <a:spLocks noChangeArrowheads="1"/>
          </p:cNvSpPr>
          <p:nvPr/>
        </p:nvSpPr>
        <p:spPr bwMode="auto">
          <a:xfrm>
            <a:off x="3643313" y="4514850"/>
            <a:ext cx="9921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Address</a:t>
            </a:r>
          </a:p>
        </p:txBody>
      </p:sp>
      <p:sp>
        <p:nvSpPr>
          <p:cNvPr id="41007" name="Line 48">
            <a:extLst>
              <a:ext uri="{FF2B5EF4-FFF2-40B4-BE49-F238E27FC236}">
                <a16:creationId xmlns:a16="http://schemas.microsoft.com/office/drawing/2014/main" id="{4B09D4F6-9CED-BC3F-F757-E140BA77F4D7}"/>
              </a:ext>
            </a:extLst>
          </p:cNvPr>
          <p:cNvSpPr>
            <a:spLocks noChangeShapeType="1"/>
          </p:cNvSpPr>
          <p:nvPr/>
        </p:nvSpPr>
        <p:spPr bwMode="auto">
          <a:xfrm flipV="1">
            <a:off x="4191000" y="4032250"/>
            <a:ext cx="0" cy="508000"/>
          </a:xfrm>
          <a:prstGeom prst="line">
            <a:avLst/>
          </a:prstGeom>
          <a:noFill/>
          <a:ln w="50800">
            <a:solidFill>
              <a:schemeClr val="tx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1008" name="Line 49">
            <a:extLst>
              <a:ext uri="{FF2B5EF4-FFF2-40B4-BE49-F238E27FC236}">
                <a16:creationId xmlns:a16="http://schemas.microsoft.com/office/drawing/2014/main" id="{ABBF5D69-3D90-BD55-3112-F898F062CE13}"/>
              </a:ext>
            </a:extLst>
          </p:cNvPr>
          <p:cNvSpPr>
            <a:spLocks noChangeShapeType="1"/>
          </p:cNvSpPr>
          <p:nvPr/>
        </p:nvSpPr>
        <p:spPr bwMode="auto">
          <a:xfrm flipV="1">
            <a:off x="2514600" y="1987550"/>
            <a:ext cx="0" cy="1016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09" name="Line 50">
            <a:extLst>
              <a:ext uri="{FF2B5EF4-FFF2-40B4-BE49-F238E27FC236}">
                <a16:creationId xmlns:a16="http://schemas.microsoft.com/office/drawing/2014/main" id="{D5535B02-E950-06F1-3354-272996589183}"/>
              </a:ext>
            </a:extLst>
          </p:cNvPr>
          <p:cNvSpPr>
            <a:spLocks noChangeShapeType="1"/>
          </p:cNvSpPr>
          <p:nvPr/>
        </p:nvSpPr>
        <p:spPr bwMode="auto">
          <a:xfrm flipV="1">
            <a:off x="6096000" y="1987550"/>
            <a:ext cx="0" cy="1016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0" name="Line 51">
            <a:extLst>
              <a:ext uri="{FF2B5EF4-FFF2-40B4-BE49-F238E27FC236}">
                <a16:creationId xmlns:a16="http://schemas.microsoft.com/office/drawing/2014/main" id="{39E22CAF-F2EA-0360-C178-E5568A7D795B}"/>
              </a:ext>
            </a:extLst>
          </p:cNvPr>
          <p:cNvSpPr>
            <a:spLocks noChangeShapeType="1"/>
          </p:cNvSpPr>
          <p:nvPr/>
        </p:nvSpPr>
        <p:spPr bwMode="auto">
          <a:xfrm>
            <a:off x="2514600" y="1479550"/>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11" name="Line 52">
            <a:extLst>
              <a:ext uri="{FF2B5EF4-FFF2-40B4-BE49-F238E27FC236}">
                <a16:creationId xmlns:a16="http://schemas.microsoft.com/office/drawing/2014/main" id="{67B1A20D-7982-23F2-7C7D-77C7CA3AF05B}"/>
              </a:ext>
            </a:extLst>
          </p:cNvPr>
          <p:cNvSpPr>
            <a:spLocks noChangeShapeType="1"/>
          </p:cNvSpPr>
          <p:nvPr/>
        </p:nvSpPr>
        <p:spPr bwMode="auto">
          <a:xfrm>
            <a:off x="6096000" y="1479550"/>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12" name="Line 53">
            <a:extLst>
              <a:ext uri="{FF2B5EF4-FFF2-40B4-BE49-F238E27FC236}">
                <a16:creationId xmlns:a16="http://schemas.microsoft.com/office/drawing/2014/main" id="{A17AD062-F037-BB80-A150-EA2EF6D2AAEA}"/>
              </a:ext>
            </a:extLst>
          </p:cNvPr>
          <p:cNvSpPr>
            <a:spLocks noChangeShapeType="1"/>
          </p:cNvSpPr>
          <p:nvPr/>
        </p:nvSpPr>
        <p:spPr bwMode="auto">
          <a:xfrm flipH="1">
            <a:off x="2044700" y="1466850"/>
            <a:ext cx="482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3" name="Line 54">
            <a:extLst>
              <a:ext uri="{FF2B5EF4-FFF2-40B4-BE49-F238E27FC236}">
                <a16:creationId xmlns:a16="http://schemas.microsoft.com/office/drawing/2014/main" id="{5A437350-6BF3-2DC3-EEE7-D3877D4A7C20}"/>
              </a:ext>
            </a:extLst>
          </p:cNvPr>
          <p:cNvSpPr>
            <a:spLocks noChangeShapeType="1"/>
          </p:cNvSpPr>
          <p:nvPr/>
        </p:nvSpPr>
        <p:spPr bwMode="auto">
          <a:xfrm flipH="1">
            <a:off x="4178300" y="1466850"/>
            <a:ext cx="1930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4" name="Line 55">
            <a:extLst>
              <a:ext uri="{FF2B5EF4-FFF2-40B4-BE49-F238E27FC236}">
                <a16:creationId xmlns:a16="http://schemas.microsoft.com/office/drawing/2014/main" id="{C7A08303-A4A9-D3CF-231F-156C828F2D08}"/>
              </a:ext>
            </a:extLst>
          </p:cNvPr>
          <p:cNvSpPr>
            <a:spLocks noChangeShapeType="1"/>
          </p:cNvSpPr>
          <p:nvPr/>
        </p:nvSpPr>
        <p:spPr bwMode="auto">
          <a:xfrm>
            <a:off x="4191000" y="1479550"/>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5" name="Line 56">
            <a:extLst>
              <a:ext uri="{FF2B5EF4-FFF2-40B4-BE49-F238E27FC236}">
                <a16:creationId xmlns:a16="http://schemas.microsoft.com/office/drawing/2014/main" id="{8EFE4626-BEAB-DC4B-45BF-5365CA9786E1}"/>
              </a:ext>
            </a:extLst>
          </p:cNvPr>
          <p:cNvSpPr>
            <a:spLocks noChangeShapeType="1"/>
          </p:cNvSpPr>
          <p:nvPr/>
        </p:nvSpPr>
        <p:spPr bwMode="auto">
          <a:xfrm flipH="1">
            <a:off x="2501900" y="1847850"/>
            <a:ext cx="170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6" name="Rectangle 57">
            <a:extLst>
              <a:ext uri="{FF2B5EF4-FFF2-40B4-BE49-F238E27FC236}">
                <a16:creationId xmlns:a16="http://schemas.microsoft.com/office/drawing/2014/main" id="{1F52D946-A5C1-5BA2-3E34-448F623B143D}"/>
              </a:ext>
            </a:extLst>
          </p:cNvPr>
          <p:cNvSpPr>
            <a:spLocks noChangeArrowheads="1"/>
          </p:cNvSpPr>
          <p:nvPr/>
        </p:nvSpPr>
        <p:spPr bwMode="auto">
          <a:xfrm>
            <a:off x="1966913" y="1543050"/>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Clk</a:t>
            </a:r>
          </a:p>
        </p:txBody>
      </p:sp>
      <p:sp>
        <p:nvSpPr>
          <p:cNvPr id="41017" name="Line 58">
            <a:extLst>
              <a:ext uri="{FF2B5EF4-FFF2-40B4-BE49-F238E27FC236}">
                <a16:creationId xmlns:a16="http://schemas.microsoft.com/office/drawing/2014/main" id="{08E1B428-2CBE-A540-86CA-306C8745C64A}"/>
              </a:ext>
            </a:extLst>
          </p:cNvPr>
          <p:cNvSpPr>
            <a:spLocks noChangeShapeType="1"/>
          </p:cNvSpPr>
          <p:nvPr/>
        </p:nvSpPr>
        <p:spPr bwMode="auto">
          <a:xfrm>
            <a:off x="2667000" y="2012950"/>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8" name="Line 59">
            <a:extLst>
              <a:ext uri="{FF2B5EF4-FFF2-40B4-BE49-F238E27FC236}">
                <a16:creationId xmlns:a16="http://schemas.microsoft.com/office/drawing/2014/main" id="{93A58497-150B-6AE0-8ECB-5DEBB1BE2AB0}"/>
              </a:ext>
            </a:extLst>
          </p:cNvPr>
          <p:cNvSpPr>
            <a:spLocks noChangeShapeType="1"/>
          </p:cNvSpPr>
          <p:nvPr/>
        </p:nvSpPr>
        <p:spPr bwMode="auto">
          <a:xfrm>
            <a:off x="2679700" y="2152650"/>
            <a:ext cx="13462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1019" name="Line 60">
            <a:extLst>
              <a:ext uri="{FF2B5EF4-FFF2-40B4-BE49-F238E27FC236}">
                <a16:creationId xmlns:a16="http://schemas.microsoft.com/office/drawing/2014/main" id="{418933C4-8870-9CBC-1E0B-9EC792B717A7}"/>
              </a:ext>
            </a:extLst>
          </p:cNvPr>
          <p:cNvSpPr>
            <a:spLocks noChangeShapeType="1"/>
          </p:cNvSpPr>
          <p:nvPr/>
        </p:nvSpPr>
        <p:spPr bwMode="auto">
          <a:xfrm>
            <a:off x="6248400" y="2012950"/>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0" name="Rectangle 61">
            <a:extLst>
              <a:ext uri="{FF2B5EF4-FFF2-40B4-BE49-F238E27FC236}">
                <a16:creationId xmlns:a16="http://schemas.microsoft.com/office/drawing/2014/main" id="{7DEDAD53-F3A7-D562-7F72-7333CB7D2178}"/>
              </a:ext>
            </a:extLst>
          </p:cNvPr>
          <p:cNvSpPr>
            <a:spLocks noChangeArrowheads="1"/>
          </p:cNvSpPr>
          <p:nvPr/>
        </p:nvSpPr>
        <p:spPr bwMode="auto">
          <a:xfrm>
            <a:off x="4211638" y="197961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a:ea typeface="宋体" panose="02010600030101010101" pitchFamily="2" charset="-122"/>
              </a:rPr>
              <a:t>IF</a:t>
            </a:r>
          </a:p>
        </p:txBody>
      </p:sp>
      <p:grpSp>
        <p:nvGrpSpPr>
          <p:cNvPr id="45131" name="Group 75">
            <a:extLst>
              <a:ext uri="{FF2B5EF4-FFF2-40B4-BE49-F238E27FC236}">
                <a16:creationId xmlns:a16="http://schemas.microsoft.com/office/drawing/2014/main" id="{E07ADF4B-835B-B0DE-89E1-E742F74DE2EC}"/>
              </a:ext>
            </a:extLst>
          </p:cNvPr>
          <p:cNvGrpSpPr>
            <a:grpSpLocks/>
          </p:cNvGrpSpPr>
          <p:nvPr/>
        </p:nvGrpSpPr>
        <p:grpSpPr bwMode="auto">
          <a:xfrm>
            <a:off x="6026150" y="1238250"/>
            <a:ext cx="1814513" cy="831850"/>
            <a:chOff x="3796" y="1104"/>
            <a:chExt cx="1143" cy="524"/>
          </a:xfrm>
        </p:grpSpPr>
        <p:sp>
          <p:nvSpPr>
            <p:cNvPr id="41022" name="Oval 62">
              <a:extLst>
                <a:ext uri="{FF2B5EF4-FFF2-40B4-BE49-F238E27FC236}">
                  <a16:creationId xmlns:a16="http://schemas.microsoft.com/office/drawing/2014/main" id="{C2BF210D-DDD0-B154-88F6-D6F9EB1699FF}"/>
                </a:ext>
              </a:extLst>
            </p:cNvPr>
            <p:cNvSpPr>
              <a:spLocks noChangeArrowheads="1"/>
            </p:cNvSpPr>
            <p:nvPr/>
          </p:nvSpPr>
          <p:spPr bwMode="auto">
            <a:xfrm>
              <a:off x="3796" y="1156"/>
              <a:ext cx="88" cy="472"/>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41023" name="Rectangle 63">
              <a:extLst>
                <a:ext uri="{FF2B5EF4-FFF2-40B4-BE49-F238E27FC236}">
                  <a16:creationId xmlns:a16="http://schemas.microsoft.com/office/drawing/2014/main" id="{6C25D915-0100-ECCE-5079-F250E58448E2}"/>
                </a:ext>
              </a:extLst>
            </p:cNvPr>
            <p:cNvSpPr>
              <a:spLocks noChangeArrowheads="1"/>
            </p:cNvSpPr>
            <p:nvPr/>
          </p:nvSpPr>
          <p:spPr bwMode="auto">
            <a:xfrm>
              <a:off x="4071" y="1104"/>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solidFill>
                    <a:schemeClr val="accent2"/>
                  </a:solidFill>
                  <a:ea typeface="宋体" panose="02010600030101010101" pitchFamily="2" charset="-122"/>
                </a:rPr>
                <a:t>You are here!</a:t>
              </a:r>
            </a:p>
          </p:txBody>
        </p:sp>
        <p:sp>
          <p:nvSpPr>
            <p:cNvPr id="41024" name="Line 64">
              <a:extLst>
                <a:ext uri="{FF2B5EF4-FFF2-40B4-BE49-F238E27FC236}">
                  <a16:creationId xmlns:a16="http://schemas.microsoft.com/office/drawing/2014/main" id="{F48A70F3-DDB6-04F7-6606-CFF8B56C7EF2}"/>
                </a:ext>
              </a:extLst>
            </p:cNvPr>
            <p:cNvSpPr>
              <a:spLocks noChangeShapeType="1"/>
            </p:cNvSpPr>
            <p:nvPr/>
          </p:nvSpPr>
          <p:spPr bwMode="auto">
            <a:xfrm flipH="1">
              <a:off x="3884" y="1204"/>
              <a:ext cx="248" cy="184"/>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1025" name="Line 65">
            <a:extLst>
              <a:ext uri="{FF2B5EF4-FFF2-40B4-BE49-F238E27FC236}">
                <a16:creationId xmlns:a16="http://schemas.microsoft.com/office/drawing/2014/main" id="{E65A109F-FE18-B8A8-35F8-0ECE2DB77552}"/>
              </a:ext>
            </a:extLst>
          </p:cNvPr>
          <p:cNvSpPr>
            <a:spLocks noChangeShapeType="1"/>
          </p:cNvSpPr>
          <p:nvPr/>
        </p:nvSpPr>
        <p:spPr bwMode="auto">
          <a:xfrm flipH="1">
            <a:off x="6083300" y="1847850"/>
            <a:ext cx="939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6" name="Line 66">
            <a:extLst>
              <a:ext uri="{FF2B5EF4-FFF2-40B4-BE49-F238E27FC236}">
                <a16:creationId xmlns:a16="http://schemas.microsoft.com/office/drawing/2014/main" id="{80F6A5B4-8F97-FCAD-0DE5-48472A8EC01E}"/>
              </a:ext>
            </a:extLst>
          </p:cNvPr>
          <p:cNvSpPr>
            <a:spLocks noChangeShapeType="1"/>
          </p:cNvSpPr>
          <p:nvPr/>
        </p:nvSpPr>
        <p:spPr bwMode="auto">
          <a:xfrm>
            <a:off x="4737100" y="2152650"/>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27" name="Line 67">
            <a:extLst>
              <a:ext uri="{FF2B5EF4-FFF2-40B4-BE49-F238E27FC236}">
                <a16:creationId xmlns:a16="http://schemas.microsoft.com/office/drawing/2014/main" id="{EDB2E3EE-F935-4E2E-03F8-C676962C50E9}"/>
              </a:ext>
            </a:extLst>
          </p:cNvPr>
          <p:cNvSpPr>
            <a:spLocks noChangeShapeType="1"/>
          </p:cNvSpPr>
          <p:nvPr/>
        </p:nvSpPr>
        <p:spPr bwMode="auto">
          <a:xfrm flipV="1">
            <a:off x="6261100" y="2149475"/>
            <a:ext cx="1135063" cy="3175"/>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1028" name="Rectangle 68">
            <a:extLst>
              <a:ext uri="{FF2B5EF4-FFF2-40B4-BE49-F238E27FC236}">
                <a16:creationId xmlns:a16="http://schemas.microsoft.com/office/drawing/2014/main" id="{0082544D-7C5B-79E6-880D-7365609A9521}"/>
              </a:ext>
            </a:extLst>
          </p:cNvPr>
          <p:cNvSpPr>
            <a:spLocks noChangeArrowheads="1"/>
          </p:cNvSpPr>
          <p:nvPr/>
        </p:nvSpPr>
        <p:spPr bwMode="auto">
          <a:xfrm>
            <a:off x="7485063" y="195580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ID</a:t>
            </a:r>
          </a:p>
        </p:txBody>
      </p:sp>
      <p:grpSp>
        <p:nvGrpSpPr>
          <p:cNvPr id="45145" name="Group 89">
            <a:extLst>
              <a:ext uri="{FF2B5EF4-FFF2-40B4-BE49-F238E27FC236}">
                <a16:creationId xmlns:a16="http://schemas.microsoft.com/office/drawing/2014/main" id="{E619154C-FD1E-1564-9AB3-09FE92FE821B}"/>
              </a:ext>
            </a:extLst>
          </p:cNvPr>
          <p:cNvGrpSpPr>
            <a:grpSpLocks/>
          </p:cNvGrpSpPr>
          <p:nvPr/>
        </p:nvGrpSpPr>
        <p:grpSpPr bwMode="auto">
          <a:xfrm>
            <a:off x="6284913" y="2287588"/>
            <a:ext cx="2584450" cy="863600"/>
            <a:chOff x="3959" y="1387"/>
            <a:chExt cx="1628" cy="544"/>
          </a:xfrm>
        </p:grpSpPr>
        <p:sp>
          <p:nvSpPr>
            <p:cNvPr id="41030" name="Line 70">
              <a:extLst>
                <a:ext uri="{FF2B5EF4-FFF2-40B4-BE49-F238E27FC236}">
                  <a16:creationId xmlns:a16="http://schemas.microsoft.com/office/drawing/2014/main" id="{20FE9204-16BB-585F-5A31-5CFCAA95D041}"/>
                </a:ext>
              </a:extLst>
            </p:cNvPr>
            <p:cNvSpPr>
              <a:spLocks noChangeShapeType="1"/>
            </p:cNvSpPr>
            <p:nvPr/>
          </p:nvSpPr>
          <p:spPr bwMode="auto">
            <a:xfrm flipH="1" flipV="1">
              <a:off x="3959" y="1387"/>
              <a:ext cx="313" cy="154"/>
            </a:xfrm>
            <a:prstGeom prst="line">
              <a:avLst/>
            </a:prstGeom>
            <a:noFill/>
            <a:ln w="127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31" name="AutoShape 71">
              <a:extLst>
                <a:ext uri="{FF2B5EF4-FFF2-40B4-BE49-F238E27FC236}">
                  <a16:creationId xmlns:a16="http://schemas.microsoft.com/office/drawing/2014/main" id="{CD72F614-617F-6301-B39E-26F9F017DF2D}"/>
                </a:ext>
              </a:extLst>
            </p:cNvPr>
            <p:cNvSpPr>
              <a:spLocks noChangeArrowheads="1"/>
            </p:cNvSpPr>
            <p:nvPr/>
          </p:nvSpPr>
          <p:spPr bwMode="auto">
            <a:xfrm>
              <a:off x="4140" y="1393"/>
              <a:ext cx="1447" cy="538"/>
            </a:xfrm>
            <a:prstGeom prst="cloudCallout">
              <a:avLst>
                <a:gd name="adj1" fmla="val -43296"/>
                <a:gd name="adj2" fmla="val 51856"/>
              </a:avLst>
            </a:prstGeom>
            <a:noFill/>
            <a:ln w="12700">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sz="1800">
                  <a:solidFill>
                    <a:srgbClr val="CC0000"/>
                  </a:solidFill>
                  <a:latin typeface="Arial" panose="020B0604020202020204" pitchFamily="34" charset="0"/>
                  <a:ea typeface="黑体" panose="02010609060101010101" pitchFamily="49" charset="-122"/>
                </a:rPr>
                <a:t>开始从</a:t>
              </a:r>
              <a:r>
                <a:rPr lang="en-US" altLang="zh-CN" sz="1800">
                  <a:solidFill>
                    <a:srgbClr val="CC0000"/>
                  </a:solidFill>
                  <a:latin typeface="Arial" panose="020B0604020202020204" pitchFamily="34" charset="0"/>
                  <a:ea typeface="黑体" panose="02010609060101010101" pitchFamily="49" charset="-122"/>
                </a:rPr>
                <a:t>14</a:t>
              </a:r>
              <a:r>
                <a:rPr lang="zh-CN" altLang="en-US" sz="1800">
                  <a:solidFill>
                    <a:srgbClr val="CC0000"/>
                  </a:solidFill>
                  <a:latin typeface="Arial" panose="020B0604020202020204" pitchFamily="34" charset="0"/>
                  <a:ea typeface="黑体" panose="02010609060101010101" pitchFamily="49" charset="-122"/>
                </a:rPr>
                <a:t>号单元取指！</a:t>
              </a:r>
              <a:endParaRPr lang="en-US" altLang="zh-CN" sz="1800">
                <a:solidFill>
                  <a:srgbClr val="CC0000"/>
                </a:solidFill>
                <a:latin typeface="Arial" panose="020B0604020202020204" pitchFamily="34" charset="0"/>
                <a:ea typeface="黑体" panose="02010609060101010101" pitchFamily="49" charset="-122"/>
              </a:endParaRPr>
            </a:p>
          </p:txBody>
        </p:sp>
      </p:grpSp>
      <p:grpSp>
        <p:nvGrpSpPr>
          <p:cNvPr id="45129" name="Group 73">
            <a:extLst>
              <a:ext uri="{FF2B5EF4-FFF2-40B4-BE49-F238E27FC236}">
                <a16:creationId xmlns:a16="http://schemas.microsoft.com/office/drawing/2014/main" id="{3D50A690-CEE1-5A63-C7BA-95B25041F603}"/>
              </a:ext>
            </a:extLst>
          </p:cNvPr>
          <p:cNvGrpSpPr>
            <a:grpSpLocks/>
          </p:cNvGrpSpPr>
          <p:nvPr/>
        </p:nvGrpSpPr>
        <p:grpSpPr bwMode="auto">
          <a:xfrm>
            <a:off x="131763" y="1941513"/>
            <a:ext cx="6038850" cy="3573462"/>
            <a:chOff x="110" y="1736"/>
            <a:chExt cx="3712" cy="2251"/>
          </a:xfrm>
        </p:grpSpPr>
        <p:sp>
          <p:nvSpPr>
            <p:cNvPr id="41033" name="AutoShape 69">
              <a:extLst>
                <a:ext uri="{FF2B5EF4-FFF2-40B4-BE49-F238E27FC236}">
                  <a16:creationId xmlns:a16="http://schemas.microsoft.com/office/drawing/2014/main" id="{4246ADA1-6519-25A5-A4D3-6218CC08967D}"/>
                </a:ext>
              </a:extLst>
            </p:cNvPr>
            <p:cNvSpPr>
              <a:spLocks noChangeArrowheads="1"/>
            </p:cNvSpPr>
            <p:nvPr/>
          </p:nvSpPr>
          <p:spPr bwMode="auto">
            <a:xfrm>
              <a:off x="110" y="3484"/>
              <a:ext cx="1692" cy="503"/>
            </a:xfrm>
            <a:prstGeom prst="cloudCallout">
              <a:avLst>
                <a:gd name="adj1" fmla="val 27718"/>
                <a:gd name="adj2" fmla="val -105667"/>
              </a:avLst>
            </a:prstGeom>
            <a:noFill/>
            <a:ln w="12700">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sz="1800">
                  <a:solidFill>
                    <a:srgbClr val="CC0000"/>
                  </a:solidFill>
                  <a:latin typeface="Arial" panose="020B0604020202020204" pitchFamily="34" charset="0"/>
                  <a:ea typeface="黑体" panose="02010609060101010101" pitchFamily="49" charset="-122"/>
                </a:rPr>
                <a:t>PC </a:t>
              </a:r>
              <a:r>
                <a:rPr lang="zh-CN" altLang="en-US" sz="1800">
                  <a:solidFill>
                    <a:srgbClr val="CC0000"/>
                  </a:solidFill>
                  <a:latin typeface="Arial" panose="020B0604020202020204" pitchFamily="34" charset="0"/>
                  <a:ea typeface="黑体" panose="02010609060101010101" pitchFamily="49" charset="-122"/>
                </a:rPr>
                <a:t>新值（</a:t>
              </a:r>
              <a:r>
                <a:rPr lang="en-US" altLang="zh-CN" sz="1800">
                  <a:solidFill>
                    <a:srgbClr val="CC0000"/>
                  </a:solidFill>
                  <a:latin typeface="Arial" panose="020B0604020202020204" pitchFamily="34" charset="0"/>
                  <a:ea typeface="黑体" panose="02010609060101010101" pitchFamily="49" charset="-122"/>
                </a:rPr>
                <a:t>14</a:t>
              </a:r>
              <a:r>
                <a:rPr lang="zh-CN" altLang="en-US" sz="1800">
                  <a:solidFill>
                    <a:srgbClr val="CC0000"/>
                  </a:solidFill>
                  <a:latin typeface="Arial" panose="020B0604020202020204" pitchFamily="34" charset="0"/>
                  <a:ea typeface="黑体" panose="02010609060101010101" pitchFamily="49" charset="-122"/>
                </a:rPr>
                <a:t>） </a:t>
              </a:r>
              <a:r>
                <a:rPr lang="en-US" altLang="zh-CN" sz="1800">
                  <a:solidFill>
                    <a:srgbClr val="CC0000"/>
                  </a:solidFill>
                  <a:latin typeface="Arial" panose="020B0604020202020204" pitchFamily="34" charset="0"/>
                  <a:ea typeface="黑体" panose="02010609060101010101" pitchFamily="49" charset="-122"/>
                </a:rPr>
                <a:t>≠</a:t>
              </a:r>
              <a:r>
                <a:rPr lang="zh-CN" altLang="en-US" sz="1800">
                  <a:solidFill>
                    <a:srgbClr val="CC0000"/>
                  </a:solidFill>
                  <a:latin typeface="Arial" panose="020B0604020202020204" pitchFamily="34" charset="0"/>
                  <a:ea typeface="黑体" panose="02010609060101010101" pitchFamily="49" charset="-122"/>
                </a:rPr>
                <a:t>旧输出（</a:t>
              </a:r>
              <a:r>
                <a:rPr lang="en-US" altLang="zh-CN" sz="1800">
                  <a:solidFill>
                    <a:srgbClr val="CC0000"/>
                  </a:solidFill>
                  <a:latin typeface="Arial" panose="020B0604020202020204" pitchFamily="34" charset="0"/>
                  <a:ea typeface="黑体" panose="02010609060101010101" pitchFamily="49" charset="-122"/>
                </a:rPr>
                <a:t>10</a:t>
              </a:r>
              <a:r>
                <a:rPr lang="zh-CN" altLang="en-US" sz="1800">
                  <a:solidFill>
                    <a:srgbClr val="CC0000"/>
                  </a:solidFill>
                  <a:latin typeface="Arial" panose="020B0604020202020204" pitchFamily="34" charset="0"/>
                  <a:ea typeface="黑体" panose="02010609060101010101" pitchFamily="49" charset="-122"/>
                </a:rPr>
                <a:t>）</a:t>
              </a:r>
              <a:endParaRPr lang="en-US" altLang="zh-CN" sz="1800">
                <a:solidFill>
                  <a:srgbClr val="CC0000"/>
                </a:solidFill>
                <a:latin typeface="Arial" panose="020B0604020202020204" pitchFamily="34" charset="0"/>
                <a:ea typeface="黑体" panose="02010609060101010101" pitchFamily="49" charset="-122"/>
              </a:endParaRPr>
            </a:p>
          </p:txBody>
        </p:sp>
        <p:sp>
          <p:nvSpPr>
            <p:cNvPr id="41034" name="Line 72">
              <a:extLst>
                <a:ext uri="{FF2B5EF4-FFF2-40B4-BE49-F238E27FC236}">
                  <a16:creationId xmlns:a16="http://schemas.microsoft.com/office/drawing/2014/main" id="{EE69C4CC-7638-5073-2C54-61CEF47E880B}"/>
                </a:ext>
              </a:extLst>
            </p:cNvPr>
            <p:cNvSpPr>
              <a:spLocks noChangeShapeType="1"/>
            </p:cNvSpPr>
            <p:nvPr/>
          </p:nvSpPr>
          <p:spPr bwMode="auto">
            <a:xfrm flipV="1">
              <a:off x="1646" y="1736"/>
              <a:ext cx="2176" cy="1747"/>
            </a:xfrm>
            <a:prstGeom prst="line">
              <a:avLst/>
            </a:prstGeom>
            <a:noFill/>
            <a:ln w="127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5134" name="Group 78">
            <a:extLst>
              <a:ext uri="{FF2B5EF4-FFF2-40B4-BE49-F238E27FC236}">
                <a16:creationId xmlns:a16="http://schemas.microsoft.com/office/drawing/2014/main" id="{7B522F2F-2724-80A1-4AC5-317C822438B9}"/>
              </a:ext>
            </a:extLst>
          </p:cNvPr>
          <p:cNvGrpSpPr>
            <a:grpSpLocks/>
          </p:cNvGrpSpPr>
          <p:nvPr/>
        </p:nvGrpSpPr>
        <p:grpSpPr bwMode="auto">
          <a:xfrm>
            <a:off x="6175375" y="3306763"/>
            <a:ext cx="2911475" cy="1341437"/>
            <a:chOff x="3941" y="2727"/>
            <a:chExt cx="1682" cy="845"/>
          </a:xfrm>
        </p:grpSpPr>
        <p:sp>
          <p:nvSpPr>
            <p:cNvPr id="41036" name="Text Box 76">
              <a:extLst>
                <a:ext uri="{FF2B5EF4-FFF2-40B4-BE49-F238E27FC236}">
                  <a16:creationId xmlns:a16="http://schemas.microsoft.com/office/drawing/2014/main" id="{120FD23A-8FAE-AC5D-6D5E-38C77EE97091}"/>
                </a:ext>
              </a:extLst>
            </p:cNvPr>
            <p:cNvSpPr txBox="1">
              <a:spLocks noChangeArrowheads="1"/>
            </p:cNvSpPr>
            <p:nvPr/>
          </p:nvSpPr>
          <p:spPr bwMode="auto">
            <a:xfrm>
              <a:off x="4271" y="2727"/>
              <a:ext cx="1352" cy="845"/>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0" hangingPunct="0">
                <a:spcBef>
                  <a:spcPct val="50000"/>
                </a:spcBef>
              </a:pPr>
              <a:r>
                <a:rPr lang="zh-CN" altLang="en-US" sz="1800">
                  <a:latin typeface="Arial" panose="020B0604020202020204" pitchFamily="34" charset="0"/>
                  <a:ea typeface="黑体" panose="02010609060101010101" pitchFamily="49" charset="-122"/>
                </a:rPr>
                <a:t>流水段寄存器用来存放各阶段的执行结果</a:t>
              </a:r>
            </a:p>
            <a:p>
              <a:pPr eaLnBrk="0" hangingPunct="0">
                <a:spcBef>
                  <a:spcPct val="50000"/>
                </a:spcBef>
              </a:pPr>
              <a:r>
                <a:rPr lang="zh-CN" altLang="en-US" sz="1800">
                  <a:latin typeface="Arial" panose="020B0604020202020204" pitchFamily="34" charset="0"/>
                  <a:ea typeface="黑体" panose="02010609060101010101" pitchFamily="49" charset="-122"/>
                </a:rPr>
                <a:t>总是在下个时钟到来后的</a:t>
              </a:r>
              <a:r>
                <a:rPr lang="en-US" altLang="zh-CN" sz="1800">
                  <a:latin typeface="Arial" panose="020B0604020202020204" pitchFamily="34" charset="0"/>
                  <a:ea typeface="黑体" panose="02010609060101010101" pitchFamily="49" charset="-122"/>
                </a:rPr>
                <a:t>Clock-to-Q</a:t>
              </a:r>
              <a:r>
                <a:rPr lang="zh-CN" altLang="en-US" sz="1800">
                  <a:latin typeface="Arial" panose="020B0604020202020204" pitchFamily="34" charset="0"/>
                  <a:ea typeface="黑体" panose="02010609060101010101" pitchFamily="49" charset="-122"/>
                </a:rPr>
                <a:t>输出</a:t>
              </a:r>
            </a:p>
          </p:txBody>
        </p:sp>
        <p:sp>
          <p:nvSpPr>
            <p:cNvPr id="41037" name="Line 77">
              <a:extLst>
                <a:ext uri="{FF2B5EF4-FFF2-40B4-BE49-F238E27FC236}">
                  <a16:creationId xmlns:a16="http://schemas.microsoft.com/office/drawing/2014/main" id="{9B060228-DC48-6ACB-3D60-F6F5D7152143}"/>
                </a:ext>
              </a:extLst>
            </p:cNvPr>
            <p:cNvSpPr>
              <a:spLocks noChangeShapeType="1"/>
            </p:cNvSpPr>
            <p:nvPr/>
          </p:nvSpPr>
          <p:spPr bwMode="auto">
            <a:xfrm flipH="1" flipV="1">
              <a:off x="3941" y="2871"/>
              <a:ext cx="356" cy="173"/>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135" name="Text Box 79">
            <a:extLst>
              <a:ext uri="{FF2B5EF4-FFF2-40B4-BE49-F238E27FC236}">
                <a16:creationId xmlns:a16="http://schemas.microsoft.com/office/drawing/2014/main" id="{EE6AAB16-1E03-2697-6680-74D4BFA9A05E}"/>
              </a:ext>
            </a:extLst>
          </p:cNvPr>
          <p:cNvSpPr txBox="1">
            <a:spLocks noChangeArrowheads="1"/>
          </p:cNvSpPr>
          <p:nvPr/>
        </p:nvSpPr>
        <p:spPr bwMode="auto">
          <a:xfrm>
            <a:off x="141288" y="5484813"/>
            <a:ext cx="3579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ea typeface="黑体" panose="02010609060101010101" pitchFamily="49" charset="-122"/>
              </a:rPr>
              <a:t>取指阶段有哪些控制信号？</a:t>
            </a:r>
          </a:p>
        </p:txBody>
      </p:sp>
      <p:sp>
        <p:nvSpPr>
          <p:cNvPr id="45136" name="Text Box 80">
            <a:extLst>
              <a:ext uri="{FF2B5EF4-FFF2-40B4-BE49-F238E27FC236}">
                <a16:creationId xmlns:a16="http://schemas.microsoft.com/office/drawing/2014/main" id="{F24F0D95-9AAD-853D-4CE6-EDE1A26231E1}"/>
              </a:ext>
            </a:extLst>
          </p:cNvPr>
          <p:cNvSpPr txBox="1">
            <a:spLocks noChangeArrowheads="1"/>
          </p:cNvSpPr>
          <p:nvPr/>
        </p:nvSpPr>
        <p:spPr bwMode="auto">
          <a:xfrm>
            <a:off x="128588" y="5919788"/>
            <a:ext cx="55276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solidFill>
                  <a:srgbClr val="990000"/>
                </a:solidFill>
                <a:ea typeface="黑体" panose="02010609060101010101" pitchFamily="49" charset="-122"/>
              </a:rPr>
              <a:t>不需控制信号，因为每条指令执行功能一样，是确定的，无需根据指令的不同来控制执行不同的操作！</a:t>
            </a:r>
          </a:p>
        </p:txBody>
      </p:sp>
      <p:sp>
        <p:nvSpPr>
          <p:cNvPr id="45137" name="Text Box 81">
            <a:extLst>
              <a:ext uri="{FF2B5EF4-FFF2-40B4-BE49-F238E27FC236}">
                <a16:creationId xmlns:a16="http://schemas.microsoft.com/office/drawing/2014/main" id="{360AB5A5-CF45-DFC8-BE28-D4611DEC8B69}"/>
              </a:ext>
            </a:extLst>
          </p:cNvPr>
          <p:cNvSpPr txBox="1">
            <a:spLocks noChangeArrowheads="1"/>
          </p:cNvSpPr>
          <p:nvPr/>
        </p:nvSpPr>
        <p:spPr bwMode="auto">
          <a:xfrm>
            <a:off x="260350" y="1149350"/>
            <a:ext cx="1670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solidFill>
                  <a:srgbClr val="008000"/>
                </a:solidFill>
                <a:ea typeface="黑体" panose="02010609060101010101" pitchFamily="49" charset="-122"/>
              </a:rPr>
              <a:t>取指部件功能</a:t>
            </a:r>
          </a:p>
        </p:txBody>
      </p:sp>
      <p:sp>
        <p:nvSpPr>
          <p:cNvPr id="45138" name="Text Box 82">
            <a:extLst>
              <a:ext uri="{FF2B5EF4-FFF2-40B4-BE49-F238E27FC236}">
                <a16:creationId xmlns:a16="http://schemas.microsoft.com/office/drawing/2014/main" id="{35BB4E25-DA3E-5311-2CB6-25471BAED2F0}"/>
              </a:ext>
            </a:extLst>
          </p:cNvPr>
          <p:cNvSpPr txBox="1">
            <a:spLocks noChangeArrowheads="1"/>
          </p:cNvSpPr>
          <p:nvPr/>
        </p:nvSpPr>
        <p:spPr bwMode="auto">
          <a:xfrm>
            <a:off x="188913" y="1528763"/>
            <a:ext cx="18430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en-US" altLang="zh-CN">
                <a:solidFill>
                  <a:srgbClr val="008000"/>
                </a:solidFill>
                <a:latin typeface="Arial" panose="020B0604020202020204" pitchFamily="34" charset="0"/>
                <a:ea typeface="宋体" panose="02010600030101010101" pitchFamily="2" charset="-122"/>
              </a:rPr>
              <a:t>Instr &lt;- Mem[PC]</a:t>
            </a:r>
          </a:p>
          <a:p>
            <a:pPr eaLnBrk="0" hangingPunct="0"/>
            <a:r>
              <a:rPr lang="en-US" altLang="zh-CN">
                <a:solidFill>
                  <a:srgbClr val="008000"/>
                </a:solidFill>
                <a:latin typeface="Arial" panose="020B0604020202020204" pitchFamily="34" charset="0"/>
                <a:ea typeface="宋体" panose="02010600030101010101" pitchFamily="2" charset="-122"/>
              </a:rPr>
              <a:t>PC&lt;- PC+4</a:t>
            </a:r>
          </a:p>
        </p:txBody>
      </p:sp>
      <p:grpSp>
        <p:nvGrpSpPr>
          <p:cNvPr id="45141" name="Group 85">
            <a:extLst>
              <a:ext uri="{FF2B5EF4-FFF2-40B4-BE49-F238E27FC236}">
                <a16:creationId xmlns:a16="http://schemas.microsoft.com/office/drawing/2014/main" id="{17F451EB-B92F-04D2-B097-86AA8EB0A19A}"/>
              </a:ext>
            </a:extLst>
          </p:cNvPr>
          <p:cNvGrpSpPr>
            <a:grpSpLocks/>
          </p:cNvGrpSpPr>
          <p:nvPr/>
        </p:nvGrpSpPr>
        <p:grpSpPr bwMode="auto">
          <a:xfrm>
            <a:off x="230188" y="2686050"/>
            <a:ext cx="2628900" cy="1363663"/>
            <a:chOff x="192" y="1765"/>
            <a:chExt cx="1591" cy="838"/>
          </a:xfrm>
        </p:grpSpPr>
        <p:sp>
          <p:nvSpPr>
            <p:cNvPr id="41043" name="Text Box 83">
              <a:extLst>
                <a:ext uri="{FF2B5EF4-FFF2-40B4-BE49-F238E27FC236}">
                  <a16:creationId xmlns:a16="http://schemas.microsoft.com/office/drawing/2014/main" id="{0F19BE29-4ED8-7501-4DBD-9CE1B861DC91}"/>
                </a:ext>
              </a:extLst>
            </p:cNvPr>
            <p:cNvSpPr txBox="1">
              <a:spLocks noChangeArrowheads="1"/>
            </p:cNvSpPr>
            <p:nvPr/>
          </p:nvSpPr>
          <p:spPr bwMode="auto">
            <a:xfrm>
              <a:off x="192" y="1865"/>
              <a:ext cx="817" cy="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solidFill>
                    <a:schemeClr val="accent2"/>
                  </a:solidFill>
                  <a:latin typeface="Arial" panose="020B0604020202020204" pitchFamily="34" charset="0"/>
                  <a:ea typeface="黑体" panose="02010609060101010101" pitchFamily="49" charset="-122"/>
                </a:rPr>
                <a:t>这里</a:t>
              </a:r>
              <a:r>
                <a:rPr lang="en-US" altLang="zh-CN" sz="1800">
                  <a:solidFill>
                    <a:schemeClr val="accent2"/>
                  </a:solidFill>
                  <a:latin typeface="Arial" panose="020B0604020202020204" pitchFamily="34" charset="0"/>
                  <a:ea typeface="黑体" panose="02010609060101010101" pitchFamily="49" charset="-122"/>
                </a:rPr>
                <a:t>MUX</a:t>
              </a:r>
              <a:r>
                <a:rPr lang="zh-CN" altLang="en-US" sz="1800">
                  <a:solidFill>
                    <a:schemeClr val="accent2"/>
                  </a:solidFill>
                  <a:latin typeface="Arial" panose="020B0604020202020204" pitchFamily="34" charset="0"/>
                  <a:ea typeface="黑体" panose="02010609060101010101" pitchFamily="49" charset="-122"/>
                </a:rPr>
                <a:t>的控制信号由其他阶段产生！</a:t>
              </a:r>
            </a:p>
          </p:txBody>
        </p:sp>
        <p:sp>
          <p:nvSpPr>
            <p:cNvPr id="41044" name="Line 84">
              <a:extLst>
                <a:ext uri="{FF2B5EF4-FFF2-40B4-BE49-F238E27FC236}">
                  <a16:creationId xmlns:a16="http://schemas.microsoft.com/office/drawing/2014/main" id="{C54ED0CC-ADF5-A247-D066-4A667D5A80A3}"/>
                </a:ext>
              </a:extLst>
            </p:cNvPr>
            <p:cNvSpPr>
              <a:spLocks noChangeShapeType="1"/>
            </p:cNvSpPr>
            <p:nvPr/>
          </p:nvSpPr>
          <p:spPr bwMode="auto">
            <a:xfrm flipV="1">
              <a:off x="896" y="1765"/>
              <a:ext cx="887" cy="256"/>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142" name="Text Box 86">
            <a:extLst>
              <a:ext uri="{FF2B5EF4-FFF2-40B4-BE49-F238E27FC236}">
                <a16:creationId xmlns:a16="http://schemas.microsoft.com/office/drawing/2014/main" id="{705C388E-2629-C040-B477-4D28BB573B8E}"/>
              </a:ext>
            </a:extLst>
          </p:cNvPr>
          <p:cNvSpPr txBox="1">
            <a:spLocks noChangeArrowheads="1"/>
          </p:cNvSpPr>
          <p:nvPr/>
        </p:nvSpPr>
        <p:spPr bwMode="auto">
          <a:xfrm>
            <a:off x="6645275" y="4713288"/>
            <a:ext cx="23082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700">
                <a:solidFill>
                  <a:schemeClr val="accent1"/>
                </a:solidFill>
                <a:latin typeface="Arial" panose="020B0604020202020204" pitchFamily="34" charset="0"/>
                <a:ea typeface="黑体" panose="02010609060101010101" pitchFamily="49" charset="-122"/>
              </a:rPr>
              <a:t>应把哪些信息存到流水段寄存器</a:t>
            </a:r>
            <a:r>
              <a:rPr lang="en-US" altLang="zh-CN" sz="1700">
                <a:solidFill>
                  <a:schemeClr val="accent1"/>
                </a:solidFill>
                <a:latin typeface="Arial" panose="020B0604020202020204" pitchFamily="34" charset="0"/>
                <a:ea typeface="黑体" panose="02010609060101010101" pitchFamily="49" charset="-122"/>
              </a:rPr>
              <a:t>IF/ID</a:t>
            </a:r>
            <a:r>
              <a:rPr lang="zh-CN" altLang="en-US" sz="1700">
                <a:solidFill>
                  <a:schemeClr val="accent1"/>
                </a:solidFill>
                <a:latin typeface="Arial" panose="020B0604020202020204" pitchFamily="34" charset="0"/>
                <a:ea typeface="黑体" panose="02010609060101010101" pitchFamily="49" charset="-122"/>
              </a:rPr>
              <a:t>中？</a:t>
            </a:r>
          </a:p>
        </p:txBody>
      </p:sp>
      <p:sp>
        <p:nvSpPr>
          <p:cNvPr id="45143" name="Text Box 87">
            <a:extLst>
              <a:ext uri="{FF2B5EF4-FFF2-40B4-BE49-F238E27FC236}">
                <a16:creationId xmlns:a16="http://schemas.microsoft.com/office/drawing/2014/main" id="{CB96B8C2-465B-D6D4-D01F-36AA51F77C9A}"/>
              </a:ext>
            </a:extLst>
          </p:cNvPr>
          <p:cNvSpPr txBox="1">
            <a:spLocks noChangeArrowheads="1"/>
          </p:cNvSpPr>
          <p:nvPr/>
        </p:nvSpPr>
        <p:spPr bwMode="auto">
          <a:xfrm>
            <a:off x="6413500" y="5373688"/>
            <a:ext cx="2514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latin typeface="Arial" panose="020B0604020202020204" pitchFamily="34" charset="0"/>
                <a:ea typeface="黑体" panose="02010609060101010101" pitchFamily="49" charset="-122"/>
              </a:rPr>
              <a:t>应保存后面阶段用到的</a:t>
            </a:r>
            <a:r>
              <a:rPr lang="zh-CN" altLang="en-US" sz="1800">
                <a:solidFill>
                  <a:srgbClr val="CC0000"/>
                </a:solidFill>
                <a:latin typeface="Arial" panose="020B0604020202020204" pitchFamily="34" charset="0"/>
                <a:ea typeface="黑体" panose="02010609060101010101" pitchFamily="49" charset="-122"/>
              </a:rPr>
              <a:t>指令和</a:t>
            </a:r>
            <a:r>
              <a:rPr lang="en-US" altLang="zh-CN" sz="1800">
                <a:solidFill>
                  <a:srgbClr val="CC0000"/>
                </a:solidFill>
                <a:latin typeface="Arial" panose="020B0604020202020204" pitchFamily="34" charset="0"/>
                <a:ea typeface="黑体" panose="02010609060101010101" pitchFamily="49" charset="-122"/>
              </a:rPr>
              <a:t>PC</a:t>
            </a:r>
            <a:r>
              <a:rPr lang="zh-CN" altLang="en-US" sz="1800">
                <a:solidFill>
                  <a:srgbClr val="CC0000"/>
                </a:solidFill>
                <a:latin typeface="Arial" panose="020B0604020202020204" pitchFamily="34" charset="0"/>
                <a:ea typeface="黑体" panose="02010609060101010101" pitchFamily="49" charset="-122"/>
              </a:rPr>
              <a:t>的值</a:t>
            </a:r>
            <a:r>
              <a:rPr lang="zh-CN" altLang="en-US" sz="1800">
                <a:latin typeface="Arial" panose="020B0604020202020204" pitchFamily="34" charset="0"/>
                <a:ea typeface="黑体" panose="02010609060101010101" pitchFamily="49" charset="-122"/>
              </a:rPr>
              <a:t>！</a:t>
            </a:r>
          </a:p>
        </p:txBody>
      </p:sp>
      <p:sp>
        <p:nvSpPr>
          <p:cNvPr id="45144" name="Text Box 88">
            <a:extLst>
              <a:ext uri="{FF2B5EF4-FFF2-40B4-BE49-F238E27FC236}">
                <a16:creationId xmlns:a16="http://schemas.microsoft.com/office/drawing/2014/main" id="{2141961A-08F2-CDE2-8888-0C6F3237F237}"/>
              </a:ext>
            </a:extLst>
          </p:cNvPr>
          <p:cNvSpPr txBox="1">
            <a:spLocks noChangeArrowheads="1"/>
          </p:cNvSpPr>
          <p:nvPr/>
        </p:nvSpPr>
        <p:spPr bwMode="auto">
          <a:xfrm>
            <a:off x="5761038" y="6034088"/>
            <a:ext cx="301942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90000"/>
              </a:lnSpc>
            </a:pPr>
            <a:r>
              <a:rPr lang="zh-CN" altLang="en-US" sz="1700">
                <a:solidFill>
                  <a:srgbClr val="008000"/>
                </a:solidFill>
                <a:latin typeface="Arial" panose="020B0604020202020204" pitchFamily="34" charset="0"/>
                <a:ea typeface="黑体" panose="02010609060101010101" pitchFamily="49" charset="-122"/>
              </a:rPr>
              <a:t>指令在随后阶段被送出译码！</a:t>
            </a:r>
          </a:p>
          <a:p>
            <a:pPr eaLnBrk="0" hangingPunct="0">
              <a:lnSpc>
                <a:spcPct val="90000"/>
              </a:lnSpc>
            </a:pPr>
            <a:r>
              <a:rPr lang="en-US" altLang="zh-CN" sz="1700">
                <a:solidFill>
                  <a:srgbClr val="008000"/>
                </a:solidFill>
                <a:latin typeface="Arial" panose="020B0604020202020204" pitchFamily="34" charset="0"/>
                <a:ea typeface="黑体" panose="02010609060101010101" pitchFamily="49" charset="-122"/>
              </a:rPr>
              <a:t>PC</a:t>
            </a:r>
            <a:r>
              <a:rPr lang="zh-CN" altLang="en-US" sz="1700">
                <a:solidFill>
                  <a:srgbClr val="008000"/>
                </a:solidFill>
                <a:latin typeface="Arial" panose="020B0604020202020204" pitchFamily="34" charset="0"/>
                <a:ea typeface="黑体" panose="02010609060101010101" pitchFamily="49" charset="-122"/>
              </a:rPr>
              <a:t>用来计算转移目标地址</a:t>
            </a:r>
          </a:p>
        </p:txBody>
      </p:sp>
      <p:sp>
        <p:nvSpPr>
          <p:cNvPr id="41048" name="Line 11">
            <a:extLst>
              <a:ext uri="{FF2B5EF4-FFF2-40B4-BE49-F238E27FC236}">
                <a16:creationId xmlns:a16="http://schemas.microsoft.com/office/drawing/2014/main" id="{968F9FAC-4AF6-8EB6-BACC-532FBD5DEA7E}"/>
              </a:ext>
            </a:extLst>
          </p:cNvPr>
          <p:cNvSpPr>
            <a:spLocks noChangeShapeType="1"/>
          </p:cNvSpPr>
          <p:nvPr/>
        </p:nvSpPr>
        <p:spPr bwMode="auto">
          <a:xfrm flipV="1">
            <a:off x="5246688" y="3629025"/>
            <a:ext cx="180975"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49" name="Line 21">
            <a:extLst>
              <a:ext uri="{FF2B5EF4-FFF2-40B4-BE49-F238E27FC236}">
                <a16:creationId xmlns:a16="http://schemas.microsoft.com/office/drawing/2014/main" id="{5C5A2E75-027B-F84E-7213-F392B88B645D}"/>
              </a:ext>
            </a:extLst>
          </p:cNvPr>
          <p:cNvSpPr>
            <a:spLocks noChangeShapeType="1"/>
          </p:cNvSpPr>
          <p:nvPr/>
        </p:nvSpPr>
        <p:spPr bwMode="auto">
          <a:xfrm>
            <a:off x="5672138" y="3697288"/>
            <a:ext cx="0" cy="612775"/>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50" name="Line 26">
            <a:extLst>
              <a:ext uri="{FF2B5EF4-FFF2-40B4-BE49-F238E27FC236}">
                <a16:creationId xmlns:a16="http://schemas.microsoft.com/office/drawing/2014/main" id="{387DCF7A-2128-D76B-D0E6-C686801475D7}"/>
              </a:ext>
            </a:extLst>
          </p:cNvPr>
          <p:cNvSpPr>
            <a:spLocks noChangeShapeType="1"/>
          </p:cNvSpPr>
          <p:nvPr/>
        </p:nvSpPr>
        <p:spPr bwMode="auto">
          <a:xfrm>
            <a:off x="5668963" y="3698875"/>
            <a:ext cx="288925"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137"/>
                                        </p:tgtEl>
                                        <p:attrNameLst>
                                          <p:attrName>style.visibility</p:attrName>
                                        </p:attrNameLst>
                                      </p:cBhvr>
                                      <p:to>
                                        <p:strVal val="visible"/>
                                      </p:to>
                                    </p:set>
                                    <p:animEffect transition="in" filter="blinds(horizontal)">
                                      <p:cBhvr>
                                        <p:cTn id="7" dur="500"/>
                                        <p:tgtEl>
                                          <p:spTgt spid="451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138">
                                            <p:txEl>
                                              <p:pRg st="0" end="0"/>
                                            </p:txEl>
                                          </p:spTgt>
                                        </p:tgtEl>
                                        <p:attrNameLst>
                                          <p:attrName>style.visibility</p:attrName>
                                        </p:attrNameLst>
                                      </p:cBhvr>
                                      <p:to>
                                        <p:strVal val="visible"/>
                                      </p:to>
                                    </p:set>
                                    <p:animEffect transition="in" filter="blinds(horizontal)">
                                      <p:cBhvr>
                                        <p:cTn id="12" dur="500"/>
                                        <p:tgtEl>
                                          <p:spTgt spid="4513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5138">
                                            <p:txEl>
                                              <p:pRg st="1" end="1"/>
                                            </p:txEl>
                                          </p:spTgt>
                                        </p:tgtEl>
                                        <p:attrNameLst>
                                          <p:attrName>style.visibility</p:attrName>
                                        </p:attrNameLst>
                                      </p:cBhvr>
                                      <p:to>
                                        <p:strVal val="visible"/>
                                      </p:to>
                                    </p:set>
                                    <p:animEffect transition="in" filter="blinds(horizontal)">
                                      <p:cBhvr>
                                        <p:cTn id="17" dur="500"/>
                                        <p:tgtEl>
                                          <p:spTgt spid="4513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5059">
                                            <p:txEl>
                                              <p:pRg st="0" end="0"/>
                                            </p:txEl>
                                          </p:spTgt>
                                        </p:tgtEl>
                                        <p:attrNameLst>
                                          <p:attrName>style.visibility</p:attrName>
                                        </p:attrNameLst>
                                      </p:cBhvr>
                                      <p:to>
                                        <p:strVal val="visible"/>
                                      </p:to>
                                    </p:set>
                                    <p:animEffect transition="in" filter="blinds(horizontal)">
                                      <p:cBhvr>
                                        <p:cTn id="22" dur="500"/>
                                        <p:tgtEl>
                                          <p:spTgt spid="45059">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5131"/>
                                        </p:tgtEl>
                                        <p:attrNameLst>
                                          <p:attrName>style.visibility</p:attrName>
                                        </p:attrNameLst>
                                      </p:cBhvr>
                                      <p:to>
                                        <p:strVal val="visible"/>
                                      </p:to>
                                    </p:set>
                                    <p:animEffect transition="in" filter="blinds(horizontal)">
                                      <p:cBhvr>
                                        <p:cTn id="27" dur="500"/>
                                        <p:tgtEl>
                                          <p:spTgt spid="451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45129"/>
                                        </p:tgtEl>
                                        <p:attrNameLst>
                                          <p:attrName>style.visibility</p:attrName>
                                        </p:attrNameLst>
                                      </p:cBhvr>
                                      <p:to>
                                        <p:strVal val="visible"/>
                                      </p:to>
                                    </p:set>
                                    <p:animEffect transition="in" filter="checkerboard(across)">
                                      <p:cBhvr>
                                        <p:cTn id="32" dur="500"/>
                                        <p:tgtEl>
                                          <p:spTgt spid="4512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5134"/>
                                        </p:tgtEl>
                                        <p:attrNameLst>
                                          <p:attrName>style.visibility</p:attrName>
                                        </p:attrNameLst>
                                      </p:cBhvr>
                                      <p:to>
                                        <p:strVal val="visible"/>
                                      </p:to>
                                    </p:set>
                                    <p:animEffect transition="in" filter="blinds(horizontal)">
                                      <p:cBhvr>
                                        <p:cTn id="37" dur="500"/>
                                        <p:tgtEl>
                                          <p:spTgt spid="451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5135"/>
                                        </p:tgtEl>
                                        <p:attrNameLst>
                                          <p:attrName>style.visibility</p:attrName>
                                        </p:attrNameLst>
                                      </p:cBhvr>
                                      <p:to>
                                        <p:strVal val="visible"/>
                                      </p:to>
                                    </p:set>
                                    <p:animEffect transition="in" filter="blinds(horizontal)">
                                      <p:cBhvr>
                                        <p:cTn id="42" dur="500"/>
                                        <p:tgtEl>
                                          <p:spTgt spid="451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5136"/>
                                        </p:tgtEl>
                                        <p:attrNameLst>
                                          <p:attrName>style.visibility</p:attrName>
                                        </p:attrNameLst>
                                      </p:cBhvr>
                                      <p:to>
                                        <p:strVal val="visible"/>
                                      </p:to>
                                    </p:set>
                                    <p:animEffect transition="in" filter="blinds(horizontal)">
                                      <p:cBhvr>
                                        <p:cTn id="47" dur="500"/>
                                        <p:tgtEl>
                                          <p:spTgt spid="4513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5141"/>
                                        </p:tgtEl>
                                        <p:attrNameLst>
                                          <p:attrName>style.visibility</p:attrName>
                                        </p:attrNameLst>
                                      </p:cBhvr>
                                      <p:to>
                                        <p:strVal val="visible"/>
                                      </p:to>
                                    </p:set>
                                    <p:animEffect transition="in" filter="blinds(horizontal)">
                                      <p:cBhvr>
                                        <p:cTn id="52" dur="500"/>
                                        <p:tgtEl>
                                          <p:spTgt spid="4514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45142"/>
                                        </p:tgtEl>
                                        <p:attrNameLst>
                                          <p:attrName>style.visibility</p:attrName>
                                        </p:attrNameLst>
                                      </p:cBhvr>
                                      <p:to>
                                        <p:strVal val="visible"/>
                                      </p:to>
                                    </p:set>
                                    <p:animEffect transition="in" filter="blinds(horizontal)">
                                      <p:cBhvr>
                                        <p:cTn id="57" dur="500"/>
                                        <p:tgtEl>
                                          <p:spTgt spid="4514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5143"/>
                                        </p:tgtEl>
                                        <p:attrNameLst>
                                          <p:attrName>style.visibility</p:attrName>
                                        </p:attrNameLst>
                                      </p:cBhvr>
                                      <p:to>
                                        <p:strVal val="visible"/>
                                      </p:to>
                                    </p:set>
                                    <p:animEffect transition="in" filter="blinds(horizontal)">
                                      <p:cBhvr>
                                        <p:cTn id="62" dur="500"/>
                                        <p:tgtEl>
                                          <p:spTgt spid="4514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45144"/>
                                        </p:tgtEl>
                                        <p:attrNameLst>
                                          <p:attrName>style.visibility</p:attrName>
                                        </p:attrNameLst>
                                      </p:cBhvr>
                                      <p:to>
                                        <p:strVal val="visible"/>
                                      </p:to>
                                    </p:set>
                                    <p:animEffect transition="in" filter="blinds(horizontal)">
                                      <p:cBhvr>
                                        <p:cTn id="67" dur="500"/>
                                        <p:tgtEl>
                                          <p:spTgt spid="4514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45145"/>
                                        </p:tgtEl>
                                        <p:attrNameLst>
                                          <p:attrName>style.visibility</p:attrName>
                                        </p:attrNameLst>
                                      </p:cBhvr>
                                      <p:to>
                                        <p:strVal val="visible"/>
                                      </p:to>
                                    </p:set>
                                    <p:animEffect transition="in" filter="blinds(horizontal)">
                                      <p:cBhvr>
                                        <p:cTn id="72" dur="500"/>
                                        <p:tgtEl>
                                          <p:spTgt spid="45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P spid="45135" grpId="0"/>
      <p:bldP spid="45136" grpId="0"/>
      <p:bldP spid="45137" grpId="0"/>
      <p:bldP spid="45138" grpId="0" build="allAtOnce"/>
      <p:bldP spid="45142" grpId="0"/>
      <p:bldP spid="45143" grpId="0"/>
      <p:bldP spid="4514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09" name="图片 1">
            <a:extLst>
              <a:ext uri="{FF2B5EF4-FFF2-40B4-BE49-F238E27FC236}">
                <a16:creationId xmlns:a16="http://schemas.microsoft.com/office/drawing/2014/main" id="{305CC269-C253-174D-5F18-C6D9042921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25" y="1303338"/>
            <a:ext cx="8439150" cy="513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0" name="Rectangle 2">
            <a:extLst>
              <a:ext uri="{FF2B5EF4-FFF2-40B4-BE49-F238E27FC236}">
                <a16:creationId xmlns:a16="http://schemas.microsoft.com/office/drawing/2014/main" id="{E5562BA7-6FA6-2DD8-017B-CE48BB38F3A9}"/>
              </a:ext>
            </a:extLst>
          </p:cNvPr>
          <p:cNvSpPr>
            <a:spLocks noGrp="1" noChangeArrowheads="1"/>
          </p:cNvSpPr>
          <p:nvPr>
            <p:ph type="title"/>
          </p:nvPr>
        </p:nvSpPr>
        <p:spPr>
          <a:xfrm>
            <a:off x="800100" y="228600"/>
            <a:ext cx="5853113" cy="368300"/>
          </a:xfrm>
        </p:spPr>
        <p:txBody>
          <a:bodyPr/>
          <a:lstStyle/>
          <a:p>
            <a:r>
              <a:rPr lang="zh-CN" altLang="en-US">
                <a:ea typeface="宋体" panose="02010600030101010101" pitchFamily="2" charset="-122"/>
              </a:rPr>
              <a:t>译码</a:t>
            </a:r>
            <a:r>
              <a:rPr lang="en-US" altLang="zh-CN">
                <a:ea typeface="宋体" panose="02010600030101010101" pitchFamily="2" charset="-122"/>
              </a:rPr>
              <a:t>/</a:t>
            </a:r>
            <a:r>
              <a:rPr lang="zh-CN" altLang="en-US">
                <a:ea typeface="宋体" panose="02010600030101010101" pitchFamily="2" charset="-122"/>
              </a:rPr>
              <a:t>取数（</a:t>
            </a:r>
            <a:r>
              <a:rPr lang="en-US" altLang="zh-CN">
                <a:ea typeface="宋体" panose="02010600030101010101" pitchFamily="2" charset="-122"/>
              </a:rPr>
              <a:t>Reg/Dec</a:t>
            </a:r>
            <a:r>
              <a:rPr lang="zh-CN" altLang="en-US">
                <a:ea typeface="宋体" panose="02010600030101010101" pitchFamily="2" charset="-122"/>
              </a:rPr>
              <a:t>）阶段</a:t>
            </a:r>
          </a:p>
        </p:txBody>
      </p:sp>
      <p:grpSp>
        <p:nvGrpSpPr>
          <p:cNvPr id="2" name="Group 199">
            <a:extLst>
              <a:ext uri="{FF2B5EF4-FFF2-40B4-BE49-F238E27FC236}">
                <a16:creationId xmlns:a16="http://schemas.microsoft.com/office/drawing/2014/main" id="{13781480-04E5-295E-734D-0A6C2E216A61}"/>
              </a:ext>
            </a:extLst>
          </p:cNvPr>
          <p:cNvGrpSpPr>
            <a:grpSpLocks/>
          </p:cNvGrpSpPr>
          <p:nvPr/>
        </p:nvGrpSpPr>
        <p:grpSpPr bwMode="auto">
          <a:xfrm>
            <a:off x="4032250" y="903288"/>
            <a:ext cx="1804988" cy="930275"/>
            <a:chOff x="2596" y="658"/>
            <a:chExt cx="1137" cy="586"/>
          </a:xfrm>
        </p:grpSpPr>
        <p:sp>
          <p:nvSpPr>
            <p:cNvPr id="43012" name="Oval 193">
              <a:extLst>
                <a:ext uri="{FF2B5EF4-FFF2-40B4-BE49-F238E27FC236}">
                  <a16:creationId xmlns:a16="http://schemas.microsoft.com/office/drawing/2014/main" id="{DAA1C0A2-3A17-89BC-478C-FB7E25219F8F}"/>
                </a:ext>
              </a:extLst>
            </p:cNvPr>
            <p:cNvSpPr>
              <a:spLocks noChangeArrowheads="1"/>
            </p:cNvSpPr>
            <p:nvPr/>
          </p:nvSpPr>
          <p:spPr bwMode="auto">
            <a:xfrm>
              <a:off x="2596" y="868"/>
              <a:ext cx="88" cy="376"/>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43013" name="Rectangle 194">
              <a:extLst>
                <a:ext uri="{FF2B5EF4-FFF2-40B4-BE49-F238E27FC236}">
                  <a16:creationId xmlns:a16="http://schemas.microsoft.com/office/drawing/2014/main" id="{FACDB15F-4438-0A75-B5EF-8D9EBA64BD8B}"/>
                </a:ext>
              </a:extLst>
            </p:cNvPr>
            <p:cNvSpPr>
              <a:spLocks noChangeArrowheads="1"/>
            </p:cNvSpPr>
            <p:nvPr/>
          </p:nvSpPr>
          <p:spPr bwMode="auto">
            <a:xfrm>
              <a:off x="2865" y="658"/>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2"/>
                  </a:solidFill>
                  <a:ea typeface="宋体" panose="02010600030101010101" pitchFamily="2" charset="-122"/>
                </a:rPr>
                <a:t>You are here!</a:t>
              </a:r>
            </a:p>
          </p:txBody>
        </p:sp>
        <p:sp>
          <p:nvSpPr>
            <p:cNvPr id="43014" name="Line 195">
              <a:extLst>
                <a:ext uri="{FF2B5EF4-FFF2-40B4-BE49-F238E27FC236}">
                  <a16:creationId xmlns:a16="http://schemas.microsoft.com/office/drawing/2014/main" id="{9292AD17-D47A-2191-EC76-DC18E10C794A}"/>
                </a:ext>
              </a:extLst>
            </p:cNvPr>
            <p:cNvSpPr>
              <a:spLocks noChangeShapeType="1"/>
            </p:cNvSpPr>
            <p:nvPr/>
          </p:nvSpPr>
          <p:spPr bwMode="auto">
            <a:xfrm flipH="1">
              <a:off x="2684" y="782"/>
              <a:ext cx="181" cy="125"/>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3015" name="Rectangle 196">
            <a:extLst>
              <a:ext uri="{FF2B5EF4-FFF2-40B4-BE49-F238E27FC236}">
                <a16:creationId xmlns:a16="http://schemas.microsoft.com/office/drawing/2014/main" id="{EA8BD256-C475-FDE4-D71B-716EB95407AC}"/>
              </a:ext>
            </a:extLst>
          </p:cNvPr>
          <p:cNvSpPr txBox="1">
            <a:spLocks noChangeArrowheads="1"/>
          </p:cNvSpPr>
          <p:nvPr/>
        </p:nvSpPr>
        <p:spPr bwMode="auto">
          <a:xfrm>
            <a:off x="419100" y="642938"/>
            <a:ext cx="84455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203200" indent="-2032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a:spcBef>
                <a:spcPct val="30000"/>
              </a:spcBef>
              <a:buFont typeface="Times New Roman" panose="02020603050405020304" pitchFamily="18" charset="0"/>
              <a:buChar char="°"/>
            </a:pPr>
            <a:r>
              <a:rPr lang="zh-CN" altLang="en-US" sz="1800">
                <a:solidFill>
                  <a:srgbClr val="CC0000"/>
                </a:solidFill>
                <a:latin typeface="Arial" panose="020B0604020202020204" pitchFamily="34" charset="0"/>
                <a:ea typeface="宋体" panose="02010600030101010101" pitchFamily="2" charset="-122"/>
              </a:rPr>
              <a:t>第</a:t>
            </a:r>
            <a:r>
              <a:rPr lang="en-US" altLang="zh-CN" sz="1800">
                <a:solidFill>
                  <a:srgbClr val="CC0000"/>
                </a:solidFill>
                <a:latin typeface="Arial" panose="020B0604020202020204" pitchFamily="34" charset="0"/>
                <a:ea typeface="宋体" panose="02010600030101010101" pitchFamily="2" charset="-122"/>
              </a:rPr>
              <a:t>10</a:t>
            </a:r>
            <a:r>
              <a:rPr lang="zh-CN" altLang="en-US" sz="1800">
                <a:solidFill>
                  <a:srgbClr val="CC0000"/>
                </a:solidFill>
                <a:latin typeface="Arial" panose="020B0604020202020204" pitchFamily="34" charset="0"/>
                <a:ea typeface="宋体" panose="02010600030101010101" pitchFamily="2" charset="-122"/>
              </a:rPr>
              <a:t>单元指令</a:t>
            </a:r>
            <a:r>
              <a:rPr lang="en-US" altLang="zh-CN" sz="1800">
                <a:solidFill>
                  <a:srgbClr val="CC0000"/>
                </a:solidFill>
                <a:latin typeface="Arial" panose="020B060402020202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 lw  x8, 0x100(x9)      </a:t>
            </a:r>
            <a:r>
              <a:rPr lang="zh-CN" altLang="en-US" sz="1800">
                <a:solidFill>
                  <a:srgbClr val="CC0000"/>
                </a:solidFill>
                <a:latin typeface="Arial" panose="020B0604020202020204" pitchFamily="34" charset="0"/>
                <a:ea typeface="宋体" panose="02010600030101010101" pitchFamily="2" charset="-122"/>
              </a:rPr>
              <a:t>功能：</a:t>
            </a:r>
            <a:r>
              <a:rPr lang="en-US" altLang="zh-CN" sz="1800">
                <a:latin typeface="Arial" panose="020B0604020202020204" pitchFamily="34" charset="0"/>
                <a:ea typeface="宋体" panose="02010600030101010101" pitchFamily="2" charset="-122"/>
              </a:rPr>
              <a:t>R[x8] &lt;- M[R[x9]+SEXT(0x100)]</a:t>
            </a:r>
          </a:p>
        </p:txBody>
      </p:sp>
      <p:sp>
        <p:nvSpPr>
          <p:cNvPr id="3" name="矩形 2">
            <a:extLst>
              <a:ext uri="{FF2B5EF4-FFF2-40B4-BE49-F238E27FC236}">
                <a16:creationId xmlns:a16="http://schemas.microsoft.com/office/drawing/2014/main" id="{82A8F53D-BB4A-B27C-67BD-4F63F005B82C}"/>
              </a:ext>
            </a:extLst>
          </p:cNvPr>
          <p:cNvSpPr>
            <a:spLocks noChangeArrowheads="1"/>
          </p:cNvSpPr>
          <p:nvPr/>
        </p:nvSpPr>
        <p:spPr bwMode="auto">
          <a:xfrm>
            <a:off x="20638" y="5776913"/>
            <a:ext cx="27400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5000"/>
              </a:lnSpc>
            </a:pPr>
            <a:r>
              <a:rPr lang="zh-CN" altLang="en-US" sz="1800">
                <a:solidFill>
                  <a:srgbClr val="008000"/>
                </a:solidFill>
                <a:latin typeface="Arial" panose="020B0604020202020204" pitchFamily="34" charset="0"/>
                <a:ea typeface="黑体" panose="02010609060101010101" pitchFamily="49" charset="-122"/>
              </a:rPr>
              <a:t>不要，只要存以下信息：</a:t>
            </a:r>
            <a:endParaRPr lang="en-US" altLang="zh-CN" sz="1800">
              <a:solidFill>
                <a:srgbClr val="008000"/>
              </a:solidFill>
              <a:latin typeface="Arial" panose="020B0604020202020204" pitchFamily="34" charset="0"/>
              <a:ea typeface="黑体" panose="02010609060101010101" pitchFamily="49" charset="-122"/>
            </a:endParaRPr>
          </a:p>
        </p:txBody>
      </p:sp>
      <p:sp>
        <p:nvSpPr>
          <p:cNvPr id="212" name="Text Box 200">
            <a:extLst>
              <a:ext uri="{FF2B5EF4-FFF2-40B4-BE49-F238E27FC236}">
                <a16:creationId xmlns:a16="http://schemas.microsoft.com/office/drawing/2014/main" id="{A48CA414-B482-AE24-0A23-872898D63442}"/>
              </a:ext>
            </a:extLst>
          </p:cNvPr>
          <p:cNvSpPr txBox="1">
            <a:spLocks noChangeArrowheads="1"/>
          </p:cNvSpPr>
          <p:nvPr/>
        </p:nvSpPr>
        <p:spPr bwMode="auto">
          <a:xfrm>
            <a:off x="66675" y="6408738"/>
            <a:ext cx="2733675" cy="3667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1800">
                <a:ea typeface="黑体" panose="02010609060101010101" pitchFamily="49" charset="-122"/>
              </a:rPr>
              <a:t>该阶段有哪些控制信号？</a:t>
            </a:r>
          </a:p>
        </p:txBody>
      </p:sp>
      <p:sp>
        <p:nvSpPr>
          <p:cNvPr id="213" name="Text Box 201">
            <a:extLst>
              <a:ext uri="{FF2B5EF4-FFF2-40B4-BE49-F238E27FC236}">
                <a16:creationId xmlns:a16="http://schemas.microsoft.com/office/drawing/2014/main" id="{3F01E695-A768-349B-A784-A4CFD7B2A9AD}"/>
              </a:ext>
            </a:extLst>
          </p:cNvPr>
          <p:cNvSpPr txBox="1">
            <a:spLocks noChangeArrowheads="1"/>
          </p:cNvSpPr>
          <p:nvPr/>
        </p:nvSpPr>
        <p:spPr bwMode="auto">
          <a:xfrm>
            <a:off x="2751138" y="6437313"/>
            <a:ext cx="5943600" cy="36988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en-US" altLang="zh-CN" sz="1800">
                <a:solidFill>
                  <a:srgbClr val="990000"/>
                </a:solidFill>
                <a:ea typeface="黑体" panose="02010609060101010101" pitchFamily="49" charset="-122"/>
              </a:rPr>
              <a:t>ExtOP</a:t>
            </a:r>
            <a:r>
              <a:rPr lang="zh-CN" altLang="en-US" sz="1800">
                <a:solidFill>
                  <a:srgbClr val="990000"/>
                </a:solidFill>
                <a:ea typeface="黑体" panose="02010609060101010101" pitchFamily="49" charset="-122"/>
              </a:rPr>
              <a:t>用于控制扩展器对立即数进行扩展。</a:t>
            </a:r>
            <a:r>
              <a:rPr lang="en-US" altLang="zh-CN" sz="1800">
                <a:solidFill>
                  <a:srgbClr val="990000"/>
                </a:solidFill>
                <a:ea typeface="黑体" panose="02010609060101010101" pitchFamily="49" charset="-122"/>
              </a:rPr>
              <a:t> </a:t>
            </a:r>
            <a:r>
              <a:rPr lang="en-US" altLang="zh-CN" sz="1800">
                <a:solidFill>
                  <a:schemeClr val="accent2"/>
                </a:solidFill>
                <a:ea typeface="黑体" panose="02010609060101010101" pitchFamily="49" charset="-122"/>
              </a:rPr>
              <a:t>ExtOP=000</a:t>
            </a:r>
            <a:endParaRPr lang="zh-CN" altLang="en-US" sz="1800">
              <a:solidFill>
                <a:schemeClr val="accent2"/>
              </a:solidFill>
              <a:ea typeface="宋体" panose="02010600030101010101" pitchFamily="2" charset="-122"/>
            </a:endParaRPr>
          </a:p>
        </p:txBody>
      </p:sp>
      <p:sp>
        <p:nvSpPr>
          <p:cNvPr id="43019" name="Line 45">
            <a:extLst>
              <a:ext uri="{FF2B5EF4-FFF2-40B4-BE49-F238E27FC236}">
                <a16:creationId xmlns:a16="http://schemas.microsoft.com/office/drawing/2014/main" id="{D793852D-20DF-2C62-FDF6-2C381DB3BA89}"/>
              </a:ext>
            </a:extLst>
          </p:cNvPr>
          <p:cNvSpPr>
            <a:spLocks noChangeShapeType="1"/>
          </p:cNvSpPr>
          <p:nvPr/>
        </p:nvSpPr>
        <p:spPr bwMode="auto">
          <a:xfrm>
            <a:off x="3597275" y="4872038"/>
            <a:ext cx="395288"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0" name="Line 50">
            <a:extLst>
              <a:ext uri="{FF2B5EF4-FFF2-40B4-BE49-F238E27FC236}">
                <a16:creationId xmlns:a16="http://schemas.microsoft.com/office/drawing/2014/main" id="{F5FECCDF-1EF0-DF02-4515-E184984107A5}"/>
              </a:ext>
            </a:extLst>
          </p:cNvPr>
          <p:cNvSpPr>
            <a:spLocks noChangeShapeType="1"/>
          </p:cNvSpPr>
          <p:nvPr/>
        </p:nvSpPr>
        <p:spPr bwMode="auto">
          <a:xfrm>
            <a:off x="3575050" y="4605338"/>
            <a:ext cx="396875"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1" name="Line 71">
            <a:extLst>
              <a:ext uri="{FF2B5EF4-FFF2-40B4-BE49-F238E27FC236}">
                <a16:creationId xmlns:a16="http://schemas.microsoft.com/office/drawing/2014/main" id="{3DF30692-E110-ED8C-B131-A0BA71A087BE}"/>
              </a:ext>
            </a:extLst>
          </p:cNvPr>
          <p:cNvSpPr>
            <a:spLocks noChangeShapeType="1"/>
          </p:cNvSpPr>
          <p:nvPr/>
        </p:nvSpPr>
        <p:spPr bwMode="auto">
          <a:xfrm>
            <a:off x="2620963" y="4633913"/>
            <a:ext cx="358775"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2" name="Line 73">
            <a:extLst>
              <a:ext uri="{FF2B5EF4-FFF2-40B4-BE49-F238E27FC236}">
                <a16:creationId xmlns:a16="http://schemas.microsoft.com/office/drawing/2014/main" id="{D6A2302A-4B35-4AE8-524E-E3D61FC3BF3B}"/>
              </a:ext>
            </a:extLst>
          </p:cNvPr>
          <p:cNvSpPr>
            <a:spLocks noChangeShapeType="1"/>
          </p:cNvSpPr>
          <p:nvPr/>
        </p:nvSpPr>
        <p:spPr bwMode="auto">
          <a:xfrm>
            <a:off x="3359150" y="3967163"/>
            <a:ext cx="611188"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3" name="Line 71">
            <a:extLst>
              <a:ext uri="{FF2B5EF4-FFF2-40B4-BE49-F238E27FC236}">
                <a16:creationId xmlns:a16="http://schemas.microsoft.com/office/drawing/2014/main" id="{A31E92FC-7BF6-34BC-A425-62838B224975}"/>
              </a:ext>
            </a:extLst>
          </p:cNvPr>
          <p:cNvSpPr>
            <a:spLocks noChangeShapeType="1"/>
          </p:cNvSpPr>
          <p:nvPr/>
        </p:nvSpPr>
        <p:spPr bwMode="auto">
          <a:xfrm>
            <a:off x="2630488" y="4919663"/>
            <a:ext cx="360362"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4" name="Line 71">
            <a:extLst>
              <a:ext uri="{FF2B5EF4-FFF2-40B4-BE49-F238E27FC236}">
                <a16:creationId xmlns:a16="http://schemas.microsoft.com/office/drawing/2014/main" id="{12B06612-E9A5-8CB0-AAD1-5B128A5E018D}"/>
              </a:ext>
            </a:extLst>
          </p:cNvPr>
          <p:cNvSpPr>
            <a:spLocks noChangeShapeType="1"/>
          </p:cNvSpPr>
          <p:nvPr/>
        </p:nvSpPr>
        <p:spPr bwMode="auto">
          <a:xfrm>
            <a:off x="2451100" y="5329238"/>
            <a:ext cx="179388" cy="0"/>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5" name="Line 73">
            <a:extLst>
              <a:ext uri="{FF2B5EF4-FFF2-40B4-BE49-F238E27FC236}">
                <a16:creationId xmlns:a16="http://schemas.microsoft.com/office/drawing/2014/main" id="{B4891C63-8EAA-91A6-E3AE-31C7ABB74059}"/>
              </a:ext>
            </a:extLst>
          </p:cNvPr>
          <p:cNvSpPr>
            <a:spLocks noChangeShapeType="1"/>
          </p:cNvSpPr>
          <p:nvPr/>
        </p:nvSpPr>
        <p:spPr bwMode="auto">
          <a:xfrm>
            <a:off x="2630488" y="5641975"/>
            <a:ext cx="1331912"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6" name="Line 73">
            <a:extLst>
              <a:ext uri="{FF2B5EF4-FFF2-40B4-BE49-F238E27FC236}">
                <a16:creationId xmlns:a16="http://schemas.microsoft.com/office/drawing/2014/main" id="{769BDCA0-D36B-151A-A0E6-9AA520C5E0DB}"/>
              </a:ext>
            </a:extLst>
          </p:cNvPr>
          <p:cNvSpPr>
            <a:spLocks noChangeShapeType="1"/>
          </p:cNvSpPr>
          <p:nvPr/>
        </p:nvSpPr>
        <p:spPr bwMode="auto">
          <a:xfrm flipV="1">
            <a:off x="2613025" y="3940175"/>
            <a:ext cx="0" cy="1727200"/>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7" name="Line 71">
            <a:extLst>
              <a:ext uri="{FF2B5EF4-FFF2-40B4-BE49-F238E27FC236}">
                <a16:creationId xmlns:a16="http://schemas.microsoft.com/office/drawing/2014/main" id="{D64791D5-7811-5111-1ECF-7F8A206D0B22}"/>
              </a:ext>
            </a:extLst>
          </p:cNvPr>
          <p:cNvSpPr>
            <a:spLocks noChangeShapeType="1"/>
          </p:cNvSpPr>
          <p:nvPr/>
        </p:nvSpPr>
        <p:spPr bwMode="auto">
          <a:xfrm>
            <a:off x="2627313" y="3967163"/>
            <a:ext cx="179387"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矩形 26">
            <a:extLst>
              <a:ext uri="{FF2B5EF4-FFF2-40B4-BE49-F238E27FC236}">
                <a16:creationId xmlns:a16="http://schemas.microsoft.com/office/drawing/2014/main" id="{F26ED143-F342-BCAE-3C76-C1666301E452}"/>
              </a:ext>
            </a:extLst>
          </p:cNvPr>
          <p:cNvSpPr/>
          <p:nvPr/>
        </p:nvSpPr>
        <p:spPr bwMode="auto">
          <a:xfrm>
            <a:off x="4657725" y="2690813"/>
            <a:ext cx="4210050" cy="3379787"/>
          </a:xfrm>
          <a:prstGeom prst="rect">
            <a:avLst/>
          </a:prstGeom>
          <a:solidFill>
            <a:schemeClr val="bg1">
              <a:lumMod val="75000"/>
              <a:alpha val="76000"/>
            </a:schemeClr>
          </a:solidFill>
          <a:ln w="12700" cap="flat" cmpd="sng" algn="ctr">
            <a:solidFill>
              <a:schemeClr val="tx1"/>
            </a:solidFill>
            <a:prstDash val="solid"/>
            <a:round/>
            <a:headEnd type="none" w="med" len="med"/>
            <a:tailEnd type="none" w="med" len="med"/>
          </a:ln>
          <a:effectLst/>
        </p:spPr>
        <p:txBody>
          <a:bodyPr/>
          <a:lstStyle/>
          <a:p>
            <a:pPr eaLnBrk="0" hangingPunct="0">
              <a:defRPr/>
            </a:pPr>
            <a:endParaRPr lang="zh-CN" altLang="en-US">
              <a:ea typeface="宋体" panose="02010600030101010101" pitchFamily="2" charset="-122"/>
            </a:endParaRPr>
          </a:p>
        </p:txBody>
      </p:sp>
      <p:sp>
        <p:nvSpPr>
          <p:cNvPr id="209" name="Text Box 202">
            <a:extLst>
              <a:ext uri="{FF2B5EF4-FFF2-40B4-BE49-F238E27FC236}">
                <a16:creationId xmlns:a16="http://schemas.microsoft.com/office/drawing/2014/main" id="{1C8FA2CB-9F0C-1474-85E7-9C74995ADA0C}"/>
              </a:ext>
            </a:extLst>
          </p:cNvPr>
          <p:cNvSpPr txBox="1">
            <a:spLocks noChangeArrowheads="1"/>
          </p:cNvSpPr>
          <p:nvPr/>
        </p:nvSpPr>
        <p:spPr bwMode="auto">
          <a:xfrm>
            <a:off x="20638" y="5035550"/>
            <a:ext cx="14732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95000"/>
              </a:lnSpc>
            </a:pPr>
            <a:r>
              <a:rPr lang="zh-CN" altLang="en-US" sz="1800">
                <a:solidFill>
                  <a:schemeClr val="accent2"/>
                </a:solidFill>
                <a:latin typeface="Arial" panose="020B0604020202020204" pitchFamily="34" charset="0"/>
                <a:ea typeface="黑体" panose="02010609060101010101" pitchFamily="49" charset="-122"/>
              </a:rPr>
              <a:t>指令还要存</a:t>
            </a:r>
            <a:r>
              <a:rPr lang="en-US" altLang="zh-CN" sz="1800">
                <a:solidFill>
                  <a:schemeClr val="accent2"/>
                </a:solidFill>
                <a:latin typeface="Arial" panose="020B0604020202020204" pitchFamily="34" charset="0"/>
                <a:ea typeface="黑体" panose="02010609060101010101" pitchFamily="49" charset="-122"/>
              </a:rPr>
              <a:t>ID/EX</a:t>
            </a:r>
            <a:r>
              <a:rPr lang="zh-CN" altLang="en-US" sz="1800">
                <a:solidFill>
                  <a:schemeClr val="accent2"/>
                </a:solidFill>
                <a:latin typeface="Arial" panose="020B0604020202020204" pitchFamily="34" charset="0"/>
                <a:ea typeface="黑体" panose="02010609060101010101" pitchFamily="49" charset="-122"/>
              </a:rPr>
              <a:t>中吗？</a:t>
            </a:r>
          </a:p>
        </p:txBody>
      </p:sp>
      <p:grpSp>
        <p:nvGrpSpPr>
          <p:cNvPr id="4" name="组合 5">
            <a:extLst>
              <a:ext uri="{FF2B5EF4-FFF2-40B4-BE49-F238E27FC236}">
                <a16:creationId xmlns:a16="http://schemas.microsoft.com/office/drawing/2014/main" id="{64349D81-42C5-41A3-C14E-E5AC6397AFC7}"/>
              </a:ext>
            </a:extLst>
          </p:cNvPr>
          <p:cNvGrpSpPr>
            <a:grpSpLocks/>
          </p:cNvGrpSpPr>
          <p:nvPr/>
        </p:nvGrpSpPr>
        <p:grpSpPr bwMode="auto">
          <a:xfrm>
            <a:off x="3568700" y="2700338"/>
            <a:ext cx="5564188" cy="1141412"/>
            <a:chOff x="3568700" y="2700338"/>
            <a:chExt cx="5564862" cy="1141825"/>
          </a:xfrm>
        </p:grpSpPr>
        <p:sp>
          <p:nvSpPr>
            <p:cNvPr id="43031" name="Line 204">
              <a:extLst>
                <a:ext uri="{FF2B5EF4-FFF2-40B4-BE49-F238E27FC236}">
                  <a16:creationId xmlns:a16="http://schemas.microsoft.com/office/drawing/2014/main" id="{9E0E170B-87C4-5EDD-223F-29EEF6F38B5F}"/>
                </a:ext>
              </a:extLst>
            </p:cNvPr>
            <p:cNvSpPr>
              <a:spLocks noChangeShapeType="1"/>
            </p:cNvSpPr>
            <p:nvPr/>
          </p:nvSpPr>
          <p:spPr bwMode="auto">
            <a:xfrm flipH="1" flipV="1">
              <a:off x="3568700" y="2700338"/>
              <a:ext cx="4689475" cy="508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2" name="Rectangle 203">
              <a:extLst>
                <a:ext uri="{FF2B5EF4-FFF2-40B4-BE49-F238E27FC236}">
                  <a16:creationId xmlns:a16="http://schemas.microsoft.com/office/drawing/2014/main" id="{661CC720-4F5E-7A55-4DA5-5C61E590ECD2}"/>
                </a:ext>
              </a:extLst>
            </p:cNvPr>
            <p:cNvSpPr>
              <a:spLocks noChangeArrowheads="1"/>
            </p:cNvSpPr>
            <p:nvPr/>
          </p:nvSpPr>
          <p:spPr bwMode="auto">
            <a:xfrm>
              <a:off x="8198524" y="2705955"/>
              <a:ext cx="935038" cy="113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700" u="sng">
                  <a:solidFill>
                    <a:srgbClr val="CC0000"/>
                  </a:solidFill>
                  <a:latin typeface="Arial" panose="020B0604020202020204" pitchFamily="34" charset="0"/>
                  <a:ea typeface="黑体" panose="02010609060101010101" pitchFamily="49" charset="-122"/>
                </a:rPr>
                <a:t>RegWr</a:t>
              </a:r>
              <a:r>
                <a:rPr lang="zh-CN" altLang="en-US" sz="1700">
                  <a:solidFill>
                    <a:srgbClr val="CC0000"/>
                  </a:solidFill>
                  <a:latin typeface="Arial" panose="020B0604020202020204" pitchFamily="34" charset="0"/>
                  <a:ea typeface="黑体" panose="02010609060101010101" pitchFamily="49" charset="-122"/>
                </a:rPr>
                <a:t>是</a:t>
              </a:r>
              <a:r>
                <a:rPr lang="en-US" altLang="zh-CN" sz="1700">
                  <a:solidFill>
                    <a:srgbClr val="CC0000"/>
                  </a:solidFill>
                  <a:latin typeface="Arial" panose="020B0604020202020204" pitchFamily="34" charset="0"/>
                  <a:ea typeface="黑体" panose="02010609060101010101" pitchFamily="49" charset="-122"/>
                </a:rPr>
                <a:t>WB</a:t>
              </a:r>
              <a:r>
                <a:rPr lang="zh-CN" altLang="en-US" sz="1700">
                  <a:solidFill>
                    <a:srgbClr val="CC0000"/>
                  </a:solidFill>
                  <a:latin typeface="Arial" panose="020B0604020202020204" pitchFamily="34" charset="0"/>
                  <a:ea typeface="黑体" panose="02010609060101010101" pitchFamily="49" charset="-122"/>
                </a:rPr>
                <a:t>段的控制信号</a:t>
              </a:r>
            </a:p>
          </p:txBody>
        </p:sp>
      </p:grpSp>
      <p:sp>
        <p:nvSpPr>
          <p:cNvPr id="28" name="矩形 27">
            <a:extLst>
              <a:ext uri="{FF2B5EF4-FFF2-40B4-BE49-F238E27FC236}">
                <a16:creationId xmlns:a16="http://schemas.microsoft.com/office/drawing/2014/main" id="{F995A6CE-7DF6-2AD2-790E-C0281ADE0D55}"/>
              </a:ext>
            </a:extLst>
          </p:cNvPr>
          <p:cNvSpPr>
            <a:spLocks noChangeArrowheads="1"/>
          </p:cNvSpPr>
          <p:nvPr/>
        </p:nvSpPr>
        <p:spPr bwMode="auto">
          <a:xfrm>
            <a:off x="193675" y="6110288"/>
            <a:ext cx="2946400" cy="33813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pPr>
            <a:r>
              <a:rPr lang="en-US" altLang="zh-CN">
                <a:solidFill>
                  <a:srgbClr val="CC0000"/>
                </a:solidFill>
                <a:latin typeface="Arial" panose="020B0604020202020204" pitchFamily="34" charset="0"/>
                <a:ea typeface="宋体" panose="02010600030101010101" pitchFamily="2" charset="-122"/>
              </a:rPr>
              <a:t>R[Rs1], R[Rs2], Rd, Imm, PC</a:t>
            </a:r>
            <a:endParaRPr lang="zh-CN" altLang="en-US">
              <a:solidFill>
                <a:srgbClr val="CC0000"/>
              </a:solidFill>
              <a:latin typeface="Arial" panose="020B0604020202020204" pitchFamily="34" charset="0"/>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9">
                                            <p:txEl>
                                              <p:pRg st="0" end="0"/>
                                            </p:txEl>
                                          </p:spTgt>
                                        </p:tgtEl>
                                        <p:attrNameLst>
                                          <p:attrName>style.visibility</p:attrName>
                                        </p:attrNameLst>
                                      </p:cBhvr>
                                      <p:to>
                                        <p:strVal val="visible"/>
                                      </p:to>
                                    </p:set>
                                    <p:animEffect transition="in" filter="blinds(horizontal)">
                                      <p:cBhvr>
                                        <p:cTn id="12" dur="500"/>
                                        <p:tgtEl>
                                          <p:spTgt spid="20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randombar(horizont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linds(horizontal)">
                                      <p:cBhvr>
                                        <p:cTn id="22" dur="500"/>
                                        <p:tgtEl>
                                          <p:spTgt spid="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2"/>
                                        </p:tgtEl>
                                        <p:attrNameLst>
                                          <p:attrName>style.visibility</p:attrName>
                                        </p:attrNameLst>
                                      </p:cBhvr>
                                      <p:to>
                                        <p:strVal val="visible"/>
                                      </p:to>
                                    </p:set>
                                    <p:animEffect transition="in" filter="blinds(horizontal)">
                                      <p:cBhvr>
                                        <p:cTn id="27" dur="500"/>
                                        <p:tgtEl>
                                          <p:spTgt spid="2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3"/>
                                        </p:tgtEl>
                                        <p:attrNameLst>
                                          <p:attrName>style.visibility</p:attrName>
                                        </p:attrNameLst>
                                      </p:cBhvr>
                                      <p:to>
                                        <p:strVal val="visible"/>
                                      </p:to>
                                    </p:set>
                                    <p:animEffect transition="in" filter="blinds(horizontal)">
                                      <p:cBhvr>
                                        <p:cTn id="32" dur="500"/>
                                        <p:tgtEl>
                                          <p:spTgt spid="2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randombar(horizontal)">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12" grpId="0" bldLvl="0" animBg="1"/>
      <p:bldP spid="213" grpId="0" bldLvl="0" animBg="1"/>
      <p:bldP spid="28"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7" name="图片 1">
            <a:extLst>
              <a:ext uri="{FF2B5EF4-FFF2-40B4-BE49-F238E27FC236}">
                <a16:creationId xmlns:a16="http://schemas.microsoft.com/office/drawing/2014/main" id="{A72BAD37-3FDF-F23C-769A-2F9E0D0710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363" y="1284288"/>
            <a:ext cx="8439150" cy="513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8" name="Rectangle 2">
            <a:extLst>
              <a:ext uri="{FF2B5EF4-FFF2-40B4-BE49-F238E27FC236}">
                <a16:creationId xmlns:a16="http://schemas.microsoft.com/office/drawing/2014/main" id="{E197FBB5-FCE7-0136-7537-CB6A418806D1}"/>
              </a:ext>
            </a:extLst>
          </p:cNvPr>
          <p:cNvSpPr>
            <a:spLocks noGrp="1" noChangeArrowheads="1"/>
          </p:cNvSpPr>
          <p:nvPr>
            <p:ph type="title"/>
          </p:nvPr>
        </p:nvSpPr>
        <p:spPr>
          <a:xfrm>
            <a:off x="669925" y="165100"/>
            <a:ext cx="5853113" cy="368300"/>
          </a:xfrm>
        </p:spPr>
        <p:txBody>
          <a:bodyPr/>
          <a:lstStyle/>
          <a:p>
            <a:r>
              <a:rPr lang="zh-CN" altLang="en-US">
                <a:ea typeface="宋体" panose="02010600030101010101" pitchFamily="2" charset="-122"/>
              </a:rPr>
              <a:t>译码</a:t>
            </a:r>
            <a:r>
              <a:rPr lang="en-US" altLang="zh-CN">
                <a:ea typeface="宋体" panose="02010600030101010101" pitchFamily="2" charset="-122"/>
              </a:rPr>
              <a:t>/</a:t>
            </a:r>
            <a:r>
              <a:rPr lang="zh-CN" altLang="en-US">
                <a:ea typeface="宋体" panose="02010600030101010101" pitchFamily="2" charset="-122"/>
              </a:rPr>
              <a:t>取数（</a:t>
            </a:r>
            <a:r>
              <a:rPr lang="en-US" altLang="zh-CN">
                <a:ea typeface="宋体" panose="02010600030101010101" pitchFamily="2" charset="-122"/>
              </a:rPr>
              <a:t>Reg/Dec</a:t>
            </a:r>
            <a:r>
              <a:rPr lang="zh-CN" altLang="en-US">
                <a:ea typeface="宋体" panose="02010600030101010101" pitchFamily="2" charset="-122"/>
              </a:rPr>
              <a:t>）阶段</a:t>
            </a:r>
          </a:p>
        </p:txBody>
      </p:sp>
      <p:grpSp>
        <p:nvGrpSpPr>
          <p:cNvPr id="45059" name="Group 199">
            <a:extLst>
              <a:ext uri="{FF2B5EF4-FFF2-40B4-BE49-F238E27FC236}">
                <a16:creationId xmlns:a16="http://schemas.microsoft.com/office/drawing/2014/main" id="{2E426613-48F0-7E58-5F67-45E98DA8C57A}"/>
              </a:ext>
            </a:extLst>
          </p:cNvPr>
          <p:cNvGrpSpPr>
            <a:grpSpLocks/>
          </p:cNvGrpSpPr>
          <p:nvPr/>
        </p:nvGrpSpPr>
        <p:grpSpPr bwMode="auto">
          <a:xfrm>
            <a:off x="4032250" y="903288"/>
            <a:ext cx="1804988" cy="930275"/>
            <a:chOff x="2596" y="658"/>
            <a:chExt cx="1137" cy="586"/>
          </a:xfrm>
        </p:grpSpPr>
        <p:sp>
          <p:nvSpPr>
            <p:cNvPr id="45060" name="Oval 193">
              <a:extLst>
                <a:ext uri="{FF2B5EF4-FFF2-40B4-BE49-F238E27FC236}">
                  <a16:creationId xmlns:a16="http://schemas.microsoft.com/office/drawing/2014/main" id="{DD936CA8-EB08-78E8-96AD-8D45F6796AA5}"/>
                </a:ext>
              </a:extLst>
            </p:cNvPr>
            <p:cNvSpPr>
              <a:spLocks noChangeArrowheads="1"/>
            </p:cNvSpPr>
            <p:nvPr/>
          </p:nvSpPr>
          <p:spPr bwMode="auto">
            <a:xfrm>
              <a:off x="2596" y="868"/>
              <a:ext cx="88" cy="376"/>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45061" name="Rectangle 194">
              <a:extLst>
                <a:ext uri="{FF2B5EF4-FFF2-40B4-BE49-F238E27FC236}">
                  <a16:creationId xmlns:a16="http://schemas.microsoft.com/office/drawing/2014/main" id="{39ECE078-169D-9E8C-F4B2-BA451BEBF24C}"/>
                </a:ext>
              </a:extLst>
            </p:cNvPr>
            <p:cNvSpPr>
              <a:spLocks noChangeArrowheads="1"/>
            </p:cNvSpPr>
            <p:nvPr/>
          </p:nvSpPr>
          <p:spPr bwMode="auto">
            <a:xfrm>
              <a:off x="2865" y="658"/>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2"/>
                  </a:solidFill>
                  <a:ea typeface="宋体" panose="02010600030101010101" pitchFamily="2" charset="-122"/>
                </a:rPr>
                <a:t>You are here!</a:t>
              </a:r>
            </a:p>
          </p:txBody>
        </p:sp>
        <p:sp>
          <p:nvSpPr>
            <p:cNvPr id="45062" name="Line 195">
              <a:extLst>
                <a:ext uri="{FF2B5EF4-FFF2-40B4-BE49-F238E27FC236}">
                  <a16:creationId xmlns:a16="http://schemas.microsoft.com/office/drawing/2014/main" id="{3D4ECA24-7E29-BD92-1BD5-0E2F99D5C8B6}"/>
                </a:ext>
              </a:extLst>
            </p:cNvPr>
            <p:cNvSpPr>
              <a:spLocks noChangeShapeType="1"/>
            </p:cNvSpPr>
            <p:nvPr/>
          </p:nvSpPr>
          <p:spPr bwMode="auto">
            <a:xfrm flipH="1">
              <a:off x="2684" y="782"/>
              <a:ext cx="181" cy="125"/>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063" name="Text Box 201">
            <a:extLst>
              <a:ext uri="{FF2B5EF4-FFF2-40B4-BE49-F238E27FC236}">
                <a16:creationId xmlns:a16="http://schemas.microsoft.com/office/drawing/2014/main" id="{DE60CE26-051F-B3BA-144C-E1B0034A85A3}"/>
              </a:ext>
            </a:extLst>
          </p:cNvPr>
          <p:cNvSpPr txBox="1">
            <a:spLocks noChangeArrowheads="1"/>
          </p:cNvSpPr>
          <p:nvPr/>
        </p:nvSpPr>
        <p:spPr bwMode="auto">
          <a:xfrm>
            <a:off x="338138" y="582613"/>
            <a:ext cx="3779837" cy="3683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1800">
                <a:solidFill>
                  <a:srgbClr val="990000"/>
                </a:solidFill>
                <a:ea typeface="黑体" panose="02010609060101010101" pitchFamily="49" charset="-122"/>
              </a:rPr>
              <a:t>该阶段仅一个控制信号：</a:t>
            </a:r>
            <a:r>
              <a:rPr lang="en-US" altLang="zh-CN" sz="1800">
                <a:solidFill>
                  <a:schemeClr val="accent2"/>
                </a:solidFill>
                <a:ea typeface="黑体" panose="02010609060101010101" pitchFamily="49" charset="-122"/>
              </a:rPr>
              <a:t>ExtOP</a:t>
            </a:r>
            <a:endParaRPr lang="zh-CN" altLang="en-US" sz="1800">
              <a:solidFill>
                <a:schemeClr val="accent2"/>
              </a:solidFill>
              <a:ea typeface="宋体" panose="02010600030101010101" pitchFamily="2" charset="-122"/>
            </a:endParaRPr>
          </a:p>
        </p:txBody>
      </p:sp>
      <p:sp>
        <p:nvSpPr>
          <p:cNvPr id="45064" name="Line 45">
            <a:extLst>
              <a:ext uri="{FF2B5EF4-FFF2-40B4-BE49-F238E27FC236}">
                <a16:creationId xmlns:a16="http://schemas.microsoft.com/office/drawing/2014/main" id="{9C39A3B9-64A2-E98F-4952-28756A615525}"/>
              </a:ext>
            </a:extLst>
          </p:cNvPr>
          <p:cNvSpPr>
            <a:spLocks noChangeShapeType="1"/>
          </p:cNvSpPr>
          <p:nvPr/>
        </p:nvSpPr>
        <p:spPr bwMode="auto">
          <a:xfrm>
            <a:off x="3597275" y="4872038"/>
            <a:ext cx="395288"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65" name="Line 50">
            <a:extLst>
              <a:ext uri="{FF2B5EF4-FFF2-40B4-BE49-F238E27FC236}">
                <a16:creationId xmlns:a16="http://schemas.microsoft.com/office/drawing/2014/main" id="{25E077D7-D601-3506-F7CB-B9D0D76E2FE1}"/>
              </a:ext>
            </a:extLst>
          </p:cNvPr>
          <p:cNvSpPr>
            <a:spLocks noChangeShapeType="1"/>
          </p:cNvSpPr>
          <p:nvPr/>
        </p:nvSpPr>
        <p:spPr bwMode="auto">
          <a:xfrm>
            <a:off x="3575050" y="4605338"/>
            <a:ext cx="396875"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66" name="Line 71">
            <a:extLst>
              <a:ext uri="{FF2B5EF4-FFF2-40B4-BE49-F238E27FC236}">
                <a16:creationId xmlns:a16="http://schemas.microsoft.com/office/drawing/2014/main" id="{0DF45B02-FC74-F1AE-9038-B9350548486D}"/>
              </a:ext>
            </a:extLst>
          </p:cNvPr>
          <p:cNvSpPr>
            <a:spLocks noChangeShapeType="1"/>
          </p:cNvSpPr>
          <p:nvPr/>
        </p:nvSpPr>
        <p:spPr bwMode="auto">
          <a:xfrm>
            <a:off x="2620963" y="4633913"/>
            <a:ext cx="358775"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67" name="Line 73">
            <a:extLst>
              <a:ext uri="{FF2B5EF4-FFF2-40B4-BE49-F238E27FC236}">
                <a16:creationId xmlns:a16="http://schemas.microsoft.com/office/drawing/2014/main" id="{9C9F4883-DEEA-231E-B4B8-064B665D7C24}"/>
              </a:ext>
            </a:extLst>
          </p:cNvPr>
          <p:cNvSpPr>
            <a:spLocks noChangeShapeType="1"/>
          </p:cNvSpPr>
          <p:nvPr/>
        </p:nvSpPr>
        <p:spPr bwMode="auto">
          <a:xfrm>
            <a:off x="3359150" y="3967163"/>
            <a:ext cx="611188"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68" name="Line 71">
            <a:extLst>
              <a:ext uri="{FF2B5EF4-FFF2-40B4-BE49-F238E27FC236}">
                <a16:creationId xmlns:a16="http://schemas.microsoft.com/office/drawing/2014/main" id="{17D7434A-9E8B-15EF-0F55-433B38B78D6F}"/>
              </a:ext>
            </a:extLst>
          </p:cNvPr>
          <p:cNvSpPr>
            <a:spLocks noChangeShapeType="1"/>
          </p:cNvSpPr>
          <p:nvPr/>
        </p:nvSpPr>
        <p:spPr bwMode="auto">
          <a:xfrm>
            <a:off x="2630488" y="4919663"/>
            <a:ext cx="360362"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69" name="Line 71">
            <a:extLst>
              <a:ext uri="{FF2B5EF4-FFF2-40B4-BE49-F238E27FC236}">
                <a16:creationId xmlns:a16="http://schemas.microsoft.com/office/drawing/2014/main" id="{B34ED6D9-B245-43C3-0212-1B8CF22C5608}"/>
              </a:ext>
            </a:extLst>
          </p:cNvPr>
          <p:cNvSpPr>
            <a:spLocks noChangeShapeType="1"/>
          </p:cNvSpPr>
          <p:nvPr/>
        </p:nvSpPr>
        <p:spPr bwMode="auto">
          <a:xfrm>
            <a:off x="2451100" y="5329238"/>
            <a:ext cx="179388" cy="0"/>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0" name="Line 73">
            <a:extLst>
              <a:ext uri="{FF2B5EF4-FFF2-40B4-BE49-F238E27FC236}">
                <a16:creationId xmlns:a16="http://schemas.microsoft.com/office/drawing/2014/main" id="{CF9FE5C4-87DE-2646-EEB6-1800624F1EA7}"/>
              </a:ext>
            </a:extLst>
          </p:cNvPr>
          <p:cNvSpPr>
            <a:spLocks noChangeShapeType="1"/>
          </p:cNvSpPr>
          <p:nvPr/>
        </p:nvSpPr>
        <p:spPr bwMode="auto">
          <a:xfrm>
            <a:off x="2630488" y="5641975"/>
            <a:ext cx="1331912"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5071" name="组合 5">
            <a:extLst>
              <a:ext uri="{FF2B5EF4-FFF2-40B4-BE49-F238E27FC236}">
                <a16:creationId xmlns:a16="http://schemas.microsoft.com/office/drawing/2014/main" id="{8F25524F-3287-BF5F-2989-4B12C031F8E5}"/>
              </a:ext>
            </a:extLst>
          </p:cNvPr>
          <p:cNvGrpSpPr>
            <a:grpSpLocks/>
          </p:cNvGrpSpPr>
          <p:nvPr/>
        </p:nvGrpSpPr>
        <p:grpSpPr bwMode="auto">
          <a:xfrm>
            <a:off x="3568700" y="2700338"/>
            <a:ext cx="5564188" cy="1141412"/>
            <a:chOff x="3568700" y="2700338"/>
            <a:chExt cx="5564862" cy="1141825"/>
          </a:xfrm>
        </p:grpSpPr>
        <p:sp>
          <p:nvSpPr>
            <p:cNvPr id="45072" name="Line 204">
              <a:extLst>
                <a:ext uri="{FF2B5EF4-FFF2-40B4-BE49-F238E27FC236}">
                  <a16:creationId xmlns:a16="http://schemas.microsoft.com/office/drawing/2014/main" id="{AE48B5A2-6BB8-25FF-CC36-447DC081576A}"/>
                </a:ext>
              </a:extLst>
            </p:cNvPr>
            <p:cNvSpPr>
              <a:spLocks noChangeShapeType="1"/>
            </p:cNvSpPr>
            <p:nvPr/>
          </p:nvSpPr>
          <p:spPr bwMode="auto">
            <a:xfrm flipH="1" flipV="1">
              <a:off x="3568700" y="2700338"/>
              <a:ext cx="4689475" cy="508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73" name="Rectangle 203">
              <a:extLst>
                <a:ext uri="{FF2B5EF4-FFF2-40B4-BE49-F238E27FC236}">
                  <a16:creationId xmlns:a16="http://schemas.microsoft.com/office/drawing/2014/main" id="{1E23F99C-81BB-3443-A1C9-8CC4B92A045F}"/>
                </a:ext>
              </a:extLst>
            </p:cNvPr>
            <p:cNvSpPr>
              <a:spLocks noChangeArrowheads="1"/>
            </p:cNvSpPr>
            <p:nvPr/>
          </p:nvSpPr>
          <p:spPr bwMode="auto">
            <a:xfrm>
              <a:off x="8198524" y="2705955"/>
              <a:ext cx="935038" cy="113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700" u="sng">
                  <a:solidFill>
                    <a:srgbClr val="CC0000"/>
                  </a:solidFill>
                  <a:latin typeface="Arial" panose="020B0604020202020204" pitchFamily="34" charset="0"/>
                  <a:ea typeface="黑体" panose="02010609060101010101" pitchFamily="49" charset="-122"/>
                </a:rPr>
                <a:t>RegWr</a:t>
              </a:r>
              <a:r>
                <a:rPr lang="zh-CN" altLang="en-US" sz="1700">
                  <a:solidFill>
                    <a:srgbClr val="CC0000"/>
                  </a:solidFill>
                  <a:latin typeface="Arial" panose="020B0604020202020204" pitchFamily="34" charset="0"/>
                  <a:ea typeface="黑体" panose="02010609060101010101" pitchFamily="49" charset="-122"/>
                </a:rPr>
                <a:t>是</a:t>
              </a:r>
              <a:r>
                <a:rPr lang="en-US" altLang="zh-CN" sz="1700">
                  <a:solidFill>
                    <a:srgbClr val="CC0000"/>
                  </a:solidFill>
                  <a:latin typeface="Arial" panose="020B0604020202020204" pitchFamily="34" charset="0"/>
                  <a:ea typeface="黑体" panose="02010609060101010101" pitchFamily="49" charset="-122"/>
                </a:rPr>
                <a:t>WB</a:t>
              </a:r>
              <a:r>
                <a:rPr lang="zh-CN" altLang="en-US" sz="1700">
                  <a:solidFill>
                    <a:srgbClr val="CC0000"/>
                  </a:solidFill>
                  <a:latin typeface="Arial" panose="020B0604020202020204" pitchFamily="34" charset="0"/>
                  <a:ea typeface="黑体" panose="02010609060101010101" pitchFamily="49" charset="-122"/>
                </a:rPr>
                <a:t>段的控制信号</a:t>
              </a:r>
            </a:p>
          </p:txBody>
        </p:sp>
      </p:grpSp>
      <p:sp>
        <p:nvSpPr>
          <p:cNvPr id="45074" name="Line 73">
            <a:extLst>
              <a:ext uri="{FF2B5EF4-FFF2-40B4-BE49-F238E27FC236}">
                <a16:creationId xmlns:a16="http://schemas.microsoft.com/office/drawing/2014/main" id="{C1AD67E3-4DB0-9314-B55A-7E92CA96DC9F}"/>
              </a:ext>
            </a:extLst>
          </p:cNvPr>
          <p:cNvSpPr>
            <a:spLocks noChangeShapeType="1"/>
          </p:cNvSpPr>
          <p:nvPr/>
        </p:nvSpPr>
        <p:spPr bwMode="auto">
          <a:xfrm flipV="1">
            <a:off x="2613025" y="3940175"/>
            <a:ext cx="0" cy="1727200"/>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5" name="Line 71">
            <a:extLst>
              <a:ext uri="{FF2B5EF4-FFF2-40B4-BE49-F238E27FC236}">
                <a16:creationId xmlns:a16="http://schemas.microsoft.com/office/drawing/2014/main" id="{60C8A2F5-14DB-B7D8-4D3C-BBE402241CFC}"/>
              </a:ext>
            </a:extLst>
          </p:cNvPr>
          <p:cNvSpPr>
            <a:spLocks noChangeShapeType="1"/>
          </p:cNvSpPr>
          <p:nvPr/>
        </p:nvSpPr>
        <p:spPr bwMode="auto">
          <a:xfrm>
            <a:off x="2627313" y="3967163"/>
            <a:ext cx="179387"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45076" name="Picture 2">
            <a:extLst>
              <a:ext uri="{FF2B5EF4-FFF2-40B4-BE49-F238E27FC236}">
                <a16:creationId xmlns:a16="http://schemas.microsoft.com/office/drawing/2014/main" id="{FCDA18C2-A8D2-BAC5-CFBE-CAEF732AD8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0" y="4206875"/>
            <a:ext cx="4017963" cy="258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77" name="图片 27">
            <a:extLst>
              <a:ext uri="{FF2B5EF4-FFF2-40B4-BE49-F238E27FC236}">
                <a16:creationId xmlns:a16="http://schemas.microsoft.com/office/drawing/2014/main" id="{C882B0D2-7C2E-6DCE-09EB-3D75C581F9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3538" y="28575"/>
            <a:ext cx="4948237" cy="528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8" name="Text Box 178">
            <a:extLst>
              <a:ext uri="{FF2B5EF4-FFF2-40B4-BE49-F238E27FC236}">
                <a16:creationId xmlns:a16="http://schemas.microsoft.com/office/drawing/2014/main" id="{16CD7CDC-DC67-FB1E-3C21-75CD1305B6E8}"/>
              </a:ext>
            </a:extLst>
          </p:cNvPr>
          <p:cNvSpPr txBox="1">
            <a:spLocks noChangeArrowheads="1"/>
          </p:cNvSpPr>
          <p:nvPr/>
        </p:nvSpPr>
        <p:spPr bwMode="auto">
          <a:xfrm>
            <a:off x="4192588" y="58738"/>
            <a:ext cx="4906962" cy="5254625"/>
          </a:xfrm>
          <a:prstGeom prst="rect">
            <a:avLst/>
          </a:prstGeom>
          <a:solidFill>
            <a:schemeClr val="accent2">
              <a:alpha val="29018"/>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p>
            <a:endParaRPr lang="zh-CN" altLang="en-US" sz="1800">
              <a:solidFill>
                <a:schemeClr val="accent2"/>
              </a:solidFill>
              <a:latin typeface="微软雅黑" panose="020B0503020204020204" pitchFamily="34" charset="-122"/>
              <a:ea typeface="微软雅黑" panose="020B0503020204020204" pitchFamily="34" charset="-122"/>
            </a:endParaRPr>
          </a:p>
        </p:txBody>
      </p:sp>
      <p:grpSp>
        <p:nvGrpSpPr>
          <p:cNvPr id="45079" name="组合 3">
            <a:extLst>
              <a:ext uri="{FF2B5EF4-FFF2-40B4-BE49-F238E27FC236}">
                <a16:creationId xmlns:a16="http://schemas.microsoft.com/office/drawing/2014/main" id="{55217D82-22E2-BB75-BCDD-35EB4D078322}"/>
              </a:ext>
            </a:extLst>
          </p:cNvPr>
          <p:cNvGrpSpPr>
            <a:grpSpLocks/>
          </p:cNvGrpSpPr>
          <p:nvPr/>
        </p:nvGrpSpPr>
        <p:grpSpPr bwMode="auto">
          <a:xfrm>
            <a:off x="88900" y="4219575"/>
            <a:ext cx="3943350" cy="2224088"/>
            <a:chOff x="88466" y="4220353"/>
            <a:chExt cx="3943784" cy="2223823"/>
          </a:xfrm>
        </p:grpSpPr>
        <p:sp>
          <p:nvSpPr>
            <p:cNvPr id="45080" name="Text Box 178">
              <a:extLst>
                <a:ext uri="{FF2B5EF4-FFF2-40B4-BE49-F238E27FC236}">
                  <a16:creationId xmlns:a16="http://schemas.microsoft.com/office/drawing/2014/main" id="{86E5F226-74F8-BFE7-708A-B5F1E4DC2D1E}"/>
                </a:ext>
              </a:extLst>
            </p:cNvPr>
            <p:cNvSpPr txBox="1">
              <a:spLocks noChangeArrowheads="1"/>
            </p:cNvSpPr>
            <p:nvPr/>
          </p:nvSpPr>
          <p:spPr bwMode="auto">
            <a:xfrm>
              <a:off x="88466" y="4220353"/>
              <a:ext cx="3943784" cy="2223823"/>
            </a:xfrm>
            <a:prstGeom prst="rect">
              <a:avLst/>
            </a:prstGeom>
            <a:solidFill>
              <a:schemeClr val="accent1">
                <a:alpha val="29018"/>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p>
              <a:endParaRPr lang="zh-CN" altLang="en-US" sz="1800">
                <a:solidFill>
                  <a:schemeClr val="accent2"/>
                </a:solidFill>
                <a:latin typeface="微软雅黑" panose="020B0503020204020204" pitchFamily="34" charset="-122"/>
                <a:ea typeface="微软雅黑" panose="020B0503020204020204" pitchFamily="34" charset="-122"/>
              </a:endParaRPr>
            </a:p>
          </p:txBody>
        </p:sp>
        <p:sp>
          <p:nvSpPr>
            <p:cNvPr id="45081" name="矩形 1">
              <a:extLst>
                <a:ext uri="{FF2B5EF4-FFF2-40B4-BE49-F238E27FC236}">
                  <a16:creationId xmlns:a16="http://schemas.microsoft.com/office/drawing/2014/main" id="{61613E67-A4BE-F7BD-70F4-D020A4E5D4D9}"/>
                </a:ext>
              </a:extLst>
            </p:cNvPr>
            <p:cNvSpPr>
              <a:spLocks noChangeArrowheads="1"/>
            </p:cNvSpPr>
            <p:nvPr/>
          </p:nvSpPr>
          <p:spPr bwMode="auto">
            <a:xfrm>
              <a:off x="1850593" y="4297315"/>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solidFill>
                    <a:schemeClr val="accent2"/>
                  </a:solidFill>
                  <a:ea typeface="黑体" panose="02010609060101010101" pitchFamily="49" charset="-122"/>
                </a:rPr>
                <a:t>扩展器</a:t>
              </a:r>
              <a:endParaRPr lang="zh-CN" altLang="en-US">
                <a:ea typeface="宋体" panose="02010600030101010101" pitchFamily="2" charset="-122"/>
              </a:endParaRPr>
            </a:p>
          </p:txBody>
        </p:sp>
      </p:grpSp>
      <p:sp>
        <p:nvSpPr>
          <p:cNvPr id="45082" name="Line 204">
            <a:extLst>
              <a:ext uri="{FF2B5EF4-FFF2-40B4-BE49-F238E27FC236}">
                <a16:creationId xmlns:a16="http://schemas.microsoft.com/office/drawing/2014/main" id="{1D0BB37D-8205-FA01-EC4C-83FBE41BEA5D}"/>
              </a:ext>
            </a:extLst>
          </p:cNvPr>
          <p:cNvSpPr>
            <a:spLocks noChangeShapeType="1"/>
          </p:cNvSpPr>
          <p:nvPr/>
        </p:nvSpPr>
        <p:spPr bwMode="auto">
          <a:xfrm flipH="1">
            <a:off x="2990850" y="885825"/>
            <a:ext cx="198438" cy="1487488"/>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83" name="矩形 27">
            <a:extLst>
              <a:ext uri="{FF2B5EF4-FFF2-40B4-BE49-F238E27FC236}">
                <a16:creationId xmlns:a16="http://schemas.microsoft.com/office/drawing/2014/main" id="{C21FA5BC-8717-256E-BDBB-65B7D48F38DC}"/>
              </a:ext>
            </a:extLst>
          </p:cNvPr>
          <p:cNvSpPr>
            <a:spLocks noChangeArrowheads="1"/>
          </p:cNvSpPr>
          <p:nvPr/>
        </p:nvSpPr>
        <p:spPr bwMode="auto">
          <a:xfrm>
            <a:off x="4094163" y="6092825"/>
            <a:ext cx="4710112" cy="44608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a:ea typeface="宋体" panose="02010600030101010101" pitchFamily="2" charset="-122"/>
            </a:endParaRPr>
          </a:p>
        </p:txBody>
      </p:sp>
      <p:sp>
        <p:nvSpPr>
          <p:cNvPr id="45084" name="矩形 28">
            <a:extLst>
              <a:ext uri="{FF2B5EF4-FFF2-40B4-BE49-F238E27FC236}">
                <a16:creationId xmlns:a16="http://schemas.microsoft.com/office/drawing/2014/main" id="{AC177C8B-D8F7-E063-1EAD-435598619F89}"/>
              </a:ext>
            </a:extLst>
          </p:cNvPr>
          <p:cNvSpPr>
            <a:spLocks noChangeArrowheads="1"/>
          </p:cNvSpPr>
          <p:nvPr/>
        </p:nvSpPr>
        <p:spPr bwMode="auto">
          <a:xfrm>
            <a:off x="3286125" y="2286000"/>
            <a:ext cx="722313" cy="38258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a:ea typeface="宋体" panose="02010600030101010101" pitchFamily="2" charset="-122"/>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5" name="图片 1">
            <a:extLst>
              <a:ext uri="{FF2B5EF4-FFF2-40B4-BE49-F238E27FC236}">
                <a16:creationId xmlns:a16="http://schemas.microsoft.com/office/drawing/2014/main" id="{A225B7A5-B4BB-84CE-54D7-FA5DA3927D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475" y="1284288"/>
            <a:ext cx="8439150" cy="513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6" name="Rectangle 2">
            <a:extLst>
              <a:ext uri="{FF2B5EF4-FFF2-40B4-BE49-F238E27FC236}">
                <a16:creationId xmlns:a16="http://schemas.microsoft.com/office/drawing/2014/main" id="{25D204B6-72A5-FC4C-494A-D2044705AD19}"/>
              </a:ext>
            </a:extLst>
          </p:cNvPr>
          <p:cNvSpPr>
            <a:spLocks noGrp="1" noChangeArrowheads="1"/>
          </p:cNvSpPr>
          <p:nvPr>
            <p:ph type="title"/>
          </p:nvPr>
        </p:nvSpPr>
        <p:spPr>
          <a:xfrm>
            <a:off x="801688" y="147638"/>
            <a:ext cx="5048250" cy="368300"/>
          </a:xfrm>
        </p:spPr>
        <p:txBody>
          <a:bodyPr/>
          <a:lstStyle/>
          <a:p>
            <a:r>
              <a:rPr lang="en-US" altLang="zh-CN">
                <a:ea typeface="宋体" panose="02010600030101010101" pitchFamily="2" charset="-122"/>
              </a:rPr>
              <a:t>Load</a:t>
            </a:r>
            <a:r>
              <a:rPr lang="zh-CN" altLang="en-US">
                <a:ea typeface="宋体" panose="02010600030101010101" pitchFamily="2" charset="-122"/>
              </a:rPr>
              <a:t>指令的地址计算阶段</a:t>
            </a:r>
          </a:p>
        </p:txBody>
      </p:sp>
      <p:sp>
        <p:nvSpPr>
          <p:cNvPr id="47107" name="Rectangle 196">
            <a:extLst>
              <a:ext uri="{FF2B5EF4-FFF2-40B4-BE49-F238E27FC236}">
                <a16:creationId xmlns:a16="http://schemas.microsoft.com/office/drawing/2014/main" id="{E60B041E-8E8A-2358-179B-EEEDEF920C7A}"/>
              </a:ext>
            </a:extLst>
          </p:cNvPr>
          <p:cNvSpPr txBox="1">
            <a:spLocks noChangeArrowheads="1"/>
          </p:cNvSpPr>
          <p:nvPr/>
        </p:nvSpPr>
        <p:spPr bwMode="auto">
          <a:xfrm>
            <a:off x="419100" y="642938"/>
            <a:ext cx="84455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203200" indent="-2032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a:spcBef>
                <a:spcPct val="30000"/>
              </a:spcBef>
              <a:buFont typeface="Times New Roman" panose="02020603050405020304" pitchFamily="18" charset="0"/>
              <a:buChar char="°"/>
            </a:pPr>
            <a:r>
              <a:rPr lang="zh-CN" altLang="en-US" sz="1800">
                <a:solidFill>
                  <a:srgbClr val="CC0000"/>
                </a:solidFill>
                <a:latin typeface="Arial" panose="020B0604020202020204" pitchFamily="34" charset="0"/>
                <a:ea typeface="宋体" panose="02010600030101010101" pitchFamily="2" charset="-122"/>
              </a:rPr>
              <a:t>第</a:t>
            </a:r>
            <a:r>
              <a:rPr lang="en-US" altLang="zh-CN" sz="1800">
                <a:solidFill>
                  <a:srgbClr val="CC0000"/>
                </a:solidFill>
                <a:latin typeface="Arial" panose="020B0604020202020204" pitchFamily="34" charset="0"/>
                <a:ea typeface="宋体" panose="02010600030101010101" pitchFamily="2" charset="-122"/>
              </a:rPr>
              <a:t>10</a:t>
            </a:r>
            <a:r>
              <a:rPr lang="zh-CN" altLang="en-US" sz="1800">
                <a:solidFill>
                  <a:srgbClr val="CC0000"/>
                </a:solidFill>
                <a:latin typeface="Arial" panose="020B0604020202020204" pitchFamily="34" charset="0"/>
                <a:ea typeface="宋体" panose="02010600030101010101" pitchFamily="2" charset="-122"/>
              </a:rPr>
              <a:t>单元指令</a:t>
            </a:r>
            <a:r>
              <a:rPr lang="en-US" altLang="zh-CN" sz="1800">
                <a:solidFill>
                  <a:srgbClr val="CC0000"/>
                </a:solidFill>
                <a:latin typeface="Arial" panose="020B060402020202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 lw  x8, 0x100(x9)      </a:t>
            </a:r>
            <a:r>
              <a:rPr lang="zh-CN" altLang="en-US" sz="1800">
                <a:solidFill>
                  <a:srgbClr val="CC0000"/>
                </a:solidFill>
                <a:latin typeface="Arial" panose="020B0604020202020204" pitchFamily="34" charset="0"/>
                <a:ea typeface="宋体" panose="02010600030101010101" pitchFamily="2" charset="-122"/>
              </a:rPr>
              <a:t>功能：</a:t>
            </a:r>
            <a:r>
              <a:rPr lang="en-US" altLang="zh-CN" sz="1800">
                <a:latin typeface="Arial" panose="020B0604020202020204" pitchFamily="34" charset="0"/>
                <a:ea typeface="宋体" panose="02010600030101010101" pitchFamily="2" charset="-122"/>
              </a:rPr>
              <a:t>R[x8] &lt;- M[R[x9]+SEXT(0x100)]</a:t>
            </a:r>
          </a:p>
        </p:txBody>
      </p:sp>
      <p:grpSp>
        <p:nvGrpSpPr>
          <p:cNvPr id="2" name="Group 202">
            <a:extLst>
              <a:ext uri="{FF2B5EF4-FFF2-40B4-BE49-F238E27FC236}">
                <a16:creationId xmlns:a16="http://schemas.microsoft.com/office/drawing/2014/main" id="{75511207-DE61-D53D-E58F-048A5E52D89A}"/>
              </a:ext>
            </a:extLst>
          </p:cNvPr>
          <p:cNvGrpSpPr>
            <a:grpSpLocks/>
          </p:cNvGrpSpPr>
          <p:nvPr/>
        </p:nvGrpSpPr>
        <p:grpSpPr bwMode="auto">
          <a:xfrm>
            <a:off x="5830888" y="996950"/>
            <a:ext cx="1843087" cy="984250"/>
            <a:chOff x="3748" y="672"/>
            <a:chExt cx="1161" cy="620"/>
          </a:xfrm>
        </p:grpSpPr>
        <p:sp>
          <p:nvSpPr>
            <p:cNvPr id="47109" name="Oval 193">
              <a:extLst>
                <a:ext uri="{FF2B5EF4-FFF2-40B4-BE49-F238E27FC236}">
                  <a16:creationId xmlns:a16="http://schemas.microsoft.com/office/drawing/2014/main" id="{29C5CA8C-C263-4B63-9271-6CD41ACBBC10}"/>
                </a:ext>
              </a:extLst>
            </p:cNvPr>
            <p:cNvSpPr>
              <a:spLocks noChangeArrowheads="1"/>
            </p:cNvSpPr>
            <p:nvPr/>
          </p:nvSpPr>
          <p:spPr bwMode="auto">
            <a:xfrm>
              <a:off x="3748" y="820"/>
              <a:ext cx="88" cy="472"/>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47110" name="Rectangle 194">
              <a:extLst>
                <a:ext uri="{FF2B5EF4-FFF2-40B4-BE49-F238E27FC236}">
                  <a16:creationId xmlns:a16="http://schemas.microsoft.com/office/drawing/2014/main" id="{C0DFA18F-A5A6-A9D0-832F-E8C72B55F216}"/>
                </a:ext>
              </a:extLst>
            </p:cNvPr>
            <p:cNvSpPr>
              <a:spLocks noChangeArrowheads="1"/>
            </p:cNvSpPr>
            <p:nvPr/>
          </p:nvSpPr>
          <p:spPr bwMode="auto">
            <a:xfrm>
              <a:off x="4041" y="672"/>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2"/>
                  </a:solidFill>
                  <a:ea typeface="宋体" panose="02010600030101010101" pitchFamily="2" charset="-122"/>
                </a:rPr>
                <a:t>You are here!</a:t>
              </a:r>
            </a:p>
          </p:txBody>
        </p:sp>
        <p:sp>
          <p:nvSpPr>
            <p:cNvPr id="47111" name="Line 195">
              <a:extLst>
                <a:ext uri="{FF2B5EF4-FFF2-40B4-BE49-F238E27FC236}">
                  <a16:creationId xmlns:a16="http://schemas.microsoft.com/office/drawing/2014/main" id="{D33A35A4-692B-FDB2-DEA2-1964816992BE}"/>
                </a:ext>
              </a:extLst>
            </p:cNvPr>
            <p:cNvSpPr>
              <a:spLocks noChangeShapeType="1"/>
            </p:cNvSpPr>
            <p:nvPr/>
          </p:nvSpPr>
          <p:spPr bwMode="auto">
            <a:xfrm flipH="1">
              <a:off x="3836" y="772"/>
              <a:ext cx="248" cy="184"/>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05">
            <a:extLst>
              <a:ext uri="{FF2B5EF4-FFF2-40B4-BE49-F238E27FC236}">
                <a16:creationId xmlns:a16="http://schemas.microsoft.com/office/drawing/2014/main" id="{CC209935-7BAD-B87A-EB08-FCED21C2424C}"/>
              </a:ext>
            </a:extLst>
          </p:cNvPr>
          <p:cNvGrpSpPr>
            <a:grpSpLocks/>
          </p:cNvGrpSpPr>
          <p:nvPr/>
        </p:nvGrpSpPr>
        <p:grpSpPr bwMode="auto">
          <a:xfrm>
            <a:off x="3033713" y="4983163"/>
            <a:ext cx="4179887" cy="1839912"/>
            <a:chOff x="2103" y="3163"/>
            <a:chExt cx="2633" cy="1159"/>
          </a:xfrm>
        </p:grpSpPr>
        <p:sp>
          <p:nvSpPr>
            <p:cNvPr id="47113" name="Text Box 203">
              <a:extLst>
                <a:ext uri="{FF2B5EF4-FFF2-40B4-BE49-F238E27FC236}">
                  <a16:creationId xmlns:a16="http://schemas.microsoft.com/office/drawing/2014/main" id="{BB3A14D1-C6C7-8EB1-DB68-6E367C809622}"/>
                </a:ext>
              </a:extLst>
            </p:cNvPr>
            <p:cNvSpPr txBox="1">
              <a:spLocks noChangeArrowheads="1"/>
            </p:cNvSpPr>
            <p:nvPr/>
          </p:nvSpPr>
          <p:spPr bwMode="auto">
            <a:xfrm>
              <a:off x="2103" y="4091"/>
              <a:ext cx="263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1800">
                  <a:solidFill>
                    <a:schemeClr val="accent2"/>
                  </a:solidFill>
                  <a:latin typeface="微软雅黑" panose="020B0503020204020204" pitchFamily="34" charset="-122"/>
                  <a:ea typeface="微软雅黑" panose="020B0503020204020204" pitchFamily="34" charset="-122"/>
                </a:rPr>
                <a:t>下一目标：设计执行部件</a:t>
              </a:r>
              <a:r>
                <a:rPr lang="en-US" altLang="zh-CN" sz="1800">
                  <a:solidFill>
                    <a:schemeClr val="accent2"/>
                  </a:solidFill>
                  <a:latin typeface="微软雅黑" panose="020B0503020204020204" pitchFamily="34" charset="-122"/>
                  <a:ea typeface="微软雅黑" panose="020B0503020204020204" pitchFamily="34" charset="-122"/>
                </a:rPr>
                <a:t>(Exec Unit)</a:t>
              </a:r>
            </a:p>
          </p:txBody>
        </p:sp>
        <p:sp>
          <p:nvSpPr>
            <p:cNvPr id="47114" name="Line 204">
              <a:extLst>
                <a:ext uri="{FF2B5EF4-FFF2-40B4-BE49-F238E27FC236}">
                  <a16:creationId xmlns:a16="http://schemas.microsoft.com/office/drawing/2014/main" id="{1243E7FE-36CE-2FA2-1393-2169AE73DFD6}"/>
                </a:ext>
              </a:extLst>
            </p:cNvPr>
            <p:cNvSpPr>
              <a:spLocks noChangeShapeType="1"/>
            </p:cNvSpPr>
            <p:nvPr/>
          </p:nvSpPr>
          <p:spPr bwMode="auto">
            <a:xfrm flipV="1">
              <a:off x="3345" y="3163"/>
              <a:ext cx="74" cy="973"/>
            </a:xfrm>
            <a:prstGeom prst="line">
              <a:avLst/>
            </a:prstGeom>
            <a:noFill/>
            <a:ln w="28575">
              <a:solidFill>
                <a:schemeClr val="accent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19" name="Text Box 208">
            <a:extLst>
              <a:ext uri="{FF2B5EF4-FFF2-40B4-BE49-F238E27FC236}">
                <a16:creationId xmlns:a16="http://schemas.microsoft.com/office/drawing/2014/main" id="{C4ACF3CC-84B7-A93A-898B-947FA6534B75}"/>
              </a:ext>
            </a:extLst>
          </p:cNvPr>
          <p:cNvSpPr txBox="1">
            <a:spLocks noChangeArrowheads="1"/>
          </p:cNvSpPr>
          <p:nvPr/>
        </p:nvSpPr>
        <p:spPr bwMode="auto">
          <a:xfrm>
            <a:off x="179388" y="6127750"/>
            <a:ext cx="2789237" cy="64135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1800">
                <a:solidFill>
                  <a:schemeClr val="accent1"/>
                </a:solidFill>
                <a:latin typeface="微软雅黑" panose="020B0503020204020204" pitchFamily="34" charset="-122"/>
                <a:ea typeface="微软雅黑" panose="020B0503020204020204" pitchFamily="34" charset="-122"/>
              </a:rPr>
              <a:t>连接到错误的目的地址，指令执行错误！</a:t>
            </a:r>
          </a:p>
        </p:txBody>
      </p:sp>
      <p:sp>
        <p:nvSpPr>
          <p:cNvPr id="221" name="Rectangle 202">
            <a:extLst>
              <a:ext uri="{FF2B5EF4-FFF2-40B4-BE49-F238E27FC236}">
                <a16:creationId xmlns:a16="http://schemas.microsoft.com/office/drawing/2014/main" id="{23A6E96F-B79D-9D52-AD4A-70B25EA1B7C0}"/>
              </a:ext>
            </a:extLst>
          </p:cNvPr>
          <p:cNvSpPr>
            <a:spLocks noChangeArrowheads="1"/>
          </p:cNvSpPr>
          <p:nvPr/>
        </p:nvSpPr>
        <p:spPr bwMode="auto">
          <a:xfrm>
            <a:off x="4786313" y="3543300"/>
            <a:ext cx="595312" cy="1416050"/>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47117" name="Line 73">
            <a:extLst>
              <a:ext uri="{FF2B5EF4-FFF2-40B4-BE49-F238E27FC236}">
                <a16:creationId xmlns:a16="http://schemas.microsoft.com/office/drawing/2014/main" id="{41BBF113-7C8B-EFE7-AAE5-6FC2CFBF345C}"/>
              </a:ext>
            </a:extLst>
          </p:cNvPr>
          <p:cNvSpPr>
            <a:spLocks noChangeShapeType="1"/>
          </p:cNvSpPr>
          <p:nvPr/>
        </p:nvSpPr>
        <p:spPr bwMode="auto">
          <a:xfrm>
            <a:off x="4273550" y="3683000"/>
            <a:ext cx="53975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8" name="Line 73">
            <a:extLst>
              <a:ext uri="{FF2B5EF4-FFF2-40B4-BE49-F238E27FC236}">
                <a16:creationId xmlns:a16="http://schemas.microsoft.com/office/drawing/2014/main" id="{A0C01AEF-5A7C-F512-CEB0-0609FFC24F40}"/>
              </a:ext>
            </a:extLst>
          </p:cNvPr>
          <p:cNvSpPr>
            <a:spLocks noChangeShapeType="1"/>
          </p:cNvSpPr>
          <p:nvPr/>
        </p:nvSpPr>
        <p:spPr bwMode="auto">
          <a:xfrm>
            <a:off x="4273550" y="3948113"/>
            <a:ext cx="539750"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9" name="Line 73">
            <a:extLst>
              <a:ext uri="{FF2B5EF4-FFF2-40B4-BE49-F238E27FC236}">
                <a16:creationId xmlns:a16="http://schemas.microsoft.com/office/drawing/2014/main" id="{2DF799C9-5984-2525-20E4-59DD365A3096}"/>
              </a:ext>
            </a:extLst>
          </p:cNvPr>
          <p:cNvSpPr>
            <a:spLocks noChangeShapeType="1"/>
          </p:cNvSpPr>
          <p:nvPr/>
        </p:nvSpPr>
        <p:spPr bwMode="auto">
          <a:xfrm>
            <a:off x="4246563" y="4603750"/>
            <a:ext cx="539750"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0" name="Line 73">
            <a:extLst>
              <a:ext uri="{FF2B5EF4-FFF2-40B4-BE49-F238E27FC236}">
                <a16:creationId xmlns:a16="http://schemas.microsoft.com/office/drawing/2014/main" id="{65FA838E-CDA9-00F0-30DD-E1D5656E80F2}"/>
              </a:ext>
            </a:extLst>
          </p:cNvPr>
          <p:cNvSpPr>
            <a:spLocks noChangeShapeType="1"/>
          </p:cNvSpPr>
          <p:nvPr/>
        </p:nvSpPr>
        <p:spPr bwMode="auto">
          <a:xfrm>
            <a:off x="4273550" y="4883150"/>
            <a:ext cx="53975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1" name="Line 73">
            <a:extLst>
              <a:ext uri="{FF2B5EF4-FFF2-40B4-BE49-F238E27FC236}">
                <a16:creationId xmlns:a16="http://schemas.microsoft.com/office/drawing/2014/main" id="{87E2E780-8621-BC6D-9686-0FCE081161F8}"/>
              </a:ext>
            </a:extLst>
          </p:cNvPr>
          <p:cNvSpPr>
            <a:spLocks noChangeShapeType="1"/>
          </p:cNvSpPr>
          <p:nvPr/>
        </p:nvSpPr>
        <p:spPr bwMode="auto">
          <a:xfrm>
            <a:off x="5381625" y="3802063"/>
            <a:ext cx="3952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2" name="Line 73">
            <a:extLst>
              <a:ext uri="{FF2B5EF4-FFF2-40B4-BE49-F238E27FC236}">
                <a16:creationId xmlns:a16="http://schemas.microsoft.com/office/drawing/2014/main" id="{B36F26D3-99D4-DAEB-1B6A-FF3659271CF5}"/>
              </a:ext>
            </a:extLst>
          </p:cNvPr>
          <p:cNvSpPr>
            <a:spLocks noChangeShapeType="1"/>
          </p:cNvSpPr>
          <p:nvPr/>
        </p:nvSpPr>
        <p:spPr bwMode="auto">
          <a:xfrm>
            <a:off x="5381625" y="4400550"/>
            <a:ext cx="3952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3" name="Line 73">
            <a:extLst>
              <a:ext uri="{FF2B5EF4-FFF2-40B4-BE49-F238E27FC236}">
                <a16:creationId xmlns:a16="http://schemas.microsoft.com/office/drawing/2014/main" id="{4DAED57A-EE7A-D16E-6A0F-52D0D50B9B95}"/>
              </a:ext>
            </a:extLst>
          </p:cNvPr>
          <p:cNvSpPr>
            <a:spLocks noChangeShapeType="1"/>
          </p:cNvSpPr>
          <p:nvPr/>
        </p:nvSpPr>
        <p:spPr bwMode="auto">
          <a:xfrm>
            <a:off x="5381625" y="4627563"/>
            <a:ext cx="395288"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4" name="Rectangle 57">
            <a:extLst>
              <a:ext uri="{FF2B5EF4-FFF2-40B4-BE49-F238E27FC236}">
                <a16:creationId xmlns:a16="http://schemas.microsoft.com/office/drawing/2014/main" id="{5D82E2A0-89C4-B4B6-B894-E98BED554805}"/>
              </a:ext>
            </a:extLst>
          </p:cNvPr>
          <p:cNvSpPr>
            <a:spLocks noChangeArrowheads="1"/>
          </p:cNvSpPr>
          <p:nvPr/>
        </p:nvSpPr>
        <p:spPr bwMode="auto">
          <a:xfrm>
            <a:off x="5310188" y="4095750"/>
            <a:ext cx="549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a:ea typeface="宋体" panose="02010600030101010101" pitchFamily="2" charset="-122"/>
              </a:rPr>
              <a:t>Zero</a:t>
            </a:r>
          </a:p>
        </p:txBody>
      </p:sp>
      <p:sp>
        <p:nvSpPr>
          <p:cNvPr id="47125" name="Line 73">
            <a:extLst>
              <a:ext uri="{FF2B5EF4-FFF2-40B4-BE49-F238E27FC236}">
                <a16:creationId xmlns:a16="http://schemas.microsoft.com/office/drawing/2014/main" id="{AED8615F-A1F1-48B7-ADF7-8DBD8B4A7D62}"/>
              </a:ext>
            </a:extLst>
          </p:cNvPr>
          <p:cNvSpPr>
            <a:spLocks noChangeShapeType="1"/>
          </p:cNvSpPr>
          <p:nvPr/>
        </p:nvSpPr>
        <p:spPr bwMode="auto">
          <a:xfrm>
            <a:off x="4427538" y="5119688"/>
            <a:ext cx="133191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6" name="Line 73">
            <a:extLst>
              <a:ext uri="{FF2B5EF4-FFF2-40B4-BE49-F238E27FC236}">
                <a16:creationId xmlns:a16="http://schemas.microsoft.com/office/drawing/2014/main" id="{148A15C6-D31F-1F2A-6369-5F55FB1B9010}"/>
              </a:ext>
            </a:extLst>
          </p:cNvPr>
          <p:cNvSpPr>
            <a:spLocks noChangeShapeType="1"/>
          </p:cNvSpPr>
          <p:nvPr/>
        </p:nvSpPr>
        <p:spPr bwMode="auto">
          <a:xfrm>
            <a:off x="4606925" y="5481638"/>
            <a:ext cx="1152525"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7" name="Line 73">
            <a:extLst>
              <a:ext uri="{FF2B5EF4-FFF2-40B4-BE49-F238E27FC236}">
                <a16:creationId xmlns:a16="http://schemas.microsoft.com/office/drawing/2014/main" id="{5401F50E-7141-CCE9-46B8-FF9D4A34E9A0}"/>
              </a:ext>
            </a:extLst>
          </p:cNvPr>
          <p:cNvSpPr>
            <a:spLocks noChangeShapeType="1"/>
          </p:cNvSpPr>
          <p:nvPr/>
        </p:nvSpPr>
        <p:spPr bwMode="auto">
          <a:xfrm>
            <a:off x="4273550" y="5638800"/>
            <a:ext cx="325438" cy="0"/>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8" name="Line 73">
            <a:extLst>
              <a:ext uri="{FF2B5EF4-FFF2-40B4-BE49-F238E27FC236}">
                <a16:creationId xmlns:a16="http://schemas.microsoft.com/office/drawing/2014/main" id="{5EFFC53C-1AFD-8944-C3D4-B724BBD052E7}"/>
              </a:ext>
            </a:extLst>
          </p:cNvPr>
          <p:cNvSpPr>
            <a:spLocks noChangeShapeType="1"/>
          </p:cNvSpPr>
          <p:nvPr/>
        </p:nvSpPr>
        <p:spPr bwMode="auto">
          <a:xfrm flipH="1" flipV="1">
            <a:off x="4606925" y="5465763"/>
            <a:ext cx="0" cy="195262"/>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9" name="Line 73">
            <a:extLst>
              <a:ext uri="{FF2B5EF4-FFF2-40B4-BE49-F238E27FC236}">
                <a16:creationId xmlns:a16="http://schemas.microsoft.com/office/drawing/2014/main" id="{B5995341-E067-60B6-98B5-14362E801C5A}"/>
              </a:ext>
            </a:extLst>
          </p:cNvPr>
          <p:cNvSpPr>
            <a:spLocks noChangeShapeType="1"/>
          </p:cNvSpPr>
          <p:nvPr/>
        </p:nvSpPr>
        <p:spPr bwMode="auto">
          <a:xfrm flipV="1">
            <a:off x="4435475" y="4891088"/>
            <a:ext cx="1588" cy="2174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矩形 27">
            <a:extLst>
              <a:ext uri="{FF2B5EF4-FFF2-40B4-BE49-F238E27FC236}">
                <a16:creationId xmlns:a16="http://schemas.microsoft.com/office/drawing/2014/main" id="{235E0DDA-929E-3FD8-8A17-C9B2F2A4011E}"/>
              </a:ext>
            </a:extLst>
          </p:cNvPr>
          <p:cNvSpPr/>
          <p:nvPr/>
        </p:nvSpPr>
        <p:spPr bwMode="auto">
          <a:xfrm>
            <a:off x="6219825" y="2625725"/>
            <a:ext cx="2647950" cy="3370263"/>
          </a:xfrm>
          <a:prstGeom prst="rect">
            <a:avLst/>
          </a:prstGeom>
          <a:solidFill>
            <a:schemeClr val="bg1">
              <a:lumMod val="75000"/>
              <a:alpha val="76000"/>
            </a:schemeClr>
          </a:solidFill>
          <a:ln w="12700" cap="flat" cmpd="sng" algn="ctr">
            <a:solidFill>
              <a:schemeClr val="tx1"/>
            </a:solidFill>
            <a:prstDash val="solid"/>
            <a:round/>
            <a:headEnd type="none" w="med" len="med"/>
            <a:tailEnd type="none" w="med" len="med"/>
          </a:ln>
          <a:effectLst/>
        </p:spPr>
        <p:txBody>
          <a:bodyPr/>
          <a:lstStyle/>
          <a:p>
            <a:pPr eaLnBrk="0" hangingPunct="0">
              <a:defRPr/>
            </a:pPr>
            <a:endParaRPr lang="zh-CN" altLang="en-US">
              <a:ea typeface="宋体" panose="02010600030101010101" pitchFamily="2" charset="-122"/>
            </a:endParaRPr>
          </a:p>
        </p:txBody>
      </p:sp>
      <p:sp>
        <p:nvSpPr>
          <p:cNvPr id="29" name="矩形 28">
            <a:extLst>
              <a:ext uri="{FF2B5EF4-FFF2-40B4-BE49-F238E27FC236}">
                <a16:creationId xmlns:a16="http://schemas.microsoft.com/office/drawing/2014/main" id="{B0057BCE-AFFD-F097-807F-DAAF4C612641}"/>
              </a:ext>
            </a:extLst>
          </p:cNvPr>
          <p:cNvSpPr/>
          <p:nvPr/>
        </p:nvSpPr>
        <p:spPr bwMode="auto">
          <a:xfrm>
            <a:off x="212725" y="2668588"/>
            <a:ext cx="2349500" cy="3211512"/>
          </a:xfrm>
          <a:prstGeom prst="rect">
            <a:avLst/>
          </a:prstGeom>
          <a:solidFill>
            <a:schemeClr val="bg1">
              <a:lumMod val="75000"/>
              <a:alpha val="76000"/>
            </a:schemeClr>
          </a:solidFill>
          <a:ln w="12700" cap="flat" cmpd="sng" algn="ctr">
            <a:solidFill>
              <a:schemeClr val="tx1"/>
            </a:solidFill>
            <a:prstDash val="solid"/>
            <a:round/>
            <a:headEnd type="none" w="med" len="med"/>
            <a:tailEnd type="none" w="med" len="med"/>
          </a:ln>
          <a:effectLst/>
        </p:spPr>
        <p:txBody>
          <a:bodyPr/>
          <a:lstStyle/>
          <a:p>
            <a:pPr eaLnBrk="0" hangingPunct="0">
              <a:defRPr/>
            </a:pPr>
            <a:endParaRPr lang="zh-CN" altLang="en-US">
              <a:ea typeface="宋体" panose="02010600030101010101" pitchFamily="2" charset="-122"/>
            </a:endParaRPr>
          </a:p>
        </p:txBody>
      </p:sp>
      <p:sp>
        <p:nvSpPr>
          <p:cNvPr id="218" name="Text Box 207">
            <a:extLst>
              <a:ext uri="{FF2B5EF4-FFF2-40B4-BE49-F238E27FC236}">
                <a16:creationId xmlns:a16="http://schemas.microsoft.com/office/drawing/2014/main" id="{B3BD5520-F75F-E2D7-54E6-1DA422534F4B}"/>
              </a:ext>
            </a:extLst>
          </p:cNvPr>
          <p:cNvSpPr txBox="1">
            <a:spLocks noChangeArrowheads="1"/>
          </p:cNvSpPr>
          <p:nvPr/>
        </p:nvSpPr>
        <p:spPr bwMode="auto">
          <a:xfrm>
            <a:off x="188913" y="5588000"/>
            <a:ext cx="21050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1700">
                <a:solidFill>
                  <a:schemeClr val="accent2"/>
                </a:solidFill>
                <a:latin typeface="微软雅黑" panose="020B0503020204020204" pitchFamily="34" charset="-122"/>
                <a:ea typeface="微软雅黑" panose="020B0503020204020204" pitchFamily="34" charset="-122"/>
              </a:rPr>
              <a:t>目的寄存器</a:t>
            </a:r>
            <a:r>
              <a:rPr lang="en-US" altLang="zh-CN" sz="1700">
                <a:solidFill>
                  <a:schemeClr val="accent2"/>
                </a:solidFill>
                <a:latin typeface="微软雅黑" panose="020B0503020204020204" pitchFamily="34" charset="-122"/>
                <a:ea typeface="微软雅黑" panose="020B0503020204020204" pitchFamily="34" charset="-122"/>
              </a:rPr>
              <a:t>Rd</a:t>
            </a:r>
            <a:r>
              <a:rPr lang="zh-CN" altLang="en-US" sz="1700">
                <a:solidFill>
                  <a:schemeClr val="accent2"/>
                </a:solidFill>
                <a:latin typeface="微软雅黑" panose="020B0503020204020204" pitchFamily="34" charset="-122"/>
                <a:ea typeface="微软雅黑" panose="020B0503020204020204" pitchFamily="34" charset="-122"/>
              </a:rPr>
              <a:t>不传递下去会怎样？</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8"/>
                                        </p:tgtEl>
                                        <p:attrNameLst>
                                          <p:attrName>style.visibility</p:attrName>
                                        </p:attrNameLst>
                                      </p:cBhvr>
                                      <p:to>
                                        <p:strVal val="visible"/>
                                      </p:to>
                                    </p:set>
                                    <p:animEffect transition="in" filter="blinds(horizontal)">
                                      <p:cBhvr>
                                        <p:cTn id="12" dur="500"/>
                                        <p:tgtEl>
                                          <p:spTgt spid="2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9"/>
                                        </p:tgtEl>
                                        <p:attrNameLst>
                                          <p:attrName>style.visibility</p:attrName>
                                        </p:attrNameLst>
                                      </p:cBhvr>
                                      <p:to>
                                        <p:strVal val="visible"/>
                                      </p:to>
                                    </p:set>
                                    <p:animEffect transition="in" filter="blinds(horizontal)">
                                      <p:cBhvr>
                                        <p:cTn id="17" dur="500"/>
                                        <p:tgtEl>
                                          <p:spTgt spid="2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21"/>
                                        </p:tgtEl>
                                        <p:attrNameLst>
                                          <p:attrName>style.visibility</p:attrName>
                                        </p:attrNameLst>
                                      </p:cBhvr>
                                      <p:to>
                                        <p:strVal val="visible"/>
                                      </p:to>
                                    </p:set>
                                    <p:animEffect transition="in" filter="randombar(horizontal)">
                                      <p:cBhvr>
                                        <p:cTn id="27" dur="5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bldLvl="0" animBg="1"/>
      <p:bldP spid="221" grpId="0" bldLvl="0" animBg="1"/>
      <p:bldP spid="2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4ADDBA25-AD6C-38E6-DD31-FCF5149340F6}"/>
              </a:ext>
            </a:extLst>
          </p:cNvPr>
          <p:cNvSpPr>
            <a:spLocks noGrp="1" noChangeArrowheads="1"/>
          </p:cNvSpPr>
          <p:nvPr>
            <p:ph type="title"/>
          </p:nvPr>
        </p:nvSpPr>
        <p:spPr>
          <a:xfrm>
            <a:off x="769938" y="184150"/>
            <a:ext cx="7685087" cy="368300"/>
          </a:xfrm>
        </p:spPr>
        <p:txBody>
          <a:bodyPr/>
          <a:lstStyle/>
          <a:p>
            <a:r>
              <a:rPr lang="zh-CN" altLang="en-US">
                <a:ea typeface="宋体" panose="02010600030101010101" pitchFamily="2" charset="-122"/>
              </a:rPr>
              <a:t>执行部件（</a:t>
            </a:r>
            <a:r>
              <a:rPr lang="en-US" altLang="zh-CN">
                <a:ea typeface="宋体" panose="02010600030101010101" pitchFamily="2" charset="-122"/>
              </a:rPr>
              <a:t>Exec Unit</a:t>
            </a:r>
            <a:r>
              <a:rPr lang="zh-CN" altLang="en-US">
                <a:ea typeface="宋体" panose="02010600030101010101" pitchFamily="2" charset="-122"/>
              </a:rPr>
              <a:t>）的设计</a:t>
            </a:r>
            <a:endParaRPr lang="en-US" altLang="zh-CN">
              <a:ea typeface="宋体" panose="02010600030101010101" pitchFamily="2" charset="-122"/>
            </a:endParaRPr>
          </a:p>
        </p:txBody>
      </p:sp>
      <p:grpSp>
        <p:nvGrpSpPr>
          <p:cNvPr id="51319" name="Group 119">
            <a:extLst>
              <a:ext uri="{FF2B5EF4-FFF2-40B4-BE49-F238E27FC236}">
                <a16:creationId xmlns:a16="http://schemas.microsoft.com/office/drawing/2014/main" id="{0378CEF8-A5C1-4531-3EAF-173C12357FF1}"/>
              </a:ext>
            </a:extLst>
          </p:cNvPr>
          <p:cNvGrpSpPr>
            <a:grpSpLocks/>
          </p:cNvGrpSpPr>
          <p:nvPr/>
        </p:nvGrpSpPr>
        <p:grpSpPr bwMode="auto">
          <a:xfrm>
            <a:off x="7821613" y="622300"/>
            <a:ext cx="1219200" cy="1041400"/>
            <a:chOff x="4830" y="396"/>
            <a:chExt cx="868" cy="656"/>
          </a:xfrm>
        </p:grpSpPr>
        <p:sp>
          <p:nvSpPr>
            <p:cNvPr id="49155" name="Oval 106">
              <a:extLst>
                <a:ext uri="{FF2B5EF4-FFF2-40B4-BE49-F238E27FC236}">
                  <a16:creationId xmlns:a16="http://schemas.microsoft.com/office/drawing/2014/main" id="{467ED141-8A77-AC6F-9AE2-BEECB0AABF8B}"/>
                </a:ext>
              </a:extLst>
            </p:cNvPr>
            <p:cNvSpPr>
              <a:spLocks noChangeArrowheads="1"/>
            </p:cNvSpPr>
            <p:nvPr/>
          </p:nvSpPr>
          <p:spPr bwMode="auto">
            <a:xfrm>
              <a:off x="4891" y="580"/>
              <a:ext cx="88" cy="472"/>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49156" name="Rectangle 107">
              <a:extLst>
                <a:ext uri="{FF2B5EF4-FFF2-40B4-BE49-F238E27FC236}">
                  <a16:creationId xmlns:a16="http://schemas.microsoft.com/office/drawing/2014/main" id="{512EECD2-E198-9759-6B89-9FF7B8E7826B}"/>
                </a:ext>
              </a:extLst>
            </p:cNvPr>
            <p:cNvSpPr>
              <a:spLocks noChangeArrowheads="1"/>
            </p:cNvSpPr>
            <p:nvPr/>
          </p:nvSpPr>
          <p:spPr bwMode="auto">
            <a:xfrm>
              <a:off x="4830" y="396"/>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solidFill>
                    <a:schemeClr val="accent1"/>
                  </a:solidFill>
                  <a:ea typeface="宋体" panose="02010600030101010101" pitchFamily="2" charset="-122"/>
                </a:rPr>
                <a:t>You are here!</a:t>
              </a:r>
            </a:p>
          </p:txBody>
        </p:sp>
        <p:sp>
          <p:nvSpPr>
            <p:cNvPr id="49157" name="Line 108">
              <a:extLst>
                <a:ext uri="{FF2B5EF4-FFF2-40B4-BE49-F238E27FC236}">
                  <a16:creationId xmlns:a16="http://schemas.microsoft.com/office/drawing/2014/main" id="{E03B5B33-3F5F-1AA2-6F96-5755831C9A84}"/>
                </a:ext>
              </a:extLst>
            </p:cNvPr>
            <p:cNvSpPr>
              <a:spLocks noChangeShapeType="1"/>
            </p:cNvSpPr>
            <p:nvPr/>
          </p:nvSpPr>
          <p:spPr bwMode="auto">
            <a:xfrm flipH="1">
              <a:off x="4979" y="628"/>
              <a:ext cx="248" cy="184"/>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1318" name="Text Box 118">
            <a:extLst>
              <a:ext uri="{FF2B5EF4-FFF2-40B4-BE49-F238E27FC236}">
                <a16:creationId xmlns:a16="http://schemas.microsoft.com/office/drawing/2014/main" id="{B6FAFA6E-9676-411F-6E15-66F3DDE9D231}"/>
              </a:ext>
            </a:extLst>
          </p:cNvPr>
          <p:cNvSpPr txBox="1">
            <a:spLocks noChangeArrowheads="1"/>
          </p:cNvSpPr>
          <p:nvPr/>
        </p:nvSpPr>
        <p:spPr bwMode="auto">
          <a:xfrm>
            <a:off x="103188" y="627063"/>
            <a:ext cx="70945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115000"/>
              </a:lnSpc>
              <a:spcBef>
                <a:spcPct val="20000"/>
              </a:spcBef>
            </a:pPr>
            <a:r>
              <a:rPr lang="zh-CN" altLang="en-US" sz="1800">
                <a:solidFill>
                  <a:srgbClr val="008000"/>
                </a:solidFill>
                <a:latin typeface="Arial" panose="020B0604020202020204" pitchFamily="34" charset="0"/>
                <a:ea typeface="黑体" panose="02010609060101010101" pitchFamily="49" charset="-122"/>
              </a:rPr>
              <a:t>执行部件功能是：</a:t>
            </a:r>
            <a:r>
              <a:rPr lang="en-US" altLang="zh-CN" sz="1800">
                <a:solidFill>
                  <a:srgbClr val="3399FF"/>
                </a:solidFill>
                <a:latin typeface="Arial" panose="020B0604020202020204" pitchFamily="34" charset="0"/>
                <a:ea typeface="黑体" panose="02010609060101010101" pitchFamily="49" charset="-122"/>
              </a:rPr>
              <a:t>ALU</a:t>
            </a:r>
            <a:r>
              <a:rPr lang="zh-CN" altLang="en-US" sz="1800">
                <a:solidFill>
                  <a:srgbClr val="3399FF"/>
                </a:solidFill>
                <a:latin typeface="Arial" panose="020B0604020202020204" pitchFamily="34" charset="0"/>
                <a:ea typeface="黑体" panose="02010609060101010101" pitchFamily="49" charset="-122"/>
              </a:rPr>
              <a:t>运算及内存地址和转移目标地址的计算</a:t>
            </a:r>
          </a:p>
        </p:txBody>
      </p:sp>
      <p:sp>
        <p:nvSpPr>
          <p:cNvPr id="49159" name="Rectangle 4">
            <a:extLst>
              <a:ext uri="{FF2B5EF4-FFF2-40B4-BE49-F238E27FC236}">
                <a16:creationId xmlns:a16="http://schemas.microsoft.com/office/drawing/2014/main" id="{2C380ED5-80DB-2535-26A7-E05DEFE465EA}"/>
              </a:ext>
            </a:extLst>
          </p:cNvPr>
          <p:cNvSpPr>
            <a:spLocks noChangeArrowheads="1"/>
          </p:cNvSpPr>
          <p:nvPr/>
        </p:nvSpPr>
        <p:spPr bwMode="auto">
          <a:xfrm>
            <a:off x="2424113" y="2376488"/>
            <a:ext cx="288925" cy="3175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49160" name="Oval 5">
            <a:extLst>
              <a:ext uri="{FF2B5EF4-FFF2-40B4-BE49-F238E27FC236}">
                <a16:creationId xmlns:a16="http://schemas.microsoft.com/office/drawing/2014/main" id="{0B65334D-BA16-5661-34D7-BD68059000BD}"/>
              </a:ext>
            </a:extLst>
          </p:cNvPr>
          <p:cNvSpPr>
            <a:spLocks noChangeArrowheads="1"/>
          </p:cNvSpPr>
          <p:nvPr/>
        </p:nvSpPr>
        <p:spPr bwMode="auto">
          <a:xfrm>
            <a:off x="2500313" y="2224088"/>
            <a:ext cx="136525"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49161" name="Rectangle 6">
            <a:extLst>
              <a:ext uri="{FF2B5EF4-FFF2-40B4-BE49-F238E27FC236}">
                <a16:creationId xmlns:a16="http://schemas.microsoft.com/office/drawing/2014/main" id="{0DC9DBA3-B10B-1B5D-A61D-35ED488F19CF}"/>
              </a:ext>
            </a:extLst>
          </p:cNvPr>
          <p:cNvSpPr>
            <a:spLocks noChangeArrowheads="1"/>
          </p:cNvSpPr>
          <p:nvPr/>
        </p:nvSpPr>
        <p:spPr bwMode="auto">
          <a:xfrm rot="5400000">
            <a:off x="2211388" y="3678238"/>
            <a:ext cx="7016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ID/Ex</a:t>
            </a:r>
          </a:p>
        </p:txBody>
      </p:sp>
      <p:sp>
        <p:nvSpPr>
          <p:cNvPr id="49162" name="Line 7">
            <a:extLst>
              <a:ext uri="{FF2B5EF4-FFF2-40B4-BE49-F238E27FC236}">
                <a16:creationId xmlns:a16="http://schemas.microsoft.com/office/drawing/2014/main" id="{35F48411-87D8-4D90-0248-4AE6DF075133}"/>
              </a:ext>
            </a:extLst>
          </p:cNvPr>
          <p:cNvSpPr>
            <a:spLocks noChangeShapeType="1"/>
          </p:cNvSpPr>
          <p:nvPr/>
        </p:nvSpPr>
        <p:spPr bwMode="auto">
          <a:xfrm>
            <a:off x="2573338" y="2071688"/>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3" name="Rectangle 8">
            <a:extLst>
              <a:ext uri="{FF2B5EF4-FFF2-40B4-BE49-F238E27FC236}">
                <a16:creationId xmlns:a16="http://schemas.microsoft.com/office/drawing/2014/main" id="{4016F32C-6447-F32E-0975-BC193A211698}"/>
              </a:ext>
            </a:extLst>
          </p:cNvPr>
          <p:cNvSpPr>
            <a:spLocks noChangeArrowheads="1"/>
          </p:cNvSpPr>
          <p:nvPr/>
        </p:nvSpPr>
        <p:spPr bwMode="auto">
          <a:xfrm>
            <a:off x="7834313" y="2376488"/>
            <a:ext cx="288925" cy="3176587"/>
          </a:xfrm>
          <a:prstGeom prst="rect">
            <a:avLst/>
          </a:prstGeom>
          <a:noFill/>
          <a:ln w="254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49164" name="Oval 9">
            <a:extLst>
              <a:ext uri="{FF2B5EF4-FFF2-40B4-BE49-F238E27FC236}">
                <a16:creationId xmlns:a16="http://schemas.microsoft.com/office/drawing/2014/main" id="{759D967C-2EE7-8C0B-BA8A-632985975ADB}"/>
              </a:ext>
            </a:extLst>
          </p:cNvPr>
          <p:cNvSpPr>
            <a:spLocks noChangeArrowheads="1"/>
          </p:cNvSpPr>
          <p:nvPr/>
        </p:nvSpPr>
        <p:spPr bwMode="auto">
          <a:xfrm>
            <a:off x="7910513" y="2225675"/>
            <a:ext cx="136525" cy="123825"/>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49165" name="Rectangle 10">
            <a:extLst>
              <a:ext uri="{FF2B5EF4-FFF2-40B4-BE49-F238E27FC236}">
                <a16:creationId xmlns:a16="http://schemas.microsoft.com/office/drawing/2014/main" id="{1AB78D27-FADA-91B9-2E5B-4D1520A67626}"/>
              </a:ext>
            </a:extLst>
          </p:cNvPr>
          <p:cNvSpPr>
            <a:spLocks noChangeArrowheads="1"/>
          </p:cNvSpPr>
          <p:nvPr/>
        </p:nvSpPr>
        <p:spPr bwMode="auto">
          <a:xfrm rot="5400000">
            <a:off x="7616825" y="3684588"/>
            <a:ext cx="717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EX/M</a:t>
            </a:r>
          </a:p>
        </p:txBody>
      </p:sp>
      <p:sp>
        <p:nvSpPr>
          <p:cNvPr id="49166" name="Line 11">
            <a:extLst>
              <a:ext uri="{FF2B5EF4-FFF2-40B4-BE49-F238E27FC236}">
                <a16:creationId xmlns:a16="http://schemas.microsoft.com/office/drawing/2014/main" id="{F55A3124-1DE0-A50F-D670-8C1615188CE5}"/>
              </a:ext>
            </a:extLst>
          </p:cNvPr>
          <p:cNvSpPr>
            <a:spLocks noChangeShapeType="1"/>
          </p:cNvSpPr>
          <p:nvPr/>
        </p:nvSpPr>
        <p:spPr bwMode="auto">
          <a:xfrm>
            <a:off x="7983538" y="2070100"/>
            <a:ext cx="0" cy="128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7" name="Line 16">
            <a:extLst>
              <a:ext uri="{FF2B5EF4-FFF2-40B4-BE49-F238E27FC236}">
                <a16:creationId xmlns:a16="http://schemas.microsoft.com/office/drawing/2014/main" id="{F18608A5-12F3-964E-5F13-7A186C096E00}"/>
              </a:ext>
            </a:extLst>
          </p:cNvPr>
          <p:cNvSpPr>
            <a:spLocks noChangeShapeType="1"/>
          </p:cNvSpPr>
          <p:nvPr/>
        </p:nvSpPr>
        <p:spPr bwMode="auto">
          <a:xfrm>
            <a:off x="4554538" y="3289300"/>
            <a:ext cx="9286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68" name="Line 28">
            <a:extLst>
              <a:ext uri="{FF2B5EF4-FFF2-40B4-BE49-F238E27FC236}">
                <a16:creationId xmlns:a16="http://schemas.microsoft.com/office/drawing/2014/main" id="{1318CD22-B992-CCAD-A1E1-0D91F27FA842}"/>
              </a:ext>
            </a:extLst>
          </p:cNvPr>
          <p:cNvSpPr>
            <a:spLocks noChangeShapeType="1"/>
          </p:cNvSpPr>
          <p:nvPr/>
        </p:nvSpPr>
        <p:spPr bwMode="auto">
          <a:xfrm>
            <a:off x="4278313" y="3668713"/>
            <a:ext cx="20796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69" name="Line 29">
            <a:extLst>
              <a:ext uri="{FF2B5EF4-FFF2-40B4-BE49-F238E27FC236}">
                <a16:creationId xmlns:a16="http://schemas.microsoft.com/office/drawing/2014/main" id="{708601B3-E7D7-682E-4EB0-29EE8963FF8F}"/>
              </a:ext>
            </a:extLst>
          </p:cNvPr>
          <p:cNvSpPr>
            <a:spLocks noChangeShapeType="1"/>
          </p:cNvSpPr>
          <p:nvPr/>
        </p:nvSpPr>
        <p:spPr bwMode="auto">
          <a:xfrm flipH="1">
            <a:off x="3557588" y="3743325"/>
            <a:ext cx="88900" cy="166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0" name="Rectangle 30">
            <a:extLst>
              <a:ext uri="{FF2B5EF4-FFF2-40B4-BE49-F238E27FC236}">
                <a16:creationId xmlns:a16="http://schemas.microsoft.com/office/drawing/2014/main" id="{AA6FECE9-56E0-64A0-5F1E-0D4422478456}"/>
              </a:ext>
            </a:extLst>
          </p:cNvPr>
          <p:cNvSpPr>
            <a:spLocks noChangeArrowheads="1"/>
          </p:cNvSpPr>
          <p:nvPr/>
        </p:nvSpPr>
        <p:spPr bwMode="auto">
          <a:xfrm>
            <a:off x="3244850" y="38004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32</a:t>
            </a:r>
          </a:p>
        </p:txBody>
      </p:sp>
      <p:sp>
        <p:nvSpPr>
          <p:cNvPr id="49171" name="Rectangle 31">
            <a:extLst>
              <a:ext uri="{FF2B5EF4-FFF2-40B4-BE49-F238E27FC236}">
                <a16:creationId xmlns:a16="http://schemas.microsoft.com/office/drawing/2014/main" id="{A66F7F43-D715-B629-39AA-E46994774F07}"/>
              </a:ext>
            </a:extLst>
          </p:cNvPr>
          <p:cNvSpPr>
            <a:spLocks noChangeArrowheads="1"/>
          </p:cNvSpPr>
          <p:nvPr/>
        </p:nvSpPr>
        <p:spPr bwMode="auto">
          <a:xfrm>
            <a:off x="2787650" y="3511550"/>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busA</a:t>
            </a:r>
          </a:p>
        </p:txBody>
      </p:sp>
      <p:sp>
        <p:nvSpPr>
          <p:cNvPr id="49172" name="Line 32">
            <a:extLst>
              <a:ext uri="{FF2B5EF4-FFF2-40B4-BE49-F238E27FC236}">
                <a16:creationId xmlns:a16="http://schemas.microsoft.com/office/drawing/2014/main" id="{6D9984E4-41CE-E40C-64F7-451AE4ED65AF}"/>
              </a:ext>
            </a:extLst>
          </p:cNvPr>
          <p:cNvSpPr>
            <a:spLocks noChangeShapeType="1"/>
          </p:cNvSpPr>
          <p:nvPr/>
        </p:nvSpPr>
        <p:spPr bwMode="auto">
          <a:xfrm>
            <a:off x="2738438" y="4344988"/>
            <a:ext cx="2794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3" name="Line 33">
            <a:extLst>
              <a:ext uri="{FF2B5EF4-FFF2-40B4-BE49-F238E27FC236}">
                <a16:creationId xmlns:a16="http://schemas.microsoft.com/office/drawing/2014/main" id="{C1CAD9A1-48F8-6D13-0A70-8EC85C8490BE}"/>
              </a:ext>
            </a:extLst>
          </p:cNvPr>
          <p:cNvSpPr>
            <a:spLocks noChangeShapeType="1"/>
          </p:cNvSpPr>
          <p:nvPr/>
        </p:nvSpPr>
        <p:spPr bwMode="auto">
          <a:xfrm flipV="1">
            <a:off x="3722688" y="4262438"/>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4" name="Rectangle 34">
            <a:extLst>
              <a:ext uri="{FF2B5EF4-FFF2-40B4-BE49-F238E27FC236}">
                <a16:creationId xmlns:a16="http://schemas.microsoft.com/office/drawing/2014/main" id="{DA0C162D-2F3C-B559-851E-AA7EFEFF9CA8}"/>
              </a:ext>
            </a:extLst>
          </p:cNvPr>
          <p:cNvSpPr>
            <a:spLocks noChangeArrowheads="1"/>
          </p:cNvSpPr>
          <p:nvPr/>
        </p:nvSpPr>
        <p:spPr bwMode="auto">
          <a:xfrm>
            <a:off x="3397250" y="433070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32</a:t>
            </a:r>
          </a:p>
        </p:txBody>
      </p:sp>
      <p:sp>
        <p:nvSpPr>
          <p:cNvPr id="49175" name="Rectangle 35">
            <a:extLst>
              <a:ext uri="{FF2B5EF4-FFF2-40B4-BE49-F238E27FC236}">
                <a16:creationId xmlns:a16="http://schemas.microsoft.com/office/drawing/2014/main" id="{F250D926-EA5F-959B-AE23-FEC3DCC9F206}"/>
              </a:ext>
            </a:extLst>
          </p:cNvPr>
          <p:cNvSpPr>
            <a:spLocks noChangeArrowheads="1"/>
          </p:cNvSpPr>
          <p:nvPr/>
        </p:nvSpPr>
        <p:spPr bwMode="auto">
          <a:xfrm>
            <a:off x="2787650" y="4046538"/>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busB</a:t>
            </a:r>
          </a:p>
        </p:txBody>
      </p:sp>
      <p:grpSp>
        <p:nvGrpSpPr>
          <p:cNvPr id="49176" name="Group 36">
            <a:extLst>
              <a:ext uri="{FF2B5EF4-FFF2-40B4-BE49-F238E27FC236}">
                <a16:creationId xmlns:a16="http://schemas.microsoft.com/office/drawing/2014/main" id="{AF8742D9-341F-8F67-9CBA-F2C2AC89A8AC}"/>
              </a:ext>
            </a:extLst>
          </p:cNvPr>
          <p:cNvGrpSpPr>
            <a:grpSpLocks/>
          </p:cNvGrpSpPr>
          <p:nvPr/>
        </p:nvGrpSpPr>
        <p:grpSpPr bwMode="auto">
          <a:xfrm>
            <a:off x="5545138" y="4122738"/>
            <a:ext cx="304800" cy="1227137"/>
            <a:chOff x="3120" y="2696"/>
            <a:chExt cx="192" cy="773"/>
          </a:xfrm>
        </p:grpSpPr>
        <p:sp>
          <p:nvSpPr>
            <p:cNvPr id="49177" name="Line 37">
              <a:extLst>
                <a:ext uri="{FF2B5EF4-FFF2-40B4-BE49-F238E27FC236}">
                  <a16:creationId xmlns:a16="http://schemas.microsoft.com/office/drawing/2014/main" id="{94176C01-5905-55AA-149A-86D4432F68E9}"/>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8" name="Line 38">
              <a:extLst>
                <a:ext uri="{FF2B5EF4-FFF2-40B4-BE49-F238E27FC236}">
                  <a16:creationId xmlns:a16="http://schemas.microsoft.com/office/drawing/2014/main" id="{16286B2C-8A57-1FD5-E3E4-0C0EB40430B0}"/>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9" name="Line 39">
              <a:extLst>
                <a:ext uri="{FF2B5EF4-FFF2-40B4-BE49-F238E27FC236}">
                  <a16:creationId xmlns:a16="http://schemas.microsoft.com/office/drawing/2014/main" id="{7E76AB83-40B2-7B2F-E3F9-742EC5DB79AB}"/>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0" name="Line 40">
              <a:extLst>
                <a:ext uri="{FF2B5EF4-FFF2-40B4-BE49-F238E27FC236}">
                  <a16:creationId xmlns:a16="http://schemas.microsoft.com/office/drawing/2014/main" id="{01855A0C-A226-C48F-F780-BB71F9102315}"/>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181" name="Line 44">
            <a:extLst>
              <a:ext uri="{FF2B5EF4-FFF2-40B4-BE49-F238E27FC236}">
                <a16:creationId xmlns:a16="http://schemas.microsoft.com/office/drawing/2014/main" id="{315FE7F1-B274-9930-1442-FA3667E1088C}"/>
              </a:ext>
            </a:extLst>
          </p:cNvPr>
          <p:cNvSpPr>
            <a:spLocks noChangeShapeType="1"/>
          </p:cNvSpPr>
          <p:nvPr/>
        </p:nvSpPr>
        <p:spPr bwMode="auto">
          <a:xfrm flipV="1">
            <a:off x="2713038" y="5114925"/>
            <a:ext cx="284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2" name="Line 45">
            <a:extLst>
              <a:ext uri="{FF2B5EF4-FFF2-40B4-BE49-F238E27FC236}">
                <a16:creationId xmlns:a16="http://schemas.microsoft.com/office/drawing/2014/main" id="{1AE0417A-6FB6-847F-DC0E-5F7D3C52CC97}"/>
              </a:ext>
            </a:extLst>
          </p:cNvPr>
          <p:cNvSpPr>
            <a:spLocks noChangeShapeType="1"/>
          </p:cNvSpPr>
          <p:nvPr/>
        </p:nvSpPr>
        <p:spPr bwMode="auto">
          <a:xfrm flipH="1">
            <a:off x="3187700" y="5002213"/>
            <a:ext cx="139700" cy="203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3" name="Rectangle 46">
            <a:extLst>
              <a:ext uri="{FF2B5EF4-FFF2-40B4-BE49-F238E27FC236}">
                <a16:creationId xmlns:a16="http://schemas.microsoft.com/office/drawing/2014/main" id="{FC6D1D34-2787-F6A7-2D14-7159C4EEDA55}"/>
              </a:ext>
            </a:extLst>
          </p:cNvPr>
          <p:cNvSpPr>
            <a:spLocks noChangeArrowheads="1"/>
          </p:cNvSpPr>
          <p:nvPr/>
        </p:nvSpPr>
        <p:spPr bwMode="auto">
          <a:xfrm>
            <a:off x="2863850" y="51117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32</a:t>
            </a:r>
          </a:p>
        </p:txBody>
      </p:sp>
      <p:sp>
        <p:nvSpPr>
          <p:cNvPr id="49184" name="Rectangle 47">
            <a:extLst>
              <a:ext uri="{FF2B5EF4-FFF2-40B4-BE49-F238E27FC236}">
                <a16:creationId xmlns:a16="http://schemas.microsoft.com/office/drawing/2014/main" id="{22F0958A-CAC2-0946-9BB4-E71452AD45C4}"/>
              </a:ext>
            </a:extLst>
          </p:cNvPr>
          <p:cNvSpPr>
            <a:spLocks noChangeArrowheads="1"/>
          </p:cNvSpPr>
          <p:nvPr/>
        </p:nvSpPr>
        <p:spPr bwMode="auto">
          <a:xfrm>
            <a:off x="2711450" y="4741863"/>
            <a:ext cx="6048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Imm</a:t>
            </a:r>
          </a:p>
        </p:txBody>
      </p:sp>
      <p:sp>
        <p:nvSpPr>
          <p:cNvPr id="49185" name="Line 48">
            <a:extLst>
              <a:ext uri="{FF2B5EF4-FFF2-40B4-BE49-F238E27FC236}">
                <a16:creationId xmlns:a16="http://schemas.microsoft.com/office/drawing/2014/main" id="{C1C2BE5F-1647-A33B-2D30-02F520ABCB73}"/>
              </a:ext>
            </a:extLst>
          </p:cNvPr>
          <p:cNvSpPr>
            <a:spLocks noChangeShapeType="1"/>
          </p:cNvSpPr>
          <p:nvPr/>
        </p:nvSpPr>
        <p:spPr bwMode="auto">
          <a:xfrm flipH="1">
            <a:off x="5716588" y="5248275"/>
            <a:ext cx="0" cy="539750"/>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6" name="Rectangle 49">
            <a:extLst>
              <a:ext uri="{FF2B5EF4-FFF2-40B4-BE49-F238E27FC236}">
                <a16:creationId xmlns:a16="http://schemas.microsoft.com/office/drawing/2014/main" id="{3924D7E6-EC9D-51CC-96FA-015B5487C135}"/>
              </a:ext>
            </a:extLst>
          </p:cNvPr>
          <p:cNvSpPr>
            <a:spLocks noChangeArrowheads="1"/>
          </p:cNvSpPr>
          <p:nvPr/>
        </p:nvSpPr>
        <p:spPr bwMode="auto">
          <a:xfrm>
            <a:off x="5202238" y="5691188"/>
            <a:ext cx="1044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rgbClr val="FF0000"/>
                </a:solidFill>
                <a:ea typeface="宋体" panose="02010600030101010101" pitchFamily="2" charset="-122"/>
              </a:rPr>
              <a:t>ALUBSrc</a:t>
            </a:r>
          </a:p>
        </p:txBody>
      </p:sp>
      <p:sp>
        <p:nvSpPr>
          <p:cNvPr id="49187" name="Line 50">
            <a:extLst>
              <a:ext uri="{FF2B5EF4-FFF2-40B4-BE49-F238E27FC236}">
                <a16:creationId xmlns:a16="http://schemas.microsoft.com/office/drawing/2014/main" id="{6090245F-E435-7034-9EF5-A2608C0111E4}"/>
              </a:ext>
            </a:extLst>
          </p:cNvPr>
          <p:cNvSpPr>
            <a:spLocks noChangeShapeType="1"/>
          </p:cNvSpPr>
          <p:nvPr/>
        </p:nvSpPr>
        <p:spPr bwMode="auto">
          <a:xfrm>
            <a:off x="5875338" y="4724400"/>
            <a:ext cx="482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8" name="Line 53">
            <a:extLst>
              <a:ext uri="{FF2B5EF4-FFF2-40B4-BE49-F238E27FC236}">
                <a16:creationId xmlns:a16="http://schemas.microsoft.com/office/drawing/2014/main" id="{8CD12A81-7112-5B0F-6B1A-65A19B10102F}"/>
              </a:ext>
            </a:extLst>
          </p:cNvPr>
          <p:cNvSpPr>
            <a:spLocks noChangeShapeType="1"/>
          </p:cNvSpPr>
          <p:nvPr/>
        </p:nvSpPr>
        <p:spPr bwMode="auto">
          <a:xfrm flipH="1">
            <a:off x="7138988" y="413861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89" name="Rectangle 55">
            <a:extLst>
              <a:ext uri="{FF2B5EF4-FFF2-40B4-BE49-F238E27FC236}">
                <a16:creationId xmlns:a16="http://schemas.microsoft.com/office/drawing/2014/main" id="{5BABD44C-12A2-300D-289D-9E1AE8BA7531}"/>
              </a:ext>
            </a:extLst>
          </p:cNvPr>
          <p:cNvSpPr>
            <a:spLocks noChangeArrowheads="1"/>
          </p:cNvSpPr>
          <p:nvPr/>
        </p:nvSpPr>
        <p:spPr bwMode="auto">
          <a:xfrm rot="5400000">
            <a:off x="6328570" y="4021931"/>
            <a:ext cx="6080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ALU</a:t>
            </a:r>
          </a:p>
        </p:txBody>
      </p:sp>
      <p:sp>
        <p:nvSpPr>
          <p:cNvPr id="49190" name="Line 56">
            <a:extLst>
              <a:ext uri="{FF2B5EF4-FFF2-40B4-BE49-F238E27FC236}">
                <a16:creationId xmlns:a16="http://schemas.microsoft.com/office/drawing/2014/main" id="{621F2626-541D-72EA-450C-28C8327D9904}"/>
              </a:ext>
            </a:extLst>
          </p:cNvPr>
          <p:cNvSpPr>
            <a:spLocks noChangeShapeType="1"/>
          </p:cNvSpPr>
          <p:nvPr/>
        </p:nvSpPr>
        <p:spPr bwMode="auto">
          <a:xfrm flipH="1">
            <a:off x="6827838" y="3867150"/>
            <a:ext cx="1016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9191" name="Rectangle 57">
            <a:extLst>
              <a:ext uri="{FF2B5EF4-FFF2-40B4-BE49-F238E27FC236}">
                <a16:creationId xmlns:a16="http://schemas.microsoft.com/office/drawing/2014/main" id="{1738E6A6-4034-4701-B7BD-E66097573236}"/>
              </a:ext>
            </a:extLst>
          </p:cNvPr>
          <p:cNvSpPr>
            <a:spLocks noChangeArrowheads="1"/>
          </p:cNvSpPr>
          <p:nvPr/>
        </p:nvSpPr>
        <p:spPr bwMode="auto">
          <a:xfrm>
            <a:off x="6902450" y="3562350"/>
            <a:ext cx="625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Zero</a:t>
            </a:r>
          </a:p>
        </p:txBody>
      </p:sp>
      <p:sp>
        <p:nvSpPr>
          <p:cNvPr id="49192" name="Rectangle 58">
            <a:extLst>
              <a:ext uri="{FF2B5EF4-FFF2-40B4-BE49-F238E27FC236}">
                <a16:creationId xmlns:a16="http://schemas.microsoft.com/office/drawing/2014/main" id="{F0864BB8-80EB-0802-D24C-BA2BAC1FB819}"/>
              </a:ext>
            </a:extLst>
          </p:cNvPr>
          <p:cNvSpPr>
            <a:spLocks noChangeArrowheads="1"/>
          </p:cNvSpPr>
          <p:nvPr/>
        </p:nvSpPr>
        <p:spPr bwMode="auto">
          <a:xfrm>
            <a:off x="5505450" y="419258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0</a:t>
            </a:r>
          </a:p>
        </p:txBody>
      </p:sp>
      <p:sp>
        <p:nvSpPr>
          <p:cNvPr id="49193" name="Rectangle 59">
            <a:extLst>
              <a:ext uri="{FF2B5EF4-FFF2-40B4-BE49-F238E27FC236}">
                <a16:creationId xmlns:a16="http://schemas.microsoft.com/office/drawing/2014/main" id="{25947B22-1513-3786-750E-6727986E198E}"/>
              </a:ext>
            </a:extLst>
          </p:cNvPr>
          <p:cNvSpPr>
            <a:spLocks noChangeArrowheads="1"/>
          </p:cNvSpPr>
          <p:nvPr/>
        </p:nvSpPr>
        <p:spPr bwMode="auto">
          <a:xfrm>
            <a:off x="5505450" y="49720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2</a:t>
            </a:r>
          </a:p>
        </p:txBody>
      </p:sp>
      <p:sp>
        <p:nvSpPr>
          <p:cNvPr id="49194" name="Rectangle 61">
            <a:extLst>
              <a:ext uri="{FF2B5EF4-FFF2-40B4-BE49-F238E27FC236}">
                <a16:creationId xmlns:a16="http://schemas.microsoft.com/office/drawing/2014/main" id="{92A2A800-2A94-F251-D717-4A002000A34E}"/>
              </a:ext>
            </a:extLst>
          </p:cNvPr>
          <p:cNvSpPr>
            <a:spLocks noChangeArrowheads="1"/>
          </p:cNvSpPr>
          <p:nvPr/>
        </p:nvSpPr>
        <p:spPr bwMode="auto">
          <a:xfrm>
            <a:off x="6902450" y="41465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32</a:t>
            </a:r>
          </a:p>
        </p:txBody>
      </p:sp>
      <p:sp>
        <p:nvSpPr>
          <p:cNvPr id="49195" name="Line 62">
            <a:extLst>
              <a:ext uri="{FF2B5EF4-FFF2-40B4-BE49-F238E27FC236}">
                <a16:creationId xmlns:a16="http://schemas.microsoft.com/office/drawing/2014/main" id="{E7ADB463-D482-82CE-F631-6474D5D7A4D3}"/>
              </a:ext>
            </a:extLst>
          </p:cNvPr>
          <p:cNvSpPr>
            <a:spLocks noChangeShapeType="1"/>
          </p:cNvSpPr>
          <p:nvPr/>
        </p:nvSpPr>
        <p:spPr bwMode="auto">
          <a:xfrm flipH="1">
            <a:off x="6815138" y="4208463"/>
            <a:ext cx="1041400"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9196" name="Rectangle 63">
            <a:extLst>
              <a:ext uri="{FF2B5EF4-FFF2-40B4-BE49-F238E27FC236}">
                <a16:creationId xmlns:a16="http://schemas.microsoft.com/office/drawing/2014/main" id="{6C219BF3-541C-005B-FE31-E681F2F07C7E}"/>
              </a:ext>
            </a:extLst>
          </p:cNvPr>
          <p:cNvSpPr>
            <a:spLocks noChangeArrowheads="1"/>
          </p:cNvSpPr>
          <p:nvPr/>
        </p:nvSpPr>
        <p:spPr bwMode="auto">
          <a:xfrm>
            <a:off x="6826250" y="3849688"/>
            <a:ext cx="920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ALUout</a:t>
            </a:r>
          </a:p>
        </p:txBody>
      </p:sp>
      <p:sp>
        <p:nvSpPr>
          <p:cNvPr id="49197" name="Line 78">
            <a:extLst>
              <a:ext uri="{FF2B5EF4-FFF2-40B4-BE49-F238E27FC236}">
                <a16:creationId xmlns:a16="http://schemas.microsoft.com/office/drawing/2014/main" id="{99429F1C-043C-40D6-11C0-BF1E0BF3C727}"/>
              </a:ext>
            </a:extLst>
          </p:cNvPr>
          <p:cNvSpPr>
            <a:spLocks noChangeShapeType="1"/>
          </p:cNvSpPr>
          <p:nvPr/>
        </p:nvSpPr>
        <p:spPr bwMode="auto">
          <a:xfrm>
            <a:off x="4554538" y="3276600"/>
            <a:ext cx="0" cy="18716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98" name="Line 79">
            <a:extLst>
              <a:ext uri="{FF2B5EF4-FFF2-40B4-BE49-F238E27FC236}">
                <a16:creationId xmlns:a16="http://schemas.microsoft.com/office/drawing/2014/main" id="{0ABE14E3-B0F5-EC8C-490D-8E4B4FBBA4EE}"/>
              </a:ext>
            </a:extLst>
          </p:cNvPr>
          <p:cNvSpPr>
            <a:spLocks noChangeShapeType="1"/>
          </p:cNvSpPr>
          <p:nvPr/>
        </p:nvSpPr>
        <p:spPr bwMode="auto">
          <a:xfrm flipV="1">
            <a:off x="6643688" y="4740275"/>
            <a:ext cx="0" cy="1008063"/>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99" name="Rectangle 80">
            <a:extLst>
              <a:ext uri="{FF2B5EF4-FFF2-40B4-BE49-F238E27FC236}">
                <a16:creationId xmlns:a16="http://schemas.microsoft.com/office/drawing/2014/main" id="{CFB5AD47-A376-C7CA-D880-E1BFB0EDE871}"/>
              </a:ext>
            </a:extLst>
          </p:cNvPr>
          <p:cNvSpPr>
            <a:spLocks noChangeArrowheads="1"/>
          </p:cNvSpPr>
          <p:nvPr/>
        </p:nvSpPr>
        <p:spPr bwMode="auto">
          <a:xfrm>
            <a:off x="6688138"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4</a:t>
            </a:r>
          </a:p>
        </p:txBody>
      </p:sp>
      <p:sp>
        <p:nvSpPr>
          <p:cNvPr id="49200" name="Line 81">
            <a:extLst>
              <a:ext uri="{FF2B5EF4-FFF2-40B4-BE49-F238E27FC236}">
                <a16:creationId xmlns:a16="http://schemas.microsoft.com/office/drawing/2014/main" id="{0A456822-DD01-77C5-92ED-ED03BFDFA7B2}"/>
              </a:ext>
            </a:extLst>
          </p:cNvPr>
          <p:cNvSpPr>
            <a:spLocks noChangeShapeType="1"/>
          </p:cNvSpPr>
          <p:nvPr/>
        </p:nvSpPr>
        <p:spPr bwMode="auto">
          <a:xfrm flipH="1">
            <a:off x="6569075"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1" name="Rectangle 82">
            <a:extLst>
              <a:ext uri="{FF2B5EF4-FFF2-40B4-BE49-F238E27FC236}">
                <a16:creationId xmlns:a16="http://schemas.microsoft.com/office/drawing/2014/main" id="{5284E531-F458-FD2C-7481-2CF260911F3F}"/>
              </a:ext>
            </a:extLst>
          </p:cNvPr>
          <p:cNvSpPr>
            <a:spLocks noChangeArrowheads="1"/>
          </p:cNvSpPr>
          <p:nvPr/>
        </p:nvSpPr>
        <p:spPr bwMode="auto">
          <a:xfrm>
            <a:off x="6348413" y="5695950"/>
            <a:ext cx="968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solidFill>
                  <a:srgbClr val="FF0000"/>
                </a:solidFill>
                <a:ea typeface="宋体" panose="02010600030101010101" pitchFamily="2" charset="-122"/>
              </a:rPr>
              <a:t>ALUctr</a:t>
            </a:r>
          </a:p>
        </p:txBody>
      </p:sp>
      <p:sp>
        <p:nvSpPr>
          <p:cNvPr id="49202" name="Line 85">
            <a:extLst>
              <a:ext uri="{FF2B5EF4-FFF2-40B4-BE49-F238E27FC236}">
                <a16:creationId xmlns:a16="http://schemas.microsoft.com/office/drawing/2014/main" id="{D6EB60DB-74DD-37E2-7AB3-AD0F9E3677E5}"/>
              </a:ext>
            </a:extLst>
          </p:cNvPr>
          <p:cNvSpPr>
            <a:spLocks noChangeShapeType="1"/>
          </p:cNvSpPr>
          <p:nvPr/>
        </p:nvSpPr>
        <p:spPr bwMode="auto">
          <a:xfrm>
            <a:off x="2720975" y="2493963"/>
            <a:ext cx="2741613"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03" name="Line 86">
            <a:extLst>
              <a:ext uri="{FF2B5EF4-FFF2-40B4-BE49-F238E27FC236}">
                <a16:creationId xmlns:a16="http://schemas.microsoft.com/office/drawing/2014/main" id="{76BE7EFE-53F2-929D-9C23-AF57A74277ED}"/>
              </a:ext>
            </a:extLst>
          </p:cNvPr>
          <p:cNvSpPr>
            <a:spLocks noChangeShapeType="1"/>
          </p:cNvSpPr>
          <p:nvPr/>
        </p:nvSpPr>
        <p:spPr bwMode="auto">
          <a:xfrm flipH="1">
            <a:off x="3395663" y="2403475"/>
            <a:ext cx="88900" cy="130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4" name="Rectangle 87">
            <a:extLst>
              <a:ext uri="{FF2B5EF4-FFF2-40B4-BE49-F238E27FC236}">
                <a16:creationId xmlns:a16="http://schemas.microsoft.com/office/drawing/2014/main" id="{C0EB535B-4619-BE30-D0D3-FE800EE0BCD5}"/>
              </a:ext>
            </a:extLst>
          </p:cNvPr>
          <p:cNvSpPr>
            <a:spLocks noChangeArrowheads="1"/>
          </p:cNvSpPr>
          <p:nvPr/>
        </p:nvSpPr>
        <p:spPr bwMode="auto">
          <a:xfrm>
            <a:off x="3082925" y="244316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32</a:t>
            </a:r>
          </a:p>
        </p:txBody>
      </p:sp>
      <p:sp>
        <p:nvSpPr>
          <p:cNvPr id="49205" name="Rectangle 88">
            <a:extLst>
              <a:ext uri="{FF2B5EF4-FFF2-40B4-BE49-F238E27FC236}">
                <a16:creationId xmlns:a16="http://schemas.microsoft.com/office/drawing/2014/main" id="{77E9191C-EB13-FA81-7277-E06F42CBBB5B}"/>
              </a:ext>
            </a:extLst>
          </p:cNvPr>
          <p:cNvSpPr>
            <a:spLocks noChangeArrowheads="1"/>
          </p:cNvSpPr>
          <p:nvPr/>
        </p:nvSpPr>
        <p:spPr bwMode="auto">
          <a:xfrm>
            <a:off x="2787650" y="2181225"/>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PC</a:t>
            </a:r>
          </a:p>
        </p:txBody>
      </p:sp>
      <p:sp>
        <p:nvSpPr>
          <p:cNvPr id="49206" name="Line 89">
            <a:extLst>
              <a:ext uri="{FF2B5EF4-FFF2-40B4-BE49-F238E27FC236}">
                <a16:creationId xmlns:a16="http://schemas.microsoft.com/office/drawing/2014/main" id="{2E4CB79E-5DD0-24C2-31CB-748DB17408A4}"/>
              </a:ext>
            </a:extLst>
          </p:cNvPr>
          <p:cNvSpPr>
            <a:spLocks noChangeShapeType="1"/>
          </p:cNvSpPr>
          <p:nvPr/>
        </p:nvSpPr>
        <p:spPr bwMode="auto">
          <a:xfrm flipH="1">
            <a:off x="6529388" y="277336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7" name="Line 90">
            <a:extLst>
              <a:ext uri="{FF2B5EF4-FFF2-40B4-BE49-F238E27FC236}">
                <a16:creationId xmlns:a16="http://schemas.microsoft.com/office/drawing/2014/main" id="{A351E871-3F5E-0F03-29BA-17B968A00033}"/>
              </a:ext>
            </a:extLst>
          </p:cNvPr>
          <p:cNvSpPr>
            <a:spLocks noChangeShapeType="1"/>
          </p:cNvSpPr>
          <p:nvPr/>
        </p:nvSpPr>
        <p:spPr bwMode="auto">
          <a:xfrm flipH="1">
            <a:off x="5913438" y="2843213"/>
            <a:ext cx="19304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9208" name="Rectangle 91">
            <a:extLst>
              <a:ext uri="{FF2B5EF4-FFF2-40B4-BE49-F238E27FC236}">
                <a16:creationId xmlns:a16="http://schemas.microsoft.com/office/drawing/2014/main" id="{A1414A6B-F94B-B58E-70F3-1ABDE3979A2A}"/>
              </a:ext>
            </a:extLst>
          </p:cNvPr>
          <p:cNvSpPr>
            <a:spLocks noChangeArrowheads="1"/>
          </p:cNvSpPr>
          <p:nvPr/>
        </p:nvSpPr>
        <p:spPr bwMode="auto">
          <a:xfrm>
            <a:off x="6216650" y="2462213"/>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Target</a:t>
            </a:r>
          </a:p>
        </p:txBody>
      </p:sp>
      <p:sp>
        <p:nvSpPr>
          <p:cNvPr id="49209" name="Rectangle 92">
            <a:extLst>
              <a:ext uri="{FF2B5EF4-FFF2-40B4-BE49-F238E27FC236}">
                <a16:creationId xmlns:a16="http://schemas.microsoft.com/office/drawing/2014/main" id="{8FF96B4F-456A-1C85-201C-14B1974A739A}"/>
              </a:ext>
            </a:extLst>
          </p:cNvPr>
          <p:cNvSpPr>
            <a:spLocks noChangeArrowheads="1"/>
          </p:cNvSpPr>
          <p:nvPr/>
        </p:nvSpPr>
        <p:spPr bwMode="auto">
          <a:xfrm>
            <a:off x="6292850" y="286861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32</a:t>
            </a:r>
          </a:p>
        </p:txBody>
      </p:sp>
      <p:sp>
        <p:nvSpPr>
          <p:cNvPr id="49210" name="Line 94">
            <a:extLst>
              <a:ext uri="{FF2B5EF4-FFF2-40B4-BE49-F238E27FC236}">
                <a16:creationId xmlns:a16="http://schemas.microsoft.com/office/drawing/2014/main" id="{E4289771-F792-59E1-DE89-E81DE3D1EFA6}"/>
              </a:ext>
            </a:extLst>
          </p:cNvPr>
          <p:cNvSpPr>
            <a:spLocks noChangeShapeType="1"/>
          </p:cNvSpPr>
          <p:nvPr/>
        </p:nvSpPr>
        <p:spPr bwMode="auto">
          <a:xfrm flipV="1">
            <a:off x="25733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1" name="Line 95">
            <a:extLst>
              <a:ext uri="{FF2B5EF4-FFF2-40B4-BE49-F238E27FC236}">
                <a16:creationId xmlns:a16="http://schemas.microsoft.com/office/drawing/2014/main" id="{3CD023B2-DCED-7330-1277-5C7AE34FD3C2}"/>
              </a:ext>
            </a:extLst>
          </p:cNvPr>
          <p:cNvSpPr>
            <a:spLocks noChangeShapeType="1"/>
          </p:cNvSpPr>
          <p:nvPr/>
        </p:nvSpPr>
        <p:spPr bwMode="auto">
          <a:xfrm>
            <a:off x="25733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12" name="Line 96">
            <a:extLst>
              <a:ext uri="{FF2B5EF4-FFF2-40B4-BE49-F238E27FC236}">
                <a16:creationId xmlns:a16="http://schemas.microsoft.com/office/drawing/2014/main" id="{66945927-8BB2-B63D-CBB3-C985939E300C}"/>
              </a:ext>
            </a:extLst>
          </p:cNvPr>
          <p:cNvSpPr>
            <a:spLocks noChangeShapeType="1"/>
          </p:cNvSpPr>
          <p:nvPr/>
        </p:nvSpPr>
        <p:spPr bwMode="auto">
          <a:xfrm>
            <a:off x="79835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13" name="Line 97">
            <a:extLst>
              <a:ext uri="{FF2B5EF4-FFF2-40B4-BE49-F238E27FC236}">
                <a16:creationId xmlns:a16="http://schemas.microsoft.com/office/drawing/2014/main" id="{1924A02C-7F3B-4017-9F7B-A8DC77E8A0F7}"/>
              </a:ext>
            </a:extLst>
          </p:cNvPr>
          <p:cNvSpPr>
            <a:spLocks noChangeShapeType="1"/>
          </p:cNvSpPr>
          <p:nvPr/>
        </p:nvSpPr>
        <p:spPr bwMode="auto">
          <a:xfrm flipH="1">
            <a:off x="2103438" y="1074738"/>
            <a:ext cx="482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4" name="Line 98">
            <a:extLst>
              <a:ext uri="{FF2B5EF4-FFF2-40B4-BE49-F238E27FC236}">
                <a16:creationId xmlns:a16="http://schemas.microsoft.com/office/drawing/2014/main" id="{5E4C8B8D-495D-D6FF-2CFF-88ADE22289A5}"/>
              </a:ext>
            </a:extLst>
          </p:cNvPr>
          <p:cNvSpPr>
            <a:spLocks noChangeShapeType="1"/>
          </p:cNvSpPr>
          <p:nvPr/>
        </p:nvSpPr>
        <p:spPr bwMode="auto">
          <a:xfrm flipH="1">
            <a:off x="5227638" y="1074738"/>
            <a:ext cx="276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5" name="Line 99">
            <a:extLst>
              <a:ext uri="{FF2B5EF4-FFF2-40B4-BE49-F238E27FC236}">
                <a16:creationId xmlns:a16="http://schemas.microsoft.com/office/drawing/2014/main" id="{D4896F84-3157-1559-5343-DDF011B46FCB}"/>
              </a:ext>
            </a:extLst>
          </p:cNvPr>
          <p:cNvSpPr>
            <a:spLocks noChangeShapeType="1"/>
          </p:cNvSpPr>
          <p:nvPr/>
        </p:nvSpPr>
        <p:spPr bwMode="auto">
          <a:xfrm>
            <a:off x="5240338" y="1087438"/>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6" name="Line 100">
            <a:extLst>
              <a:ext uri="{FF2B5EF4-FFF2-40B4-BE49-F238E27FC236}">
                <a16:creationId xmlns:a16="http://schemas.microsoft.com/office/drawing/2014/main" id="{8EA69910-E531-C336-A18A-694670562D43}"/>
              </a:ext>
            </a:extLst>
          </p:cNvPr>
          <p:cNvSpPr>
            <a:spLocks noChangeShapeType="1"/>
          </p:cNvSpPr>
          <p:nvPr/>
        </p:nvSpPr>
        <p:spPr bwMode="auto">
          <a:xfrm flipH="1">
            <a:off x="2560638" y="1455738"/>
            <a:ext cx="2692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7" name="Rectangle 101">
            <a:extLst>
              <a:ext uri="{FF2B5EF4-FFF2-40B4-BE49-F238E27FC236}">
                <a16:creationId xmlns:a16="http://schemas.microsoft.com/office/drawing/2014/main" id="{BD37F4E2-1A5A-8290-93AC-3F59CEEB9F3B}"/>
              </a:ext>
            </a:extLst>
          </p:cNvPr>
          <p:cNvSpPr>
            <a:spLocks noChangeArrowheads="1"/>
          </p:cNvSpPr>
          <p:nvPr/>
        </p:nvSpPr>
        <p:spPr bwMode="auto">
          <a:xfrm>
            <a:off x="2025650" y="1150938"/>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Clk</a:t>
            </a:r>
          </a:p>
        </p:txBody>
      </p:sp>
      <p:sp>
        <p:nvSpPr>
          <p:cNvPr id="49218" name="Line 102">
            <a:extLst>
              <a:ext uri="{FF2B5EF4-FFF2-40B4-BE49-F238E27FC236}">
                <a16:creationId xmlns:a16="http://schemas.microsoft.com/office/drawing/2014/main" id="{EBD84A3E-752E-5C8D-D1CE-5FA98EE4E402}"/>
              </a:ext>
            </a:extLst>
          </p:cNvPr>
          <p:cNvSpPr>
            <a:spLocks noChangeShapeType="1"/>
          </p:cNvSpPr>
          <p:nvPr/>
        </p:nvSpPr>
        <p:spPr bwMode="auto">
          <a:xfrm>
            <a:off x="27257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9" name="Line 103">
            <a:extLst>
              <a:ext uri="{FF2B5EF4-FFF2-40B4-BE49-F238E27FC236}">
                <a16:creationId xmlns:a16="http://schemas.microsoft.com/office/drawing/2014/main" id="{E1926854-1115-8AD5-614B-B74CA3E6B381}"/>
              </a:ext>
            </a:extLst>
          </p:cNvPr>
          <p:cNvSpPr>
            <a:spLocks noChangeShapeType="1"/>
          </p:cNvSpPr>
          <p:nvPr/>
        </p:nvSpPr>
        <p:spPr bwMode="auto">
          <a:xfrm>
            <a:off x="2738438" y="1706563"/>
            <a:ext cx="22606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9220" name="Line 104">
            <a:extLst>
              <a:ext uri="{FF2B5EF4-FFF2-40B4-BE49-F238E27FC236}">
                <a16:creationId xmlns:a16="http://schemas.microsoft.com/office/drawing/2014/main" id="{5D63019F-402A-D0F3-40A0-38708A038CEE}"/>
              </a:ext>
            </a:extLst>
          </p:cNvPr>
          <p:cNvSpPr>
            <a:spLocks noChangeShapeType="1"/>
          </p:cNvSpPr>
          <p:nvPr/>
        </p:nvSpPr>
        <p:spPr bwMode="auto">
          <a:xfrm>
            <a:off x="81359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21" name="Rectangle 105">
            <a:extLst>
              <a:ext uri="{FF2B5EF4-FFF2-40B4-BE49-F238E27FC236}">
                <a16:creationId xmlns:a16="http://schemas.microsoft.com/office/drawing/2014/main" id="{C0A69433-6CA9-B7EC-58A9-FDEFA91EA4BD}"/>
              </a:ext>
            </a:extLst>
          </p:cNvPr>
          <p:cNvSpPr>
            <a:spLocks noChangeArrowheads="1"/>
          </p:cNvSpPr>
          <p:nvPr/>
        </p:nvSpPr>
        <p:spPr bwMode="auto">
          <a:xfrm>
            <a:off x="5019675" y="1536700"/>
            <a:ext cx="704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eaLnBrk="0" hangingPunct="0"/>
            <a:r>
              <a:rPr lang="en-US" altLang="zh-CN">
                <a:latin typeface="Arial" panose="020B0604020202020204" pitchFamily="34" charset="0"/>
                <a:ea typeface="宋体" panose="02010600030101010101" pitchFamily="2" charset="-122"/>
              </a:rPr>
              <a:t>EX</a:t>
            </a:r>
          </a:p>
        </p:txBody>
      </p:sp>
      <p:sp>
        <p:nvSpPr>
          <p:cNvPr id="49222" name="Line 110">
            <a:extLst>
              <a:ext uri="{FF2B5EF4-FFF2-40B4-BE49-F238E27FC236}">
                <a16:creationId xmlns:a16="http://schemas.microsoft.com/office/drawing/2014/main" id="{A75A0D97-3042-3CCE-CEFD-495B2D685CE7}"/>
              </a:ext>
            </a:extLst>
          </p:cNvPr>
          <p:cNvSpPr>
            <a:spLocks noChangeShapeType="1"/>
          </p:cNvSpPr>
          <p:nvPr/>
        </p:nvSpPr>
        <p:spPr bwMode="auto">
          <a:xfrm flipH="1">
            <a:off x="7970838" y="1455738"/>
            <a:ext cx="939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23" name="Line 111">
            <a:extLst>
              <a:ext uri="{FF2B5EF4-FFF2-40B4-BE49-F238E27FC236}">
                <a16:creationId xmlns:a16="http://schemas.microsoft.com/office/drawing/2014/main" id="{A8272EEE-B644-33F3-FB7A-193D28321558}"/>
              </a:ext>
            </a:extLst>
          </p:cNvPr>
          <p:cNvSpPr>
            <a:spLocks noChangeShapeType="1"/>
          </p:cNvSpPr>
          <p:nvPr/>
        </p:nvSpPr>
        <p:spPr bwMode="auto">
          <a:xfrm>
            <a:off x="5710238" y="1717675"/>
            <a:ext cx="2260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24" name="Line 112">
            <a:extLst>
              <a:ext uri="{FF2B5EF4-FFF2-40B4-BE49-F238E27FC236}">
                <a16:creationId xmlns:a16="http://schemas.microsoft.com/office/drawing/2014/main" id="{957E027D-EC1C-913D-4A0E-0E3D77CB8F77}"/>
              </a:ext>
            </a:extLst>
          </p:cNvPr>
          <p:cNvSpPr>
            <a:spLocks noChangeShapeType="1"/>
          </p:cNvSpPr>
          <p:nvPr/>
        </p:nvSpPr>
        <p:spPr bwMode="auto">
          <a:xfrm>
            <a:off x="8148638" y="1717675"/>
            <a:ext cx="508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9225" name="Rectangle 113">
            <a:extLst>
              <a:ext uri="{FF2B5EF4-FFF2-40B4-BE49-F238E27FC236}">
                <a16:creationId xmlns:a16="http://schemas.microsoft.com/office/drawing/2014/main" id="{948AA8CA-2B70-E6FE-2FFE-5905B3DFFC43}"/>
              </a:ext>
            </a:extLst>
          </p:cNvPr>
          <p:cNvSpPr>
            <a:spLocks noChangeArrowheads="1"/>
          </p:cNvSpPr>
          <p:nvPr/>
        </p:nvSpPr>
        <p:spPr bwMode="auto">
          <a:xfrm>
            <a:off x="8655050" y="1554163"/>
            <a:ext cx="354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M</a:t>
            </a:r>
          </a:p>
        </p:txBody>
      </p:sp>
      <p:sp>
        <p:nvSpPr>
          <p:cNvPr id="49226" name="Line 114">
            <a:extLst>
              <a:ext uri="{FF2B5EF4-FFF2-40B4-BE49-F238E27FC236}">
                <a16:creationId xmlns:a16="http://schemas.microsoft.com/office/drawing/2014/main" id="{E9713691-9A2B-E1F6-6D3C-5BBAB4BD6944}"/>
              </a:ext>
            </a:extLst>
          </p:cNvPr>
          <p:cNvSpPr>
            <a:spLocks noChangeShapeType="1"/>
          </p:cNvSpPr>
          <p:nvPr/>
        </p:nvSpPr>
        <p:spPr bwMode="auto">
          <a:xfrm flipV="1">
            <a:off x="79835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27" name="Line 115">
            <a:extLst>
              <a:ext uri="{FF2B5EF4-FFF2-40B4-BE49-F238E27FC236}">
                <a16:creationId xmlns:a16="http://schemas.microsoft.com/office/drawing/2014/main" id="{4AC1319C-15AE-17E0-D526-586204059118}"/>
              </a:ext>
            </a:extLst>
          </p:cNvPr>
          <p:cNvSpPr>
            <a:spLocks noChangeShapeType="1"/>
          </p:cNvSpPr>
          <p:nvPr/>
        </p:nvSpPr>
        <p:spPr bwMode="auto">
          <a:xfrm>
            <a:off x="8135938" y="4229100"/>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28" name="Line 131">
            <a:extLst>
              <a:ext uri="{FF2B5EF4-FFF2-40B4-BE49-F238E27FC236}">
                <a16:creationId xmlns:a16="http://schemas.microsoft.com/office/drawing/2014/main" id="{06C8D021-4519-59AF-64F6-51A019326918}"/>
              </a:ext>
            </a:extLst>
          </p:cNvPr>
          <p:cNvSpPr>
            <a:spLocks noChangeShapeType="1"/>
          </p:cNvSpPr>
          <p:nvPr/>
        </p:nvSpPr>
        <p:spPr bwMode="auto">
          <a:xfrm flipH="1">
            <a:off x="6329363" y="3541713"/>
            <a:ext cx="1587" cy="576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29" name="Line 132">
            <a:extLst>
              <a:ext uri="{FF2B5EF4-FFF2-40B4-BE49-F238E27FC236}">
                <a16:creationId xmlns:a16="http://schemas.microsoft.com/office/drawing/2014/main" id="{4AD715FB-FD11-A06A-52EA-37D92BD2409B}"/>
              </a:ext>
            </a:extLst>
          </p:cNvPr>
          <p:cNvSpPr>
            <a:spLocks noChangeShapeType="1"/>
          </p:cNvSpPr>
          <p:nvPr/>
        </p:nvSpPr>
        <p:spPr bwMode="auto">
          <a:xfrm>
            <a:off x="6345238" y="3535363"/>
            <a:ext cx="455612"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0" name="Line 133">
            <a:extLst>
              <a:ext uri="{FF2B5EF4-FFF2-40B4-BE49-F238E27FC236}">
                <a16:creationId xmlns:a16="http://schemas.microsoft.com/office/drawing/2014/main" id="{46CECCAA-78F4-C5A3-9683-E86F12CF95FE}"/>
              </a:ext>
            </a:extLst>
          </p:cNvPr>
          <p:cNvSpPr>
            <a:spLocks noChangeShapeType="1"/>
          </p:cNvSpPr>
          <p:nvPr/>
        </p:nvSpPr>
        <p:spPr bwMode="auto">
          <a:xfrm>
            <a:off x="6332538" y="4140200"/>
            <a:ext cx="152400" cy="904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1" name="Line 135">
            <a:extLst>
              <a:ext uri="{FF2B5EF4-FFF2-40B4-BE49-F238E27FC236}">
                <a16:creationId xmlns:a16="http://schemas.microsoft.com/office/drawing/2014/main" id="{F63DE986-7366-A301-BEE2-399C8ED99BCC}"/>
              </a:ext>
            </a:extLst>
          </p:cNvPr>
          <p:cNvSpPr>
            <a:spLocks noChangeShapeType="1"/>
          </p:cNvSpPr>
          <p:nvPr/>
        </p:nvSpPr>
        <p:spPr bwMode="auto">
          <a:xfrm>
            <a:off x="6811963" y="3819525"/>
            <a:ext cx="0" cy="790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2" name="Line 136">
            <a:extLst>
              <a:ext uri="{FF2B5EF4-FFF2-40B4-BE49-F238E27FC236}">
                <a16:creationId xmlns:a16="http://schemas.microsoft.com/office/drawing/2014/main" id="{52233B3E-41A9-FF47-96DD-F88B3791BDC9}"/>
              </a:ext>
            </a:extLst>
          </p:cNvPr>
          <p:cNvSpPr>
            <a:spLocks noChangeShapeType="1"/>
          </p:cNvSpPr>
          <p:nvPr/>
        </p:nvSpPr>
        <p:spPr bwMode="auto">
          <a:xfrm flipV="1">
            <a:off x="6348413" y="4251325"/>
            <a:ext cx="134937" cy="1444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3" name="Line 137">
            <a:extLst>
              <a:ext uri="{FF2B5EF4-FFF2-40B4-BE49-F238E27FC236}">
                <a16:creationId xmlns:a16="http://schemas.microsoft.com/office/drawing/2014/main" id="{66843F9C-8FD5-F3B2-730C-4068859408E1}"/>
              </a:ext>
            </a:extLst>
          </p:cNvPr>
          <p:cNvSpPr>
            <a:spLocks noChangeShapeType="1"/>
          </p:cNvSpPr>
          <p:nvPr/>
        </p:nvSpPr>
        <p:spPr bwMode="auto">
          <a:xfrm flipH="1">
            <a:off x="6359525" y="4379913"/>
            <a:ext cx="0" cy="561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4" name="Line 138">
            <a:extLst>
              <a:ext uri="{FF2B5EF4-FFF2-40B4-BE49-F238E27FC236}">
                <a16:creationId xmlns:a16="http://schemas.microsoft.com/office/drawing/2014/main" id="{1C16BD62-69FA-F74A-44CF-8E35E8CD80E4}"/>
              </a:ext>
            </a:extLst>
          </p:cNvPr>
          <p:cNvSpPr>
            <a:spLocks noChangeShapeType="1"/>
          </p:cNvSpPr>
          <p:nvPr/>
        </p:nvSpPr>
        <p:spPr bwMode="auto">
          <a:xfrm flipV="1">
            <a:off x="6375400" y="4611688"/>
            <a:ext cx="425450" cy="3159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5" name="Line 140">
            <a:extLst>
              <a:ext uri="{FF2B5EF4-FFF2-40B4-BE49-F238E27FC236}">
                <a16:creationId xmlns:a16="http://schemas.microsoft.com/office/drawing/2014/main" id="{6F339F95-9C62-3501-5B12-B29C0E1422DF}"/>
              </a:ext>
            </a:extLst>
          </p:cNvPr>
          <p:cNvSpPr>
            <a:spLocks noChangeShapeType="1"/>
          </p:cNvSpPr>
          <p:nvPr/>
        </p:nvSpPr>
        <p:spPr bwMode="auto">
          <a:xfrm>
            <a:off x="5454650" y="2293938"/>
            <a:ext cx="7938" cy="3683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6" name="Line 141">
            <a:extLst>
              <a:ext uri="{FF2B5EF4-FFF2-40B4-BE49-F238E27FC236}">
                <a16:creationId xmlns:a16="http://schemas.microsoft.com/office/drawing/2014/main" id="{F28C2042-5B7F-9C63-4CE5-EA7E4F5F83F2}"/>
              </a:ext>
            </a:extLst>
          </p:cNvPr>
          <p:cNvSpPr>
            <a:spLocks noChangeShapeType="1"/>
          </p:cNvSpPr>
          <p:nvPr/>
        </p:nvSpPr>
        <p:spPr bwMode="auto">
          <a:xfrm>
            <a:off x="5467350" y="2293938"/>
            <a:ext cx="433388"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7" name="Line 142">
            <a:extLst>
              <a:ext uri="{FF2B5EF4-FFF2-40B4-BE49-F238E27FC236}">
                <a16:creationId xmlns:a16="http://schemas.microsoft.com/office/drawing/2014/main" id="{70183A2B-7333-DC52-16C4-ADC541BD6B07}"/>
              </a:ext>
            </a:extLst>
          </p:cNvPr>
          <p:cNvSpPr>
            <a:spLocks noChangeShapeType="1"/>
          </p:cNvSpPr>
          <p:nvPr/>
        </p:nvSpPr>
        <p:spPr bwMode="auto">
          <a:xfrm>
            <a:off x="5468938" y="2689225"/>
            <a:ext cx="163512" cy="1666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8" name="Line 144">
            <a:extLst>
              <a:ext uri="{FF2B5EF4-FFF2-40B4-BE49-F238E27FC236}">
                <a16:creationId xmlns:a16="http://schemas.microsoft.com/office/drawing/2014/main" id="{45E709F8-26D8-159D-C1CB-632F2B22ACEA}"/>
              </a:ext>
            </a:extLst>
          </p:cNvPr>
          <p:cNvSpPr>
            <a:spLocks noChangeShapeType="1"/>
          </p:cNvSpPr>
          <p:nvPr/>
        </p:nvSpPr>
        <p:spPr bwMode="auto">
          <a:xfrm>
            <a:off x="5911850" y="2578100"/>
            <a:ext cx="0" cy="542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39" name="Line 145">
            <a:extLst>
              <a:ext uri="{FF2B5EF4-FFF2-40B4-BE49-F238E27FC236}">
                <a16:creationId xmlns:a16="http://schemas.microsoft.com/office/drawing/2014/main" id="{F9AD48C6-A86D-3D5D-3EA7-F99A7B8D766E}"/>
              </a:ext>
            </a:extLst>
          </p:cNvPr>
          <p:cNvSpPr>
            <a:spLocks noChangeShapeType="1"/>
          </p:cNvSpPr>
          <p:nvPr/>
        </p:nvSpPr>
        <p:spPr bwMode="auto">
          <a:xfrm flipV="1">
            <a:off x="5487988" y="2871788"/>
            <a:ext cx="144462" cy="201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0" name="Line 146">
            <a:extLst>
              <a:ext uri="{FF2B5EF4-FFF2-40B4-BE49-F238E27FC236}">
                <a16:creationId xmlns:a16="http://schemas.microsoft.com/office/drawing/2014/main" id="{50BFE17C-2996-6FBA-DC52-1B2ACD789165}"/>
              </a:ext>
            </a:extLst>
          </p:cNvPr>
          <p:cNvSpPr>
            <a:spLocks noChangeShapeType="1"/>
          </p:cNvSpPr>
          <p:nvPr/>
        </p:nvSpPr>
        <p:spPr bwMode="auto">
          <a:xfrm>
            <a:off x="5481638" y="3087688"/>
            <a:ext cx="11112" cy="3365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1" name="Line 147">
            <a:extLst>
              <a:ext uri="{FF2B5EF4-FFF2-40B4-BE49-F238E27FC236}">
                <a16:creationId xmlns:a16="http://schemas.microsoft.com/office/drawing/2014/main" id="{7E07C5C5-EA1E-DF2E-2EC7-E1D29FE784FA}"/>
              </a:ext>
            </a:extLst>
          </p:cNvPr>
          <p:cNvSpPr>
            <a:spLocks noChangeShapeType="1"/>
          </p:cNvSpPr>
          <p:nvPr/>
        </p:nvSpPr>
        <p:spPr bwMode="auto">
          <a:xfrm flipV="1">
            <a:off x="5495925" y="3108325"/>
            <a:ext cx="404813" cy="31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2" name="Rectangle 148">
            <a:extLst>
              <a:ext uri="{FF2B5EF4-FFF2-40B4-BE49-F238E27FC236}">
                <a16:creationId xmlns:a16="http://schemas.microsoft.com/office/drawing/2014/main" id="{4FB471C0-95B3-D4F3-95E5-A75EF6FD98EA}"/>
              </a:ext>
            </a:extLst>
          </p:cNvPr>
          <p:cNvSpPr>
            <a:spLocks noChangeArrowheads="1"/>
          </p:cNvSpPr>
          <p:nvPr/>
        </p:nvSpPr>
        <p:spPr bwMode="auto">
          <a:xfrm rot="5400000">
            <a:off x="5375276" y="2638425"/>
            <a:ext cx="7747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Adder</a:t>
            </a:r>
          </a:p>
        </p:txBody>
      </p:sp>
      <p:sp>
        <p:nvSpPr>
          <p:cNvPr id="49243" name="Rectangle 59">
            <a:extLst>
              <a:ext uri="{FF2B5EF4-FFF2-40B4-BE49-F238E27FC236}">
                <a16:creationId xmlns:a16="http://schemas.microsoft.com/office/drawing/2014/main" id="{B570F44E-A063-A0E9-55FA-5360AFF7D410}"/>
              </a:ext>
            </a:extLst>
          </p:cNvPr>
          <p:cNvSpPr>
            <a:spLocks noChangeArrowheads="1"/>
          </p:cNvSpPr>
          <p:nvPr/>
        </p:nvSpPr>
        <p:spPr bwMode="auto">
          <a:xfrm>
            <a:off x="5505450" y="456088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1</a:t>
            </a:r>
          </a:p>
        </p:txBody>
      </p:sp>
      <p:sp>
        <p:nvSpPr>
          <p:cNvPr id="49244" name="Line 32">
            <a:extLst>
              <a:ext uri="{FF2B5EF4-FFF2-40B4-BE49-F238E27FC236}">
                <a16:creationId xmlns:a16="http://schemas.microsoft.com/office/drawing/2014/main" id="{71009BFC-6314-F8B2-D361-9B54C969C75A}"/>
              </a:ext>
            </a:extLst>
          </p:cNvPr>
          <p:cNvSpPr>
            <a:spLocks noChangeShapeType="1"/>
          </p:cNvSpPr>
          <p:nvPr/>
        </p:nvSpPr>
        <p:spPr bwMode="auto">
          <a:xfrm>
            <a:off x="4999038" y="4741863"/>
            <a:ext cx="533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45" name="Line 33">
            <a:extLst>
              <a:ext uri="{FF2B5EF4-FFF2-40B4-BE49-F238E27FC236}">
                <a16:creationId xmlns:a16="http://schemas.microsoft.com/office/drawing/2014/main" id="{26FB0E29-B44D-883B-6B1B-5F1D1A51EB9F}"/>
              </a:ext>
            </a:extLst>
          </p:cNvPr>
          <p:cNvSpPr>
            <a:spLocks noChangeShapeType="1"/>
          </p:cNvSpPr>
          <p:nvPr/>
        </p:nvSpPr>
        <p:spPr bwMode="auto">
          <a:xfrm flipV="1">
            <a:off x="5272088" y="4646613"/>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46" name="Rectangle 34">
            <a:extLst>
              <a:ext uri="{FF2B5EF4-FFF2-40B4-BE49-F238E27FC236}">
                <a16:creationId xmlns:a16="http://schemas.microsoft.com/office/drawing/2014/main" id="{DA354082-74C9-3698-9B28-47ABB24F53C9}"/>
              </a:ext>
            </a:extLst>
          </p:cNvPr>
          <p:cNvSpPr>
            <a:spLocks noChangeArrowheads="1"/>
          </p:cNvSpPr>
          <p:nvPr/>
        </p:nvSpPr>
        <p:spPr bwMode="auto">
          <a:xfrm>
            <a:off x="4946650" y="47148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32</a:t>
            </a:r>
          </a:p>
        </p:txBody>
      </p:sp>
      <p:sp>
        <p:nvSpPr>
          <p:cNvPr id="49247" name="Rectangle 35">
            <a:extLst>
              <a:ext uri="{FF2B5EF4-FFF2-40B4-BE49-F238E27FC236}">
                <a16:creationId xmlns:a16="http://schemas.microsoft.com/office/drawing/2014/main" id="{F8A2AAD4-D4A9-2CC0-09CE-8D5BE2CB9732}"/>
              </a:ext>
            </a:extLst>
          </p:cNvPr>
          <p:cNvSpPr>
            <a:spLocks noChangeArrowheads="1"/>
          </p:cNvSpPr>
          <p:nvPr/>
        </p:nvSpPr>
        <p:spPr bwMode="auto">
          <a:xfrm>
            <a:off x="4551363" y="4576763"/>
            <a:ext cx="490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“4”</a:t>
            </a:r>
          </a:p>
        </p:txBody>
      </p:sp>
      <p:grpSp>
        <p:nvGrpSpPr>
          <p:cNvPr id="49248" name="Group 36">
            <a:extLst>
              <a:ext uri="{FF2B5EF4-FFF2-40B4-BE49-F238E27FC236}">
                <a16:creationId xmlns:a16="http://schemas.microsoft.com/office/drawing/2014/main" id="{67377A9A-6BCD-D9DD-348E-6F53FCF0D06F}"/>
              </a:ext>
            </a:extLst>
          </p:cNvPr>
          <p:cNvGrpSpPr>
            <a:grpSpLocks/>
          </p:cNvGrpSpPr>
          <p:nvPr/>
        </p:nvGrpSpPr>
        <p:grpSpPr bwMode="auto">
          <a:xfrm>
            <a:off x="3973513" y="3259138"/>
            <a:ext cx="304800" cy="798512"/>
            <a:chOff x="3120" y="2696"/>
            <a:chExt cx="192" cy="773"/>
          </a:xfrm>
        </p:grpSpPr>
        <p:sp>
          <p:nvSpPr>
            <p:cNvPr id="49249" name="Line 37">
              <a:extLst>
                <a:ext uri="{FF2B5EF4-FFF2-40B4-BE49-F238E27FC236}">
                  <a16:creationId xmlns:a16="http://schemas.microsoft.com/office/drawing/2014/main" id="{FA891C0F-0E77-0CEA-D531-7F07B40DE03D}"/>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0" name="Line 38">
              <a:extLst>
                <a:ext uri="{FF2B5EF4-FFF2-40B4-BE49-F238E27FC236}">
                  <a16:creationId xmlns:a16="http://schemas.microsoft.com/office/drawing/2014/main" id="{43090AF6-7F1D-4297-B713-003D59A5BFE2}"/>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1" name="Line 39">
              <a:extLst>
                <a:ext uri="{FF2B5EF4-FFF2-40B4-BE49-F238E27FC236}">
                  <a16:creationId xmlns:a16="http://schemas.microsoft.com/office/drawing/2014/main" id="{F181E797-E80E-5E4F-79F1-CC34913B66A7}"/>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2" name="Line 40">
              <a:extLst>
                <a:ext uri="{FF2B5EF4-FFF2-40B4-BE49-F238E27FC236}">
                  <a16:creationId xmlns:a16="http://schemas.microsoft.com/office/drawing/2014/main" id="{53A35809-FD6C-DEA4-6E2C-660C25B2845C}"/>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253" name="Line 44">
            <a:extLst>
              <a:ext uri="{FF2B5EF4-FFF2-40B4-BE49-F238E27FC236}">
                <a16:creationId xmlns:a16="http://schemas.microsoft.com/office/drawing/2014/main" id="{E0DAFB57-9C80-D118-4495-EAF2827317AB}"/>
              </a:ext>
            </a:extLst>
          </p:cNvPr>
          <p:cNvSpPr>
            <a:spLocks noChangeShapeType="1"/>
          </p:cNvSpPr>
          <p:nvPr/>
        </p:nvSpPr>
        <p:spPr bwMode="auto">
          <a:xfrm flipV="1">
            <a:off x="2732088" y="3849688"/>
            <a:ext cx="12414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54" name="Rectangle 58">
            <a:extLst>
              <a:ext uri="{FF2B5EF4-FFF2-40B4-BE49-F238E27FC236}">
                <a16:creationId xmlns:a16="http://schemas.microsoft.com/office/drawing/2014/main" id="{E384CBBE-5A24-70F3-8E0C-9055CF6E85AD}"/>
              </a:ext>
            </a:extLst>
          </p:cNvPr>
          <p:cNvSpPr>
            <a:spLocks noChangeArrowheads="1"/>
          </p:cNvSpPr>
          <p:nvPr/>
        </p:nvSpPr>
        <p:spPr bwMode="auto">
          <a:xfrm>
            <a:off x="3932238" y="3271838"/>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1</a:t>
            </a:r>
          </a:p>
        </p:txBody>
      </p:sp>
      <p:sp>
        <p:nvSpPr>
          <p:cNvPr id="49255" name="Rectangle 59">
            <a:extLst>
              <a:ext uri="{FF2B5EF4-FFF2-40B4-BE49-F238E27FC236}">
                <a16:creationId xmlns:a16="http://schemas.microsoft.com/office/drawing/2014/main" id="{C480D431-89DD-93C4-0071-F9EDF6811984}"/>
              </a:ext>
            </a:extLst>
          </p:cNvPr>
          <p:cNvSpPr>
            <a:spLocks noChangeArrowheads="1"/>
          </p:cNvSpPr>
          <p:nvPr/>
        </p:nvSpPr>
        <p:spPr bwMode="auto">
          <a:xfrm>
            <a:off x="3932238" y="3667125"/>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0</a:t>
            </a:r>
          </a:p>
        </p:txBody>
      </p:sp>
      <p:sp>
        <p:nvSpPr>
          <p:cNvPr id="49256" name="Line 16">
            <a:extLst>
              <a:ext uri="{FF2B5EF4-FFF2-40B4-BE49-F238E27FC236}">
                <a16:creationId xmlns:a16="http://schemas.microsoft.com/office/drawing/2014/main" id="{AAAA499F-5744-A869-FBE4-66310060E18E}"/>
              </a:ext>
            </a:extLst>
          </p:cNvPr>
          <p:cNvSpPr>
            <a:spLocks noChangeShapeType="1"/>
          </p:cNvSpPr>
          <p:nvPr/>
        </p:nvSpPr>
        <p:spPr bwMode="auto">
          <a:xfrm>
            <a:off x="3646488" y="3432175"/>
            <a:ext cx="3270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57" name="Line 78">
            <a:extLst>
              <a:ext uri="{FF2B5EF4-FFF2-40B4-BE49-F238E27FC236}">
                <a16:creationId xmlns:a16="http://schemas.microsoft.com/office/drawing/2014/main" id="{53CB51F3-718D-2436-94A8-AEDEDB8F1E05}"/>
              </a:ext>
            </a:extLst>
          </p:cNvPr>
          <p:cNvSpPr>
            <a:spLocks noChangeShapeType="1"/>
          </p:cNvSpPr>
          <p:nvPr/>
        </p:nvSpPr>
        <p:spPr bwMode="auto">
          <a:xfrm>
            <a:off x="3646488" y="2493963"/>
            <a:ext cx="0" cy="9525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8" name="Oval 94">
            <a:extLst>
              <a:ext uri="{FF2B5EF4-FFF2-40B4-BE49-F238E27FC236}">
                <a16:creationId xmlns:a16="http://schemas.microsoft.com/office/drawing/2014/main" id="{B020D99A-BD48-C868-87F3-AE6BF5C22E69}"/>
              </a:ext>
            </a:extLst>
          </p:cNvPr>
          <p:cNvSpPr>
            <a:spLocks noChangeArrowheads="1"/>
          </p:cNvSpPr>
          <p:nvPr/>
        </p:nvSpPr>
        <p:spPr bwMode="auto">
          <a:xfrm>
            <a:off x="3602038" y="2451100"/>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49259" name="Oval 94">
            <a:extLst>
              <a:ext uri="{FF2B5EF4-FFF2-40B4-BE49-F238E27FC236}">
                <a16:creationId xmlns:a16="http://schemas.microsoft.com/office/drawing/2014/main" id="{E4962B9D-0148-6118-2FEA-556C05E0FEAB}"/>
              </a:ext>
            </a:extLst>
          </p:cNvPr>
          <p:cNvSpPr>
            <a:spLocks noChangeArrowheads="1"/>
          </p:cNvSpPr>
          <p:nvPr/>
        </p:nvSpPr>
        <p:spPr bwMode="auto">
          <a:xfrm>
            <a:off x="4510088" y="5068888"/>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49260" name="Line 48">
            <a:extLst>
              <a:ext uri="{FF2B5EF4-FFF2-40B4-BE49-F238E27FC236}">
                <a16:creationId xmlns:a16="http://schemas.microsoft.com/office/drawing/2014/main" id="{42643FF9-228F-A1BA-6547-CBB378E77D3F}"/>
              </a:ext>
            </a:extLst>
          </p:cNvPr>
          <p:cNvSpPr>
            <a:spLocks noChangeShapeType="1"/>
          </p:cNvSpPr>
          <p:nvPr/>
        </p:nvSpPr>
        <p:spPr bwMode="auto">
          <a:xfrm flipH="1">
            <a:off x="4135438" y="3989388"/>
            <a:ext cx="0" cy="1763712"/>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1" name="Rectangle 80">
            <a:extLst>
              <a:ext uri="{FF2B5EF4-FFF2-40B4-BE49-F238E27FC236}">
                <a16:creationId xmlns:a16="http://schemas.microsoft.com/office/drawing/2014/main" id="{01F27FC6-E3D2-35B9-3B7B-3EA5D66EAB70}"/>
              </a:ext>
            </a:extLst>
          </p:cNvPr>
          <p:cNvSpPr>
            <a:spLocks noChangeArrowheads="1"/>
          </p:cNvSpPr>
          <p:nvPr/>
        </p:nvSpPr>
        <p:spPr bwMode="auto">
          <a:xfrm>
            <a:off x="5765800"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2</a:t>
            </a:r>
          </a:p>
        </p:txBody>
      </p:sp>
      <p:sp>
        <p:nvSpPr>
          <p:cNvPr id="49262" name="Line 81">
            <a:extLst>
              <a:ext uri="{FF2B5EF4-FFF2-40B4-BE49-F238E27FC236}">
                <a16:creationId xmlns:a16="http://schemas.microsoft.com/office/drawing/2014/main" id="{143C1E3F-2389-AA67-2DF7-006E60B3ED19}"/>
              </a:ext>
            </a:extLst>
          </p:cNvPr>
          <p:cNvSpPr>
            <a:spLocks noChangeShapeType="1"/>
          </p:cNvSpPr>
          <p:nvPr/>
        </p:nvSpPr>
        <p:spPr bwMode="auto">
          <a:xfrm flipH="1">
            <a:off x="5646738"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3" name="Rectangle 49">
            <a:extLst>
              <a:ext uri="{FF2B5EF4-FFF2-40B4-BE49-F238E27FC236}">
                <a16:creationId xmlns:a16="http://schemas.microsoft.com/office/drawing/2014/main" id="{7AEAD213-0EF6-AEC6-3E18-3F54F34A1D01}"/>
              </a:ext>
            </a:extLst>
          </p:cNvPr>
          <p:cNvSpPr>
            <a:spLocks noChangeArrowheads="1"/>
          </p:cNvSpPr>
          <p:nvPr/>
        </p:nvSpPr>
        <p:spPr bwMode="auto">
          <a:xfrm>
            <a:off x="3621088" y="5695950"/>
            <a:ext cx="1054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rgbClr val="FF0000"/>
                </a:solidFill>
                <a:ea typeface="宋体" panose="02010600030101010101" pitchFamily="2" charset="-122"/>
              </a:rPr>
              <a:t>ALUASrc</a:t>
            </a:r>
          </a:p>
        </p:txBody>
      </p:sp>
      <p:sp>
        <p:nvSpPr>
          <p:cNvPr id="49264" name="Line 56">
            <a:extLst>
              <a:ext uri="{FF2B5EF4-FFF2-40B4-BE49-F238E27FC236}">
                <a16:creationId xmlns:a16="http://schemas.microsoft.com/office/drawing/2014/main" id="{3413830B-5324-AB06-A830-3DB31BEEB4B8}"/>
              </a:ext>
            </a:extLst>
          </p:cNvPr>
          <p:cNvSpPr>
            <a:spLocks noChangeShapeType="1"/>
          </p:cNvSpPr>
          <p:nvPr/>
        </p:nvSpPr>
        <p:spPr bwMode="auto">
          <a:xfrm flipH="1">
            <a:off x="8135938" y="3867150"/>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9265" name="Line 56">
            <a:extLst>
              <a:ext uri="{FF2B5EF4-FFF2-40B4-BE49-F238E27FC236}">
                <a16:creationId xmlns:a16="http://schemas.microsoft.com/office/drawing/2014/main" id="{56E7E665-1606-7980-0271-5455C5A6C65A}"/>
              </a:ext>
            </a:extLst>
          </p:cNvPr>
          <p:cNvSpPr>
            <a:spLocks noChangeShapeType="1"/>
          </p:cNvSpPr>
          <p:nvPr/>
        </p:nvSpPr>
        <p:spPr bwMode="auto">
          <a:xfrm flipH="1">
            <a:off x="8123238" y="2843213"/>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318">
                                            <p:txEl>
                                              <p:pRg st="0" end="0"/>
                                            </p:txEl>
                                          </p:spTgt>
                                        </p:tgtEl>
                                        <p:attrNameLst>
                                          <p:attrName>style.visibility</p:attrName>
                                        </p:attrNameLst>
                                      </p:cBhvr>
                                      <p:to>
                                        <p:strVal val="visible"/>
                                      </p:to>
                                    </p:set>
                                    <p:animEffect transition="in" filter="blinds(horizontal)">
                                      <p:cBhvr>
                                        <p:cTn id="7" dur="500"/>
                                        <p:tgtEl>
                                          <p:spTgt spid="5131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1319"/>
                                        </p:tgtEl>
                                        <p:attrNameLst>
                                          <p:attrName>style.visibility</p:attrName>
                                        </p:attrNameLst>
                                      </p:cBhvr>
                                      <p:to>
                                        <p:strVal val="visible"/>
                                      </p:to>
                                    </p:set>
                                    <p:animEffect transition="in" filter="blinds(horizontal)">
                                      <p:cBhvr>
                                        <p:cTn id="12" dur="500"/>
                                        <p:tgtEl>
                                          <p:spTgt spid="51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7F223676-F538-8E4B-E403-759301C238B4}"/>
              </a:ext>
            </a:extLst>
          </p:cNvPr>
          <p:cNvSpPr>
            <a:spLocks noGrp="1" noChangeArrowheads="1"/>
          </p:cNvSpPr>
          <p:nvPr>
            <p:ph type="title"/>
          </p:nvPr>
        </p:nvSpPr>
        <p:spPr>
          <a:xfrm>
            <a:off x="769938" y="184150"/>
            <a:ext cx="7685087" cy="373063"/>
          </a:xfrm>
        </p:spPr>
        <p:txBody>
          <a:bodyPr/>
          <a:lstStyle/>
          <a:p>
            <a:r>
              <a:rPr lang="zh-CN" altLang="en-US">
                <a:ea typeface="宋体" panose="02010600030101010101" pitchFamily="2" charset="-122"/>
              </a:rPr>
              <a:t>执行部件（</a:t>
            </a:r>
            <a:r>
              <a:rPr lang="en-US" altLang="zh-CN">
                <a:ea typeface="宋体" panose="02010600030101010101" pitchFamily="2" charset="-122"/>
              </a:rPr>
              <a:t>Exec Unit</a:t>
            </a:r>
            <a:r>
              <a:rPr lang="zh-CN" altLang="en-US">
                <a:ea typeface="宋体" panose="02010600030101010101" pitchFamily="2" charset="-122"/>
              </a:rPr>
              <a:t>）的设计：</a:t>
            </a:r>
            <a:r>
              <a:rPr lang="en-US" altLang="zh-CN">
                <a:ea typeface="宋体" panose="02010600030101010101" pitchFamily="2" charset="-122"/>
              </a:rPr>
              <a:t>lw</a:t>
            </a:r>
            <a:r>
              <a:rPr lang="zh-CN" altLang="en-US">
                <a:ea typeface="宋体" panose="02010600030101010101" pitchFamily="2" charset="-122"/>
              </a:rPr>
              <a:t>和</a:t>
            </a:r>
            <a:r>
              <a:rPr lang="en-US" altLang="zh-CN">
                <a:ea typeface="宋体" panose="02010600030101010101" pitchFamily="2" charset="-122"/>
              </a:rPr>
              <a:t>sw</a:t>
            </a:r>
          </a:p>
        </p:txBody>
      </p:sp>
      <p:grpSp>
        <p:nvGrpSpPr>
          <p:cNvPr id="51202" name="Group 119">
            <a:extLst>
              <a:ext uri="{FF2B5EF4-FFF2-40B4-BE49-F238E27FC236}">
                <a16:creationId xmlns:a16="http://schemas.microsoft.com/office/drawing/2014/main" id="{1F368FB8-BEE5-F0BF-847A-E40127810BFF}"/>
              </a:ext>
            </a:extLst>
          </p:cNvPr>
          <p:cNvGrpSpPr>
            <a:grpSpLocks/>
          </p:cNvGrpSpPr>
          <p:nvPr/>
        </p:nvGrpSpPr>
        <p:grpSpPr bwMode="auto">
          <a:xfrm>
            <a:off x="7821613" y="622300"/>
            <a:ext cx="1219200" cy="1041400"/>
            <a:chOff x="4830" y="396"/>
            <a:chExt cx="868" cy="656"/>
          </a:xfrm>
        </p:grpSpPr>
        <p:sp>
          <p:nvSpPr>
            <p:cNvPr id="51203" name="Oval 106">
              <a:extLst>
                <a:ext uri="{FF2B5EF4-FFF2-40B4-BE49-F238E27FC236}">
                  <a16:creationId xmlns:a16="http://schemas.microsoft.com/office/drawing/2014/main" id="{FB9E51B9-13DF-1F6E-4815-925D71A19FDE}"/>
                </a:ext>
              </a:extLst>
            </p:cNvPr>
            <p:cNvSpPr>
              <a:spLocks noChangeArrowheads="1"/>
            </p:cNvSpPr>
            <p:nvPr/>
          </p:nvSpPr>
          <p:spPr bwMode="auto">
            <a:xfrm>
              <a:off x="4891" y="580"/>
              <a:ext cx="88" cy="472"/>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51204" name="Rectangle 107">
              <a:extLst>
                <a:ext uri="{FF2B5EF4-FFF2-40B4-BE49-F238E27FC236}">
                  <a16:creationId xmlns:a16="http://schemas.microsoft.com/office/drawing/2014/main" id="{C8A544B6-7E2C-5D7C-59A1-FB9248946204}"/>
                </a:ext>
              </a:extLst>
            </p:cNvPr>
            <p:cNvSpPr>
              <a:spLocks noChangeArrowheads="1"/>
            </p:cNvSpPr>
            <p:nvPr/>
          </p:nvSpPr>
          <p:spPr bwMode="auto">
            <a:xfrm>
              <a:off x="4830" y="396"/>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1"/>
                  </a:solidFill>
                  <a:ea typeface="宋体" panose="02010600030101010101" pitchFamily="2" charset="-122"/>
                </a:rPr>
                <a:t>You are here!</a:t>
              </a:r>
            </a:p>
          </p:txBody>
        </p:sp>
        <p:sp>
          <p:nvSpPr>
            <p:cNvPr id="51205" name="Line 108">
              <a:extLst>
                <a:ext uri="{FF2B5EF4-FFF2-40B4-BE49-F238E27FC236}">
                  <a16:creationId xmlns:a16="http://schemas.microsoft.com/office/drawing/2014/main" id="{3D3F95FD-E940-23C6-6732-B9BC7A4657A0}"/>
                </a:ext>
              </a:extLst>
            </p:cNvPr>
            <p:cNvSpPr>
              <a:spLocks noChangeShapeType="1"/>
            </p:cNvSpPr>
            <p:nvPr/>
          </p:nvSpPr>
          <p:spPr bwMode="auto">
            <a:xfrm flipH="1">
              <a:off x="4979" y="628"/>
              <a:ext cx="248" cy="184"/>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1318" name="Text Box 118">
            <a:extLst>
              <a:ext uri="{FF2B5EF4-FFF2-40B4-BE49-F238E27FC236}">
                <a16:creationId xmlns:a16="http://schemas.microsoft.com/office/drawing/2014/main" id="{0E6FA548-7CF3-570A-908E-596625A0C950}"/>
              </a:ext>
            </a:extLst>
          </p:cNvPr>
          <p:cNvSpPr txBox="1">
            <a:spLocks noChangeArrowheads="1"/>
          </p:cNvSpPr>
          <p:nvPr/>
        </p:nvSpPr>
        <p:spPr bwMode="auto">
          <a:xfrm>
            <a:off x="103188" y="627063"/>
            <a:ext cx="7094537"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15000"/>
              </a:lnSpc>
              <a:spcBef>
                <a:spcPct val="20000"/>
              </a:spcBef>
            </a:pPr>
            <a:r>
              <a:rPr lang="zh-CN" altLang="en-US" sz="1800">
                <a:solidFill>
                  <a:srgbClr val="008000"/>
                </a:solidFill>
                <a:latin typeface="Arial" panose="020B0604020202020204" pitchFamily="34" charset="0"/>
                <a:ea typeface="黑体" panose="02010609060101010101" pitchFamily="49" charset="-122"/>
              </a:rPr>
              <a:t>执行部件功能是：</a:t>
            </a:r>
            <a:r>
              <a:rPr lang="en-US" altLang="zh-CN" sz="1800">
                <a:solidFill>
                  <a:srgbClr val="3399FF"/>
                </a:solidFill>
                <a:latin typeface="Arial" panose="020B0604020202020204" pitchFamily="34" charset="0"/>
                <a:ea typeface="黑体" panose="02010609060101010101" pitchFamily="49" charset="-122"/>
              </a:rPr>
              <a:t>ALU</a:t>
            </a:r>
            <a:r>
              <a:rPr lang="zh-CN" altLang="en-US" sz="1800">
                <a:solidFill>
                  <a:srgbClr val="3399FF"/>
                </a:solidFill>
                <a:latin typeface="Arial" panose="020B0604020202020204" pitchFamily="34" charset="0"/>
                <a:ea typeface="黑体" panose="02010609060101010101" pitchFamily="49" charset="-122"/>
              </a:rPr>
              <a:t>计算内存地址</a:t>
            </a:r>
          </a:p>
        </p:txBody>
      </p:sp>
      <p:sp>
        <p:nvSpPr>
          <p:cNvPr id="51207" name="Rectangle 4">
            <a:extLst>
              <a:ext uri="{FF2B5EF4-FFF2-40B4-BE49-F238E27FC236}">
                <a16:creationId xmlns:a16="http://schemas.microsoft.com/office/drawing/2014/main" id="{DCBA06DB-930F-29F6-D40E-56F1CF4C6D25}"/>
              </a:ext>
            </a:extLst>
          </p:cNvPr>
          <p:cNvSpPr>
            <a:spLocks noChangeArrowheads="1"/>
          </p:cNvSpPr>
          <p:nvPr/>
        </p:nvSpPr>
        <p:spPr bwMode="auto">
          <a:xfrm>
            <a:off x="2424113" y="2376488"/>
            <a:ext cx="288925" cy="3175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1208" name="Oval 5">
            <a:extLst>
              <a:ext uri="{FF2B5EF4-FFF2-40B4-BE49-F238E27FC236}">
                <a16:creationId xmlns:a16="http://schemas.microsoft.com/office/drawing/2014/main" id="{C6BA7964-5889-467A-0255-9308BFCA7788}"/>
              </a:ext>
            </a:extLst>
          </p:cNvPr>
          <p:cNvSpPr>
            <a:spLocks noChangeArrowheads="1"/>
          </p:cNvSpPr>
          <p:nvPr/>
        </p:nvSpPr>
        <p:spPr bwMode="auto">
          <a:xfrm>
            <a:off x="2500313" y="2224088"/>
            <a:ext cx="136525"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1209" name="Rectangle 6">
            <a:extLst>
              <a:ext uri="{FF2B5EF4-FFF2-40B4-BE49-F238E27FC236}">
                <a16:creationId xmlns:a16="http://schemas.microsoft.com/office/drawing/2014/main" id="{9CAC7036-211F-5706-4C51-CF4A763EA8F8}"/>
              </a:ext>
            </a:extLst>
          </p:cNvPr>
          <p:cNvSpPr>
            <a:spLocks noChangeArrowheads="1"/>
          </p:cNvSpPr>
          <p:nvPr/>
        </p:nvSpPr>
        <p:spPr bwMode="auto">
          <a:xfrm rot="5400000">
            <a:off x="2211388" y="3678238"/>
            <a:ext cx="7016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ID/Ex</a:t>
            </a:r>
          </a:p>
        </p:txBody>
      </p:sp>
      <p:sp>
        <p:nvSpPr>
          <p:cNvPr id="51210" name="Line 7">
            <a:extLst>
              <a:ext uri="{FF2B5EF4-FFF2-40B4-BE49-F238E27FC236}">
                <a16:creationId xmlns:a16="http://schemas.microsoft.com/office/drawing/2014/main" id="{12F3B671-66FE-E5F8-99DB-5F341108186E}"/>
              </a:ext>
            </a:extLst>
          </p:cNvPr>
          <p:cNvSpPr>
            <a:spLocks noChangeShapeType="1"/>
          </p:cNvSpPr>
          <p:nvPr/>
        </p:nvSpPr>
        <p:spPr bwMode="auto">
          <a:xfrm>
            <a:off x="2573338" y="2071688"/>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1" name="Rectangle 8">
            <a:extLst>
              <a:ext uri="{FF2B5EF4-FFF2-40B4-BE49-F238E27FC236}">
                <a16:creationId xmlns:a16="http://schemas.microsoft.com/office/drawing/2014/main" id="{41567575-EB34-3915-F5C1-00BCFB2B3215}"/>
              </a:ext>
            </a:extLst>
          </p:cNvPr>
          <p:cNvSpPr>
            <a:spLocks noChangeArrowheads="1"/>
          </p:cNvSpPr>
          <p:nvPr/>
        </p:nvSpPr>
        <p:spPr bwMode="auto">
          <a:xfrm>
            <a:off x="7834313" y="2376488"/>
            <a:ext cx="288925" cy="3176587"/>
          </a:xfrm>
          <a:prstGeom prst="rect">
            <a:avLst/>
          </a:prstGeom>
          <a:noFill/>
          <a:ln w="254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1212" name="Oval 9">
            <a:extLst>
              <a:ext uri="{FF2B5EF4-FFF2-40B4-BE49-F238E27FC236}">
                <a16:creationId xmlns:a16="http://schemas.microsoft.com/office/drawing/2014/main" id="{3C7515E1-0280-E4C5-C06F-8DBF1C2AF1B9}"/>
              </a:ext>
            </a:extLst>
          </p:cNvPr>
          <p:cNvSpPr>
            <a:spLocks noChangeArrowheads="1"/>
          </p:cNvSpPr>
          <p:nvPr/>
        </p:nvSpPr>
        <p:spPr bwMode="auto">
          <a:xfrm>
            <a:off x="7910513" y="2225675"/>
            <a:ext cx="136525" cy="123825"/>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1213" name="Rectangle 10">
            <a:extLst>
              <a:ext uri="{FF2B5EF4-FFF2-40B4-BE49-F238E27FC236}">
                <a16:creationId xmlns:a16="http://schemas.microsoft.com/office/drawing/2014/main" id="{ED077B36-C915-0054-EC32-31473300E1EC}"/>
              </a:ext>
            </a:extLst>
          </p:cNvPr>
          <p:cNvSpPr>
            <a:spLocks noChangeArrowheads="1"/>
          </p:cNvSpPr>
          <p:nvPr/>
        </p:nvSpPr>
        <p:spPr bwMode="auto">
          <a:xfrm rot="5400000">
            <a:off x="7616825" y="3684588"/>
            <a:ext cx="717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EX/M</a:t>
            </a:r>
          </a:p>
        </p:txBody>
      </p:sp>
      <p:sp>
        <p:nvSpPr>
          <p:cNvPr id="51214" name="Line 11">
            <a:extLst>
              <a:ext uri="{FF2B5EF4-FFF2-40B4-BE49-F238E27FC236}">
                <a16:creationId xmlns:a16="http://schemas.microsoft.com/office/drawing/2014/main" id="{F1D3A19D-0BD6-02E0-405D-C3A8D9A3A957}"/>
              </a:ext>
            </a:extLst>
          </p:cNvPr>
          <p:cNvSpPr>
            <a:spLocks noChangeShapeType="1"/>
          </p:cNvSpPr>
          <p:nvPr/>
        </p:nvSpPr>
        <p:spPr bwMode="auto">
          <a:xfrm>
            <a:off x="7983538" y="2070100"/>
            <a:ext cx="0" cy="128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5" name="Line 16">
            <a:extLst>
              <a:ext uri="{FF2B5EF4-FFF2-40B4-BE49-F238E27FC236}">
                <a16:creationId xmlns:a16="http://schemas.microsoft.com/office/drawing/2014/main" id="{88C3C135-2E6D-CF3F-2049-C0EF90C32AD2}"/>
              </a:ext>
            </a:extLst>
          </p:cNvPr>
          <p:cNvSpPr>
            <a:spLocks noChangeShapeType="1"/>
          </p:cNvSpPr>
          <p:nvPr/>
        </p:nvSpPr>
        <p:spPr bwMode="auto">
          <a:xfrm>
            <a:off x="4554538" y="3289300"/>
            <a:ext cx="9286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16" name="Line 28">
            <a:extLst>
              <a:ext uri="{FF2B5EF4-FFF2-40B4-BE49-F238E27FC236}">
                <a16:creationId xmlns:a16="http://schemas.microsoft.com/office/drawing/2014/main" id="{E5546A5A-C61F-A858-723B-6B5F50F6B150}"/>
              </a:ext>
            </a:extLst>
          </p:cNvPr>
          <p:cNvSpPr>
            <a:spLocks noChangeShapeType="1"/>
          </p:cNvSpPr>
          <p:nvPr/>
        </p:nvSpPr>
        <p:spPr bwMode="auto">
          <a:xfrm>
            <a:off x="4278313" y="3668713"/>
            <a:ext cx="2079625"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17" name="Line 29">
            <a:extLst>
              <a:ext uri="{FF2B5EF4-FFF2-40B4-BE49-F238E27FC236}">
                <a16:creationId xmlns:a16="http://schemas.microsoft.com/office/drawing/2014/main" id="{A4B20D4D-5E30-CD33-94B3-EE3766F490F8}"/>
              </a:ext>
            </a:extLst>
          </p:cNvPr>
          <p:cNvSpPr>
            <a:spLocks noChangeShapeType="1"/>
          </p:cNvSpPr>
          <p:nvPr/>
        </p:nvSpPr>
        <p:spPr bwMode="auto">
          <a:xfrm flipH="1">
            <a:off x="3557588" y="3743325"/>
            <a:ext cx="88900" cy="166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8" name="Rectangle 30">
            <a:extLst>
              <a:ext uri="{FF2B5EF4-FFF2-40B4-BE49-F238E27FC236}">
                <a16:creationId xmlns:a16="http://schemas.microsoft.com/office/drawing/2014/main" id="{722AA95D-562C-2930-43BB-D0E6D2F161E3}"/>
              </a:ext>
            </a:extLst>
          </p:cNvPr>
          <p:cNvSpPr>
            <a:spLocks noChangeArrowheads="1"/>
          </p:cNvSpPr>
          <p:nvPr/>
        </p:nvSpPr>
        <p:spPr bwMode="auto">
          <a:xfrm>
            <a:off x="3244850" y="38004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1219" name="Rectangle 31">
            <a:extLst>
              <a:ext uri="{FF2B5EF4-FFF2-40B4-BE49-F238E27FC236}">
                <a16:creationId xmlns:a16="http://schemas.microsoft.com/office/drawing/2014/main" id="{47DE9636-17F8-B290-8FDC-CE4447A044BF}"/>
              </a:ext>
            </a:extLst>
          </p:cNvPr>
          <p:cNvSpPr>
            <a:spLocks noChangeArrowheads="1"/>
          </p:cNvSpPr>
          <p:nvPr/>
        </p:nvSpPr>
        <p:spPr bwMode="auto">
          <a:xfrm>
            <a:off x="2787650" y="3511550"/>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51220" name="Line 32">
            <a:extLst>
              <a:ext uri="{FF2B5EF4-FFF2-40B4-BE49-F238E27FC236}">
                <a16:creationId xmlns:a16="http://schemas.microsoft.com/office/drawing/2014/main" id="{2541E445-07C8-DE43-2076-3042E2FF1857}"/>
              </a:ext>
            </a:extLst>
          </p:cNvPr>
          <p:cNvSpPr>
            <a:spLocks noChangeShapeType="1"/>
          </p:cNvSpPr>
          <p:nvPr/>
        </p:nvSpPr>
        <p:spPr bwMode="auto">
          <a:xfrm>
            <a:off x="2738438" y="4344988"/>
            <a:ext cx="2794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1" name="Line 33">
            <a:extLst>
              <a:ext uri="{FF2B5EF4-FFF2-40B4-BE49-F238E27FC236}">
                <a16:creationId xmlns:a16="http://schemas.microsoft.com/office/drawing/2014/main" id="{2E90B700-8060-0CB6-CDD5-833D839E81A8}"/>
              </a:ext>
            </a:extLst>
          </p:cNvPr>
          <p:cNvSpPr>
            <a:spLocks noChangeShapeType="1"/>
          </p:cNvSpPr>
          <p:nvPr/>
        </p:nvSpPr>
        <p:spPr bwMode="auto">
          <a:xfrm flipV="1">
            <a:off x="3722688" y="4262438"/>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2" name="Rectangle 34">
            <a:extLst>
              <a:ext uri="{FF2B5EF4-FFF2-40B4-BE49-F238E27FC236}">
                <a16:creationId xmlns:a16="http://schemas.microsoft.com/office/drawing/2014/main" id="{358BB189-B6B5-EEB3-0E40-01C15C3BB192}"/>
              </a:ext>
            </a:extLst>
          </p:cNvPr>
          <p:cNvSpPr>
            <a:spLocks noChangeArrowheads="1"/>
          </p:cNvSpPr>
          <p:nvPr/>
        </p:nvSpPr>
        <p:spPr bwMode="auto">
          <a:xfrm>
            <a:off x="3397250" y="433070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1223" name="Rectangle 35">
            <a:extLst>
              <a:ext uri="{FF2B5EF4-FFF2-40B4-BE49-F238E27FC236}">
                <a16:creationId xmlns:a16="http://schemas.microsoft.com/office/drawing/2014/main" id="{A25C50A6-2004-3383-F7E6-E95CA6D4FFEC}"/>
              </a:ext>
            </a:extLst>
          </p:cNvPr>
          <p:cNvSpPr>
            <a:spLocks noChangeArrowheads="1"/>
          </p:cNvSpPr>
          <p:nvPr/>
        </p:nvSpPr>
        <p:spPr bwMode="auto">
          <a:xfrm>
            <a:off x="2787650" y="4046538"/>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grpSp>
        <p:nvGrpSpPr>
          <p:cNvPr id="51224" name="Group 36">
            <a:extLst>
              <a:ext uri="{FF2B5EF4-FFF2-40B4-BE49-F238E27FC236}">
                <a16:creationId xmlns:a16="http://schemas.microsoft.com/office/drawing/2014/main" id="{6A0F31DD-6E0F-B746-3189-504D7A8A4F3F}"/>
              </a:ext>
            </a:extLst>
          </p:cNvPr>
          <p:cNvGrpSpPr>
            <a:grpSpLocks/>
          </p:cNvGrpSpPr>
          <p:nvPr/>
        </p:nvGrpSpPr>
        <p:grpSpPr bwMode="auto">
          <a:xfrm>
            <a:off x="5545138" y="4122738"/>
            <a:ext cx="304800" cy="1227137"/>
            <a:chOff x="3120" y="2696"/>
            <a:chExt cx="192" cy="773"/>
          </a:xfrm>
        </p:grpSpPr>
        <p:sp>
          <p:nvSpPr>
            <p:cNvPr id="51225" name="Line 37">
              <a:extLst>
                <a:ext uri="{FF2B5EF4-FFF2-40B4-BE49-F238E27FC236}">
                  <a16:creationId xmlns:a16="http://schemas.microsoft.com/office/drawing/2014/main" id="{163119A2-158A-0F72-4A7F-231E2D91F383}"/>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6" name="Line 38">
              <a:extLst>
                <a:ext uri="{FF2B5EF4-FFF2-40B4-BE49-F238E27FC236}">
                  <a16:creationId xmlns:a16="http://schemas.microsoft.com/office/drawing/2014/main" id="{3E10F7ED-E35D-662F-DC81-C59E8DD6EC5E}"/>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7" name="Line 39">
              <a:extLst>
                <a:ext uri="{FF2B5EF4-FFF2-40B4-BE49-F238E27FC236}">
                  <a16:creationId xmlns:a16="http://schemas.microsoft.com/office/drawing/2014/main" id="{13BAE105-D0AD-60BD-61DA-DBA15A5379FC}"/>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8" name="Line 40">
              <a:extLst>
                <a:ext uri="{FF2B5EF4-FFF2-40B4-BE49-F238E27FC236}">
                  <a16:creationId xmlns:a16="http://schemas.microsoft.com/office/drawing/2014/main" id="{12CD89AB-A7C8-46CB-6620-8BA4326B73FC}"/>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229" name="Line 44">
            <a:extLst>
              <a:ext uri="{FF2B5EF4-FFF2-40B4-BE49-F238E27FC236}">
                <a16:creationId xmlns:a16="http://schemas.microsoft.com/office/drawing/2014/main" id="{B53B1111-9AA7-72C8-70D0-78359F7F4E2B}"/>
              </a:ext>
            </a:extLst>
          </p:cNvPr>
          <p:cNvSpPr>
            <a:spLocks noChangeShapeType="1"/>
          </p:cNvSpPr>
          <p:nvPr/>
        </p:nvSpPr>
        <p:spPr bwMode="auto">
          <a:xfrm flipV="1">
            <a:off x="2713038" y="5114925"/>
            <a:ext cx="2844800"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30" name="Line 45">
            <a:extLst>
              <a:ext uri="{FF2B5EF4-FFF2-40B4-BE49-F238E27FC236}">
                <a16:creationId xmlns:a16="http://schemas.microsoft.com/office/drawing/2014/main" id="{DDA4B08C-0EEB-92D2-CCBA-5715DE156877}"/>
              </a:ext>
            </a:extLst>
          </p:cNvPr>
          <p:cNvSpPr>
            <a:spLocks noChangeShapeType="1"/>
          </p:cNvSpPr>
          <p:nvPr/>
        </p:nvSpPr>
        <p:spPr bwMode="auto">
          <a:xfrm flipH="1">
            <a:off x="3187700" y="5002213"/>
            <a:ext cx="139700" cy="203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1" name="Rectangle 46">
            <a:extLst>
              <a:ext uri="{FF2B5EF4-FFF2-40B4-BE49-F238E27FC236}">
                <a16:creationId xmlns:a16="http://schemas.microsoft.com/office/drawing/2014/main" id="{C651675A-4064-359E-5C25-7A8A3461102A}"/>
              </a:ext>
            </a:extLst>
          </p:cNvPr>
          <p:cNvSpPr>
            <a:spLocks noChangeArrowheads="1"/>
          </p:cNvSpPr>
          <p:nvPr/>
        </p:nvSpPr>
        <p:spPr bwMode="auto">
          <a:xfrm>
            <a:off x="2863850" y="51117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1232" name="Rectangle 47">
            <a:extLst>
              <a:ext uri="{FF2B5EF4-FFF2-40B4-BE49-F238E27FC236}">
                <a16:creationId xmlns:a16="http://schemas.microsoft.com/office/drawing/2014/main" id="{B0A85F89-493D-A1ED-2808-52397A688DAA}"/>
              </a:ext>
            </a:extLst>
          </p:cNvPr>
          <p:cNvSpPr>
            <a:spLocks noChangeArrowheads="1"/>
          </p:cNvSpPr>
          <p:nvPr/>
        </p:nvSpPr>
        <p:spPr bwMode="auto">
          <a:xfrm>
            <a:off x="2711450" y="4741863"/>
            <a:ext cx="6048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51233" name="Line 48">
            <a:extLst>
              <a:ext uri="{FF2B5EF4-FFF2-40B4-BE49-F238E27FC236}">
                <a16:creationId xmlns:a16="http://schemas.microsoft.com/office/drawing/2014/main" id="{12370E27-50AF-539C-7BF3-567DB2C05C71}"/>
              </a:ext>
            </a:extLst>
          </p:cNvPr>
          <p:cNvSpPr>
            <a:spLocks noChangeShapeType="1"/>
          </p:cNvSpPr>
          <p:nvPr/>
        </p:nvSpPr>
        <p:spPr bwMode="auto">
          <a:xfrm flipH="1">
            <a:off x="5716588" y="5248275"/>
            <a:ext cx="0" cy="539750"/>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4" name="Rectangle 49">
            <a:extLst>
              <a:ext uri="{FF2B5EF4-FFF2-40B4-BE49-F238E27FC236}">
                <a16:creationId xmlns:a16="http://schemas.microsoft.com/office/drawing/2014/main" id="{D73A7D34-833A-8B1F-4BCF-977E322918A3}"/>
              </a:ext>
            </a:extLst>
          </p:cNvPr>
          <p:cNvSpPr>
            <a:spLocks noChangeArrowheads="1"/>
          </p:cNvSpPr>
          <p:nvPr/>
        </p:nvSpPr>
        <p:spPr bwMode="auto">
          <a:xfrm>
            <a:off x="5106988" y="5691188"/>
            <a:ext cx="1262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ALUBSrc=2</a:t>
            </a:r>
          </a:p>
        </p:txBody>
      </p:sp>
      <p:sp>
        <p:nvSpPr>
          <p:cNvPr id="51235" name="Line 50">
            <a:extLst>
              <a:ext uri="{FF2B5EF4-FFF2-40B4-BE49-F238E27FC236}">
                <a16:creationId xmlns:a16="http://schemas.microsoft.com/office/drawing/2014/main" id="{34FA7B14-7B0C-B6CF-F005-8A3E40FF49FA}"/>
              </a:ext>
            </a:extLst>
          </p:cNvPr>
          <p:cNvSpPr>
            <a:spLocks noChangeShapeType="1"/>
          </p:cNvSpPr>
          <p:nvPr/>
        </p:nvSpPr>
        <p:spPr bwMode="auto">
          <a:xfrm>
            <a:off x="5875338" y="4724400"/>
            <a:ext cx="482600"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36" name="Line 53">
            <a:extLst>
              <a:ext uri="{FF2B5EF4-FFF2-40B4-BE49-F238E27FC236}">
                <a16:creationId xmlns:a16="http://schemas.microsoft.com/office/drawing/2014/main" id="{81DAD5C4-8489-6257-88F8-AA91DBFD9000}"/>
              </a:ext>
            </a:extLst>
          </p:cNvPr>
          <p:cNvSpPr>
            <a:spLocks noChangeShapeType="1"/>
          </p:cNvSpPr>
          <p:nvPr/>
        </p:nvSpPr>
        <p:spPr bwMode="auto">
          <a:xfrm flipH="1">
            <a:off x="7138988" y="413861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7" name="Rectangle 55">
            <a:extLst>
              <a:ext uri="{FF2B5EF4-FFF2-40B4-BE49-F238E27FC236}">
                <a16:creationId xmlns:a16="http://schemas.microsoft.com/office/drawing/2014/main" id="{6D269E26-F1C5-1D69-15F9-B0A779CC95F9}"/>
              </a:ext>
            </a:extLst>
          </p:cNvPr>
          <p:cNvSpPr>
            <a:spLocks noChangeArrowheads="1"/>
          </p:cNvSpPr>
          <p:nvPr/>
        </p:nvSpPr>
        <p:spPr bwMode="auto">
          <a:xfrm rot="5400000">
            <a:off x="6330156" y="4023519"/>
            <a:ext cx="608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a:t>
            </a:r>
          </a:p>
        </p:txBody>
      </p:sp>
      <p:sp>
        <p:nvSpPr>
          <p:cNvPr id="51238" name="Line 56">
            <a:extLst>
              <a:ext uri="{FF2B5EF4-FFF2-40B4-BE49-F238E27FC236}">
                <a16:creationId xmlns:a16="http://schemas.microsoft.com/office/drawing/2014/main" id="{3ABFB387-3FE2-FE81-AC16-62D0CF6AE665}"/>
              </a:ext>
            </a:extLst>
          </p:cNvPr>
          <p:cNvSpPr>
            <a:spLocks noChangeShapeType="1"/>
          </p:cNvSpPr>
          <p:nvPr/>
        </p:nvSpPr>
        <p:spPr bwMode="auto">
          <a:xfrm flipH="1">
            <a:off x="6827838" y="3867150"/>
            <a:ext cx="1016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39" name="Rectangle 57">
            <a:extLst>
              <a:ext uri="{FF2B5EF4-FFF2-40B4-BE49-F238E27FC236}">
                <a16:creationId xmlns:a16="http://schemas.microsoft.com/office/drawing/2014/main" id="{69A7380D-15DB-8C35-CB09-3C3381A7B0C6}"/>
              </a:ext>
            </a:extLst>
          </p:cNvPr>
          <p:cNvSpPr>
            <a:spLocks noChangeArrowheads="1"/>
          </p:cNvSpPr>
          <p:nvPr/>
        </p:nvSpPr>
        <p:spPr bwMode="auto">
          <a:xfrm>
            <a:off x="6902450" y="3562350"/>
            <a:ext cx="625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51240" name="Rectangle 58">
            <a:extLst>
              <a:ext uri="{FF2B5EF4-FFF2-40B4-BE49-F238E27FC236}">
                <a16:creationId xmlns:a16="http://schemas.microsoft.com/office/drawing/2014/main" id="{8BD9527D-7B24-0ED0-04D8-CD20BFA216A7}"/>
              </a:ext>
            </a:extLst>
          </p:cNvPr>
          <p:cNvSpPr>
            <a:spLocks noChangeArrowheads="1"/>
          </p:cNvSpPr>
          <p:nvPr/>
        </p:nvSpPr>
        <p:spPr bwMode="auto">
          <a:xfrm>
            <a:off x="5505450" y="419258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0</a:t>
            </a:r>
          </a:p>
        </p:txBody>
      </p:sp>
      <p:sp>
        <p:nvSpPr>
          <p:cNvPr id="51241" name="Rectangle 59">
            <a:extLst>
              <a:ext uri="{FF2B5EF4-FFF2-40B4-BE49-F238E27FC236}">
                <a16:creationId xmlns:a16="http://schemas.microsoft.com/office/drawing/2014/main" id="{51A499F8-FE1B-78B8-6FDF-7D1748DA883B}"/>
              </a:ext>
            </a:extLst>
          </p:cNvPr>
          <p:cNvSpPr>
            <a:spLocks noChangeArrowheads="1"/>
          </p:cNvSpPr>
          <p:nvPr/>
        </p:nvSpPr>
        <p:spPr bwMode="auto">
          <a:xfrm>
            <a:off x="5505450" y="49720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2</a:t>
            </a:r>
          </a:p>
        </p:txBody>
      </p:sp>
      <p:sp>
        <p:nvSpPr>
          <p:cNvPr id="51242" name="Rectangle 61">
            <a:extLst>
              <a:ext uri="{FF2B5EF4-FFF2-40B4-BE49-F238E27FC236}">
                <a16:creationId xmlns:a16="http://schemas.microsoft.com/office/drawing/2014/main" id="{7212DCA4-4965-DCE4-5562-EAC644A9B073}"/>
              </a:ext>
            </a:extLst>
          </p:cNvPr>
          <p:cNvSpPr>
            <a:spLocks noChangeArrowheads="1"/>
          </p:cNvSpPr>
          <p:nvPr/>
        </p:nvSpPr>
        <p:spPr bwMode="auto">
          <a:xfrm>
            <a:off x="6902450" y="41465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1243" name="Line 62">
            <a:extLst>
              <a:ext uri="{FF2B5EF4-FFF2-40B4-BE49-F238E27FC236}">
                <a16:creationId xmlns:a16="http://schemas.microsoft.com/office/drawing/2014/main" id="{431B103F-92B0-B8BF-7A73-164C846BE087}"/>
              </a:ext>
            </a:extLst>
          </p:cNvPr>
          <p:cNvSpPr>
            <a:spLocks noChangeShapeType="1"/>
          </p:cNvSpPr>
          <p:nvPr/>
        </p:nvSpPr>
        <p:spPr bwMode="auto">
          <a:xfrm flipH="1">
            <a:off x="6815138" y="4208463"/>
            <a:ext cx="1041400" cy="0"/>
          </a:xfrm>
          <a:prstGeom prst="line">
            <a:avLst/>
          </a:prstGeom>
          <a:noFill/>
          <a:ln w="57150">
            <a:solidFill>
              <a:srgbClr val="3399FF"/>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44" name="Rectangle 63">
            <a:extLst>
              <a:ext uri="{FF2B5EF4-FFF2-40B4-BE49-F238E27FC236}">
                <a16:creationId xmlns:a16="http://schemas.microsoft.com/office/drawing/2014/main" id="{9A6FBCA2-5F64-6013-2004-00BDE8A9F65D}"/>
              </a:ext>
            </a:extLst>
          </p:cNvPr>
          <p:cNvSpPr>
            <a:spLocks noChangeArrowheads="1"/>
          </p:cNvSpPr>
          <p:nvPr/>
        </p:nvSpPr>
        <p:spPr bwMode="auto">
          <a:xfrm>
            <a:off x="6826250" y="3849688"/>
            <a:ext cx="920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ALUout</a:t>
            </a:r>
          </a:p>
        </p:txBody>
      </p:sp>
      <p:sp>
        <p:nvSpPr>
          <p:cNvPr id="51245" name="Line 78">
            <a:extLst>
              <a:ext uri="{FF2B5EF4-FFF2-40B4-BE49-F238E27FC236}">
                <a16:creationId xmlns:a16="http://schemas.microsoft.com/office/drawing/2014/main" id="{DC2C5A77-A9BE-3672-15C3-44E92EFF1356}"/>
              </a:ext>
            </a:extLst>
          </p:cNvPr>
          <p:cNvSpPr>
            <a:spLocks noChangeShapeType="1"/>
          </p:cNvSpPr>
          <p:nvPr/>
        </p:nvSpPr>
        <p:spPr bwMode="auto">
          <a:xfrm>
            <a:off x="4554538" y="3276600"/>
            <a:ext cx="0" cy="18716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6" name="Line 79">
            <a:extLst>
              <a:ext uri="{FF2B5EF4-FFF2-40B4-BE49-F238E27FC236}">
                <a16:creationId xmlns:a16="http://schemas.microsoft.com/office/drawing/2014/main" id="{0AB2FE75-2D89-3E48-C4F8-711AA6509A48}"/>
              </a:ext>
            </a:extLst>
          </p:cNvPr>
          <p:cNvSpPr>
            <a:spLocks noChangeShapeType="1"/>
          </p:cNvSpPr>
          <p:nvPr/>
        </p:nvSpPr>
        <p:spPr bwMode="auto">
          <a:xfrm flipV="1">
            <a:off x="6643688" y="4740275"/>
            <a:ext cx="0" cy="1008063"/>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7" name="Rectangle 80">
            <a:extLst>
              <a:ext uri="{FF2B5EF4-FFF2-40B4-BE49-F238E27FC236}">
                <a16:creationId xmlns:a16="http://schemas.microsoft.com/office/drawing/2014/main" id="{17A7E468-8FE0-E7DB-6664-019C5C9ECC57}"/>
              </a:ext>
            </a:extLst>
          </p:cNvPr>
          <p:cNvSpPr>
            <a:spLocks noChangeArrowheads="1"/>
          </p:cNvSpPr>
          <p:nvPr/>
        </p:nvSpPr>
        <p:spPr bwMode="auto">
          <a:xfrm>
            <a:off x="6688138"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4</a:t>
            </a:r>
          </a:p>
        </p:txBody>
      </p:sp>
      <p:sp>
        <p:nvSpPr>
          <p:cNvPr id="51248" name="Line 81">
            <a:extLst>
              <a:ext uri="{FF2B5EF4-FFF2-40B4-BE49-F238E27FC236}">
                <a16:creationId xmlns:a16="http://schemas.microsoft.com/office/drawing/2014/main" id="{8D08BF03-962C-02B9-CB08-AC37A0286724}"/>
              </a:ext>
            </a:extLst>
          </p:cNvPr>
          <p:cNvSpPr>
            <a:spLocks noChangeShapeType="1"/>
          </p:cNvSpPr>
          <p:nvPr/>
        </p:nvSpPr>
        <p:spPr bwMode="auto">
          <a:xfrm flipH="1">
            <a:off x="6569075"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9" name="Rectangle 82">
            <a:extLst>
              <a:ext uri="{FF2B5EF4-FFF2-40B4-BE49-F238E27FC236}">
                <a16:creationId xmlns:a16="http://schemas.microsoft.com/office/drawing/2014/main" id="{8CFE61F0-1FDA-D096-524B-7915B4705499}"/>
              </a:ext>
            </a:extLst>
          </p:cNvPr>
          <p:cNvSpPr>
            <a:spLocks noChangeArrowheads="1"/>
          </p:cNvSpPr>
          <p:nvPr/>
        </p:nvSpPr>
        <p:spPr bwMode="auto">
          <a:xfrm>
            <a:off x="6348413" y="5695950"/>
            <a:ext cx="9683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rgbClr val="FF0000"/>
                </a:solidFill>
                <a:ea typeface="宋体" panose="02010600030101010101" pitchFamily="2" charset="-122"/>
              </a:rPr>
              <a:t>ALUctr=add</a:t>
            </a:r>
          </a:p>
        </p:txBody>
      </p:sp>
      <p:sp>
        <p:nvSpPr>
          <p:cNvPr id="51250" name="Line 85">
            <a:extLst>
              <a:ext uri="{FF2B5EF4-FFF2-40B4-BE49-F238E27FC236}">
                <a16:creationId xmlns:a16="http://schemas.microsoft.com/office/drawing/2014/main" id="{4B52B5D6-FFE7-D91D-E76E-6590A0853095}"/>
              </a:ext>
            </a:extLst>
          </p:cNvPr>
          <p:cNvSpPr>
            <a:spLocks noChangeShapeType="1"/>
          </p:cNvSpPr>
          <p:nvPr/>
        </p:nvSpPr>
        <p:spPr bwMode="auto">
          <a:xfrm>
            <a:off x="2720975" y="2493963"/>
            <a:ext cx="2741613"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51" name="Line 86">
            <a:extLst>
              <a:ext uri="{FF2B5EF4-FFF2-40B4-BE49-F238E27FC236}">
                <a16:creationId xmlns:a16="http://schemas.microsoft.com/office/drawing/2014/main" id="{4DDCC4EC-90C5-B2E8-9601-8C3A30E48EE3}"/>
              </a:ext>
            </a:extLst>
          </p:cNvPr>
          <p:cNvSpPr>
            <a:spLocks noChangeShapeType="1"/>
          </p:cNvSpPr>
          <p:nvPr/>
        </p:nvSpPr>
        <p:spPr bwMode="auto">
          <a:xfrm flipH="1">
            <a:off x="3395663" y="2403475"/>
            <a:ext cx="88900" cy="130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2" name="Rectangle 87">
            <a:extLst>
              <a:ext uri="{FF2B5EF4-FFF2-40B4-BE49-F238E27FC236}">
                <a16:creationId xmlns:a16="http://schemas.microsoft.com/office/drawing/2014/main" id="{CD4FBD8C-6D9C-4554-2AED-F8D559B2ED92}"/>
              </a:ext>
            </a:extLst>
          </p:cNvPr>
          <p:cNvSpPr>
            <a:spLocks noChangeArrowheads="1"/>
          </p:cNvSpPr>
          <p:nvPr/>
        </p:nvSpPr>
        <p:spPr bwMode="auto">
          <a:xfrm>
            <a:off x="3082925" y="244316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1253" name="Rectangle 88">
            <a:extLst>
              <a:ext uri="{FF2B5EF4-FFF2-40B4-BE49-F238E27FC236}">
                <a16:creationId xmlns:a16="http://schemas.microsoft.com/office/drawing/2014/main" id="{4A84D65E-7C19-641E-9826-6FD07CC89ECA}"/>
              </a:ext>
            </a:extLst>
          </p:cNvPr>
          <p:cNvSpPr>
            <a:spLocks noChangeArrowheads="1"/>
          </p:cNvSpPr>
          <p:nvPr/>
        </p:nvSpPr>
        <p:spPr bwMode="auto">
          <a:xfrm>
            <a:off x="2787650" y="2181225"/>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51254" name="Line 89">
            <a:extLst>
              <a:ext uri="{FF2B5EF4-FFF2-40B4-BE49-F238E27FC236}">
                <a16:creationId xmlns:a16="http://schemas.microsoft.com/office/drawing/2014/main" id="{69EEC216-96CE-9D9C-7536-1B1D90AB5E91}"/>
              </a:ext>
            </a:extLst>
          </p:cNvPr>
          <p:cNvSpPr>
            <a:spLocks noChangeShapeType="1"/>
          </p:cNvSpPr>
          <p:nvPr/>
        </p:nvSpPr>
        <p:spPr bwMode="auto">
          <a:xfrm flipH="1">
            <a:off x="6529388" y="277336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5" name="Line 90">
            <a:extLst>
              <a:ext uri="{FF2B5EF4-FFF2-40B4-BE49-F238E27FC236}">
                <a16:creationId xmlns:a16="http://schemas.microsoft.com/office/drawing/2014/main" id="{16141A7D-8D40-40CB-FD08-BC5C6F3E9985}"/>
              </a:ext>
            </a:extLst>
          </p:cNvPr>
          <p:cNvSpPr>
            <a:spLocks noChangeShapeType="1"/>
          </p:cNvSpPr>
          <p:nvPr/>
        </p:nvSpPr>
        <p:spPr bwMode="auto">
          <a:xfrm flipH="1">
            <a:off x="5913438" y="2843213"/>
            <a:ext cx="19304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56" name="Rectangle 91">
            <a:extLst>
              <a:ext uri="{FF2B5EF4-FFF2-40B4-BE49-F238E27FC236}">
                <a16:creationId xmlns:a16="http://schemas.microsoft.com/office/drawing/2014/main" id="{E0B6E759-6C01-52D7-D731-3BAB5BE55294}"/>
              </a:ext>
            </a:extLst>
          </p:cNvPr>
          <p:cNvSpPr>
            <a:spLocks noChangeArrowheads="1"/>
          </p:cNvSpPr>
          <p:nvPr/>
        </p:nvSpPr>
        <p:spPr bwMode="auto">
          <a:xfrm>
            <a:off x="6216650" y="2462213"/>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Target</a:t>
            </a:r>
          </a:p>
        </p:txBody>
      </p:sp>
      <p:sp>
        <p:nvSpPr>
          <p:cNvPr id="51257" name="Rectangle 92">
            <a:extLst>
              <a:ext uri="{FF2B5EF4-FFF2-40B4-BE49-F238E27FC236}">
                <a16:creationId xmlns:a16="http://schemas.microsoft.com/office/drawing/2014/main" id="{8DA61B00-1CBE-CBD6-3E7C-FFBFF00D3ACC}"/>
              </a:ext>
            </a:extLst>
          </p:cNvPr>
          <p:cNvSpPr>
            <a:spLocks noChangeArrowheads="1"/>
          </p:cNvSpPr>
          <p:nvPr/>
        </p:nvSpPr>
        <p:spPr bwMode="auto">
          <a:xfrm>
            <a:off x="6292850" y="286861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1258" name="Line 94">
            <a:extLst>
              <a:ext uri="{FF2B5EF4-FFF2-40B4-BE49-F238E27FC236}">
                <a16:creationId xmlns:a16="http://schemas.microsoft.com/office/drawing/2014/main" id="{CDFA7B76-1EDA-4E15-F075-F0791BF5BA75}"/>
              </a:ext>
            </a:extLst>
          </p:cNvPr>
          <p:cNvSpPr>
            <a:spLocks noChangeShapeType="1"/>
          </p:cNvSpPr>
          <p:nvPr/>
        </p:nvSpPr>
        <p:spPr bwMode="auto">
          <a:xfrm flipV="1">
            <a:off x="25733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9" name="Line 95">
            <a:extLst>
              <a:ext uri="{FF2B5EF4-FFF2-40B4-BE49-F238E27FC236}">
                <a16:creationId xmlns:a16="http://schemas.microsoft.com/office/drawing/2014/main" id="{5EB91A56-ED3D-D678-2155-535B3243C5B8}"/>
              </a:ext>
            </a:extLst>
          </p:cNvPr>
          <p:cNvSpPr>
            <a:spLocks noChangeShapeType="1"/>
          </p:cNvSpPr>
          <p:nvPr/>
        </p:nvSpPr>
        <p:spPr bwMode="auto">
          <a:xfrm>
            <a:off x="25733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60" name="Line 96">
            <a:extLst>
              <a:ext uri="{FF2B5EF4-FFF2-40B4-BE49-F238E27FC236}">
                <a16:creationId xmlns:a16="http://schemas.microsoft.com/office/drawing/2014/main" id="{722BBA7D-B3AF-1101-B787-81CD89FBF822}"/>
              </a:ext>
            </a:extLst>
          </p:cNvPr>
          <p:cNvSpPr>
            <a:spLocks noChangeShapeType="1"/>
          </p:cNvSpPr>
          <p:nvPr/>
        </p:nvSpPr>
        <p:spPr bwMode="auto">
          <a:xfrm>
            <a:off x="79835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61" name="Line 97">
            <a:extLst>
              <a:ext uri="{FF2B5EF4-FFF2-40B4-BE49-F238E27FC236}">
                <a16:creationId xmlns:a16="http://schemas.microsoft.com/office/drawing/2014/main" id="{19BD81E7-0B93-0E6A-D040-A6067372880C}"/>
              </a:ext>
            </a:extLst>
          </p:cNvPr>
          <p:cNvSpPr>
            <a:spLocks noChangeShapeType="1"/>
          </p:cNvSpPr>
          <p:nvPr/>
        </p:nvSpPr>
        <p:spPr bwMode="auto">
          <a:xfrm flipH="1">
            <a:off x="2103438" y="1074738"/>
            <a:ext cx="482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62" name="Line 98">
            <a:extLst>
              <a:ext uri="{FF2B5EF4-FFF2-40B4-BE49-F238E27FC236}">
                <a16:creationId xmlns:a16="http://schemas.microsoft.com/office/drawing/2014/main" id="{9F952F94-8C6C-3C7C-925B-7A4848BDFB05}"/>
              </a:ext>
            </a:extLst>
          </p:cNvPr>
          <p:cNvSpPr>
            <a:spLocks noChangeShapeType="1"/>
          </p:cNvSpPr>
          <p:nvPr/>
        </p:nvSpPr>
        <p:spPr bwMode="auto">
          <a:xfrm flipH="1">
            <a:off x="5227638" y="1074738"/>
            <a:ext cx="276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63" name="Line 99">
            <a:extLst>
              <a:ext uri="{FF2B5EF4-FFF2-40B4-BE49-F238E27FC236}">
                <a16:creationId xmlns:a16="http://schemas.microsoft.com/office/drawing/2014/main" id="{0A7DA63E-1F9C-E485-1ACE-6EA4BC26CDFC}"/>
              </a:ext>
            </a:extLst>
          </p:cNvPr>
          <p:cNvSpPr>
            <a:spLocks noChangeShapeType="1"/>
          </p:cNvSpPr>
          <p:nvPr/>
        </p:nvSpPr>
        <p:spPr bwMode="auto">
          <a:xfrm>
            <a:off x="5240338" y="1087438"/>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64" name="Line 100">
            <a:extLst>
              <a:ext uri="{FF2B5EF4-FFF2-40B4-BE49-F238E27FC236}">
                <a16:creationId xmlns:a16="http://schemas.microsoft.com/office/drawing/2014/main" id="{ADB11BDA-690D-068C-300E-DF17C3E644D5}"/>
              </a:ext>
            </a:extLst>
          </p:cNvPr>
          <p:cNvSpPr>
            <a:spLocks noChangeShapeType="1"/>
          </p:cNvSpPr>
          <p:nvPr/>
        </p:nvSpPr>
        <p:spPr bwMode="auto">
          <a:xfrm flipH="1">
            <a:off x="2560638" y="1455738"/>
            <a:ext cx="2692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65" name="Rectangle 101">
            <a:extLst>
              <a:ext uri="{FF2B5EF4-FFF2-40B4-BE49-F238E27FC236}">
                <a16:creationId xmlns:a16="http://schemas.microsoft.com/office/drawing/2014/main" id="{36DF703F-A706-642E-D240-1472FDFCCE4A}"/>
              </a:ext>
            </a:extLst>
          </p:cNvPr>
          <p:cNvSpPr>
            <a:spLocks noChangeArrowheads="1"/>
          </p:cNvSpPr>
          <p:nvPr/>
        </p:nvSpPr>
        <p:spPr bwMode="auto">
          <a:xfrm>
            <a:off x="2025650" y="1150938"/>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Clk</a:t>
            </a:r>
          </a:p>
        </p:txBody>
      </p:sp>
      <p:sp>
        <p:nvSpPr>
          <p:cNvPr id="51266" name="Line 102">
            <a:extLst>
              <a:ext uri="{FF2B5EF4-FFF2-40B4-BE49-F238E27FC236}">
                <a16:creationId xmlns:a16="http://schemas.microsoft.com/office/drawing/2014/main" id="{812B9D7A-630D-7748-B2E6-5F9CF18BAB5B}"/>
              </a:ext>
            </a:extLst>
          </p:cNvPr>
          <p:cNvSpPr>
            <a:spLocks noChangeShapeType="1"/>
          </p:cNvSpPr>
          <p:nvPr/>
        </p:nvSpPr>
        <p:spPr bwMode="auto">
          <a:xfrm>
            <a:off x="27257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67" name="Line 103">
            <a:extLst>
              <a:ext uri="{FF2B5EF4-FFF2-40B4-BE49-F238E27FC236}">
                <a16:creationId xmlns:a16="http://schemas.microsoft.com/office/drawing/2014/main" id="{5EC246A8-FC16-E631-BA00-791625035C01}"/>
              </a:ext>
            </a:extLst>
          </p:cNvPr>
          <p:cNvSpPr>
            <a:spLocks noChangeShapeType="1"/>
          </p:cNvSpPr>
          <p:nvPr/>
        </p:nvSpPr>
        <p:spPr bwMode="auto">
          <a:xfrm>
            <a:off x="2738438" y="1706563"/>
            <a:ext cx="22606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68" name="Line 104">
            <a:extLst>
              <a:ext uri="{FF2B5EF4-FFF2-40B4-BE49-F238E27FC236}">
                <a16:creationId xmlns:a16="http://schemas.microsoft.com/office/drawing/2014/main" id="{4EBF23F0-707A-B495-7782-BF01EA388CDD}"/>
              </a:ext>
            </a:extLst>
          </p:cNvPr>
          <p:cNvSpPr>
            <a:spLocks noChangeShapeType="1"/>
          </p:cNvSpPr>
          <p:nvPr/>
        </p:nvSpPr>
        <p:spPr bwMode="auto">
          <a:xfrm>
            <a:off x="81359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69" name="Rectangle 105">
            <a:extLst>
              <a:ext uri="{FF2B5EF4-FFF2-40B4-BE49-F238E27FC236}">
                <a16:creationId xmlns:a16="http://schemas.microsoft.com/office/drawing/2014/main" id="{A6BC916D-A821-61CD-860D-27E3C3757800}"/>
              </a:ext>
            </a:extLst>
          </p:cNvPr>
          <p:cNvSpPr>
            <a:spLocks noChangeArrowheads="1"/>
          </p:cNvSpPr>
          <p:nvPr/>
        </p:nvSpPr>
        <p:spPr bwMode="auto">
          <a:xfrm>
            <a:off x="5019675" y="1536700"/>
            <a:ext cx="704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latin typeface="Arial" panose="020B0604020202020204" pitchFamily="34" charset="0"/>
                <a:ea typeface="宋体" panose="02010600030101010101" pitchFamily="2" charset="-122"/>
              </a:rPr>
              <a:t>EX</a:t>
            </a:r>
          </a:p>
        </p:txBody>
      </p:sp>
      <p:sp>
        <p:nvSpPr>
          <p:cNvPr id="51270" name="Line 110">
            <a:extLst>
              <a:ext uri="{FF2B5EF4-FFF2-40B4-BE49-F238E27FC236}">
                <a16:creationId xmlns:a16="http://schemas.microsoft.com/office/drawing/2014/main" id="{25000A7D-AFA7-92AB-8251-F1DB1D95B724}"/>
              </a:ext>
            </a:extLst>
          </p:cNvPr>
          <p:cNvSpPr>
            <a:spLocks noChangeShapeType="1"/>
          </p:cNvSpPr>
          <p:nvPr/>
        </p:nvSpPr>
        <p:spPr bwMode="auto">
          <a:xfrm flipH="1">
            <a:off x="7970838" y="1455738"/>
            <a:ext cx="939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71" name="Line 111">
            <a:extLst>
              <a:ext uri="{FF2B5EF4-FFF2-40B4-BE49-F238E27FC236}">
                <a16:creationId xmlns:a16="http://schemas.microsoft.com/office/drawing/2014/main" id="{71123F24-7AD8-FC50-B5C5-A798E636289E}"/>
              </a:ext>
            </a:extLst>
          </p:cNvPr>
          <p:cNvSpPr>
            <a:spLocks noChangeShapeType="1"/>
          </p:cNvSpPr>
          <p:nvPr/>
        </p:nvSpPr>
        <p:spPr bwMode="auto">
          <a:xfrm>
            <a:off x="5710238" y="1717675"/>
            <a:ext cx="2260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2" name="Line 112">
            <a:extLst>
              <a:ext uri="{FF2B5EF4-FFF2-40B4-BE49-F238E27FC236}">
                <a16:creationId xmlns:a16="http://schemas.microsoft.com/office/drawing/2014/main" id="{E475DD66-F50C-328E-F790-3D44342B5B7A}"/>
              </a:ext>
            </a:extLst>
          </p:cNvPr>
          <p:cNvSpPr>
            <a:spLocks noChangeShapeType="1"/>
          </p:cNvSpPr>
          <p:nvPr/>
        </p:nvSpPr>
        <p:spPr bwMode="auto">
          <a:xfrm>
            <a:off x="8148638" y="1717675"/>
            <a:ext cx="508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273" name="Rectangle 113">
            <a:extLst>
              <a:ext uri="{FF2B5EF4-FFF2-40B4-BE49-F238E27FC236}">
                <a16:creationId xmlns:a16="http://schemas.microsoft.com/office/drawing/2014/main" id="{16E48B06-F830-9CF3-1D2D-BC06AD9D1D83}"/>
              </a:ext>
            </a:extLst>
          </p:cNvPr>
          <p:cNvSpPr>
            <a:spLocks noChangeArrowheads="1"/>
          </p:cNvSpPr>
          <p:nvPr/>
        </p:nvSpPr>
        <p:spPr bwMode="auto">
          <a:xfrm>
            <a:off x="8655050" y="1554163"/>
            <a:ext cx="354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M</a:t>
            </a:r>
          </a:p>
        </p:txBody>
      </p:sp>
      <p:sp>
        <p:nvSpPr>
          <p:cNvPr id="51274" name="Line 114">
            <a:extLst>
              <a:ext uri="{FF2B5EF4-FFF2-40B4-BE49-F238E27FC236}">
                <a16:creationId xmlns:a16="http://schemas.microsoft.com/office/drawing/2014/main" id="{5C902412-5427-30C2-7AE3-95F625337896}"/>
              </a:ext>
            </a:extLst>
          </p:cNvPr>
          <p:cNvSpPr>
            <a:spLocks noChangeShapeType="1"/>
          </p:cNvSpPr>
          <p:nvPr/>
        </p:nvSpPr>
        <p:spPr bwMode="auto">
          <a:xfrm flipV="1">
            <a:off x="79835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75" name="Line 115">
            <a:extLst>
              <a:ext uri="{FF2B5EF4-FFF2-40B4-BE49-F238E27FC236}">
                <a16:creationId xmlns:a16="http://schemas.microsoft.com/office/drawing/2014/main" id="{2B4C9D11-0D9C-8F63-28E3-EDA8AA0D1A89}"/>
              </a:ext>
            </a:extLst>
          </p:cNvPr>
          <p:cNvSpPr>
            <a:spLocks noChangeShapeType="1"/>
          </p:cNvSpPr>
          <p:nvPr/>
        </p:nvSpPr>
        <p:spPr bwMode="auto">
          <a:xfrm>
            <a:off x="8135938" y="4229100"/>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6" name="Line 131">
            <a:extLst>
              <a:ext uri="{FF2B5EF4-FFF2-40B4-BE49-F238E27FC236}">
                <a16:creationId xmlns:a16="http://schemas.microsoft.com/office/drawing/2014/main" id="{4E55E320-B1FA-BC39-1512-0510C55F7EAD}"/>
              </a:ext>
            </a:extLst>
          </p:cNvPr>
          <p:cNvSpPr>
            <a:spLocks noChangeShapeType="1"/>
          </p:cNvSpPr>
          <p:nvPr/>
        </p:nvSpPr>
        <p:spPr bwMode="auto">
          <a:xfrm flipH="1">
            <a:off x="6329363" y="3541713"/>
            <a:ext cx="1587" cy="576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77" name="Line 132">
            <a:extLst>
              <a:ext uri="{FF2B5EF4-FFF2-40B4-BE49-F238E27FC236}">
                <a16:creationId xmlns:a16="http://schemas.microsoft.com/office/drawing/2014/main" id="{6E2E2F61-CF79-F3DF-692D-03E04C0C2302}"/>
              </a:ext>
            </a:extLst>
          </p:cNvPr>
          <p:cNvSpPr>
            <a:spLocks noChangeShapeType="1"/>
          </p:cNvSpPr>
          <p:nvPr/>
        </p:nvSpPr>
        <p:spPr bwMode="auto">
          <a:xfrm>
            <a:off x="6345238" y="3535363"/>
            <a:ext cx="455612"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78" name="Line 133">
            <a:extLst>
              <a:ext uri="{FF2B5EF4-FFF2-40B4-BE49-F238E27FC236}">
                <a16:creationId xmlns:a16="http://schemas.microsoft.com/office/drawing/2014/main" id="{2329B950-5A08-D5E9-7514-7C448FBC3D93}"/>
              </a:ext>
            </a:extLst>
          </p:cNvPr>
          <p:cNvSpPr>
            <a:spLocks noChangeShapeType="1"/>
          </p:cNvSpPr>
          <p:nvPr/>
        </p:nvSpPr>
        <p:spPr bwMode="auto">
          <a:xfrm>
            <a:off x="6332538" y="4140200"/>
            <a:ext cx="152400" cy="904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79" name="Line 135">
            <a:extLst>
              <a:ext uri="{FF2B5EF4-FFF2-40B4-BE49-F238E27FC236}">
                <a16:creationId xmlns:a16="http://schemas.microsoft.com/office/drawing/2014/main" id="{E9214417-E006-67C3-7957-4973EADD1DDF}"/>
              </a:ext>
            </a:extLst>
          </p:cNvPr>
          <p:cNvSpPr>
            <a:spLocks noChangeShapeType="1"/>
          </p:cNvSpPr>
          <p:nvPr/>
        </p:nvSpPr>
        <p:spPr bwMode="auto">
          <a:xfrm>
            <a:off x="6811963" y="3819525"/>
            <a:ext cx="0" cy="790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80" name="Line 136">
            <a:extLst>
              <a:ext uri="{FF2B5EF4-FFF2-40B4-BE49-F238E27FC236}">
                <a16:creationId xmlns:a16="http://schemas.microsoft.com/office/drawing/2014/main" id="{418FE997-C2EA-5787-3E18-F2D978F243F5}"/>
              </a:ext>
            </a:extLst>
          </p:cNvPr>
          <p:cNvSpPr>
            <a:spLocks noChangeShapeType="1"/>
          </p:cNvSpPr>
          <p:nvPr/>
        </p:nvSpPr>
        <p:spPr bwMode="auto">
          <a:xfrm flipV="1">
            <a:off x="6348413" y="4251325"/>
            <a:ext cx="134937" cy="1444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81" name="Line 137">
            <a:extLst>
              <a:ext uri="{FF2B5EF4-FFF2-40B4-BE49-F238E27FC236}">
                <a16:creationId xmlns:a16="http://schemas.microsoft.com/office/drawing/2014/main" id="{67367AA8-814D-3548-DFA3-388ACC98CD7F}"/>
              </a:ext>
            </a:extLst>
          </p:cNvPr>
          <p:cNvSpPr>
            <a:spLocks noChangeShapeType="1"/>
          </p:cNvSpPr>
          <p:nvPr/>
        </p:nvSpPr>
        <p:spPr bwMode="auto">
          <a:xfrm flipH="1">
            <a:off x="6359525" y="4379913"/>
            <a:ext cx="0" cy="561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82" name="Line 138">
            <a:extLst>
              <a:ext uri="{FF2B5EF4-FFF2-40B4-BE49-F238E27FC236}">
                <a16:creationId xmlns:a16="http://schemas.microsoft.com/office/drawing/2014/main" id="{6887FDF3-1F88-E0FB-A70C-6DB7091BEDFE}"/>
              </a:ext>
            </a:extLst>
          </p:cNvPr>
          <p:cNvSpPr>
            <a:spLocks noChangeShapeType="1"/>
          </p:cNvSpPr>
          <p:nvPr/>
        </p:nvSpPr>
        <p:spPr bwMode="auto">
          <a:xfrm flipV="1">
            <a:off x="6375400" y="4611688"/>
            <a:ext cx="425450" cy="3159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83" name="Line 140">
            <a:extLst>
              <a:ext uri="{FF2B5EF4-FFF2-40B4-BE49-F238E27FC236}">
                <a16:creationId xmlns:a16="http://schemas.microsoft.com/office/drawing/2014/main" id="{94063793-1F16-7370-324B-8017ED3B670F}"/>
              </a:ext>
            </a:extLst>
          </p:cNvPr>
          <p:cNvSpPr>
            <a:spLocks noChangeShapeType="1"/>
          </p:cNvSpPr>
          <p:nvPr/>
        </p:nvSpPr>
        <p:spPr bwMode="auto">
          <a:xfrm>
            <a:off x="5454650" y="2293938"/>
            <a:ext cx="7938" cy="3683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84" name="Line 141">
            <a:extLst>
              <a:ext uri="{FF2B5EF4-FFF2-40B4-BE49-F238E27FC236}">
                <a16:creationId xmlns:a16="http://schemas.microsoft.com/office/drawing/2014/main" id="{5E687356-C6A5-D195-7121-E837FC47B7FC}"/>
              </a:ext>
            </a:extLst>
          </p:cNvPr>
          <p:cNvSpPr>
            <a:spLocks noChangeShapeType="1"/>
          </p:cNvSpPr>
          <p:nvPr/>
        </p:nvSpPr>
        <p:spPr bwMode="auto">
          <a:xfrm>
            <a:off x="5467350" y="2293938"/>
            <a:ext cx="433388"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85" name="Line 142">
            <a:extLst>
              <a:ext uri="{FF2B5EF4-FFF2-40B4-BE49-F238E27FC236}">
                <a16:creationId xmlns:a16="http://schemas.microsoft.com/office/drawing/2014/main" id="{7D569055-0C14-D925-BFC6-839B7DC3619F}"/>
              </a:ext>
            </a:extLst>
          </p:cNvPr>
          <p:cNvSpPr>
            <a:spLocks noChangeShapeType="1"/>
          </p:cNvSpPr>
          <p:nvPr/>
        </p:nvSpPr>
        <p:spPr bwMode="auto">
          <a:xfrm>
            <a:off x="5468938" y="2689225"/>
            <a:ext cx="163512" cy="1666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86" name="Line 144">
            <a:extLst>
              <a:ext uri="{FF2B5EF4-FFF2-40B4-BE49-F238E27FC236}">
                <a16:creationId xmlns:a16="http://schemas.microsoft.com/office/drawing/2014/main" id="{7F3C4D1A-614F-8872-1B45-4F19D5CBF182}"/>
              </a:ext>
            </a:extLst>
          </p:cNvPr>
          <p:cNvSpPr>
            <a:spLocks noChangeShapeType="1"/>
          </p:cNvSpPr>
          <p:nvPr/>
        </p:nvSpPr>
        <p:spPr bwMode="auto">
          <a:xfrm>
            <a:off x="5911850" y="2578100"/>
            <a:ext cx="0" cy="542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87" name="Line 145">
            <a:extLst>
              <a:ext uri="{FF2B5EF4-FFF2-40B4-BE49-F238E27FC236}">
                <a16:creationId xmlns:a16="http://schemas.microsoft.com/office/drawing/2014/main" id="{29589315-60CF-FEBC-4C6E-127DE722CD22}"/>
              </a:ext>
            </a:extLst>
          </p:cNvPr>
          <p:cNvSpPr>
            <a:spLocks noChangeShapeType="1"/>
          </p:cNvSpPr>
          <p:nvPr/>
        </p:nvSpPr>
        <p:spPr bwMode="auto">
          <a:xfrm flipV="1">
            <a:off x="5487988" y="2871788"/>
            <a:ext cx="144462" cy="201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88" name="Line 146">
            <a:extLst>
              <a:ext uri="{FF2B5EF4-FFF2-40B4-BE49-F238E27FC236}">
                <a16:creationId xmlns:a16="http://schemas.microsoft.com/office/drawing/2014/main" id="{0822C11A-5DC5-4E91-9B8E-92C73562B42D}"/>
              </a:ext>
            </a:extLst>
          </p:cNvPr>
          <p:cNvSpPr>
            <a:spLocks noChangeShapeType="1"/>
          </p:cNvSpPr>
          <p:nvPr/>
        </p:nvSpPr>
        <p:spPr bwMode="auto">
          <a:xfrm>
            <a:off x="5481638" y="3087688"/>
            <a:ext cx="11112" cy="3365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89" name="Line 147">
            <a:extLst>
              <a:ext uri="{FF2B5EF4-FFF2-40B4-BE49-F238E27FC236}">
                <a16:creationId xmlns:a16="http://schemas.microsoft.com/office/drawing/2014/main" id="{3D6A1EE0-6A9B-3875-1844-3D069F420710}"/>
              </a:ext>
            </a:extLst>
          </p:cNvPr>
          <p:cNvSpPr>
            <a:spLocks noChangeShapeType="1"/>
          </p:cNvSpPr>
          <p:nvPr/>
        </p:nvSpPr>
        <p:spPr bwMode="auto">
          <a:xfrm flipV="1">
            <a:off x="5495925" y="3108325"/>
            <a:ext cx="404813" cy="31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90" name="Rectangle 148">
            <a:extLst>
              <a:ext uri="{FF2B5EF4-FFF2-40B4-BE49-F238E27FC236}">
                <a16:creationId xmlns:a16="http://schemas.microsoft.com/office/drawing/2014/main" id="{E3B50B57-2874-5419-CD8F-0251F9B96C69}"/>
              </a:ext>
            </a:extLst>
          </p:cNvPr>
          <p:cNvSpPr>
            <a:spLocks noChangeArrowheads="1"/>
          </p:cNvSpPr>
          <p:nvPr/>
        </p:nvSpPr>
        <p:spPr bwMode="auto">
          <a:xfrm rot="5400000">
            <a:off x="5375276" y="2638425"/>
            <a:ext cx="7747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Adder</a:t>
            </a:r>
          </a:p>
        </p:txBody>
      </p:sp>
      <p:sp>
        <p:nvSpPr>
          <p:cNvPr id="51291" name="Rectangle 59">
            <a:extLst>
              <a:ext uri="{FF2B5EF4-FFF2-40B4-BE49-F238E27FC236}">
                <a16:creationId xmlns:a16="http://schemas.microsoft.com/office/drawing/2014/main" id="{02E8733E-2A53-C8BE-23DC-99B6F5167C2A}"/>
              </a:ext>
            </a:extLst>
          </p:cNvPr>
          <p:cNvSpPr>
            <a:spLocks noChangeArrowheads="1"/>
          </p:cNvSpPr>
          <p:nvPr/>
        </p:nvSpPr>
        <p:spPr bwMode="auto">
          <a:xfrm>
            <a:off x="5505450" y="456088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1</a:t>
            </a:r>
          </a:p>
        </p:txBody>
      </p:sp>
      <p:sp>
        <p:nvSpPr>
          <p:cNvPr id="51292" name="Line 32">
            <a:extLst>
              <a:ext uri="{FF2B5EF4-FFF2-40B4-BE49-F238E27FC236}">
                <a16:creationId xmlns:a16="http://schemas.microsoft.com/office/drawing/2014/main" id="{F148B9F3-C362-9115-5AEC-4070770DCA6D}"/>
              </a:ext>
            </a:extLst>
          </p:cNvPr>
          <p:cNvSpPr>
            <a:spLocks noChangeShapeType="1"/>
          </p:cNvSpPr>
          <p:nvPr/>
        </p:nvSpPr>
        <p:spPr bwMode="auto">
          <a:xfrm>
            <a:off x="4999038" y="4741863"/>
            <a:ext cx="533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93" name="Line 33">
            <a:extLst>
              <a:ext uri="{FF2B5EF4-FFF2-40B4-BE49-F238E27FC236}">
                <a16:creationId xmlns:a16="http://schemas.microsoft.com/office/drawing/2014/main" id="{8FADA8CA-0670-AFC0-6575-AF4DFFBEC36E}"/>
              </a:ext>
            </a:extLst>
          </p:cNvPr>
          <p:cNvSpPr>
            <a:spLocks noChangeShapeType="1"/>
          </p:cNvSpPr>
          <p:nvPr/>
        </p:nvSpPr>
        <p:spPr bwMode="auto">
          <a:xfrm flipV="1">
            <a:off x="5272088" y="4646613"/>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94" name="Rectangle 34">
            <a:extLst>
              <a:ext uri="{FF2B5EF4-FFF2-40B4-BE49-F238E27FC236}">
                <a16:creationId xmlns:a16="http://schemas.microsoft.com/office/drawing/2014/main" id="{035F3779-9419-97C3-DD1D-273F6D7D9DA2}"/>
              </a:ext>
            </a:extLst>
          </p:cNvPr>
          <p:cNvSpPr>
            <a:spLocks noChangeArrowheads="1"/>
          </p:cNvSpPr>
          <p:nvPr/>
        </p:nvSpPr>
        <p:spPr bwMode="auto">
          <a:xfrm>
            <a:off x="4946650" y="47148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1295" name="Rectangle 35">
            <a:extLst>
              <a:ext uri="{FF2B5EF4-FFF2-40B4-BE49-F238E27FC236}">
                <a16:creationId xmlns:a16="http://schemas.microsoft.com/office/drawing/2014/main" id="{98D0F724-39E8-FD19-81F0-D21EB2FB2FB1}"/>
              </a:ext>
            </a:extLst>
          </p:cNvPr>
          <p:cNvSpPr>
            <a:spLocks noChangeArrowheads="1"/>
          </p:cNvSpPr>
          <p:nvPr/>
        </p:nvSpPr>
        <p:spPr bwMode="auto">
          <a:xfrm>
            <a:off x="4551363" y="4576763"/>
            <a:ext cx="490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“4”</a:t>
            </a:r>
          </a:p>
        </p:txBody>
      </p:sp>
      <p:grpSp>
        <p:nvGrpSpPr>
          <p:cNvPr id="51296" name="Group 36">
            <a:extLst>
              <a:ext uri="{FF2B5EF4-FFF2-40B4-BE49-F238E27FC236}">
                <a16:creationId xmlns:a16="http://schemas.microsoft.com/office/drawing/2014/main" id="{6F4EF84C-A918-491C-46E2-38ED3CD8086B}"/>
              </a:ext>
            </a:extLst>
          </p:cNvPr>
          <p:cNvGrpSpPr>
            <a:grpSpLocks/>
          </p:cNvGrpSpPr>
          <p:nvPr/>
        </p:nvGrpSpPr>
        <p:grpSpPr bwMode="auto">
          <a:xfrm>
            <a:off x="3973513" y="3259138"/>
            <a:ext cx="304800" cy="798512"/>
            <a:chOff x="3120" y="2696"/>
            <a:chExt cx="192" cy="773"/>
          </a:xfrm>
        </p:grpSpPr>
        <p:sp>
          <p:nvSpPr>
            <p:cNvPr id="51297" name="Line 37">
              <a:extLst>
                <a:ext uri="{FF2B5EF4-FFF2-40B4-BE49-F238E27FC236}">
                  <a16:creationId xmlns:a16="http://schemas.microsoft.com/office/drawing/2014/main" id="{F5C11CD0-D3D7-9E81-FFFA-6711C868B999}"/>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98" name="Line 38">
              <a:extLst>
                <a:ext uri="{FF2B5EF4-FFF2-40B4-BE49-F238E27FC236}">
                  <a16:creationId xmlns:a16="http://schemas.microsoft.com/office/drawing/2014/main" id="{CC266569-753C-1BBF-AE25-DCA83D76D507}"/>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99" name="Line 39">
              <a:extLst>
                <a:ext uri="{FF2B5EF4-FFF2-40B4-BE49-F238E27FC236}">
                  <a16:creationId xmlns:a16="http://schemas.microsoft.com/office/drawing/2014/main" id="{96F820C5-6D32-7E28-DDFE-0A571A3AD6D2}"/>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300" name="Line 40">
              <a:extLst>
                <a:ext uri="{FF2B5EF4-FFF2-40B4-BE49-F238E27FC236}">
                  <a16:creationId xmlns:a16="http://schemas.microsoft.com/office/drawing/2014/main" id="{35EC9629-8790-5DDF-9EC7-A634F0D19B13}"/>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301" name="Line 44">
            <a:extLst>
              <a:ext uri="{FF2B5EF4-FFF2-40B4-BE49-F238E27FC236}">
                <a16:creationId xmlns:a16="http://schemas.microsoft.com/office/drawing/2014/main" id="{39AD7AF3-CABC-677C-ABB7-F686AEF40288}"/>
              </a:ext>
            </a:extLst>
          </p:cNvPr>
          <p:cNvSpPr>
            <a:spLocks noChangeShapeType="1"/>
          </p:cNvSpPr>
          <p:nvPr/>
        </p:nvSpPr>
        <p:spPr bwMode="auto">
          <a:xfrm flipV="1">
            <a:off x="2732088" y="3849688"/>
            <a:ext cx="1241425"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302" name="Rectangle 58">
            <a:extLst>
              <a:ext uri="{FF2B5EF4-FFF2-40B4-BE49-F238E27FC236}">
                <a16:creationId xmlns:a16="http://schemas.microsoft.com/office/drawing/2014/main" id="{1B892A4A-3E4A-853F-BD17-7C2147D3899C}"/>
              </a:ext>
            </a:extLst>
          </p:cNvPr>
          <p:cNvSpPr>
            <a:spLocks noChangeArrowheads="1"/>
          </p:cNvSpPr>
          <p:nvPr/>
        </p:nvSpPr>
        <p:spPr bwMode="auto">
          <a:xfrm>
            <a:off x="3932238" y="3271838"/>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1</a:t>
            </a:r>
          </a:p>
        </p:txBody>
      </p:sp>
      <p:sp>
        <p:nvSpPr>
          <p:cNvPr id="51303" name="Rectangle 59">
            <a:extLst>
              <a:ext uri="{FF2B5EF4-FFF2-40B4-BE49-F238E27FC236}">
                <a16:creationId xmlns:a16="http://schemas.microsoft.com/office/drawing/2014/main" id="{7A8512DB-5167-EE97-EFF8-4F491C4744F9}"/>
              </a:ext>
            </a:extLst>
          </p:cNvPr>
          <p:cNvSpPr>
            <a:spLocks noChangeArrowheads="1"/>
          </p:cNvSpPr>
          <p:nvPr/>
        </p:nvSpPr>
        <p:spPr bwMode="auto">
          <a:xfrm>
            <a:off x="3932238" y="3667125"/>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0</a:t>
            </a:r>
          </a:p>
        </p:txBody>
      </p:sp>
      <p:sp>
        <p:nvSpPr>
          <p:cNvPr id="51304" name="Line 16">
            <a:extLst>
              <a:ext uri="{FF2B5EF4-FFF2-40B4-BE49-F238E27FC236}">
                <a16:creationId xmlns:a16="http://schemas.microsoft.com/office/drawing/2014/main" id="{15CB94F6-4D21-FF94-1819-7005FBA59C60}"/>
              </a:ext>
            </a:extLst>
          </p:cNvPr>
          <p:cNvSpPr>
            <a:spLocks noChangeShapeType="1"/>
          </p:cNvSpPr>
          <p:nvPr/>
        </p:nvSpPr>
        <p:spPr bwMode="auto">
          <a:xfrm>
            <a:off x="3646488" y="3432175"/>
            <a:ext cx="3270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305" name="Line 78">
            <a:extLst>
              <a:ext uri="{FF2B5EF4-FFF2-40B4-BE49-F238E27FC236}">
                <a16:creationId xmlns:a16="http://schemas.microsoft.com/office/drawing/2014/main" id="{E8856EEA-93A7-8262-17CF-1789492F0A3B}"/>
              </a:ext>
            </a:extLst>
          </p:cNvPr>
          <p:cNvSpPr>
            <a:spLocks noChangeShapeType="1"/>
          </p:cNvSpPr>
          <p:nvPr/>
        </p:nvSpPr>
        <p:spPr bwMode="auto">
          <a:xfrm>
            <a:off x="3646488" y="2493963"/>
            <a:ext cx="0" cy="9525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306" name="Oval 94">
            <a:extLst>
              <a:ext uri="{FF2B5EF4-FFF2-40B4-BE49-F238E27FC236}">
                <a16:creationId xmlns:a16="http://schemas.microsoft.com/office/drawing/2014/main" id="{C8036BE2-7864-FB27-B657-ECD0FA6889C5}"/>
              </a:ext>
            </a:extLst>
          </p:cNvPr>
          <p:cNvSpPr>
            <a:spLocks noChangeArrowheads="1"/>
          </p:cNvSpPr>
          <p:nvPr/>
        </p:nvSpPr>
        <p:spPr bwMode="auto">
          <a:xfrm>
            <a:off x="3602038" y="2451100"/>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51307" name="Oval 94">
            <a:extLst>
              <a:ext uri="{FF2B5EF4-FFF2-40B4-BE49-F238E27FC236}">
                <a16:creationId xmlns:a16="http://schemas.microsoft.com/office/drawing/2014/main" id="{236EBD79-D7A6-BD10-D9A8-3361D8ADB956}"/>
              </a:ext>
            </a:extLst>
          </p:cNvPr>
          <p:cNvSpPr>
            <a:spLocks noChangeArrowheads="1"/>
          </p:cNvSpPr>
          <p:nvPr/>
        </p:nvSpPr>
        <p:spPr bwMode="auto">
          <a:xfrm>
            <a:off x="4510088" y="5068888"/>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51308" name="Line 48">
            <a:extLst>
              <a:ext uri="{FF2B5EF4-FFF2-40B4-BE49-F238E27FC236}">
                <a16:creationId xmlns:a16="http://schemas.microsoft.com/office/drawing/2014/main" id="{6416E462-B418-1EE2-3F2D-DF250A644D22}"/>
              </a:ext>
            </a:extLst>
          </p:cNvPr>
          <p:cNvSpPr>
            <a:spLocks noChangeShapeType="1"/>
          </p:cNvSpPr>
          <p:nvPr/>
        </p:nvSpPr>
        <p:spPr bwMode="auto">
          <a:xfrm flipH="1">
            <a:off x="4135438" y="3989388"/>
            <a:ext cx="0" cy="1763712"/>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309" name="Rectangle 80">
            <a:extLst>
              <a:ext uri="{FF2B5EF4-FFF2-40B4-BE49-F238E27FC236}">
                <a16:creationId xmlns:a16="http://schemas.microsoft.com/office/drawing/2014/main" id="{886A6578-8C78-CE5B-AC32-8FCCCF176C8E}"/>
              </a:ext>
            </a:extLst>
          </p:cNvPr>
          <p:cNvSpPr>
            <a:spLocks noChangeArrowheads="1"/>
          </p:cNvSpPr>
          <p:nvPr/>
        </p:nvSpPr>
        <p:spPr bwMode="auto">
          <a:xfrm>
            <a:off x="5765800"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2</a:t>
            </a:r>
          </a:p>
        </p:txBody>
      </p:sp>
      <p:sp>
        <p:nvSpPr>
          <p:cNvPr id="51310" name="Line 81">
            <a:extLst>
              <a:ext uri="{FF2B5EF4-FFF2-40B4-BE49-F238E27FC236}">
                <a16:creationId xmlns:a16="http://schemas.microsoft.com/office/drawing/2014/main" id="{DE87DAEE-5971-98F1-C7DD-95357E5BDF92}"/>
              </a:ext>
            </a:extLst>
          </p:cNvPr>
          <p:cNvSpPr>
            <a:spLocks noChangeShapeType="1"/>
          </p:cNvSpPr>
          <p:nvPr/>
        </p:nvSpPr>
        <p:spPr bwMode="auto">
          <a:xfrm flipH="1">
            <a:off x="5646738"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311" name="Rectangle 49">
            <a:extLst>
              <a:ext uri="{FF2B5EF4-FFF2-40B4-BE49-F238E27FC236}">
                <a16:creationId xmlns:a16="http://schemas.microsoft.com/office/drawing/2014/main" id="{F8723AF4-F8CA-6DA8-CA2D-2560A355851E}"/>
              </a:ext>
            </a:extLst>
          </p:cNvPr>
          <p:cNvSpPr>
            <a:spLocks noChangeArrowheads="1"/>
          </p:cNvSpPr>
          <p:nvPr/>
        </p:nvSpPr>
        <p:spPr bwMode="auto">
          <a:xfrm>
            <a:off x="3621088" y="5695950"/>
            <a:ext cx="1273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ALUASrc=0</a:t>
            </a:r>
          </a:p>
        </p:txBody>
      </p:sp>
      <p:sp>
        <p:nvSpPr>
          <p:cNvPr id="51312" name="Line 56">
            <a:extLst>
              <a:ext uri="{FF2B5EF4-FFF2-40B4-BE49-F238E27FC236}">
                <a16:creationId xmlns:a16="http://schemas.microsoft.com/office/drawing/2014/main" id="{2EE7C44B-3B0F-555D-34EB-537CBB855BD8}"/>
              </a:ext>
            </a:extLst>
          </p:cNvPr>
          <p:cNvSpPr>
            <a:spLocks noChangeShapeType="1"/>
          </p:cNvSpPr>
          <p:nvPr/>
        </p:nvSpPr>
        <p:spPr bwMode="auto">
          <a:xfrm flipH="1">
            <a:off x="8135938" y="3867150"/>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313" name="Line 56">
            <a:extLst>
              <a:ext uri="{FF2B5EF4-FFF2-40B4-BE49-F238E27FC236}">
                <a16:creationId xmlns:a16="http://schemas.microsoft.com/office/drawing/2014/main" id="{1BDE54BF-F8F4-7138-A9FF-2EB9F163F6F1}"/>
              </a:ext>
            </a:extLst>
          </p:cNvPr>
          <p:cNvSpPr>
            <a:spLocks noChangeShapeType="1"/>
          </p:cNvSpPr>
          <p:nvPr/>
        </p:nvSpPr>
        <p:spPr bwMode="auto">
          <a:xfrm flipH="1">
            <a:off x="8123238" y="2843213"/>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318">
                                            <p:txEl>
                                              <p:pRg st="0" end="0"/>
                                            </p:txEl>
                                          </p:spTgt>
                                        </p:tgtEl>
                                        <p:attrNameLst>
                                          <p:attrName>style.visibility</p:attrName>
                                        </p:attrNameLst>
                                      </p:cBhvr>
                                      <p:to>
                                        <p:strVal val="visible"/>
                                      </p:to>
                                    </p:set>
                                    <p:animEffect transition="in" filter="blinds(horizontal)">
                                      <p:cBhvr>
                                        <p:cTn id="7" dur="500"/>
                                        <p:tgtEl>
                                          <p:spTgt spid="513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0764B17F-929D-F337-8785-C0CA8FE8402D}"/>
              </a:ext>
            </a:extLst>
          </p:cNvPr>
          <p:cNvSpPr>
            <a:spLocks noGrp="1" noChangeArrowheads="1"/>
          </p:cNvSpPr>
          <p:nvPr>
            <p:ph type="title"/>
          </p:nvPr>
        </p:nvSpPr>
        <p:spPr>
          <a:xfrm>
            <a:off x="769938" y="184150"/>
            <a:ext cx="7685087" cy="373063"/>
          </a:xfrm>
        </p:spPr>
        <p:txBody>
          <a:bodyPr/>
          <a:lstStyle/>
          <a:p>
            <a:r>
              <a:rPr lang="zh-CN" altLang="en-US">
                <a:ea typeface="宋体" panose="02010600030101010101" pitchFamily="2" charset="-122"/>
              </a:rPr>
              <a:t>执行部件（</a:t>
            </a:r>
            <a:r>
              <a:rPr lang="en-US" altLang="zh-CN">
                <a:ea typeface="宋体" panose="02010600030101010101" pitchFamily="2" charset="-122"/>
              </a:rPr>
              <a:t>Exec Unit</a:t>
            </a:r>
            <a:r>
              <a:rPr lang="zh-CN" altLang="en-US">
                <a:ea typeface="宋体" panose="02010600030101010101" pitchFamily="2" charset="-122"/>
              </a:rPr>
              <a:t>）的设计：</a:t>
            </a:r>
            <a:r>
              <a:rPr lang="en-US" altLang="zh-CN">
                <a:ea typeface="宋体" panose="02010600030101010101" pitchFamily="2" charset="-122"/>
              </a:rPr>
              <a:t>ori</a:t>
            </a:r>
            <a:r>
              <a:rPr lang="zh-CN" altLang="en-US">
                <a:ea typeface="宋体" panose="02010600030101010101" pitchFamily="2" charset="-122"/>
              </a:rPr>
              <a:t>指令（</a:t>
            </a:r>
            <a:r>
              <a:rPr lang="en-US" altLang="zh-CN">
                <a:ea typeface="宋体" panose="02010600030101010101" pitchFamily="2" charset="-122"/>
              </a:rPr>
              <a:t>I</a:t>
            </a:r>
            <a:r>
              <a:rPr lang="zh-CN" altLang="en-US">
                <a:ea typeface="宋体" panose="02010600030101010101" pitchFamily="2" charset="-122"/>
              </a:rPr>
              <a:t>型）</a:t>
            </a:r>
            <a:endParaRPr lang="en-US" altLang="zh-CN">
              <a:ea typeface="宋体" panose="02010600030101010101" pitchFamily="2" charset="-122"/>
            </a:endParaRPr>
          </a:p>
        </p:txBody>
      </p:sp>
      <p:grpSp>
        <p:nvGrpSpPr>
          <p:cNvPr id="53250" name="Group 119">
            <a:extLst>
              <a:ext uri="{FF2B5EF4-FFF2-40B4-BE49-F238E27FC236}">
                <a16:creationId xmlns:a16="http://schemas.microsoft.com/office/drawing/2014/main" id="{01F85D11-9792-D27B-12C7-B9DF924B861A}"/>
              </a:ext>
            </a:extLst>
          </p:cNvPr>
          <p:cNvGrpSpPr>
            <a:grpSpLocks/>
          </p:cNvGrpSpPr>
          <p:nvPr/>
        </p:nvGrpSpPr>
        <p:grpSpPr bwMode="auto">
          <a:xfrm>
            <a:off x="7821613" y="622300"/>
            <a:ext cx="1219200" cy="1041400"/>
            <a:chOff x="4830" y="396"/>
            <a:chExt cx="868" cy="656"/>
          </a:xfrm>
        </p:grpSpPr>
        <p:sp>
          <p:nvSpPr>
            <p:cNvPr id="53251" name="Oval 106">
              <a:extLst>
                <a:ext uri="{FF2B5EF4-FFF2-40B4-BE49-F238E27FC236}">
                  <a16:creationId xmlns:a16="http://schemas.microsoft.com/office/drawing/2014/main" id="{1CB5A591-E471-48D9-17A8-D63009A93F75}"/>
                </a:ext>
              </a:extLst>
            </p:cNvPr>
            <p:cNvSpPr>
              <a:spLocks noChangeArrowheads="1"/>
            </p:cNvSpPr>
            <p:nvPr/>
          </p:nvSpPr>
          <p:spPr bwMode="auto">
            <a:xfrm>
              <a:off x="4891" y="580"/>
              <a:ext cx="88" cy="472"/>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53252" name="Rectangle 107">
              <a:extLst>
                <a:ext uri="{FF2B5EF4-FFF2-40B4-BE49-F238E27FC236}">
                  <a16:creationId xmlns:a16="http://schemas.microsoft.com/office/drawing/2014/main" id="{DE700F9F-D602-E8FA-296B-B524B9815FA9}"/>
                </a:ext>
              </a:extLst>
            </p:cNvPr>
            <p:cNvSpPr>
              <a:spLocks noChangeArrowheads="1"/>
            </p:cNvSpPr>
            <p:nvPr/>
          </p:nvSpPr>
          <p:spPr bwMode="auto">
            <a:xfrm>
              <a:off x="4830" y="396"/>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1"/>
                  </a:solidFill>
                  <a:ea typeface="宋体" panose="02010600030101010101" pitchFamily="2" charset="-122"/>
                </a:rPr>
                <a:t>You are here!</a:t>
              </a:r>
            </a:p>
          </p:txBody>
        </p:sp>
        <p:sp>
          <p:nvSpPr>
            <p:cNvPr id="53253" name="Line 108">
              <a:extLst>
                <a:ext uri="{FF2B5EF4-FFF2-40B4-BE49-F238E27FC236}">
                  <a16:creationId xmlns:a16="http://schemas.microsoft.com/office/drawing/2014/main" id="{57A99200-8937-7949-4399-E8544F156703}"/>
                </a:ext>
              </a:extLst>
            </p:cNvPr>
            <p:cNvSpPr>
              <a:spLocks noChangeShapeType="1"/>
            </p:cNvSpPr>
            <p:nvPr/>
          </p:nvSpPr>
          <p:spPr bwMode="auto">
            <a:xfrm flipH="1">
              <a:off x="4979" y="628"/>
              <a:ext cx="248" cy="184"/>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1318" name="Text Box 118">
            <a:extLst>
              <a:ext uri="{FF2B5EF4-FFF2-40B4-BE49-F238E27FC236}">
                <a16:creationId xmlns:a16="http://schemas.microsoft.com/office/drawing/2014/main" id="{7E33A9D9-619B-6588-3D06-13C76749248E}"/>
              </a:ext>
            </a:extLst>
          </p:cNvPr>
          <p:cNvSpPr txBox="1">
            <a:spLocks noChangeArrowheads="1"/>
          </p:cNvSpPr>
          <p:nvPr/>
        </p:nvSpPr>
        <p:spPr bwMode="auto">
          <a:xfrm>
            <a:off x="103188" y="627063"/>
            <a:ext cx="7094537"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15000"/>
              </a:lnSpc>
              <a:spcBef>
                <a:spcPct val="20000"/>
              </a:spcBef>
            </a:pPr>
            <a:r>
              <a:rPr lang="zh-CN" altLang="en-US" sz="1800">
                <a:solidFill>
                  <a:srgbClr val="008000"/>
                </a:solidFill>
                <a:latin typeface="Arial" panose="020B0604020202020204" pitchFamily="34" charset="0"/>
                <a:ea typeface="黑体" panose="02010609060101010101" pitchFamily="49" charset="-122"/>
              </a:rPr>
              <a:t>执行部件功能是：</a:t>
            </a:r>
            <a:r>
              <a:rPr lang="en-US" altLang="zh-CN" sz="1800">
                <a:solidFill>
                  <a:srgbClr val="3399FF"/>
                </a:solidFill>
                <a:latin typeface="Arial" panose="020B0604020202020204" pitchFamily="34" charset="0"/>
                <a:ea typeface="黑体" panose="02010609060101010101" pitchFamily="49" charset="-122"/>
              </a:rPr>
              <a:t>ALU</a:t>
            </a:r>
            <a:r>
              <a:rPr lang="zh-CN" altLang="en-US" sz="1800">
                <a:solidFill>
                  <a:srgbClr val="3399FF"/>
                </a:solidFill>
                <a:latin typeface="Arial" panose="020B0604020202020204" pitchFamily="34" charset="0"/>
                <a:ea typeface="黑体" panose="02010609060101010101" pitchFamily="49" charset="-122"/>
              </a:rPr>
              <a:t>运算（</a:t>
            </a:r>
            <a:r>
              <a:rPr lang="en-US" altLang="zh-CN" sz="1800">
                <a:solidFill>
                  <a:srgbClr val="3399FF"/>
                </a:solidFill>
                <a:latin typeface="Arial" panose="020B0604020202020204" pitchFamily="34" charset="0"/>
                <a:ea typeface="黑体" panose="02010609060101010101" pitchFamily="49" charset="-122"/>
              </a:rPr>
              <a:t>or</a:t>
            </a:r>
            <a:r>
              <a:rPr lang="zh-CN" altLang="en-US" sz="1800">
                <a:solidFill>
                  <a:srgbClr val="3399FF"/>
                </a:solidFill>
                <a:latin typeface="Arial" panose="020B0604020202020204" pitchFamily="34" charset="0"/>
                <a:ea typeface="黑体" panose="02010609060101010101" pitchFamily="49" charset="-122"/>
              </a:rPr>
              <a:t>）</a:t>
            </a:r>
          </a:p>
        </p:txBody>
      </p:sp>
      <p:sp>
        <p:nvSpPr>
          <p:cNvPr id="53255" name="Rectangle 4">
            <a:extLst>
              <a:ext uri="{FF2B5EF4-FFF2-40B4-BE49-F238E27FC236}">
                <a16:creationId xmlns:a16="http://schemas.microsoft.com/office/drawing/2014/main" id="{23654F11-3CFE-C520-1577-7B02F48C3582}"/>
              </a:ext>
            </a:extLst>
          </p:cNvPr>
          <p:cNvSpPr>
            <a:spLocks noChangeArrowheads="1"/>
          </p:cNvSpPr>
          <p:nvPr/>
        </p:nvSpPr>
        <p:spPr bwMode="auto">
          <a:xfrm>
            <a:off x="2424113" y="2376488"/>
            <a:ext cx="288925" cy="3175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3256" name="Oval 5">
            <a:extLst>
              <a:ext uri="{FF2B5EF4-FFF2-40B4-BE49-F238E27FC236}">
                <a16:creationId xmlns:a16="http://schemas.microsoft.com/office/drawing/2014/main" id="{0237115D-6601-930D-8BC6-C33A92ABA4BF}"/>
              </a:ext>
            </a:extLst>
          </p:cNvPr>
          <p:cNvSpPr>
            <a:spLocks noChangeArrowheads="1"/>
          </p:cNvSpPr>
          <p:nvPr/>
        </p:nvSpPr>
        <p:spPr bwMode="auto">
          <a:xfrm>
            <a:off x="2500313" y="2224088"/>
            <a:ext cx="136525"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3257" name="Rectangle 6">
            <a:extLst>
              <a:ext uri="{FF2B5EF4-FFF2-40B4-BE49-F238E27FC236}">
                <a16:creationId xmlns:a16="http://schemas.microsoft.com/office/drawing/2014/main" id="{27EB967F-E1D3-ECFD-8016-50D4572C66FF}"/>
              </a:ext>
            </a:extLst>
          </p:cNvPr>
          <p:cNvSpPr>
            <a:spLocks noChangeArrowheads="1"/>
          </p:cNvSpPr>
          <p:nvPr/>
        </p:nvSpPr>
        <p:spPr bwMode="auto">
          <a:xfrm rot="5400000">
            <a:off x="2211388" y="3678238"/>
            <a:ext cx="7016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ID/Ex</a:t>
            </a:r>
          </a:p>
        </p:txBody>
      </p:sp>
      <p:sp>
        <p:nvSpPr>
          <p:cNvPr id="53258" name="Line 7">
            <a:extLst>
              <a:ext uri="{FF2B5EF4-FFF2-40B4-BE49-F238E27FC236}">
                <a16:creationId xmlns:a16="http://schemas.microsoft.com/office/drawing/2014/main" id="{DDEC83D1-9C33-68A7-4FAF-2B13A2D70E7B}"/>
              </a:ext>
            </a:extLst>
          </p:cNvPr>
          <p:cNvSpPr>
            <a:spLocks noChangeShapeType="1"/>
          </p:cNvSpPr>
          <p:nvPr/>
        </p:nvSpPr>
        <p:spPr bwMode="auto">
          <a:xfrm>
            <a:off x="2573338" y="2071688"/>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9" name="Rectangle 8">
            <a:extLst>
              <a:ext uri="{FF2B5EF4-FFF2-40B4-BE49-F238E27FC236}">
                <a16:creationId xmlns:a16="http://schemas.microsoft.com/office/drawing/2014/main" id="{DAEE11EE-BCF4-A44E-A893-D90F07C4E097}"/>
              </a:ext>
            </a:extLst>
          </p:cNvPr>
          <p:cNvSpPr>
            <a:spLocks noChangeArrowheads="1"/>
          </p:cNvSpPr>
          <p:nvPr/>
        </p:nvSpPr>
        <p:spPr bwMode="auto">
          <a:xfrm>
            <a:off x="7834313" y="2376488"/>
            <a:ext cx="288925" cy="3176587"/>
          </a:xfrm>
          <a:prstGeom prst="rect">
            <a:avLst/>
          </a:prstGeom>
          <a:noFill/>
          <a:ln w="254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3260" name="Oval 9">
            <a:extLst>
              <a:ext uri="{FF2B5EF4-FFF2-40B4-BE49-F238E27FC236}">
                <a16:creationId xmlns:a16="http://schemas.microsoft.com/office/drawing/2014/main" id="{45265CFC-4FA9-D8AA-5B9D-862FEDCCD61C}"/>
              </a:ext>
            </a:extLst>
          </p:cNvPr>
          <p:cNvSpPr>
            <a:spLocks noChangeArrowheads="1"/>
          </p:cNvSpPr>
          <p:nvPr/>
        </p:nvSpPr>
        <p:spPr bwMode="auto">
          <a:xfrm>
            <a:off x="7910513" y="2225675"/>
            <a:ext cx="136525" cy="123825"/>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3261" name="Rectangle 10">
            <a:extLst>
              <a:ext uri="{FF2B5EF4-FFF2-40B4-BE49-F238E27FC236}">
                <a16:creationId xmlns:a16="http://schemas.microsoft.com/office/drawing/2014/main" id="{6A610F6A-D67E-D8E6-9DA4-6A59D5EF9F71}"/>
              </a:ext>
            </a:extLst>
          </p:cNvPr>
          <p:cNvSpPr>
            <a:spLocks noChangeArrowheads="1"/>
          </p:cNvSpPr>
          <p:nvPr/>
        </p:nvSpPr>
        <p:spPr bwMode="auto">
          <a:xfrm rot="5400000">
            <a:off x="7616825" y="3684588"/>
            <a:ext cx="717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EX/M</a:t>
            </a:r>
          </a:p>
        </p:txBody>
      </p:sp>
      <p:sp>
        <p:nvSpPr>
          <p:cNvPr id="53262" name="Line 11">
            <a:extLst>
              <a:ext uri="{FF2B5EF4-FFF2-40B4-BE49-F238E27FC236}">
                <a16:creationId xmlns:a16="http://schemas.microsoft.com/office/drawing/2014/main" id="{1B05724D-2C66-D6EA-B0CC-CABE6CC25330}"/>
              </a:ext>
            </a:extLst>
          </p:cNvPr>
          <p:cNvSpPr>
            <a:spLocks noChangeShapeType="1"/>
          </p:cNvSpPr>
          <p:nvPr/>
        </p:nvSpPr>
        <p:spPr bwMode="auto">
          <a:xfrm>
            <a:off x="7983538" y="2070100"/>
            <a:ext cx="0" cy="128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3" name="Line 16">
            <a:extLst>
              <a:ext uri="{FF2B5EF4-FFF2-40B4-BE49-F238E27FC236}">
                <a16:creationId xmlns:a16="http://schemas.microsoft.com/office/drawing/2014/main" id="{DFC204C3-BA37-6CA8-12A9-4D64380877FE}"/>
              </a:ext>
            </a:extLst>
          </p:cNvPr>
          <p:cNvSpPr>
            <a:spLocks noChangeShapeType="1"/>
          </p:cNvSpPr>
          <p:nvPr/>
        </p:nvSpPr>
        <p:spPr bwMode="auto">
          <a:xfrm>
            <a:off x="4554538" y="3289300"/>
            <a:ext cx="9286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4" name="Line 28">
            <a:extLst>
              <a:ext uri="{FF2B5EF4-FFF2-40B4-BE49-F238E27FC236}">
                <a16:creationId xmlns:a16="http://schemas.microsoft.com/office/drawing/2014/main" id="{42F25001-FEB6-704C-6383-828DC9CF0F80}"/>
              </a:ext>
            </a:extLst>
          </p:cNvPr>
          <p:cNvSpPr>
            <a:spLocks noChangeShapeType="1"/>
          </p:cNvSpPr>
          <p:nvPr/>
        </p:nvSpPr>
        <p:spPr bwMode="auto">
          <a:xfrm>
            <a:off x="4278313" y="3668713"/>
            <a:ext cx="2079625"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5" name="Line 29">
            <a:extLst>
              <a:ext uri="{FF2B5EF4-FFF2-40B4-BE49-F238E27FC236}">
                <a16:creationId xmlns:a16="http://schemas.microsoft.com/office/drawing/2014/main" id="{F2CE9518-9426-8607-9DEC-670EC9F6FF5D}"/>
              </a:ext>
            </a:extLst>
          </p:cNvPr>
          <p:cNvSpPr>
            <a:spLocks noChangeShapeType="1"/>
          </p:cNvSpPr>
          <p:nvPr/>
        </p:nvSpPr>
        <p:spPr bwMode="auto">
          <a:xfrm flipH="1">
            <a:off x="3557588" y="3743325"/>
            <a:ext cx="88900" cy="166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6" name="Rectangle 30">
            <a:extLst>
              <a:ext uri="{FF2B5EF4-FFF2-40B4-BE49-F238E27FC236}">
                <a16:creationId xmlns:a16="http://schemas.microsoft.com/office/drawing/2014/main" id="{B2BCF741-0E3B-1D3E-7154-AA0329C5C4A0}"/>
              </a:ext>
            </a:extLst>
          </p:cNvPr>
          <p:cNvSpPr>
            <a:spLocks noChangeArrowheads="1"/>
          </p:cNvSpPr>
          <p:nvPr/>
        </p:nvSpPr>
        <p:spPr bwMode="auto">
          <a:xfrm>
            <a:off x="3244850" y="38004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3267" name="Rectangle 31">
            <a:extLst>
              <a:ext uri="{FF2B5EF4-FFF2-40B4-BE49-F238E27FC236}">
                <a16:creationId xmlns:a16="http://schemas.microsoft.com/office/drawing/2014/main" id="{228705F2-D2C5-6320-DD1F-5A221E5A80AA}"/>
              </a:ext>
            </a:extLst>
          </p:cNvPr>
          <p:cNvSpPr>
            <a:spLocks noChangeArrowheads="1"/>
          </p:cNvSpPr>
          <p:nvPr/>
        </p:nvSpPr>
        <p:spPr bwMode="auto">
          <a:xfrm>
            <a:off x="2787650" y="3511550"/>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53268" name="Line 32">
            <a:extLst>
              <a:ext uri="{FF2B5EF4-FFF2-40B4-BE49-F238E27FC236}">
                <a16:creationId xmlns:a16="http://schemas.microsoft.com/office/drawing/2014/main" id="{727F1FB9-0AC9-CB16-26C3-9FB8DBAAE8D5}"/>
              </a:ext>
            </a:extLst>
          </p:cNvPr>
          <p:cNvSpPr>
            <a:spLocks noChangeShapeType="1"/>
          </p:cNvSpPr>
          <p:nvPr/>
        </p:nvSpPr>
        <p:spPr bwMode="auto">
          <a:xfrm>
            <a:off x="2738438" y="4344988"/>
            <a:ext cx="2794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9" name="Line 33">
            <a:extLst>
              <a:ext uri="{FF2B5EF4-FFF2-40B4-BE49-F238E27FC236}">
                <a16:creationId xmlns:a16="http://schemas.microsoft.com/office/drawing/2014/main" id="{62DDA864-9A6F-CA4E-F1A1-9D7099356D53}"/>
              </a:ext>
            </a:extLst>
          </p:cNvPr>
          <p:cNvSpPr>
            <a:spLocks noChangeShapeType="1"/>
          </p:cNvSpPr>
          <p:nvPr/>
        </p:nvSpPr>
        <p:spPr bwMode="auto">
          <a:xfrm flipV="1">
            <a:off x="3722688" y="4262438"/>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0" name="Rectangle 34">
            <a:extLst>
              <a:ext uri="{FF2B5EF4-FFF2-40B4-BE49-F238E27FC236}">
                <a16:creationId xmlns:a16="http://schemas.microsoft.com/office/drawing/2014/main" id="{6DB83B52-D85B-B800-54E6-69D7EA0C0718}"/>
              </a:ext>
            </a:extLst>
          </p:cNvPr>
          <p:cNvSpPr>
            <a:spLocks noChangeArrowheads="1"/>
          </p:cNvSpPr>
          <p:nvPr/>
        </p:nvSpPr>
        <p:spPr bwMode="auto">
          <a:xfrm>
            <a:off x="3397250" y="433070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3271" name="Rectangle 35">
            <a:extLst>
              <a:ext uri="{FF2B5EF4-FFF2-40B4-BE49-F238E27FC236}">
                <a16:creationId xmlns:a16="http://schemas.microsoft.com/office/drawing/2014/main" id="{24ECE3A6-BFC4-8543-2EBF-7A9087351AD6}"/>
              </a:ext>
            </a:extLst>
          </p:cNvPr>
          <p:cNvSpPr>
            <a:spLocks noChangeArrowheads="1"/>
          </p:cNvSpPr>
          <p:nvPr/>
        </p:nvSpPr>
        <p:spPr bwMode="auto">
          <a:xfrm>
            <a:off x="2787650" y="4046538"/>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grpSp>
        <p:nvGrpSpPr>
          <p:cNvPr id="53272" name="Group 36">
            <a:extLst>
              <a:ext uri="{FF2B5EF4-FFF2-40B4-BE49-F238E27FC236}">
                <a16:creationId xmlns:a16="http://schemas.microsoft.com/office/drawing/2014/main" id="{E9D990D0-ACAC-7658-0EE3-111926329C9E}"/>
              </a:ext>
            </a:extLst>
          </p:cNvPr>
          <p:cNvGrpSpPr>
            <a:grpSpLocks/>
          </p:cNvGrpSpPr>
          <p:nvPr/>
        </p:nvGrpSpPr>
        <p:grpSpPr bwMode="auto">
          <a:xfrm>
            <a:off x="5545138" y="4122738"/>
            <a:ext cx="304800" cy="1227137"/>
            <a:chOff x="3120" y="2696"/>
            <a:chExt cx="192" cy="773"/>
          </a:xfrm>
        </p:grpSpPr>
        <p:sp>
          <p:nvSpPr>
            <p:cNvPr id="53273" name="Line 37">
              <a:extLst>
                <a:ext uri="{FF2B5EF4-FFF2-40B4-BE49-F238E27FC236}">
                  <a16:creationId xmlns:a16="http://schemas.microsoft.com/office/drawing/2014/main" id="{A86EF954-92B1-B19B-94A8-B95797F508F1}"/>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4" name="Line 38">
              <a:extLst>
                <a:ext uri="{FF2B5EF4-FFF2-40B4-BE49-F238E27FC236}">
                  <a16:creationId xmlns:a16="http://schemas.microsoft.com/office/drawing/2014/main" id="{CFCAAB23-0A93-A3FF-6B65-3CABF3F0ABBD}"/>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5" name="Line 39">
              <a:extLst>
                <a:ext uri="{FF2B5EF4-FFF2-40B4-BE49-F238E27FC236}">
                  <a16:creationId xmlns:a16="http://schemas.microsoft.com/office/drawing/2014/main" id="{691B2E39-9ABD-1EAF-BB4E-6A71C649EF64}"/>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6" name="Line 40">
              <a:extLst>
                <a:ext uri="{FF2B5EF4-FFF2-40B4-BE49-F238E27FC236}">
                  <a16:creationId xmlns:a16="http://schemas.microsoft.com/office/drawing/2014/main" id="{A01A8842-9AF9-6280-9842-63E4E19ADCFF}"/>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3277" name="Line 44">
            <a:extLst>
              <a:ext uri="{FF2B5EF4-FFF2-40B4-BE49-F238E27FC236}">
                <a16:creationId xmlns:a16="http://schemas.microsoft.com/office/drawing/2014/main" id="{FFC41110-62D2-CB56-EA83-37FF81F66DB8}"/>
              </a:ext>
            </a:extLst>
          </p:cNvPr>
          <p:cNvSpPr>
            <a:spLocks noChangeShapeType="1"/>
          </p:cNvSpPr>
          <p:nvPr/>
        </p:nvSpPr>
        <p:spPr bwMode="auto">
          <a:xfrm flipV="1">
            <a:off x="2713038" y="5114925"/>
            <a:ext cx="2844800"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8" name="Line 45">
            <a:extLst>
              <a:ext uri="{FF2B5EF4-FFF2-40B4-BE49-F238E27FC236}">
                <a16:creationId xmlns:a16="http://schemas.microsoft.com/office/drawing/2014/main" id="{BF9067D4-D5E7-AD5B-162E-1B347BE405F6}"/>
              </a:ext>
            </a:extLst>
          </p:cNvPr>
          <p:cNvSpPr>
            <a:spLocks noChangeShapeType="1"/>
          </p:cNvSpPr>
          <p:nvPr/>
        </p:nvSpPr>
        <p:spPr bwMode="auto">
          <a:xfrm flipH="1">
            <a:off x="3187700" y="5002213"/>
            <a:ext cx="139700" cy="203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9" name="Rectangle 46">
            <a:extLst>
              <a:ext uri="{FF2B5EF4-FFF2-40B4-BE49-F238E27FC236}">
                <a16:creationId xmlns:a16="http://schemas.microsoft.com/office/drawing/2014/main" id="{0F6080B7-84DE-4D0B-B92C-BE7D519C7457}"/>
              </a:ext>
            </a:extLst>
          </p:cNvPr>
          <p:cNvSpPr>
            <a:spLocks noChangeArrowheads="1"/>
          </p:cNvSpPr>
          <p:nvPr/>
        </p:nvSpPr>
        <p:spPr bwMode="auto">
          <a:xfrm>
            <a:off x="2863850" y="51117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3280" name="Rectangle 47">
            <a:extLst>
              <a:ext uri="{FF2B5EF4-FFF2-40B4-BE49-F238E27FC236}">
                <a16:creationId xmlns:a16="http://schemas.microsoft.com/office/drawing/2014/main" id="{FD742BBA-D393-1D53-BC20-9FA2EAB19863}"/>
              </a:ext>
            </a:extLst>
          </p:cNvPr>
          <p:cNvSpPr>
            <a:spLocks noChangeArrowheads="1"/>
          </p:cNvSpPr>
          <p:nvPr/>
        </p:nvSpPr>
        <p:spPr bwMode="auto">
          <a:xfrm>
            <a:off x="2711450" y="4741863"/>
            <a:ext cx="6048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53281" name="Line 48">
            <a:extLst>
              <a:ext uri="{FF2B5EF4-FFF2-40B4-BE49-F238E27FC236}">
                <a16:creationId xmlns:a16="http://schemas.microsoft.com/office/drawing/2014/main" id="{BA261B67-BFB6-AC03-C8EA-93DB9B3C3351}"/>
              </a:ext>
            </a:extLst>
          </p:cNvPr>
          <p:cNvSpPr>
            <a:spLocks noChangeShapeType="1"/>
          </p:cNvSpPr>
          <p:nvPr/>
        </p:nvSpPr>
        <p:spPr bwMode="auto">
          <a:xfrm flipH="1">
            <a:off x="5716588" y="5248275"/>
            <a:ext cx="0" cy="539750"/>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2" name="Rectangle 49">
            <a:extLst>
              <a:ext uri="{FF2B5EF4-FFF2-40B4-BE49-F238E27FC236}">
                <a16:creationId xmlns:a16="http://schemas.microsoft.com/office/drawing/2014/main" id="{EFDF5FCB-B36B-CB93-F7FA-80C9A9DCBEBF}"/>
              </a:ext>
            </a:extLst>
          </p:cNvPr>
          <p:cNvSpPr>
            <a:spLocks noChangeArrowheads="1"/>
          </p:cNvSpPr>
          <p:nvPr/>
        </p:nvSpPr>
        <p:spPr bwMode="auto">
          <a:xfrm>
            <a:off x="5075238" y="5691188"/>
            <a:ext cx="1262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ALUBSrc=2</a:t>
            </a:r>
          </a:p>
        </p:txBody>
      </p:sp>
      <p:sp>
        <p:nvSpPr>
          <p:cNvPr id="53283" name="Line 50">
            <a:extLst>
              <a:ext uri="{FF2B5EF4-FFF2-40B4-BE49-F238E27FC236}">
                <a16:creationId xmlns:a16="http://schemas.microsoft.com/office/drawing/2014/main" id="{3A516C24-B6DC-AD51-E178-21D7D9EAD66B}"/>
              </a:ext>
            </a:extLst>
          </p:cNvPr>
          <p:cNvSpPr>
            <a:spLocks noChangeShapeType="1"/>
          </p:cNvSpPr>
          <p:nvPr/>
        </p:nvSpPr>
        <p:spPr bwMode="auto">
          <a:xfrm>
            <a:off x="5875338" y="4724400"/>
            <a:ext cx="482600"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84" name="Line 53">
            <a:extLst>
              <a:ext uri="{FF2B5EF4-FFF2-40B4-BE49-F238E27FC236}">
                <a16:creationId xmlns:a16="http://schemas.microsoft.com/office/drawing/2014/main" id="{12DE7563-EEFB-AAD2-CCEA-664E117581C3}"/>
              </a:ext>
            </a:extLst>
          </p:cNvPr>
          <p:cNvSpPr>
            <a:spLocks noChangeShapeType="1"/>
          </p:cNvSpPr>
          <p:nvPr/>
        </p:nvSpPr>
        <p:spPr bwMode="auto">
          <a:xfrm flipH="1">
            <a:off x="7138988" y="413861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5" name="Rectangle 55">
            <a:extLst>
              <a:ext uri="{FF2B5EF4-FFF2-40B4-BE49-F238E27FC236}">
                <a16:creationId xmlns:a16="http://schemas.microsoft.com/office/drawing/2014/main" id="{27EC449F-F4E6-FFAA-1739-A43414D4E1A7}"/>
              </a:ext>
            </a:extLst>
          </p:cNvPr>
          <p:cNvSpPr>
            <a:spLocks noChangeArrowheads="1"/>
          </p:cNvSpPr>
          <p:nvPr/>
        </p:nvSpPr>
        <p:spPr bwMode="auto">
          <a:xfrm rot="5400000">
            <a:off x="6330156" y="4023519"/>
            <a:ext cx="608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a:t>
            </a:r>
          </a:p>
        </p:txBody>
      </p:sp>
      <p:sp>
        <p:nvSpPr>
          <p:cNvPr id="53286" name="Line 56">
            <a:extLst>
              <a:ext uri="{FF2B5EF4-FFF2-40B4-BE49-F238E27FC236}">
                <a16:creationId xmlns:a16="http://schemas.microsoft.com/office/drawing/2014/main" id="{A00AF243-BFF1-8725-0FFF-4436E16DFC96}"/>
              </a:ext>
            </a:extLst>
          </p:cNvPr>
          <p:cNvSpPr>
            <a:spLocks noChangeShapeType="1"/>
          </p:cNvSpPr>
          <p:nvPr/>
        </p:nvSpPr>
        <p:spPr bwMode="auto">
          <a:xfrm flipH="1">
            <a:off x="6827838" y="3867150"/>
            <a:ext cx="1016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3287" name="Rectangle 57">
            <a:extLst>
              <a:ext uri="{FF2B5EF4-FFF2-40B4-BE49-F238E27FC236}">
                <a16:creationId xmlns:a16="http://schemas.microsoft.com/office/drawing/2014/main" id="{4E23CCED-15A2-4081-F3C7-C10BFF7671FF}"/>
              </a:ext>
            </a:extLst>
          </p:cNvPr>
          <p:cNvSpPr>
            <a:spLocks noChangeArrowheads="1"/>
          </p:cNvSpPr>
          <p:nvPr/>
        </p:nvSpPr>
        <p:spPr bwMode="auto">
          <a:xfrm>
            <a:off x="6902450" y="3562350"/>
            <a:ext cx="625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53288" name="Rectangle 58">
            <a:extLst>
              <a:ext uri="{FF2B5EF4-FFF2-40B4-BE49-F238E27FC236}">
                <a16:creationId xmlns:a16="http://schemas.microsoft.com/office/drawing/2014/main" id="{A99B8C6D-0BAA-CE3E-C31A-47408D35A51A}"/>
              </a:ext>
            </a:extLst>
          </p:cNvPr>
          <p:cNvSpPr>
            <a:spLocks noChangeArrowheads="1"/>
          </p:cNvSpPr>
          <p:nvPr/>
        </p:nvSpPr>
        <p:spPr bwMode="auto">
          <a:xfrm>
            <a:off x="5505450" y="419258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0</a:t>
            </a:r>
          </a:p>
        </p:txBody>
      </p:sp>
      <p:sp>
        <p:nvSpPr>
          <p:cNvPr id="53289" name="Rectangle 59">
            <a:extLst>
              <a:ext uri="{FF2B5EF4-FFF2-40B4-BE49-F238E27FC236}">
                <a16:creationId xmlns:a16="http://schemas.microsoft.com/office/drawing/2014/main" id="{B4EDFDDC-B93E-844B-F02D-5E92FE7F29D5}"/>
              </a:ext>
            </a:extLst>
          </p:cNvPr>
          <p:cNvSpPr>
            <a:spLocks noChangeArrowheads="1"/>
          </p:cNvSpPr>
          <p:nvPr/>
        </p:nvSpPr>
        <p:spPr bwMode="auto">
          <a:xfrm>
            <a:off x="5505450" y="49720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2</a:t>
            </a:r>
          </a:p>
        </p:txBody>
      </p:sp>
      <p:sp>
        <p:nvSpPr>
          <p:cNvPr id="53290" name="Rectangle 61">
            <a:extLst>
              <a:ext uri="{FF2B5EF4-FFF2-40B4-BE49-F238E27FC236}">
                <a16:creationId xmlns:a16="http://schemas.microsoft.com/office/drawing/2014/main" id="{DC6279EC-6C88-2B3B-EB8F-99437710097C}"/>
              </a:ext>
            </a:extLst>
          </p:cNvPr>
          <p:cNvSpPr>
            <a:spLocks noChangeArrowheads="1"/>
          </p:cNvSpPr>
          <p:nvPr/>
        </p:nvSpPr>
        <p:spPr bwMode="auto">
          <a:xfrm>
            <a:off x="6902450" y="41465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3291" name="Line 62">
            <a:extLst>
              <a:ext uri="{FF2B5EF4-FFF2-40B4-BE49-F238E27FC236}">
                <a16:creationId xmlns:a16="http://schemas.microsoft.com/office/drawing/2014/main" id="{54E15B10-B559-7C0E-7C11-05FFF3A10701}"/>
              </a:ext>
            </a:extLst>
          </p:cNvPr>
          <p:cNvSpPr>
            <a:spLocks noChangeShapeType="1"/>
          </p:cNvSpPr>
          <p:nvPr/>
        </p:nvSpPr>
        <p:spPr bwMode="auto">
          <a:xfrm flipH="1">
            <a:off x="6815138" y="4208463"/>
            <a:ext cx="1041400" cy="0"/>
          </a:xfrm>
          <a:prstGeom prst="line">
            <a:avLst/>
          </a:prstGeom>
          <a:noFill/>
          <a:ln w="57150">
            <a:solidFill>
              <a:srgbClr val="3399FF"/>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3292" name="Rectangle 63">
            <a:extLst>
              <a:ext uri="{FF2B5EF4-FFF2-40B4-BE49-F238E27FC236}">
                <a16:creationId xmlns:a16="http://schemas.microsoft.com/office/drawing/2014/main" id="{1EAD8317-826F-5F5E-4A0F-3EC3AE3A25FC}"/>
              </a:ext>
            </a:extLst>
          </p:cNvPr>
          <p:cNvSpPr>
            <a:spLocks noChangeArrowheads="1"/>
          </p:cNvSpPr>
          <p:nvPr/>
        </p:nvSpPr>
        <p:spPr bwMode="auto">
          <a:xfrm>
            <a:off x="6826250" y="3849688"/>
            <a:ext cx="920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ALUout</a:t>
            </a:r>
          </a:p>
        </p:txBody>
      </p:sp>
      <p:sp>
        <p:nvSpPr>
          <p:cNvPr id="53293" name="Line 78">
            <a:extLst>
              <a:ext uri="{FF2B5EF4-FFF2-40B4-BE49-F238E27FC236}">
                <a16:creationId xmlns:a16="http://schemas.microsoft.com/office/drawing/2014/main" id="{8468C7FA-ACC5-51E3-B844-6E05EEF3E496}"/>
              </a:ext>
            </a:extLst>
          </p:cNvPr>
          <p:cNvSpPr>
            <a:spLocks noChangeShapeType="1"/>
          </p:cNvSpPr>
          <p:nvPr/>
        </p:nvSpPr>
        <p:spPr bwMode="auto">
          <a:xfrm>
            <a:off x="4554538" y="3276600"/>
            <a:ext cx="0" cy="18716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4" name="Line 79">
            <a:extLst>
              <a:ext uri="{FF2B5EF4-FFF2-40B4-BE49-F238E27FC236}">
                <a16:creationId xmlns:a16="http://schemas.microsoft.com/office/drawing/2014/main" id="{2FAE9803-B5BF-93B1-1B1B-1A22EBDC9847}"/>
              </a:ext>
            </a:extLst>
          </p:cNvPr>
          <p:cNvSpPr>
            <a:spLocks noChangeShapeType="1"/>
          </p:cNvSpPr>
          <p:nvPr/>
        </p:nvSpPr>
        <p:spPr bwMode="auto">
          <a:xfrm flipV="1">
            <a:off x="6643688" y="4740275"/>
            <a:ext cx="0" cy="1008063"/>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5" name="Rectangle 80">
            <a:extLst>
              <a:ext uri="{FF2B5EF4-FFF2-40B4-BE49-F238E27FC236}">
                <a16:creationId xmlns:a16="http://schemas.microsoft.com/office/drawing/2014/main" id="{C6CCB73B-CEE6-25A3-9B0C-ACD7FE15AD01}"/>
              </a:ext>
            </a:extLst>
          </p:cNvPr>
          <p:cNvSpPr>
            <a:spLocks noChangeArrowheads="1"/>
          </p:cNvSpPr>
          <p:nvPr/>
        </p:nvSpPr>
        <p:spPr bwMode="auto">
          <a:xfrm>
            <a:off x="6688138"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4</a:t>
            </a:r>
          </a:p>
        </p:txBody>
      </p:sp>
      <p:sp>
        <p:nvSpPr>
          <p:cNvPr id="53296" name="Line 81">
            <a:extLst>
              <a:ext uri="{FF2B5EF4-FFF2-40B4-BE49-F238E27FC236}">
                <a16:creationId xmlns:a16="http://schemas.microsoft.com/office/drawing/2014/main" id="{DB2A5283-6BAC-7CFB-4306-7C9F838A0A09}"/>
              </a:ext>
            </a:extLst>
          </p:cNvPr>
          <p:cNvSpPr>
            <a:spLocks noChangeShapeType="1"/>
          </p:cNvSpPr>
          <p:nvPr/>
        </p:nvSpPr>
        <p:spPr bwMode="auto">
          <a:xfrm flipH="1">
            <a:off x="6569075"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7" name="Rectangle 82">
            <a:extLst>
              <a:ext uri="{FF2B5EF4-FFF2-40B4-BE49-F238E27FC236}">
                <a16:creationId xmlns:a16="http://schemas.microsoft.com/office/drawing/2014/main" id="{2BD5AD0D-A4E9-8B88-F6BE-08A946B92A0F}"/>
              </a:ext>
            </a:extLst>
          </p:cNvPr>
          <p:cNvSpPr>
            <a:spLocks noChangeArrowheads="1"/>
          </p:cNvSpPr>
          <p:nvPr/>
        </p:nvSpPr>
        <p:spPr bwMode="auto">
          <a:xfrm>
            <a:off x="6348413" y="5695950"/>
            <a:ext cx="9683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rgbClr val="FF0000"/>
                </a:solidFill>
                <a:ea typeface="宋体" panose="02010600030101010101" pitchFamily="2" charset="-122"/>
              </a:rPr>
              <a:t>ALUctr=or</a:t>
            </a:r>
          </a:p>
        </p:txBody>
      </p:sp>
      <p:sp>
        <p:nvSpPr>
          <p:cNvPr id="53298" name="Line 85">
            <a:extLst>
              <a:ext uri="{FF2B5EF4-FFF2-40B4-BE49-F238E27FC236}">
                <a16:creationId xmlns:a16="http://schemas.microsoft.com/office/drawing/2014/main" id="{8EDA2E07-1023-D313-9827-40D7BA801AC2}"/>
              </a:ext>
            </a:extLst>
          </p:cNvPr>
          <p:cNvSpPr>
            <a:spLocks noChangeShapeType="1"/>
          </p:cNvSpPr>
          <p:nvPr/>
        </p:nvSpPr>
        <p:spPr bwMode="auto">
          <a:xfrm>
            <a:off x="2720975" y="2493963"/>
            <a:ext cx="2741613"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99" name="Line 86">
            <a:extLst>
              <a:ext uri="{FF2B5EF4-FFF2-40B4-BE49-F238E27FC236}">
                <a16:creationId xmlns:a16="http://schemas.microsoft.com/office/drawing/2014/main" id="{34BF749D-2906-70D3-E1A7-BCBB2B453CC7}"/>
              </a:ext>
            </a:extLst>
          </p:cNvPr>
          <p:cNvSpPr>
            <a:spLocks noChangeShapeType="1"/>
          </p:cNvSpPr>
          <p:nvPr/>
        </p:nvSpPr>
        <p:spPr bwMode="auto">
          <a:xfrm flipH="1">
            <a:off x="3395663" y="2403475"/>
            <a:ext cx="88900" cy="130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0" name="Rectangle 87">
            <a:extLst>
              <a:ext uri="{FF2B5EF4-FFF2-40B4-BE49-F238E27FC236}">
                <a16:creationId xmlns:a16="http://schemas.microsoft.com/office/drawing/2014/main" id="{19F11F1E-A60B-608B-C1C7-A9CCA0104F2E}"/>
              </a:ext>
            </a:extLst>
          </p:cNvPr>
          <p:cNvSpPr>
            <a:spLocks noChangeArrowheads="1"/>
          </p:cNvSpPr>
          <p:nvPr/>
        </p:nvSpPr>
        <p:spPr bwMode="auto">
          <a:xfrm>
            <a:off x="3082925" y="244316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3301" name="Rectangle 88">
            <a:extLst>
              <a:ext uri="{FF2B5EF4-FFF2-40B4-BE49-F238E27FC236}">
                <a16:creationId xmlns:a16="http://schemas.microsoft.com/office/drawing/2014/main" id="{97B4B14E-AA85-C9B8-C9D7-45D943CC8AF5}"/>
              </a:ext>
            </a:extLst>
          </p:cNvPr>
          <p:cNvSpPr>
            <a:spLocks noChangeArrowheads="1"/>
          </p:cNvSpPr>
          <p:nvPr/>
        </p:nvSpPr>
        <p:spPr bwMode="auto">
          <a:xfrm>
            <a:off x="2787650" y="2181225"/>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53302" name="Line 89">
            <a:extLst>
              <a:ext uri="{FF2B5EF4-FFF2-40B4-BE49-F238E27FC236}">
                <a16:creationId xmlns:a16="http://schemas.microsoft.com/office/drawing/2014/main" id="{D37FA5B9-498F-D578-6074-716F4A36D225}"/>
              </a:ext>
            </a:extLst>
          </p:cNvPr>
          <p:cNvSpPr>
            <a:spLocks noChangeShapeType="1"/>
          </p:cNvSpPr>
          <p:nvPr/>
        </p:nvSpPr>
        <p:spPr bwMode="auto">
          <a:xfrm flipH="1">
            <a:off x="6529388" y="277336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3" name="Line 90">
            <a:extLst>
              <a:ext uri="{FF2B5EF4-FFF2-40B4-BE49-F238E27FC236}">
                <a16:creationId xmlns:a16="http://schemas.microsoft.com/office/drawing/2014/main" id="{53ADD7E6-7A08-DD0E-18E5-DD7BCCC14C1D}"/>
              </a:ext>
            </a:extLst>
          </p:cNvPr>
          <p:cNvSpPr>
            <a:spLocks noChangeShapeType="1"/>
          </p:cNvSpPr>
          <p:nvPr/>
        </p:nvSpPr>
        <p:spPr bwMode="auto">
          <a:xfrm flipH="1">
            <a:off x="5913438" y="2843213"/>
            <a:ext cx="19304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3304" name="Rectangle 91">
            <a:extLst>
              <a:ext uri="{FF2B5EF4-FFF2-40B4-BE49-F238E27FC236}">
                <a16:creationId xmlns:a16="http://schemas.microsoft.com/office/drawing/2014/main" id="{D8D0F49C-F3AC-E4C4-8D10-BA25F95C2C34}"/>
              </a:ext>
            </a:extLst>
          </p:cNvPr>
          <p:cNvSpPr>
            <a:spLocks noChangeArrowheads="1"/>
          </p:cNvSpPr>
          <p:nvPr/>
        </p:nvSpPr>
        <p:spPr bwMode="auto">
          <a:xfrm>
            <a:off x="6216650" y="2462213"/>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Target</a:t>
            </a:r>
          </a:p>
        </p:txBody>
      </p:sp>
      <p:sp>
        <p:nvSpPr>
          <p:cNvPr id="53305" name="Rectangle 92">
            <a:extLst>
              <a:ext uri="{FF2B5EF4-FFF2-40B4-BE49-F238E27FC236}">
                <a16:creationId xmlns:a16="http://schemas.microsoft.com/office/drawing/2014/main" id="{928A9D4D-4CA4-5453-08B3-B3998FBF084D}"/>
              </a:ext>
            </a:extLst>
          </p:cNvPr>
          <p:cNvSpPr>
            <a:spLocks noChangeArrowheads="1"/>
          </p:cNvSpPr>
          <p:nvPr/>
        </p:nvSpPr>
        <p:spPr bwMode="auto">
          <a:xfrm>
            <a:off x="6292850" y="286861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3306" name="Line 94">
            <a:extLst>
              <a:ext uri="{FF2B5EF4-FFF2-40B4-BE49-F238E27FC236}">
                <a16:creationId xmlns:a16="http://schemas.microsoft.com/office/drawing/2014/main" id="{10A7C99F-EDAE-5D18-0AFE-EC8DA8E8D12F}"/>
              </a:ext>
            </a:extLst>
          </p:cNvPr>
          <p:cNvSpPr>
            <a:spLocks noChangeShapeType="1"/>
          </p:cNvSpPr>
          <p:nvPr/>
        </p:nvSpPr>
        <p:spPr bwMode="auto">
          <a:xfrm flipV="1">
            <a:off x="25733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7" name="Line 95">
            <a:extLst>
              <a:ext uri="{FF2B5EF4-FFF2-40B4-BE49-F238E27FC236}">
                <a16:creationId xmlns:a16="http://schemas.microsoft.com/office/drawing/2014/main" id="{0718569F-2FA2-E342-66A6-F989BB039B85}"/>
              </a:ext>
            </a:extLst>
          </p:cNvPr>
          <p:cNvSpPr>
            <a:spLocks noChangeShapeType="1"/>
          </p:cNvSpPr>
          <p:nvPr/>
        </p:nvSpPr>
        <p:spPr bwMode="auto">
          <a:xfrm>
            <a:off x="25733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08" name="Line 96">
            <a:extLst>
              <a:ext uri="{FF2B5EF4-FFF2-40B4-BE49-F238E27FC236}">
                <a16:creationId xmlns:a16="http://schemas.microsoft.com/office/drawing/2014/main" id="{279953E8-B09B-E88E-FB30-61CF6CDCEF1C}"/>
              </a:ext>
            </a:extLst>
          </p:cNvPr>
          <p:cNvSpPr>
            <a:spLocks noChangeShapeType="1"/>
          </p:cNvSpPr>
          <p:nvPr/>
        </p:nvSpPr>
        <p:spPr bwMode="auto">
          <a:xfrm>
            <a:off x="79835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09" name="Line 97">
            <a:extLst>
              <a:ext uri="{FF2B5EF4-FFF2-40B4-BE49-F238E27FC236}">
                <a16:creationId xmlns:a16="http://schemas.microsoft.com/office/drawing/2014/main" id="{4C2A4696-923D-081A-83A6-EFD03188E5CC}"/>
              </a:ext>
            </a:extLst>
          </p:cNvPr>
          <p:cNvSpPr>
            <a:spLocks noChangeShapeType="1"/>
          </p:cNvSpPr>
          <p:nvPr/>
        </p:nvSpPr>
        <p:spPr bwMode="auto">
          <a:xfrm flipH="1">
            <a:off x="2103438" y="1074738"/>
            <a:ext cx="482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0" name="Line 98">
            <a:extLst>
              <a:ext uri="{FF2B5EF4-FFF2-40B4-BE49-F238E27FC236}">
                <a16:creationId xmlns:a16="http://schemas.microsoft.com/office/drawing/2014/main" id="{A0270188-1476-3582-2B72-CEA0D2A2EE12}"/>
              </a:ext>
            </a:extLst>
          </p:cNvPr>
          <p:cNvSpPr>
            <a:spLocks noChangeShapeType="1"/>
          </p:cNvSpPr>
          <p:nvPr/>
        </p:nvSpPr>
        <p:spPr bwMode="auto">
          <a:xfrm flipH="1">
            <a:off x="5227638" y="1074738"/>
            <a:ext cx="276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1" name="Line 99">
            <a:extLst>
              <a:ext uri="{FF2B5EF4-FFF2-40B4-BE49-F238E27FC236}">
                <a16:creationId xmlns:a16="http://schemas.microsoft.com/office/drawing/2014/main" id="{7BEE3075-2282-CD42-7BE0-6EF6980DD218}"/>
              </a:ext>
            </a:extLst>
          </p:cNvPr>
          <p:cNvSpPr>
            <a:spLocks noChangeShapeType="1"/>
          </p:cNvSpPr>
          <p:nvPr/>
        </p:nvSpPr>
        <p:spPr bwMode="auto">
          <a:xfrm>
            <a:off x="5240338" y="1087438"/>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2" name="Line 100">
            <a:extLst>
              <a:ext uri="{FF2B5EF4-FFF2-40B4-BE49-F238E27FC236}">
                <a16:creationId xmlns:a16="http://schemas.microsoft.com/office/drawing/2014/main" id="{6F2B605F-EB7E-7DC6-C968-E35449DB8349}"/>
              </a:ext>
            </a:extLst>
          </p:cNvPr>
          <p:cNvSpPr>
            <a:spLocks noChangeShapeType="1"/>
          </p:cNvSpPr>
          <p:nvPr/>
        </p:nvSpPr>
        <p:spPr bwMode="auto">
          <a:xfrm flipH="1">
            <a:off x="2560638" y="1455738"/>
            <a:ext cx="2692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3" name="Rectangle 101">
            <a:extLst>
              <a:ext uri="{FF2B5EF4-FFF2-40B4-BE49-F238E27FC236}">
                <a16:creationId xmlns:a16="http://schemas.microsoft.com/office/drawing/2014/main" id="{7CC1DA14-5644-4E49-6D9F-12965FE62D80}"/>
              </a:ext>
            </a:extLst>
          </p:cNvPr>
          <p:cNvSpPr>
            <a:spLocks noChangeArrowheads="1"/>
          </p:cNvSpPr>
          <p:nvPr/>
        </p:nvSpPr>
        <p:spPr bwMode="auto">
          <a:xfrm>
            <a:off x="2025650" y="1150938"/>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Clk</a:t>
            </a:r>
          </a:p>
        </p:txBody>
      </p:sp>
      <p:sp>
        <p:nvSpPr>
          <p:cNvPr id="53314" name="Line 102">
            <a:extLst>
              <a:ext uri="{FF2B5EF4-FFF2-40B4-BE49-F238E27FC236}">
                <a16:creationId xmlns:a16="http://schemas.microsoft.com/office/drawing/2014/main" id="{942E7B06-CC64-31DE-3E8F-6D4C3AA6D986}"/>
              </a:ext>
            </a:extLst>
          </p:cNvPr>
          <p:cNvSpPr>
            <a:spLocks noChangeShapeType="1"/>
          </p:cNvSpPr>
          <p:nvPr/>
        </p:nvSpPr>
        <p:spPr bwMode="auto">
          <a:xfrm>
            <a:off x="27257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5" name="Line 103">
            <a:extLst>
              <a:ext uri="{FF2B5EF4-FFF2-40B4-BE49-F238E27FC236}">
                <a16:creationId xmlns:a16="http://schemas.microsoft.com/office/drawing/2014/main" id="{73744CDB-8209-0089-1515-D4551D5EF5C9}"/>
              </a:ext>
            </a:extLst>
          </p:cNvPr>
          <p:cNvSpPr>
            <a:spLocks noChangeShapeType="1"/>
          </p:cNvSpPr>
          <p:nvPr/>
        </p:nvSpPr>
        <p:spPr bwMode="auto">
          <a:xfrm>
            <a:off x="2738438" y="1706563"/>
            <a:ext cx="22606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3316" name="Line 104">
            <a:extLst>
              <a:ext uri="{FF2B5EF4-FFF2-40B4-BE49-F238E27FC236}">
                <a16:creationId xmlns:a16="http://schemas.microsoft.com/office/drawing/2014/main" id="{DD33986A-4445-D08D-C715-50467B7A4E79}"/>
              </a:ext>
            </a:extLst>
          </p:cNvPr>
          <p:cNvSpPr>
            <a:spLocks noChangeShapeType="1"/>
          </p:cNvSpPr>
          <p:nvPr/>
        </p:nvSpPr>
        <p:spPr bwMode="auto">
          <a:xfrm>
            <a:off x="81359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7" name="Rectangle 105">
            <a:extLst>
              <a:ext uri="{FF2B5EF4-FFF2-40B4-BE49-F238E27FC236}">
                <a16:creationId xmlns:a16="http://schemas.microsoft.com/office/drawing/2014/main" id="{E784E921-5C18-286D-FCF7-BCF04B2914E1}"/>
              </a:ext>
            </a:extLst>
          </p:cNvPr>
          <p:cNvSpPr>
            <a:spLocks noChangeArrowheads="1"/>
          </p:cNvSpPr>
          <p:nvPr/>
        </p:nvSpPr>
        <p:spPr bwMode="auto">
          <a:xfrm>
            <a:off x="5019675" y="1536700"/>
            <a:ext cx="704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latin typeface="Arial" panose="020B0604020202020204" pitchFamily="34" charset="0"/>
                <a:ea typeface="宋体" panose="02010600030101010101" pitchFamily="2" charset="-122"/>
              </a:rPr>
              <a:t>EX</a:t>
            </a:r>
          </a:p>
        </p:txBody>
      </p:sp>
      <p:sp>
        <p:nvSpPr>
          <p:cNvPr id="53318" name="Line 110">
            <a:extLst>
              <a:ext uri="{FF2B5EF4-FFF2-40B4-BE49-F238E27FC236}">
                <a16:creationId xmlns:a16="http://schemas.microsoft.com/office/drawing/2014/main" id="{E946BC0E-2F58-CED0-E5BB-9EC18C8B8F96}"/>
              </a:ext>
            </a:extLst>
          </p:cNvPr>
          <p:cNvSpPr>
            <a:spLocks noChangeShapeType="1"/>
          </p:cNvSpPr>
          <p:nvPr/>
        </p:nvSpPr>
        <p:spPr bwMode="auto">
          <a:xfrm flipH="1">
            <a:off x="7970838" y="1455738"/>
            <a:ext cx="939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9" name="Line 111">
            <a:extLst>
              <a:ext uri="{FF2B5EF4-FFF2-40B4-BE49-F238E27FC236}">
                <a16:creationId xmlns:a16="http://schemas.microsoft.com/office/drawing/2014/main" id="{6D3FAAA4-CB5C-512A-61BD-ABC00D5FEB37}"/>
              </a:ext>
            </a:extLst>
          </p:cNvPr>
          <p:cNvSpPr>
            <a:spLocks noChangeShapeType="1"/>
          </p:cNvSpPr>
          <p:nvPr/>
        </p:nvSpPr>
        <p:spPr bwMode="auto">
          <a:xfrm>
            <a:off x="5710238" y="1717675"/>
            <a:ext cx="2260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20" name="Line 112">
            <a:extLst>
              <a:ext uri="{FF2B5EF4-FFF2-40B4-BE49-F238E27FC236}">
                <a16:creationId xmlns:a16="http://schemas.microsoft.com/office/drawing/2014/main" id="{D999763E-6FC9-252D-46D3-AF768B956DAD}"/>
              </a:ext>
            </a:extLst>
          </p:cNvPr>
          <p:cNvSpPr>
            <a:spLocks noChangeShapeType="1"/>
          </p:cNvSpPr>
          <p:nvPr/>
        </p:nvSpPr>
        <p:spPr bwMode="auto">
          <a:xfrm>
            <a:off x="8148638" y="1717675"/>
            <a:ext cx="508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3321" name="Rectangle 113">
            <a:extLst>
              <a:ext uri="{FF2B5EF4-FFF2-40B4-BE49-F238E27FC236}">
                <a16:creationId xmlns:a16="http://schemas.microsoft.com/office/drawing/2014/main" id="{7A671738-94CF-3FD7-22DB-9268BE554255}"/>
              </a:ext>
            </a:extLst>
          </p:cNvPr>
          <p:cNvSpPr>
            <a:spLocks noChangeArrowheads="1"/>
          </p:cNvSpPr>
          <p:nvPr/>
        </p:nvSpPr>
        <p:spPr bwMode="auto">
          <a:xfrm>
            <a:off x="8655050" y="1554163"/>
            <a:ext cx="354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M</a:t>
            </a:r>
          </a:p>
        </p:txBody>
      </p:sp>
      <p:sp>
        <p:nvSpPr>
          <p:cNvPr id="53322" name="Line 114">
            <a:extLst>
              <a:ext uri="{FF2B5EF4-FFF2-40B4-BE49-F238E27FC236}">
                <a16:creationId xmlns:a16="http://schemas.microsoft.com/office/drawing/2014/main" id="{64F062FD-BC59-CE50-5135-EAC2DFC77388}"/>
              </a:ext>
            </a:extLst>
          </p:cNvPr>
          <p:cNvSpPr>
            <a:spLocks noChangeShapeType="1"/>
          </p:cNvSpPr>
          <p:nvPr/>
        </p:nvSpPr>
        <p:spPr bwMode="auto">
          <a:xfrm flipV="1">
            <a:off x="79835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23" name="Line 115">
            <a:extLst>
              <a:ext uri="{FF2B5EF4-FFF2-40B4-BE49-F238E27FC236}">
                <a16:creationId xmlns:a16="http://schemas.microsoft.com/office/drawing/2014/main" id="{0964D61E-6A77-A89F-992A-31B902F2C1A3}"/>
              </a:ext>
            </a:extLst>
          </p:cNvPr>
          <p:cNvSpPr>
            <a:spLocks noChangeShapeType="1"/>
          </p:cNvSpPr>
          <p:nvPr/>
        </p:nvSpPr>
        <p:spPr bwMode="auto">
          <a:xfrm>
            <a:off x="8135938" y="4229100"/>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24" name="Line 131">
            <a:extLst>
              <a:ext uri="{FF2B5EF4-FFF2-40B4-BE49-F238E27FC236}">
                <a16:creationId xmlns:a16="http://schemas.microsoft.com/office/drawing/2014/main" id="{F61BD4C3-DE2B-0AB2-B590-E296B53A0ED4}"/>
              </a:ext>
            </a:extLst>
          </p:cNvPr>
          <p:cNvSpPr>
            <a:spLocks noChangeShapeType="1"/>
          </p:cNvSpPr>
          <p:nvPr/>
        </p:nvSpPr>
        <p:spPr bwMode="auto">
          <a:xfrm flipH="1">
            <a:off x="6329363" y="3541713"/>
            <a:ext cx="1587" cy="576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25" name="Line 132">
            <a:extLst>
              <a:ext uri="{FF2B5EF4-FFF2-40B4-BE49-F238E27FC236}">
                <a16:creationId xmlns:a16="http://schemas.microsoft.com/office/drawing/2014/main" id="{B5F81E42-85C0-0732-9FBF-5FF3ACC7841A}"/>
              </a:ext>
            </a:extLst>
          </p:cNvPr>
          <p:cNvSpPr>
            <a:spLocks noChangeShapeType="1"/>
          </p:cNvSpPr>
          <p:nvPr/>
        </p:nvSpPr>
        <p:spPr bwMode="auto">
          <a:xfrm>
            <a:off x="6345238" y="3535363"/>
            <a:ext cx="455612"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26" name="Line 133">
            <a:extLst>
              <a:ext uri="{FF2B5EF4-FFF2-40B4-BE49-F238E27FC236}">
                <a16:creationId xmlns:a16="http://schemas.microsoft.com/office/drawing/2014/main" id="{C6EB0BC3-3614-6DEE-4F2C-4137B50CBF3E}"/>
              </a:ext>
            </a:extLst>
          </p:cNvPr>
          <p:cNvSpPr>
            <a:spLocks noChangeShapeType="1"/>
          </p:cNvSpPr>
          <p:nvPr/>
        </p:nvSpPr>
        <p:spPr bwMode="auto">
          <a:xfrm>
            <a:off x="6332538" y="4140200"/>
            <a:ext cx="152400" cy="904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27" name="Line 135">
            <a:extLst>
              <a:ext uri="{FF2B5EF4-FFF2-40B4-BE49-F238E27FC236}">
                <a16:creationId xmlns:a16="http://schemas.microsoft.com/office/drawing/2014/main" id="{DF378332-1216-1C0B-CC86-926A755BF597}"/>
              </a:ext>
            </a:extLst>
          </p:cNvPr>
          <p:cNvSpPr>
            <a:spLocks noChangeShapeType="1"/>
          </p:cNvSpPr>
          <p:nvPr/>
        </p:nvSpPr>
        <p:spPr bwMode="auto">
          <a:xfrm>
            <a:off x="6811963" y="3819525"/>
            <a:ext cx="0" cy="790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28" name="Line 136">
            <a:extLst>
              <a:ext uri="{FF2B5EF4-FFF2-40B4-BE49-F238E27FC236}">
                <a16:creationId xmlns:a16="http://schemas.microsoft.com/office/drawing/2014/main" id="{35B0DAFC-2D7D-100D-D7F5-56435BA7341D}"/>
              </a:ext>
            </a:extLst>
          </p:cNvPr>
          <p:cNvSpPr>
            <a:spLocks noChangeShapeType="1"/>
          </p:cNvSpPr>
          <p:nvPr/>
        </p:nvSpPr>
        <p:spPr bwMode="auto">
          <a:xfrm flipV="1">
            <a:off x="6348413" y="4251325"/>
            <a:ext cx="134937" cy="1444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29" name="Line 137">
            <a:extLst>
              <a:ext uri="{FF2B5EF4-FFF2-40B4-BE49-F238E27FC236}">
                <a16:creationId xmlns:a16="http://schemas.microsoft.com/office/drawing/2014/main" id="{D1956E77-009B-50EB-A029-E5326E18F885}"/>
              </a:ext>
            </a:extLst>
          </p:cNvPr>
          <p:cNvSpPr>
            <a:spLocks noChangeShapeType="1"/>
          </p:cNvSpPr>
          <p:nvPr/>
        </p:nvSpPr>
        <p:spPr bwMode="auto">
          <a:xfrm flipH="1">
            <a:off x="6359525" y="4379913"/>
            <a:ext cx="0" cy="561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30" name="Line 138">
            <a:extLst>
              <a:ext uri="{FF2B5EF4-FFF2-40B4-BE49-F238E27FC236}">
                <a16:creationId xmlns:a16="http://schemas.microsoft.com/office/drawing/2014/main" id="{3663AA84-C40A-A083-A058-6B4D42AAF6CA}"/>
              </a:ext>
            </a:extLst>
          </p:cNvPr>
          <p:cNvSpPr>
            <a:spLocks noChangeShapeType="1"/>
          </p:cNvSpPr>
          <p:nvPr/>
        </p:nvSpPr>
        <p:spPr bwMode="auto">
          <a:xfrm flipV="1">
            <a:off x="6375400" y="4611688"/>
            <a:ext cx="425450" cy="3159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31" name="Line 140">
            <a:extLst>
              <a:ext uri="{FF2B5EF4-FFF2-40B4-BE49-F238E27FC236}">
                <a16:creationId xmlns:a16="http://schemas.microsoft.com/office/drawing/2014/main" id="{BC4C37C8-96EC-9DEB-A09B-84CF27012F9D}"/>
              </a:ext>
            </a:extLst>
          </p:cNvPr>
          <p:cNvSpPr>
            <a:spLocks noChangeShapeType="1"/>
          </p:cNvSpPr>
          <p:nvPr/>
        </p:nvSpPr>
        <p:spPr bwMode="auto">
          <a:xfrm>
            <a:off x="5454650" y="2293938"/>
            <a:ext cx="7938" cy="3683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32" name="Line 141">
            <a:extLst>
              <a:ext uri="{FF2B5EF4-FFF2-40B4-BE49-F238E27FC236}">
                <a16:creationId xmlns:a16="http://schemas.microsoft.com/office/drawing/2014/main" id="{BF1E2E1A-EBCD-48AF-C5EC-54113884645D}"/>
              </a:ext>
            </a:extLst>
          </p:cNvPr>
          <p:cNvSpPr>
            <a:spLocks noChangeShapeType="1"/>
          </p:cNvSpPr>
          <p:nvPr/>
        </p:nvSpPr>
        <p:spPr bwMode="auto">
          <a:xfrm>
            <a:off x="5467350" y="2293938"/>
            <a:ext cx="433388"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33" name="Line 142">
            <a:extLst>
              <a:ext uri="{FF2B5EF4-FFF2-40B4-BE49-F238E27FC236}">
                <a16:creationId xmlns:a16="http://schemas.microsoft.com/office/drawing/2014/main" id="{AC1524B8-ECC3-0624-7F6D-F3117D99C4DB}"/>
              </a:ext>
            </a:extLst>
          </p:cNvPr>
          <p:cNvSpPr>
            <a:spLocks noChangeShapeType="1"/>
          </p:cNvSpPr>
          <p:nvPr/>
        </p:nvSpPr>
        <p:spPr bwMode="auto">
          <a:xfrm>
            <a:off x="5468938" y="2689225"/>
            <a:ext cx="163512" cy="1666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34" name="Line 144">
            <a:extLst>
              <a:ext uri="{FF2B5EF4-FFF2-40B4-BE49-F238E27FC236}">
                <a16:creationId xmlns:a16="http://schemas.microsoft.com/office/drawing/2014/main" id="{7564F39F-D84F-0754-E62B-BB059E89151F}"/>
              </a:ext>
            </a:extLst>
          </p:cNvPr>
          <p:cNvSpPr>
            <a:spLocks noChangeShapeType="1"/>
          </p:cNvSpPr>
          <p:nvPr/>
        </p:nvSpPr>
        <p:spPr bwMode="auto">
          <a:xfrm>
            <a:off x="5911850" y="2578100"/>
            <a:ext cx="0" cy="542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35" name="Line 145">
            <a:extLst>
              <a:ext uri="{FF2B5EF4-FFF2-40B4-BE49-F238E27FC236}">
                <a16:creationId xmlns:a16="http://schemas.microsoft.com/office/drawing/2014/main" id="{D0C34B99-A1D2-5DFC-0905-192C13BAC911}"/>
              </a:ext>
            </a:extLst>
          </p:cNvPr>
          <p:cNvSpPr>
            <a:spLocks noChangeShapeType="1"/>
          </p:cNvSpPr>
          <p:nvPr/>
        </p:nvSpPr>
        <p:spPr bwMode="auto">
          <a:xfrm flipV="1">
            <a:off x="5487988" y="2871788"/>
            <a:ext cx="144462" cy="201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36" name="Line 146">
            <a:extLst>
              <a:ext uri="{FF2B5EF4-FFF2-40B4-BE49-F238E27FC236}">
                <a16:creationId xmlns:a16="http://schemas.microsoft.com/office/drawing/2014/main" id="{3B2B23AE-88F1-B4F1-EC12-7FD92356C2BF}"/>
              </a:ext>
            </a:extLst>
          </p:cNvPr>
          <p:cNvSpPr>
            <a:spLocks noChangeShapeType="1"/>
          </p:cNvSpPr>
          <p:nvPr/>
        </p:nvSpPr>
        <p:spPr bwMode="auto">
          <a:xfrm>
            <a:off x="5481638" y="3087688"/>
            <a:ext cx="11112" cy="3365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37" name="Line 147">
            <a:extLst>
              <a:ext uri="{FF2B5EF4-FFF2-40B4-BE49-F238E27FC236}">
                <a16:creationId xmlns:a16="http://schemas.microsoft.com/office/drawing/2014/main" id="{E9D12C94-82EC-B7D7-4F30-6919CA5B7A5D}"/>
              </a:ext>
            </a:extLst>
          </p:cNvPr>
          <p:cNvSpPr>
            <a:spLocks noChangeShapeType="1"/>
          </p:cNvSpPr>
          <p:nvPr/>
        </p:nvSpPr>
        <p:spPr bwMode="auto">
          <a:xfrm flipV="1">
            <a:off x="5495925" y="3108325"/>
            <a:ext cx="404813" cy="31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38" name="Rectangle 148">
            <a:extLst>
              <a:ext uri="{FF2B5EF4-FFF2-40B4-BE49-F238E27FC236}">
                <a16:creationId xmlns:a16="http://schemas.microsoft.com/office/drawing/2014/main" id="{F828F364-75E3-2858-F95E-2DE70CF279D4}"/>
              </a:ext>
            </a:extLst>
          </p:cNvPr>
          <p:cNvSpPr>
            <a:spLocks noChangeArrowheads="1"/>
          </p:cNvSpPr>
          <p:nvPr/>
        </p:nvSpPr>
        <p:spPr bwMode="auto">
          <a:xfrm rot="5400000">
            <a:off x="5375276" y="2638425"/>
            <a:ext cx="7747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Adder</a:t>
            </a:r>
          </a:p>
        </p:txBody>
      </p:sp>
      <p:sp>
        <p:nvSpPr>
          <p:cNvPr id="53339" name="Rectangle 59">
            <a:extLst>
              <a:ext uri="{FF2B5EF4-FFF2-40B4-BE49-F238E27FC236}">
                <a16:creationId xmlns:a16="http://schemas.microsoft.com/office/drawing/2014/main" id="{6DE01C1D-D449-B773-D034-38A80DD58433}"/>
              </a:ext>
            </a:extLst>
          </p:cNvPr>
          <p:cNvSpPr>
            <a:spLocks noChangeArrowheads="1"/>
          </p:cNvSpPr>
          <p:nvPr/>
        </p:nvSpPr>
        <p:spPr bwMode="auto">
          <a:xfrm>
            <a:off x="5505450" y="456088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1</a:t>
            </a:r>
          </a:p>
        </p:txBody>
      </p:sp>
      <p:sp>
        <p:nvSpPr>
          <p:cNvPr id="53340" name="Line 32">
            <a:extLst>
              <a:ext uri="{FF2B5EF4-FFF2-40B4-BE49-F238E27FC236}">
                <a16:creationId xmlns:a16="http://schemas.microsoft.com/office/drawing/2014/main" id="{8BF32E2A-FD03-58F2-1319-1446E0F362C2}"/>
              </a:ext>
            </a:extLst>
          </p:cNvPr>
          <p:cNvSpPr>
            <a:spLocks noChangeShapeType="1"/>
          </p:cNvSpPr>
          <p:nvPr/>
        </p:nvSpPr>
        <p:spPr bwMode="auto">
          <a:xfrm>
            <a:off x="4999038" y="4741863"/>
            <a:ext cx="533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41" name="Line 33">
            <a:extLst>
              <a:ext uri="{FF2B5EF4-FFF2-40B4-BE49-F238E27FC236}">
                <a16:creationId xmlns:a16="http://schemas.microsoft.com/office/drawing/2014/main" id="{9CF5B520-8694-7DF8-A235-02B0EFAC1D80}"/>
              </a:ext>
            </a:extLst>
          </p:cNvPr>
          <p:cNvSpPr>
            <a:spLocks noChangeShapeType="1"/>
          </p:cNvSpPr>
          <p:nvPr/>
        </p:nvSpPr>
        <p:spPr bwMode="auto">
          <a:xfrm flipV="1">
            <a:off x="5272088" y="4646613"/>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42" name="Rectangle 34">
            <a:extLst>
              <a:ext uri="{FF2B5EF4-FFF2-40B4-BE49-F238E27FC236}">
                <a16:creationId xmlns:a16="http://schemas.microsoft.com/office/drawing/2014/main" id="{20B28E5B-C0A3-D447-5C3F-7150014C8E07}"/>
              </a:ext>
            </a:extLst>
          </p:cNvPr>
          <p:cNvSpPr>
            <a:spLocks noChangeArrowheads="1"/>
          </p:cNvSpPr>
          <p:nvPr/>
        </p:nvSpPr>
        <p:spPr bwMode="auto">
          <a:xfrm>
            <a:off x="4946650" y="47148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3343" name="Rectangle 35">
            <a:extLst>
              <a:ext uri="{FF2B5EF4-FFF2-40B4-BE49-F238E27FC236}">
                <a16:creationId xmlns:a16="http://schemas.microsoft.com/office/drawing/2014/main" id="{95F71321-110B-9996-4B03-7D3CF931E171}"/>
              </a:ext>
            </a:extLst>
          </p:cNvPr>
          <p:cNvSpPr>
            <a:spLocks noChangeArrowheads="1"/>
          </p:cNvSpPr>
          <p:nvPr/>
        </p:nvSpPr>
        <p:spPr bwMode="auto">
          <a:xfrm>
            <a:off x="4551363" y="4576763"/>
            <a:ext cx="490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“4”</a:t>
            </a:r>
          </a:p>
        </p:txBody>
      </p:sp>
      <p:grpSp>
        <p:nvGrpSpPr>
          <p:cNvPr id="53344" name="Group 36">
            <a:extLst>
              <a:ext uri="{FF2B5EF4-FFF2-40B4-BE49-F238E27FC236}">
                <a16:creationId xmlns:a16="http://schemas.microsoft.com/office/drawing/2014/main" id="{C441AA38-2303-76BC-3DE2-4D013CE6B856}"/>
              </a:ext>
            </a:extLst>
          </p:cNvPr>
          <p:cNvGrpSpPr>
            <a:grpSpLocks/>
          </p:cNvGrpSpPr>
          <p:nvPr/>
        </p:nvGrpSpPr>
        <p:grpSpPr bwMode="auto">
          <a:xfrm>
            <a:off x="3973513" y="3259138"/>
            <a:ext cx="304800" cy="798512"/>
            <a:chOff x="3120" y="2696"/>
            <a:chExt cx="192" cy="773"/>
          </a:xfrm>
        </p:grpSpPr>
        <p:sp>
          <p:nvSpPr>
            <p:cNvPr id="53345" name="Line 37">
              <a:extLst>
                <a:ext uri="{FF2B5EF4-FFF2-40B4-BE49-F238E27FC236}">
                  <a16:creationId xmlns:a16="http://schemas.microsoft.com/office/drawing/2014/main" id="{81F6E5AD-1CF7-DE5F-E382-ABCB46383BF4}"/>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46" name="Line 38">
              <a:extLst>
                <a:ext uri="{FF2B5EF4-FFF2-40B4-BE49-F238E27FC236}">
                  <a16:creationId xmlns:a16="http://schemas.microsoft.com/office/drawing/2014/main" id="{AA9FBDCF-7EFA-3E71-7A34-85070575EC83}"/>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47" name="Line 39">
              <a:extLst>
                <a:ext uri="{FF2B5EF4-FFF2-40B4-BE49-F238E27FC236}">
                  <a16:creationId xmlns:a16="http://schemas.microsoft.com/office/drawing/2014/main" id="{459D3713-0FCE-1DAC-E42E-F16729D93CB7}"/>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48" name="Line 40">
              <a:extLst>
                <a:ext uri="{FF2B5EF4-FFF2-40B4-BE49-F238E27FC236}">
                  <a16:creationId xmlns:a16="http://schemas.microsoft.com/office/drawing/2014/main" id="{71983FA7-028A-BBB2-B366-2BAFAA809811}"/>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3349" name="Line 44">
            <a:extLst>
              <a:ext uri="{FF2B5EF4-FFF2-40B4-BE49-F238E27FC236}">
                <a16:creationId xmlns:a16="http://schemas.microsoft.com/office/drawing/2014/main" id="{84E3E2F6-62A7-E52E-62CD-3D8CFE361646}"/>
              </a:ext>
            </a:extLst>
          </p:cNvPr>
          <p:cNvSpPr>
            <a:spLocks noChangeShapeType="1"/>
          </p:cNvSpPr>
          <p:nvPr/>
        </p:nvSpPr>
        <p:spPr bwMode="auto">
          <a:xfrm flipV="1">
            <a:off x="2732088" y="3849688"/>
            <a:ext cx="1241425"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50" name="Rectangle 58">
            <a:extLst>
              <a:ext uri="{FF2B5EF4-FFF2-40B4-BE49-F238E27FC236}">
                <a16:creationId xmlns:a16="http://schemas.microsoft.com/office/drawing/2014/main" id="{2E03FCC7-8EF4-0185-44D4-63388484660C}"/>
              </a:ext>
            </a:extLst>
          </p:cNvPr>
          <p:cNvSpPr>
            <a:spLocks noChangeArrowheads="1"/>
          </p:cNvSpPr>
          <p:nvPr/>
        </p:nvSpPr>
        <p:spPr bwMode="auto">
          <a:xfrm>
            <a:off x="3932238" y="3271838"/>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1</a:t>
            </a:r>
          </a:p>
        </p:txBody>
      </p:sp>
      <p:sp>
        <p:nvSpPr>
          <p:cNvPr id="53351" name="Rectangle 59">
            <a:extLst>
              <a:ext uri="{FF2B5EF4-FFF2-40B4-BE49-F238E27FC236}">
                <a16:creationId xmlns:a16="http://schemas.microsoft.com/office/drawing/2014/main" id="{12C1D90A-1D77-ADDA-691D-E2F9EDB62628}"/>
              </a:ext>
            </a:extLst>
          </p:cNvPr>
          <p:cNvSpPr>
            <a:spLocks noChangeArrowheads="1"/>
          </p:cNvSpPr>
          <p:nvPr/>
        </p:nvSpPr>
        <p:spPr bwMode="auto">
          <a:xfrm>
            <a:off x="3932238" y="3667125"/>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0</a:t>
            </a:r>
          </a:p>
        </p:txBody>
      </p:sp>
      <p:sp>
        <p:nvSpPr>
          <p:cNvPr id="53352" name="Line 16">
            <a:extLst>
              <a:ext uri="{FF2B5EF4-FFF2-40B4-BE49-F238E27FC236}">
                <a16:creationId xmlns:a16="http://schemas.microsoft.com/office/drawing/2014/main" id="{2401AC42-7C55-1964-4649-15267F8F8A3D}"/>
              </a:ext>
            </a:extLst>
          </p:cNvPr>
          <p:cNvSpPr>
            <a:spLocks noChangeShapeType="1"/>
          </p:cNvSpPr>
          <p:nvPr/>
        </p:nvSpPr>
        <p:spPr bwMode="auto">
          <a:xfrm>
            <a:off x="3646488" y="3432175"/>
            <a:ext cx="3270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53" name="Line 78">
            <a:extLst>
              <a:ext uri="{FF2B5EF4-FFF2-40B4-BE49-F238E27FC236}">
                <a16:creationId xmlns:a16="http://schemas.microsoft.com/office/drawing/2014/main" id="{5246CBB6-9AA1-CFD7-9832-17D71865F4A6}"/>
              </a:ext>
            </a:extLst>
          </p:cNvPr>
          <p:cNvSpPr>
            <a:spLocks noChangeShapeType="1"/>
          </p:cNvSpPr>
          <p:nvPr/>
        </p:nvSpPr>
        <p:spPr bwMode="auto">
          <a:xfrm>
            <a:off x="3646488" y="2493963"/>
            <a:ext cx="0" cy="9525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54" name="Oval 94">
            <a:extLst>
              <a:ext uri="{FF2B5EF4-FFF2-40B4-BE49-F238E27FC236}">
                <a16:creationId xmlns:a16="http://schemas.microsoft.com/office/drawing/2014/main" id="{A37F29CD-D2A7-F180-D973-63CDDDD50436}"/>
              </a:ext>
            </a:extLst>
          </p:cNvPr>
          <p:cNvSpPr>
            <a:spLocks noChangeArrowheads="1"/>
          </p:cNvSpPr>
          <p:nvPr/>
        </p:nvSpPr>
        <p:spPr bwMode="auto">
          <a:xfrm>
            <a:off x="3602038" y="2451100"/>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53355" name="Oval 94">
            <a:extLst>
              <a:ext uri="{FF2B5EF4-FFF2-40B4-BE49-F238E27FC236}">
                <a16:creationId xmlns:a16="http://schemas.microsoft.com/office/drawing/2014/main" id="{F81F654C-62B1-67EA-E642-19CCE9459716}"/>
              </a:ext>
            </a:extLst>
          </p:cNvPr>
          <p:cNvSpPr>
            <a:spLocks noChangeArrowheads="1"/>
          </p:cNvSpPr>
          <p:nvPr/>
        </p:nvSpPr>
        <p:spPr bwMode="auto">
          <a:xfrm>
            <a:off x="4510088" y="5068888"/>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53356" name="Line 48">
            <a:extLst>
              <a:ext uri="{FF2B5EF4-FFF2-40B4-BE49-F238E27FC236}">
                <a16:creationId xmlns:a16="http://schemas.microsoft.com/office/drawing/2014/main" id="{B64715EA-90B7-68F5-6149-B5E8B9AD3AE4}"/>
              </a:ext>
            </a:extLst>
          </p:cNvPr>
          <p:cNvSpPr>
            <a:spLocks noChangeShapeType="1"/>
          </p:cNvSpPr>
          <p:nvPr/>
        </p:nvSpPr>
        <p:spPr bwMode="auto">
          <a:xfrm flipH="1">
            <a:off x="4135438" y="3989388"/>
            <a:ext cx="0" cy="1763712"/>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57" name="Rectangle 80">
            <a:extLst>
              <a:ext uri="{FF2B5EF4-FFF2-40B4-BE49-F238E27FC236}">
                <a16:creationId xmlns:a16="http://schemas.microsoft.com/office/drawing/2014/main" id="{D50D3A44-69AE-94DB-0B08-6DF100841D46}"/>
              </a:ext>
            </a:extLst>
          </p:cNvPr>
          <p:cNvSpPr>
            <a:spLocks noChangeArrowheads="1"/>
          </p:cNvSpPr>
          <p:nvPr/>
        </p:nvSpPr>
        <p:spPr bwMode="auto">
          <a:xfrm>
            <a:off x="5765800"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2</a:t>
            </a:r>
          </a:p>
        </p:txBody>
      </p:sp>
      <p:sp>
        <p:nvSpPr>
          <p:cNvPr id="53358" name="Line 81">
            <a:extLst>
              <a:ext uri="{FF2B5EF4-FFF2-40B4-BE49-F238E27FC236}">
                <a16:creationId xmlns:a16="http://schemas.microsoft.com/office/drawing/2014/main" id="{D4C13095-FE23-F015-0FE6-DD12DA52CC9D}"/>
              </a:ext>
            </a:extLst>
          </p:cNvPr>
          <p:cNvSpPr>
            <a:spLocks noChangeShapeType="1"/>
          </p:cNvSpPr>
          <p:nvPr/>
        </p:nvSpPr>
        <p:spPr bwMode="auto">
          <a:xfrm flipH="1">
            <a:off x="5646738"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59" name="Rectangle 49">
            <a:extLst>
              <a:ext uri="{FF2B5EF4-FFF2-40B4-BE49-F238E27FC236}">
                <a16:creationId xmlns:a16="http://schemas.microsoft.com/office/drawing/2014/main" id="{3C16D054-3E32-6611-C1F7-2057C317B07B}"/>
              </a:ext>
            </a:extLst>
          </p:cNvPr>
          <p:cNvSpPr>
            <a:spLocks noChangeArrowheads="1"/>
          </p:cNvSpPr>
          <p:nvPr/>
        </p:nvSpPr>
        <p:spPr bwMode="auto">
          <a:xfrm>
            <a:off x="3621088" y="5695950"/>
            <a:ext cx="1273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ALUASrc=0</a:t>
            </a:r>
          </a:p>
        </p:txBody>
      </p:sp>
      <p:sp>
        <p:nvSpPr>
          <p:cNvPr id="53360" name="Line 56">
            <a:extLst>
              <a:ext uri="{FF2B5EF4-FFF2-40B4-BE49-F238E27FC236}">
                <a16:creationId xmlns:a16="http://schemas.microsoft.com/office/drawing/2014/main" id="{324137E7-81A3-1BC8-F861-CC71C0221173}"/>
              </a:ext>
            </a:extLst>
          </p:cNvPr>
          <p:cNvSpPr>
            <a:spLocks noChangeShapeType="1"/>
          </p:cNvSpPr>
          <p:nvPr/>
        </p:nvSpPr>
        <p:spPr bwMode="auto">
          <a:xfrm flipH="1">
            <a:off x="8135938" y="3867150"/>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3361" name="Line 56">
            <a:extLst>
              <a:ext uri="{FF2B5EF4-FFF2-40B4-BE49-F238E27FC236}">
                <a16:creationId xmlns:a16="http://schemas.microsoft.com/office/drawing/2014/main" id="{969FE704-ACA8-A2BD-FD21-61916A2C76D4}"/>
              </a:ext>
            </a:extLst>
          </p:cNvPr>
          <p:cNvSpPr>
            <a:spLocks noChangeShapeType="1"/>
          </p:cNvSpPr>
          <p:nvPr/>
        </p:nvSpPr>
        <p:spPr bwMode="auto">
          <a:xfrm flipH="1">
            <a:off x="8123238" y="2843213"/>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318">
                                            <p:txEl>
                                              <p:pRg st="0" end="0"/>
                                            </p:txEl>
                                          </p:spTgt>
                                        </p:tgtEl>
                                        <p:attrNameLst>
                                          <p:attrName>style.visibility</p:attrName>
                                        </p:attrNameLst>
                                      </p:cBhvr>
                                      <p:to>
                                        <p:strVal val="visible"/>
                                      </p:to>
                                    </p:set>
                                    <p:animEffect transition="in" filter="blinds(horizontal)">
                                      <p:cBhvr>
                                        <p:cTn id="7" dur="500"/>
                                        <p:tgtEl>
                                          <p:spTgt spid="513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E177FB39-83ED-B8D7-1870-3438A831A502}"/>
              </a:ext>
            </a:extLst>
          </p:cNvPr>
          <p:cNvSpPr>
            <a:spLocks noGrp="1" noChangeArrowheads="1"/>
          </p:cNvSpPr>
          <p:nvPr>
            <p:ph type="title"/>
          </p:nvPr>
        </p:nvSpPr>
        <p:spPr>
          <a:xfrm>
            <a:off x="769938" y="184150"/>
            <a:ext cx="7685087" cy="373063"/>
          </a:xfrm>
        </p:spPr>
        <p:txBody>
          <a:bodyPr/>
          <a:lstStyle/>
          <a:p>
            <a:r>
              <a:rPr lang="zh-CN" altLang="en-US">
                <a:ea typeface="宋体" panose="02010600030101010101" pitchFamily="2" charset="-122"/>
              </a:rPr>
              <a:t>执行部件（</a:t>
            </a:r>
            <a:r>
              <a:rPr lang="en-US" altLang="zh-CN">
                <a:ea typeface="宋体" panose="02010600030101010101" pitchFamily="2" charset="-122"/>
              </a:rPr>
              <a:t>Exec Unit</a:t>
            </a:r>
            <a:r>
              <a:rPr lang="zh-CN" altLang="en-US">
                <a:ea typeface="宋体" panose="02010600030101010101" pitchFamily="2" charset="-122"/>
              </a:rPr>
              <a:t>）的设计：</a:t>
            </a:r>
            <a:r>
              <a:rPr lang="en-US" altLang="zh-CN">
                <a:ea typeface="宋体" panose="02010600030101010101" pitchFamily="2" charset="-122"/>
              </a:rPr>
              <a:t>R</a:t>
            </a:r>
            <a:r>
              <a:rPr lang="zh-CN" altLang="en-US">
                <a:ea typeface="宋体" panose="02010600030101010101" pitchFamily="2" charset="-122"/>
              </a:rPr>
              <a:t>型指令</a:t>
            </a:r>
            <a:endParaRPr lang="en-US" altLang="zh-CN">
              <a:ea typeface="宋体" panose="02010600030101010101" pitchFamily="2" charset="-122"/>
            </a:endParaRPr>
          </a:p>
        </p:txBody>
      </p:sp>
      <p:grpSp>
        <p:nvGrpSpPr>
          <p:cNvPr id="55298" name="Group 119">
            <a:extLst>
              <a:ext uri="{FF2B5EF4-FFF2-40B4-BE49-F238E27FC236}">
                <a16:creationId xmlns:a16="http://schemas.microsoft.com/office/drawing/2014/main" id="{6A979D06-1EA1-4759-E8FC-3066D7A75B34}"/>
              </a:ext>
            </a:extLst>
          </p:cNvPr>
          <p:cNvGrpSpPr>
            <a:grpSpLocks/>
          </p:cNvGrpSpPr>
          <p:nvPr/>
        </p:nvGrpSpPr>
        <p:grpSpPr bwMode="auto">
          <a:xfrm>
            <a:off x="7821613" y="622300"/>
            <a:ext cx="1219200" cy="1041400"/>
            <a:chOff x="4830" y="396"/>
            <a:chExt cx="868" cy="656"/>
          </a:xfrm>
        </p:grpSpPr>
        <p:sp>
          <p:nvSpPr>
            <p:cNvPr id="55299" name="Oval 106">
              <a:extLst>
                <a:ext uri="{FF2B5EF4-FFF2-40B4-BE49-F238E27FC236}">
                  <a16:creationId xmlns:a16="http://schemas.microsoft.com/office/drawing/2014/main" id="{E85CAFA6-9916-8C47-3820-2E2611A92526}"/>
                </a:ext>
              </a:extLst>
            </p:cNvPr>
            <p:cNvSpPr>
              <a:spLocks noChangeArrowheads="1"/>
            </p:cNvSpPr>
            <p:nvPr/>
          </p:nvSpPr>
          <p:spPr bwMode="auto">
            <a:xfrm>
              <a:off x="4891" y="580"/>
              <a:ext cx="88" cy="472"/>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55300" name="Rectangle 107">
              <a:extLst>
                <a:ext uri="{FF2B5EF4-FFF2-40B4-BE49-F238E27FC236}">
                  <a16:creationId xmlns:a16="http://schemas.microsoft.com/office/drawing/2014/main" id="{0E0A660F-8476-CAE9-547D-7330EA29B7EE}"/>
                </a:ext>
              </a:extLst>
            </p:cNvPr>
            <p:cNvSpPr>
              <a:spLocks noChangeArrowheads="1"/>
            </p:cNvSpPr>
            <p:nvPr/>
          </p:nvSpPr>
          <p:spPr bwMode="auto">
            <a:xfrm>
              <a:off x="4830" y="396"/>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1"/>
                  </a:solidFill>
                  <a:ea typeface="宋体" panose="02010600030101010101" pitchFamily="2" charset="-122"/>
                </a:rPr>
                <a:t>You are here!</a:t>
              </a:r>
            </a:p>
          </p:txBody>
        </p:sp>
        <p:sp>
          <p:nvSpPr>
            <p:cNvPr id="55301" name="Line 108">
              <a:extLst>
                <a:ext uri="{FF2B5EF4-FFF2-40B4-BE49-F238E27FC236}">
                  <a16:creationId xmlns:a16="http://schemas.microsoft.com/office/drawing/2014/main" id="{B2EE6562-86D3-8DCB-4F93-EAF341AC5705}"/>
                </a:ext>
              </a:extLst>
            </p:cNvPr>
            <p:cNvSpPr>
              <a:spLocks noChangeShapeType="1"/>
            </p:cNvSpPr>
            <p:nvPr/>
          </p:nvSpPr>
          <p:spPr bwMode="auto">
            <a:xfrm flipH="1">
              <a:off x="4979" y="628"/>
              <a:ext cx="248" cy="184"/>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1318" name="Text Box 118">
            <a:extLst>
              <a:ext uri="{FF2B5EF4-FFF2-40B4-BE49-F238E27FC236}">
                <a16:creationId xmlns:a16="http://schemas.microsoft.com/office/drawing/2014/main" id="{C40F14A0-380B-6F27-3E64-490E52E83D69}"/>
              </a:ext>
            </a:extLst>
          </p:cNvPr>
          <p:cNvSpPr txBox="1">
            <a:spLocks noChangeArrowheads="1"/>
          </p:cNvSpPr>
          <p:nvPr/>
        </p:nvSpPr>
        <p:spPr bwMode="auto">
          <a:xfrm>
            <a:off x="103188" y="627063"/>
            <a:ext cx="70945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15000"/>
              </a:lnSpc>
              <a:spcBef>
                <a:spcPct val="20000"/>
              </a:spcBef>
            </a:pPr>
            <a:r>
              <a:rPr lang="zh-CN" altLang="en-US" sz="1800">
                <a:solidFill>
                  <a:srgbClr val="008000"/>
                </a:solidFill>
                <a:latin typeface="Arial" panose="020B0604020202020204" pitchFamily="34" charset="0"/>
                <a:ea typeface="黑体" panose="02010609060101010101" pitchFamily="49" charset="-122"/>
              </a:rPr>
              <a:t>执行部件功能是：</a:t>
            </a:r>
            <a:r>
              <a:rPr lang="en-US" altLang="zh-CN" sz="1800">
                <a:solidFill>
                  <a:srgbClr val="3399FF"/>
                </a:solidFill>
                <a:latin typeface="Arial" panose="020B0604020202020204" pitchFamily="34" charset="0"/>
                <a:ea typeface="黑体" panose="02010609060101010101" pitchFamily="49" charset="-122"/>
              </a:rPr>
              <a:t>ALU</a:t>
            </a:r>
            <a:r>
              <a:rPr lang="zh-CN" altLang="en-US" sz="1800">
                <a:solidFill>
                  <a:srgbClr val="3399FF"/>
                </a:solidFill>
                <a:latin typeface="Arial" panose="020B0604020202020204" pitchFamily="34" charset="0"/>
                <a:ea typeface="黑体" panose="02010609060101010101" pitchFamily="49" charset="-122"/>
              </a:rPr>
              <a:t>运算</a:t>
            </a:r>
          </a:p>
        </p:txBody>
      </p:sp>
      <p:sp>
        <p:nvSpPr>
          <p:cNvPr id="55303" name="Rectangle 4">
            <a:extLst>
              <a:ext uri="{FF2B5EF4-FFF2-40B4-BE49-F238E27FC236}">
                <a16:creationId xmlns:a16="http://schemas.microsoft.com/office/drawing/2014/main" id="{ABB2CDA8-BCF2-1303-B3A4-5E1825D19D2B}"/>
              </a:ext>
            </a:extLst>
          </p:cNvPr>
          <p:cNvSpPr>
            <a:spLocks noChangeArrowheads="1"/>
          </p:cNvSpPr>
          <p:nvPr/>
        </p:nvSpPr>
        <p:spPr bwMode="auto">
          <a:xfrm>
            <a:off x="2424113" y="2376488"/>
            <a:ext cx="288925" cy="3175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5304" name="Oval 5">
            <a:extLst>
              <a:ext uri="{FF2B5EF4-FFF2-40B4-BE49-F238E27FC236}">
                <a16:creationId xmlns:a16="http://schemas.microsoft.com/office/drawing/2014/main" id="{DF35662A-D412-D6D3-F10F-2B81369C0068}"/>
              </a:ext>
            </a:extLst>
          </p:cNvPr>
          <p:cNvSpPr>
            <a:spLocks noChangeArrowheads="1"/>
          </p:cNvSpPr>
          <p:nvPr/>
        </p:nvSpPr>
        <p:spPr bwMode="auto">
          <a:xfrm>
            <a:off x="2500313" y="2224088"/>
            <a:ext cx="136525"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5305" name="Rectangle 6">
            <a:extLst>
              <a:ext uri="{FF2B5EF4-FFF2-40B4-BE49-F238E27FC236}">
                <a16:creationId xmlns:a16="http://schemas.microsoft.com/office/drawing/2014/main" id="{25DE62D3-758E-B1DB-B0D4-C90DFCF2BD33}"/>
              </a:ext>
            </a:extLst>
          </p:cNvPr>
          <p:cNvSpPr>
            <a:spLocks noChangeArrowheads="1"/>
          </p:cNvSpPr>
          <p:nvPr/>
        </p:nvSpPr>
        <p:spPr bwMode="auto">
          <a:xfrm rot="5400000">
            <a:off x="2211388" y="3678238"/>
            <a:ext cx="7016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ID/Ex</a:t>
            </a:r>
          </a:p>
        </p:txBody>
      </p:sp>
      <p:sp>
        <p:nvSpPr>
          <p:cNvPr id="55306" name="Line 7">
            <a:extLst>
              <a:ext uri="{FF2B5EF4-FFF2-40B4-BE49-F238E27FC236}">
                <a16:creationId xmlns:a16="http://schemas.microsoft.com/office/drawing/2014/main" id="{14ED4859-933E-E954-2476-C09DF46BD4A6}"/>
              </a:ext>
            </a:extLst>
          </p:cNvPr>
          <p:cNvSpPr>
            <a:spLocks noChangeShapeType="1"/>
          </p:cNvSpPr>
          <p:nvPr/>
        </p:nvSpPr>
        <p:spPr bwMode="auto">
          <a:xfrm>
            <a:off x="2573338" y="2071688"/>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7" name="Rectangle 8">
            <a:extLst>
              <a:ext uri="{FF2B5EF4-FFF2-40B4-BE49-F238E27FC236}">
                <a16:creationId xmlns:a16="http://schemas.microsoft.com/office/drawing/2014/main" id="{C2065810-A3F6-95A4-0A05-970F1BCD3994}"/>
              </a:ext>
            </a:extLst>
          </p:cNvPr>
          <p:cNvSpPr>
            <a:spLocks noChangeArrowheads="1"/>
          </p:cNvSpPr>
          <p:nvPr/>
        </p:nvSpPr>
        <p:spPr bwMode="auto">
          <a:xfrm>
            <a:off x="7834313" y="2376488"/>
            <a:ext cx="288925" cy="3176587"/>
          </a:xfrm>
          <a:prstGeom prst="rect">
            <a:avLst/>
          </a:prstGeom>
          <a:noFill/>
          <a:ln w="254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5308" name="Oval 9">
            <a:extLst>
              <a:ext uri="{FF2B5EF4-FFF2-40B4-BE49-F238E27FC236}">
                <a16:creationId xmlns:a16="http://schemas.microsoft.com/office/drawing/2014/main" id="{A04832F8-BE75-E8CE-B1F9-44258D8029BA}"/>
              </a:ext>
            </a:extLst>
          </p:cNvPr>
          <p:cNvSpPr>
            <a:spLocks noChangeArrowheads="1"/>
          </p:cNvSpPr>
          <p:nvPr/>
        </p:nvSpPr>
        <p:spPr bwMode="auto">
          <a:xfrm>
            <a:off x="7910513" y="2225675"/>
            <a:ext cx="136525" cy="123825"/>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5309" name="Rectangle 10">
            <a:extLst>
              <a:ext uri="{FF2B5EF4-FFF2-40B4-BE49-F238E27FC236}">
                <a16:creationId xmlns:a16="http://schemas.microsoft.com/office/drawing/2014/main" id="{6BD809F9-6D5D-E6BF-0ECC-ADCA01A3E8C5}"/>
              </a:ext>
            </a:extLst>
          </p:cNvPr>
          <p:cNvSpPr>
            <a:spLocks noChangeArrowheads="1"/>
          </p:cNvSpPr>
          <p:nvPr/>
        </p:nvSpPr>
        <p:spPr bwMode="auto">
          <a:xfrm rot="5400000">
            <a:off x="7616825" y="3684588"/>
            <a:ext cx="717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EX/M</a:t>
            </a:r>
          </a:p>
        </p:txBody>
      </p:sp>
      <p:sp>
        <p:nvSpPr>
          <p:cNvPr id="55310" name="Line 11">
            <a:extLst>
              <a:ext uri="{FF2B5EF4-FFF2-40B4-BE49-F238E27FC236}">
                <a16:creationId xmlns:a16="http://schemas.microsoft.com/office/drawing/2014/main" id="{8968386B-2B06-5C58-901C-E5CB743019E3}"/>
              </a:ext>
            </a:extLst>
          </p:cNvPr>
          <p:cNvSpPr>
            <a:spLocks noChangeShapeType="1"/>
          </p:cNvSpPr>
          <p:nvPr/>
        </p:nvSpPr>
        <p:spPr bwMode="auto">
          <a:xfrm>
            <a:off x="7983538" y="2070100"/>
            <a:ext cx="0" cy="128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1" name="Line 16">
            <a:extLst>
              <a:ext uri="{FF2B5EF4-FFF2-40B4-BE49-F238E27FC236}">
                <a16:creationId xmlns:a16="http://schemas.microsoft.com/office/drawing/2014/main" id="{FAD218FB-FC60-FAC0-4818-6BDE6DB47023}"/>
              </a:ext>
            </a:extLst>
          </p:cNvPr>
          <p:cNvSpPr>
            <a:spLocks noChangeShapeType="1"/>
          </p:cNvSpPr>
          <p:nvPr/>
        </p:nvSpPr>
        <p:spPr bwMode="auto">
          <a:xfrm>
            <a:off x="4554538" y="3289300"/>
            <a:ext cx="9286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12" name="Line 28">
            <a:extLst>
              <a:ext uri="{FF2B5EF4-FFF2-40B4-BE49-F238E27FC236}">
                <a16:creationId xmlns:a16="http://schemas.microsoft.com/office/drawing/2014/main" id="{595D5C74-479A-082B-C982-2BAA87F0D2F5}"/>
              </a:ext>
            </a:extLst>
          </p:cNvPr>
          <p:cNvSpPr>
            <a:spLocks noChangeShapeType="1"/>
          </p:cNvSpPr>
          <p:nvPr/>
        </p:nvSpPr>
        <p:spPr bwMode="auto">
          <a:xfrm>
            <a:off x="4278313" y="3668713"/>
            <a:ext cx="2079625"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13" name="Line 29">
            <a:extLst>
              <a:ext uri="{FF2B5EF4-FFF2-40B4-BE49-F238E27FC236}">
                <a16:creationId xmlns:a16="http://schemas.microsoft.com/office/drawing/2014/main" id="{5B45B80C-3FC1-B7BC-C772-AFCC906129F5}"/>
              </a:ext>
            </a:extLst>
          </p:cNvPr>
          <p:cNvSpPr>
            <a:spLocks noChangeShapeType="1"/>
          </p:cNvSpPr>
          <p:nvPr/>
        </p:nvSpPr>
        <p:spPr bwMode="auto">
          <a:xfrm flipH="1">
            <a:off x="3557588" y="3743325"/>
            <a:ext cx="88900" cy="166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4" name="Rectangle 30">
            <a:extLst>
              <a:ext uri="{FF2B5EF4-FFF2-40B4-BE49-F238E27FC236}">
                <a16:creationId xmlns:a16="http://schemas.microsoft.com/office/drawing/2014/main" id="{395534E8-8F35-190D-BB50-C7DE214B8E6B}"/>
              </a:ext>
            </a:extLst>
          </p:cNvPr>
          <p:cNvSpPr>
            <a:spLocks noChangeArrowheads="1"/>
          </p:cNvSpPr>
          <p:nvPr/>
        </p:nvSpPr>
        <p:spPr bwMode="auto">
          <a:xfrm>
            <a:off x="3244850" y="38004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5315" name="Rectangle 31">
            <a:extLst>
              <a:ext uri="{FF2B5EF4-FFF2-40B4-BE49-F238E27FC236}">
                <a16:creationId xmlns:a16="http://schemas.microsoft.com/office/drawing/2014/main" id="{E96AB37F-FE8C-9F87-7B8B-3BA9BCA3669A}"/>
              </a:ext>
            </a:extLst>
          </p:cNvPr>
          <p:cNvSpPr>
            <a:spLocks noChangeArrowheads="1"/>
          </p:cNvSpPr>
          <p:nvPr/>
        </p:nvSpPr>
        <p:spPr bwMode="auto">
          <a:xfrm>
            <a:off x="2787650" y="3511550"/>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55316" name="Line 32">
            <a:extLst>
              <a:ext uri="{FF2B5EF4-FFF2-40B4-BE49-F238E27FC236}">
                <a16:creationId xmlns:a16="http://schemas.microsoft.com/office/drawing/2014/main" id="{417E36F8-5BF2-D361-BBD1-915D8BFF043F}"/>
              </a:ext>
            </a:extLst>
          </p:cNvPr>
          <p:cNvSpPr>
            <a:spLocks noChangeShapeType="1"/>
          </p:cNvSpPr>
          <p:nvPr/>
        </p:nvSpPr>
        <p:spPr bwMode="auto">
          <a:xfrm>
            <a:off x="2738438" y="4344988"/>
            <a:ext cx="2794000"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17" name="Line 33">
            <a:extLst>
              <a:ext uri="{FF2B5EF4-FFF2-40B4-BE49-F238E27FC236}">
                <a16:creationId xmlns:a16="http://schemas.microsoft.com/office/drawing/2014/main" id="{93F74E37-CDE0-AD4F-612B-A7209CD7A56D}"/>
              </a:ext>
            </a:extLst>
          </p:cNvPr>
          <p:cNvSpPr>
            <a:spLocks noChangeShapeType="1"/>
          </p:cNvSpPr>
          <p:nvPr/>
        </p:nvSpPr>
        <p:spPr bwMode="auto">
          <a:xfrm flipV="1">
            <a:off x="3722688" y="4262438"/>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8" name="Rectangle 34">
            <a:extLst>
              <a:ext uri="{FF2B5EF4-FFF2-40B4-BE49-F238E27FC236}">
                <a16:creationId xmlns:a16="http://schemas.microsoft.com/office/drawing/2014/main" id="{7FB6067A-53A0-6C73-A822-064C4BC6B5DA}"/>
              </a:ext>
            </a:extLst>
          </p:cNvPr>
          <p:cNvSpPr>
            <a:spLocks noChangeArrowheads="1"/>
          </p:cNvSpPr>
          <p:nvPr/>
        </p:nvSpPr>
        <p:spPr bwMode="auto">
          <a:xfrm>
            <a:off x="3397250" y="433070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5319" name="Rectangle 35">
            <a:extLst>
              <a:ext uri="{FF2B5EF4-FFF2-40B4-BE49-F238E27FC236}">
                <a16:creationId xmlns:a16="http://schemas.microsoft.com/office/drawing/2014/main" id="{5FDBF6AB-8A1D-B612-8178-D46141585133}"/>
              </a:ext>
            </a:extLst>
          </p:cNvPr>
          <p:cNvSpPr>
            <a:spLocks noChangeArrowheads="1"/>
          </p:cNvSpPr>
          <p:nvPr/>
        </p:nvSpPr>
        <p:spPr bwMode="auto">
          <a:xfrm>
            <a:off x="2787650" y="4046538"/>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grpSp>
        <p:nvGrpSpPr>
          <p:cNvPr id="55320" name="Group 36">
            <a:extLst>
              <a:ext uri="{FF2B5EF4-FFF2-40B4-BE49-F238E27FC236}">
                <a16:creationId xmlns:a16="http://schemas.microsoft.com/office/drawing/2014/main" id="{D1F244BD-B7A8-954F-9EDA-41E504185301}"/>
              </a:ext>
            </a:extLst>
          </p:cNvPr>
          <p:cNvGrpSpPr>
            <a:grpSpLocks/>
          </p:cNvGrpSpPr>
          <p:nvPr/>
        </p:nvGrpSpPr>
        <p:grpSpPr bwMode="auto">
          <a:xfrm>
            <a:off x="5545138" y="4122738"/>
            <a:ext cx="304800" cy="1227137"/>
            <a:chOff x="3120" y="2696"/>
            <a:chExt cx="192" cy="773"/>
          </a:xfrm>
        </p:grpSpPr>
        <p:sp>
          <p:nvSpPr>
            <p:cNvPr id="55321" name="Line 37">
              <a:extLst>
                <a:ext uri="{FF2B5EF4-FFF2-40B4-BE49-F238E27FC236}">
                  <a16:creationId xmlns:a16="http://schemas.microsoft.com/office/drawing/2014/main" id="{9003D7EE-F781-F5C3-4CA2-793CD093B743}"/>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2" name="Line 38">
              <a:extLst>
                <a:ext uri="{FF2B5EF4-FFF2-40B4-BE49-F238E27FC236}">
                  <a16:creationId xmlns:a16="http://schemas.microsoft.com/office/drawing/2014/main" id="{3513AD1E-FD32-DA3E-7F80-1B4849846301}"/>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3" name="Line 39">
              <a:extLst>
                <a:ext uri="{FF2B5EF4-FFF2-40B4-BE49-F238E27FC236}">
                  <a16:creationId xmlns:a16="http://schemas.microsoft.com/office/drawing/2014/main" id="{199EC697-B441-494C-4388-102A398CCE78}"/>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4" name="Line 40">
              <a:extLst>
                <a:ext uri="{FF2B5EF4-FFF2-40B4-BE49-F238E27FC236}">
                  <a16:creationId xmlns:a16="http://schemas.microsoft.com/office/drawing/2014/main" id="{9D62DAF8-D200-10E2-427A-AC1192715222}"/>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25" name="Line 44">
            <a:extLst>
              <a:ext uri="{FF2B5EF4-FFF2-40B4-BE49-F238E27FC236}">
                <a16:creationId xmlns:a16="http://schemas.microsoft.com/office/drawing/2014/main" id="{F62DD7BE-E155-A679-1544-18A2D644F6FD}"/>
              </a:ext>
            </a:extLst>
          </p:cNvPr>
          <p:cNvSpPr>
            <a:spLocks noChangeShapeType="1"/>
          </p:cNvSpPr>
          <p:nvPr/>
        </p:nvSpPr>
        <p:spPr bwMode="auto">
          <a:xfrm flipV="1">
            <a:off x="2713038" y="5114925"/>
            <a:ext cx="284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6" name="Line 45">
            <a:extLst>
              <a:ext uri="{FF2B5EF4-FFF2-40B4-BE49-F238E27FC236}">
                <a16:creationId xmlns:a16="http://schemas.microsoft.com/office/drawing/2014/main" id="{20983E96-2EBE-DFAD-4B54-B2240FBEBB52}"/>
              </a:ext>
            </a:extLst>
          </p:cNvPr>
          <p:cNvSpPr>
            <a:spLocks noChangeShapeType="1"/>
          </p:cNvSpPr>
          <p:nvPr/>
        </p:nvSpPr>
        <p:spPr bwMode="auto">
          <a:xfrm flipH="1">
            <a:off x="3187700" y="5002213"/>
            <a:ext cx="139700" cy="203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7" name="Rectangle 46">
            <a:extLst>
              <a:ext uri="{FF2B5EF4-FFF2-40B4-BE49-F238E27FC236}">
                <a16:creationId xmlns:a16="http://schemas.microsoft.com/office/drawing/2014/main" id="{98A78FA1-6306-CB26-B302-221940CDA4B9}"/>
              </a:ext>
            </a:extLst>
          </p:cNvPr>
          <p:cNvSpPr>
            <a:spLocks noChangeArrowheads="1"/>
          </p:cNvSpPr>
          <p:nvPr/>
        </p:nvSpPr>
        <p:spPr bwMode="auto">
          <a:xfrm>
            <a:off x="2863850" y="51117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5328" name="Rectangle 47">
            <a:extLst>
              <a:ext uri="{FF2B5EF4-FFF2-40B4-BE49-F238E27FC236}">
                <a16:creationId xmlns:a16="http://schemas.microsoft.com/office/drawing/2014/main" id="{C7203BAD-1126-FDFE-7A1D-108DEAE14DB7}"/>
              </a:ext>
            </a:extLst>
          </p:cNvPr>
          <p:cNvSpPr>
            <a:spLocks noChangeArrowheads="1"/>
          </p:cNvSpPr>
          <p:nvPr/>
        </p:nvSpPr>
        <p:spPr bwMode="auto">
          <a:xfrm>
            <a:off x="2711450" y="4741863"/>
            <a:ext cx="6048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55329" name="Line 48">
            <a:extLst>
              <a:ext uri="{FF2B5EF4-FFF2-40B4-BE49-F238E27FC236}">
                <a16:creationId xmlns:a16="http://schemas.microsoft.com/office/drawing/2014/main" id="{A7933C76-D450-6147-491D-37E26DB0F555}"/>
              </a:ext>
            </a:extLst>
          </p:cNvPr>
          <p:cNvSpPr>
            <a:spLocks noChangeShapeType="1"/>
          </p:cNvSpPr>
          <p:nvPr/>
        </p:nvSpPr>
        <p:spPr bwMode="auto">
          <a:xfrm flipH="1">
            <a:off x="5716588" y="5248275"/>
            <a:ext cx="0" cy="539750"/>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0" name="Rectangle 49">
            <a:extLst>
              <a:ext uri="{FF2B5EF4-FFF2-40B4-BE49-F238E27FC236}">
                <a16:creationId xmlns:a16="http://schemas.microsoft.com/office/drawing/2014/main" id="{C634D801-517E-9785-99CC-FDCCE9FB1DA4}"/>
              </a:ext>
            </a:extLst>
          </p:cNvPr>
          <p:cNvSpPr>
            <a:spLocks noChangeArrowheads="1"/>
          </p:cNvSpPr>
          <p:nvPr/>
        </p:nvSpPr>
        <p:spPr bwMode="auto">
          <a:xfrm>
            <a:off x="5106988" y="5691188"/>
            <a:ext cx="1262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ALUBSrc=0</a:t>
            </a:r>
          </a:p>
        </p:txBody>
      </p:sp>
      <p:sp>
        <p:nvSpPr>
          <p:cNvPr id="55331" name="Line 50">
            <a:extLst>
              <a:ext uri="{FF2B5EF4-FFF2-40B4-BE49-F238E27FC236}">
                <a16:creationId xmlns:a16="http://schemas.microsoft.com/office/drawing/2014/main" id="{0B8EC005-EC94-70CA-B484-2DF648319AC0}"/>
              </a:ext>
            </a:extLst>
          </p:cNvPr>
          <p:cNvSpPr>
            <a:spLocks noChangeShapeType="1"/>
          </p:cNvSpPr>
          <p:nvPr/>
        </p:nvSpPr>
        <p:spPr bwMode="auto">
          <a:xfrm>
            <a:off x="5875338" y="4724400"/>
            <a:ext cx="482600"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32" name="Line 53">
            <a:extLst>
              <a:ext uri="{FF2B5EF4-FFF2-40B4-BE49-F238E27FC236}">
                <a16:creationId xmlns:a16="http://schemas.microsoft.com/office/drawing/2014/main" id="{EA67022A-E978-1178-85A1-6A98BA345D50}"/>
              </a:ext>
            </a:extLst>
          </p:cNvPr>
          <p:cNvSpPr>
            <a:spLocks noChangeShapeType="1"/>
          </p:cNvSpPr>
          <p:nvPr/>
        </p:nvSpPr>
        <p:spPr bwMode="auto">
          <a:xfrm flipH="1">
            <a:off x="7138988" y="413861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3" name="Rectangle 55">
            <a:extLst>
              <a:ext uri="{FF2B5EF4-FFF2-40B4-BE49-F238E27FC236}">
                <a16:creationId xmlns:a16="http://schemas.microsoft.com/office/drawing/2014/main" id="{05294F9A-2542-ABF0-B6D2-987F46C9A3FD}"/>
              </a:ext>
            </a:extLst>
          </p:cNvPr>
          <p:cNvSpPr>
            <a:spLocks noChangeArrowheads="1"/>
          </p:cNvSpPr>
          <p:nvPr/>
        </p:nvSpPr>
        <p:spPr bwMode="auto">
          <a:xfrm rot="5400000">
            <a:off x="6330156" y="4023519"/>
            <a:ext cx="608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a:t>
            </a:r>
          </a:p>
        </p:txBody>
      </p:sp>
      <p:sp>
        <p:nvSpPr>
          <p:cNvPr id="55334" name="Line 56">
            <a:extLst>
              <a:ext uri="{FF2B5EF4-FFF2-40B4-BE49-F238E27FC236}">
                <a16:creationId xmlns:a16="http://schemas.microsoft.com/office/drawing/2014/main" id="{88D25E29-D4B7-9030-CA6D-F9A399DC3DB8}"/>
              </a:ext>
            </a:extLst>
          </p:cNvPr>
          <p:cNvSpPr>
            <a:spLocks noChangeShapeType="1"/>
          </p:cNvSpPr>
          <p:nvPr/>
        </p:nvSpPr>
        <p:spPr bwMode="auto">
          <a:xfrm flipH="1">
            <a:off x="6827838" y="3867150"/>
            <a:ext cx="1016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5335" name="Rectangle 57">
            <a:extLst>
              <a:ext uri="{FF2B5EF4-FFF2-40B4-BE49-F238E27FC236}">
                <a16:creationId xmlns:a16="http://schemas.microsoft.com/office/drawing/2014/main" id="{6F38F46D-A5BC-137A-EDEC-85AD8DBF4B4A}"/>
              </a:ext>
            </a:extLst>
          </p:cNvPr>
          <p:cNvSpPr>
            <a:spLocks noChangeArrowheads="1"/>
          </p:cNvSpPr>
          <p:nvPr/>
        </p:nvSpPr>
        <p:spPr bwMode="auto">
          <a:xfrm>
            <a:off x="6902450" y="3562350"/>
            <a:ext cx="625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55336" name="Rectangle 58">
            <a:extLst>
              <a:ext uri="{FF2B5EF4-FFF2-40B4-BE49-F238E27FC236}">
                <a16:creationId xmlns:a16="http://schemas.microsoft.com/office/drawing/2014/main" id="{FA951227-3BC7-F195-8582-32CFE94A21EE}"/>
              </a:ext>
            </a:extLst>
          </p:cNvPr>
          <p:cNvSpPr>
            <a:spLocks noChangeArrowheads="1"/>
          </p:cNvSpPr>
          <p:nvPr/>
        </p:nvSpPr>
        <p:spPr bwMode="auto">
          <a:xfrm>
            <a:off x="5505450" y="419258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0</a:t>
            </a:r>
          </a:p>
        </p:txBody>
      </p:sp>
      <p:sp>
        <p:nvSpPr>
          <p:cNvPr id="55337" name="Rectangle 59">
            <a:extLst>
              <a:ext uri="{FF2B5EF4-FFF2-40B4-BE49-F238E27FC236}">
                <a16:creationId xmlns:a16="http://schemas.microsoft.com/office/drawing/2014/main" id="{120A3F30-1961-0AF4-4E3F-BD52DB7DEB12}"/>
              </a:ext>
            </a:extLst>
          </p:cNvPr>
          <p:cNvSpPr>
            <a:spLocks noChangeArrowheads="1"/>
          </p:cNvSpPr>
          <p:nvPr/>
        </p:nvSpPr>
        <p:spPr bwMode="auto">
          <a:xfrm>
            <a:off x="5505450" y="49720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2</a:t>
            </a:r>
          </a:p>
        </p:txBody>
      </p:sp>
      <p:sp>
        <p:nvSpPr>
          <p:cNvPr id="55338" name="Rectangle 61">
            <a:extLst>
              <a:ext uri="{FF2B5EF4-FFF2-40B4-BE49-F238E27FC236}">
                <a16:creationId xmlns:a16="http://schemas.microsoft.com/office/drawing/2014/main" id="{A5FC599C-58BF-1A3C-7A1F-48CB5259355A}"/>
              </a:ext>
            </a:extLst>
          </p:cNvPr>
          <p:cNvSpPr>
            <a:spLocks noChangeArrowheads="1"/>
          </p:cNvSpPr>
          <p:nvPr/>
        </p:nvSpPr>
        <p:spPr bwMode="auto">
          <a:xfrm>
            <a:off x="6902450" y="41465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5339" name="Line 62">
            <a:extLst>
              <a:ext uri="{FF2B5EF4-FFF2-40B4-BE49-F238E27FC236}">
                <a16:creationId xmlns:a16="http://schemas.microsoft.com/office/drawing/2014/main" id="{4D13A282-FF35-9885-3822-9937FC42995A}"/>
              </a:ext>
            </a:extLst>
          </p:cNvPr>
          <p:cNvSpPr>
            <a:spLocks noChangeShapeType="1"/>
          </p:cNvSpPr>
          <p:nvPr/>
        </p:nvSpPr>
        <p:spPr bwMode="auto">
          <a:xfrm flipH="1">
            <a:off x="6815138" y="4208463"/>
            <a:ext cx="1041400" cy="0"/>
          </a:xfrm>
          <a:prstGeom prst="line">
            <a:avLst/>
          </a:prstGeom>
          <a:noFill/>
          <a:ln w="57150">
            <a:solidFill>
              <a:srgbClr val="3399FF"/>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5340" name="Rectangle 63">
            <a:extLst>
              <a:ext uri="{FF2B5EF4-FFF2-40B4-BE49-F238E27FC236}">
                <a16:creationId xmlns:a16="http://schemas.microsoft.com/office/drawing/2014/main" id="{A19D55DA-C672-C438-6FCD-811F2858098A}"/>
              </a:ext>
            </a:extLst>
          </p:cNvPr>
          <p:cNvSpPr>
            <a:spLocks noChangeArrowheads="1"/>
          </p:cNvSpPr>
          <p:nvPr/>
        </p:nvSpPr>
        <p:spPr bwMode="auto">
          <a:xfrm>
            <a:off x="6826250" y="3849688"/>
            <a:ext cx="920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ALUout</a:t>
            </a:r>
          </a:p>
        </p:txBody>
      </p:sp>
      <p:sp>
        <p:nvSpPr>
          <p:cNvPr id="55341" name="Line 78">
            <a:extLst>
              <a:ext uri="{FF2B5EF4-FFF2-40B4-BE49-F238E27FC236}">
                <a16:creationId xmlns:a16="http://schemas.microsoft.com/office/drawing/2014/main" id="{DAD80BE2-6E45-95AC-418D-E093D48E51CB}"/>
              </a:ext>
            </a:extLst>
          </p:cNvPr>
          <p:cNvSpPr>
            <a:spLocks noChangeShapeType="1"/>
          </p:cNvSpPr>
          <p:nvPr/>
        </p:nvSpPr>
        <p:spPr bwMode="auto">
          <a:xfrm>
            <a:off x="4554538" y="3276600"/>
            <a:ext cx="0" cy="18716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2" name="Line 79">
            <a:extLst>
              <a:ext uri="{FF2B5EF4-FFF2-40B4-BE49-F238E27FC236}">
                <a16:creationId xmlns:a16="http://schemas.microsoft.com/office/drawing/2014/main" id="{B1AC897F-B44A-9FBF-8BF8-4D9D89663114}"/>
              </a:ext>
            </a:extLst>
          </p:cNvPr>
          <p:cNvSpPr>
            <a:spLocks noChangeShapeType="1"/>
          </p:cNvSpPr>
          <p:nvPr/>
        </p:nvSpPr>
        <p:spPr bwMode="auto">
          <a:xfrm flipV="1">
            <a:off x="6643688" y="4740275"/>
            <a:ext cx="0" cy="1008063"/>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3" name="Rectangle 80">
            <a:extLst>
              <a:ext uri="{FF2B5EF4-FFF2-40B4-BE49-F238E27FC236}">
                <a16:creationId xmlns:a16="http://schemas.microsoft.com/office/drawing/2014/main" id="{D206B46F-D99B-BFDB-4F6A-0205C41387A1}"/>
              </a:ext>
            </a:extLst>
          </p:cNvPr>
          <p:cNvSpPr>
            <a:spLocks noChangeArrowheads="1"/>
          </p:cNvSpPr>
          <p:nvPr/>
        </p:nvSpPr>
        <p:spPr bwMode="auto">
          <a:xfrm>
            <a:off x="6688138"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4</a:t>
            </a:r>
          </a:p>
        </p:txBody>
      </p:sp>
      <p:sp>
        <p:nvSpPr>
          <p:cNvPr id="55344" name="Line 81">
            <a:extLst>
              <a:ext uri="{FF2B5EF4-FFF2-40B4-BE49-F238E27FC236}">
                <a16:creationId xmlns:a16="http://schemas.microsoft.com/office/drawing/2014/main" id="{08240C97-0902-435D-010B-463E65A8B711}"/>
              </a:ext>
            </a:extLst>
          </p:cNvPr>
          <p:cNvSpPr>
            <a:spLocks noChangeShapeType="1"/>
          </p:cNvSpPr>
          <p:nvPr/>
        </p:nvSpPr>
        <p:spPr bwMode="auto">
          <a:xfrm flipH="1">
            <a:off x="6569075"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5" name="Rectangle 82">
            <a:extLst>
              <a:ext uri="{FF2B5EF4-FFF2-40B4-BE49-F238E27FC236}">
                <a16:creationId xmlns:a16="http://schemas.microsoft.com/office/drawing/2014/main" id="{AA047911-E1A5-75FD-376A-FD3FA5ABF980}"/>
              </a:ext>
            </a:extLst>
          </p:cNvPr>
          <p:cNvSpPr>
            <a:spLocks noChangeArrowheads="1"/>
          </p:cNvSpPr>
          <p:nvPr/>
        </p:nvSpPr>
        <p:spPr bwMode="auto">
          <a:xfrm>
            <a:off x="6348413" y="5695950"/>
            <a:ext cx="1668462"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rgbClr val="FF0000"/>
                </a:solidFill>
                <a:ea typeface="宋体" panose="02010600030101010101" pitchFamily="2" charset="-122"/>
              </a:rPr>
              <a:t>ALUctr=?</a:t>
            </a:r>
            <a:r>
              <a:rPr lang="zh-CN" altLang="en-US">
                <a:solidFill>
                  <a:srgbClr val="CC0000"/>
                </a:solidFill>
                <a:latin typeface="Arial" panose="020B0604020202020204" pitchFamily="34" charset="0"/>
                <a:ea typeface="宋体" panose="02010600030101010101" pitchFamily="2" charset="-122"/>
              </a:rPr>
              <a:t> （与</a:t>
            </a:r>
            <a:r>
              <a:rPr lang="en-US" altLang="zh-CN">
                <a:solidFill>
                  <a:srgbClr val="CC0000"/>
                </a:solidFill>
                <a:latin typeface="Arial" panose="020B0604020202020204" pitchFamily="34" charset="0"/>
                <a:ea typeface="宋体" panose="02010600030101010101" pitchFamily="2" charset="-122"/>
              </a:rPr>
              <a:t>funct3</a:t>
            </a:r>
            <a:r>
              <a:rPr lang="zh-CN" altLang="en-US">
                <a:solidFill>
                  <a:srgbClr val="CC0000"/>
                </a:solidFill>
                <a:latin typeface="Arial" panose="020B0604020202020204" pitchFamily="34" charset="0"/>
                <a:ea typeface="宋体" panose="02010600030101010101" pitchFamily="2" charset="-122"/>
              </a:rPr>
              <a:t>有关）</a:t>
            </a:r>
            <a:endParaRPr lang="en-US" altLang="zh-CN" u="sng">
              <a:solidFill>
                <a:srgbClr val="FF0000"/>
              </a:solidFill>
              <a:ea typeface="宋体" panose="02010600030101010101" pitchFamily="2" charset="-122"/>
            </a:endParaRPr>
          </a:p>
        </p:txBody>
      </p:sp>
      <p:sp>
        <p:nvSpPr>
          <p:cNvPr id="55346" name="Line 85">
            <a:extLst>
              <a:ext uri="{FF2B5EF4-FFF2-40B4-BE49-F238E27FC236}">
                <a16:creationId xmlns:a16="http://schemas.microsoft.com/office/drawing/2014/main" id="{77434304-0061-D63E-0A6C-0170A7301F52}"/>
              </a:ext>
            </a:extLst>
          </p:cNvPr>
          <p:cNvSpPr>
            <a:spLocks noChangeShapeType="1"/>
          </p:cNvSpPr>
          <p:nvPr/>
        </p:nvSpPr>
        <p:spPr bwMode="auto">
          <a:xfrm>
            <a:off x="2720975" y="2493963"/>
            <a:ext cx="2741613"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47" name="Line 86">
            <a:extLst>
              <a:ext uri="{FF2B5EF4-FFF2-40B4-BE49-F238E27FC236}">
                <a16:creationId xmlns:a16="http://schemas.microsoft.com/office/drawing/2014/main" id="{60674A2A-3D36-349E-E95B-57B5F6B0666D}"/>
              </a:ext>
            </a:extLst>
          </p:cNvPr>
          <p:cNvSpPr>
            <a:spLocks noChangeShapeType="1"/>
          </p:cNvSpPr>
          <p:nvPr/>
        </p:nvSpPr>
        <p:spPr bwMode="auto">
          <a:xfrm flipH="1">
            <a:off x="3395663" y="2403475"/>
            <a:ext cx="88900" cy="130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8" name="Rectangle 87">
            <a:extLst>
              <a:ext uri="{FF2B5EF4-FFF2-40B4-BE49-F238E27FC236}">
                <a16:creationId xmlns:a16="http://schemas.microsoft.com/office/drawing/2014/main" id="{A20672EA-EED9-0E0E-EF97-A790F68749F7}"/>
              </a:ext>
            </a:extLst>
          </p:cNvPr>
          <p:cNvSpPr>
            <a:spLocks noChangeArrowheads="1"/>
          </p:cNvSpPr>
          <p:nvPr/>
        </p:nvSpPr>
        <p:spPr bwMode="auto">
          <a:xfrm>
            <a:off x="3082925" y="244316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5349" name="Rectangle 88">
            <a:extLst>
              <a:ext uri="{FF2B5EF4-FFF2-40B4-BE49-F238E27FC236}">
                <a16:creationId xmlns:a16="http://schemas.microsoft.com/office/drawing/2014/main" id="{70A060C6-37FD-93B7-260C-57EA8F38D6B0}"/>
              </a:ext>
            </a:extLst>
          </p:cNvPr>
          <p:cNvSpPr>
            <a:spLocks noChangeArrowheads="1"/>
          </p:cNvSpPr>
          <p:nvPr/>
        </p:nvSpPr>
        <p:spPr bwMode="auto">
          <a:xfrm>
            <a:off x="2787650" y="2181225"/>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55350" name="Line 89">
            <a:extLst>
              <a:ext uri="{FF2B5EF4-FFF2-40B4-BE49-F238E27FC236}">
                <a16:creationId xmlns:a16="http://schemas.microsoft.com/office/drawing/2014/main" id="{E6E7DFAE-888E-641A-B030-ACE66EAA6F39}"/>
              </a:ext>
            </a:extLst>
          </p:cNvPr>
          <p:cNvSpPr>
            <a:spLocks noChangeShapeType="1"/>
          </p:cNvSpPr>
          <p:nvPr/>
        </p:nvSpPr>
        <p:spPr bwMode="auto">
          <a:xfrm flipH="1">
            <a:off x="6529388" y="277336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1" name="Line 90">
            <a:extLst>
              <a:ext uri="{FF2B5EF4-FFF2-40B4-BE49-F238E27FC236}">
                <a16:creationId xmlns:a16="http://schemas.microsoft.com/office/drawing/2014/main" id="{F1149DA0-D47F-7F07-989A-ABE548E4E7FD}"/>
              </a:ext>
            </a:extLst>
          </p:cNvPr>
          <p:cNvSpPr>
            <a:spLocks noChangeShapeType="1"/>
          </p:cNvSpPr>
          <p:nvPr/>
        </p:nvSpPr>
        <p:spPr bwMode="auto">
          <a:xfrm flipH="1">
            <a:off x="5913438" y="2843213"/>
            <a:ext cx="19304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5352" name="Rectangle 91">
            <a:extLst>
              <a:ext uri="{FF2B5EF4-FFF2-40B4-BE49-F238E27FC236}">
                <a16:creationId xmlns:a16="http://schemas.microsoft.com/office/drawing/2014/main" id="{00EE5E34-29A5-0ACF-0545-67DA2F60CE92}"/>
              </a:ext>
            </a:extLst>
          </p:cNvPr>
          <p:cNvSpPr>
            <a:spLocks noChangeArrowheads="1"/>
          </p:cNvSpPr>
          <p:nvPr/>
        </p:nvSpPr>
        <p:spPr bwMode="auto">
          <a:xfrm>
            <a:off x="6216650" y="2462213"/>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Target</a:t>
            </a:r>
          </a:p>
        </p:txBody>
      </p:sp>
      <p:sp>
        <p:nvSpPr>
          <p:cNvPr id="55353" name="Rectangle 92">
            <a:extLst>
              <a:ext uri="{FF2B5EF4-FFF2-40B4-BE49-F238E27FC236}">
                <a16:creationId xmlns:a16="http://schemas.microsoft.com/office/drawing/2014/main" id="{762389D1-B386-E0CC-463D-92D8CADADBB3}"/>
              </a:ext>
            </a:extLst>
          </p:cNvPr>
          <p:cNvSpPr>
            <a:spLocks noChangeArrowheads="1"/>
          </p:cNvSpPr>
          <p:nvPr/>
        </p:nvSpPr>
        <p:spPr bwMode="auto">
          <a:xfrm>
            <a:off x="6292850" y="286861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5354" name="Line 94">
            <a:extLst>
              <a:ext uri="{FF2B5EF4-FFF2-40B4-BE49-F238E27FC236}">
                <a16:creationId xmlns:a16="http://schemas.microsoft.com/office/drawing/2014/main" id="{C425EDBA-F55E-CF5C-0144-890103B2A1E6}"/>
              </a:ext>
            </a:extLst>
          </p:cNvPr>
          <p:cNvSpPr>
            <a:spLocks noChangeShapeType="1"/>
          </p:cNvSpPr>
          <p:nvPr/>
        </p:nvSpPr>
        <p:spPr bwMode="auto">
          <a:xfrm flipV="1">
            <a:off x="25733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5" name="Line 95">
            <a:extLst>
              <a:ext uri="{FF2B5EF4-FFF2-40B4-BE49-F238E27FC236}">
                <a16:creationId xmlns:a16="http://schemas.microsoft.com/office/drawing/2014/main" id="{582051DD-F53E-9A84-6176-9120C90CEE67}"/>
              </a:ext>
            </a:extLst>
          </p:cNvPr>
          <p:cNvSpPr>
            <a:spLocks noChangeShapeType="1"/>
          </p:cNvSpPr>
          <p:nvPr/>
        </p:nvSpPr>
        <p:spPr bwMode="auto">
          <a:xfrm>
            <a:off x="25733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56" name="Line 96">
            <a:extLst>
              <a:ext uri="{FF2B5EF4-FFF2-40B4-BE49-F238E27FC236}">
                <a16:creationId xmlns:a16="http://schemas.microsoft.com/office/drawing/2014/main" id="{196E7BF6-6AA9-DA0C-A80C-E19D52920E17}"/>
              </a:ext>
            </a:extLst>
          </p:cNvPr>
          <p:cNvSpPr>
            <a:spLocks noChangeShapeType="1"/>
          </p:cNvSpPr>
          <p:nvPr/>
        </p:nvSpPr>
        <p:spPr bwMode="auto">
          <a:xfrm>
            <a:off x="79835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57" name="Line 97">
            <a:extLst>
              <a:ext uri="{FF2B5EF4-FFF2-40B4-BE49-F238E27FC236}">
                <a16:creationId xmlns:a16="http://schemas.microsoft.com/office/drawing/2014/main" id="{3BC61F7B-F651-8E28-2D2E-F2FB13E02D33}"/>
              </a:ext>
            </a:extLst>
          </p:cNvPr>
          <p:cNvSpPr>
            <a:spLocks noChangeShapeType="1"/>
          </p:cNvSpPr>
          <p:nvPr/>
        </p:nvSpPr>
        <p:spPr bwMode="auto">
          <a:xfrm flipH="1">
            <a:off x="2103438" y="1074738"/>
            <a:ext cx="482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8" name="Line 98">
            <a:extLst>
              <a:ext uri="{FF2B5EF4-FFF2-40B4-BE49-F238E27FC236}">
                <a16:creationId xmlns:a16="http://schemas.microsoft.com/office/drawing/2014/main" id="{D5E8B183-CD0B-86E6-7C4A-C99461C34ACA}"/>
              </a:ext>
            </a:extLst>
          </p:cNvPr>
          <p:cNvSpPr>
            <a:spLocks noChangeShapeType="1"/>
          </p:cNvSpPr>
          <p:nvPr/>
        </p:nvSpPr>
        <p:spPr bwMode="auto">
          <a:xfrm flipH="1">
            <a:off x="5227638" y="1074738"/>
            <a:ext cx="276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9" name="Line 99">
            <a:extLst>
              <a:ext uri="{FF2B5EF4-FFF2-40B4-BE49-F238E27FC236}">
                <a16:creationId xmlns:a16="http://schemas.microsoft.com/office/drawing/2014/main" id="{657ED5A6-9C3B-5F02-D37C-DB65116BA233}"/>
              </a:ext>
            </a:extLst>
          </p:cNvPr>
          <p:cNvSpPr>
            <a:spLocks noChangeShapeType="1"/>
          </p:cNvSpPr>
          <p:nvPr/>
        </p:nvSpPr>
        <p:spPr bwMode="auto">
          <a:xfrm>
            <a:off x="5240338" y="1087438"/>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0" name="Line 100">
            <a:extLst>
              <a:ext uri="{FF2B5EF4-FFF2-40B4-BE49-F238E27FC236}">
                <a16:creationId xmlns:a16="http://schemas.microsoft.com/office/drawing/2014/main" id="{B273AE5C-383E-FEC2-4E69-AED069D2873F}"/>
              </a:ext>
            </a:extLst>
          </p:cNvPr>
          <p:cNvSpPr>
            <a:spLocks noChangeShapeType="1"/>
          </p:cNvSpPr>
          <p:nvPr/>
        </p:nvSpPr>
        <p:spPr bwMode="auto">
          <a:xfrm flipH="1">
            <a:off x="2560638" y="1455738"/>
            <a:ext cx="2692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1" name="Rectangle 101">
            <a:extLst>
              <a:ext uri="{FF2B5EF4-FFF2-40B4-BE49-F238E27FC236}">
                <a16:creationId xmlns:a16="http://schemas.microsoft.com/office/drawing/2014/main" id="{1DC61ECA-3EF2-7CBC-8374-A9CCCD026D21}"/>
              </a:ext>
            </a:extLst>
          </p:cNvPr>
          <p:cNvSpPr>
            <a:spLocks noChangeArrowheads="1"/>
          </p:cNvSpPr>
          <p:nvPr/>
        </p:nvSpPr>
        <p:spPr bwMode="auto">
          <a:xfrm>
            <a:off x="2025650" y="1150938"/>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Clk</a:t>
            </a:r>
          </a:p>
        </p:txBody>
      </p:sp>
      <p:sp>
        <p:nvSpPr>
          <p:cNvPr id="55362" name="Line 102">
            <a:extLst>
              <a:ext uri="{FF2B5EF4-FFF2-40B4-BE49-F238E27FC236}">
                <a16:creationId xmlns:a16="http://schemas.microsoft.com/office/drawing/2014/main" id="{B40A793E-365B-AB96-9B2A-F157B3A1B6A4}"/>
              </a:ext>
            </a:extLst>
          </p:cNvPr>
          <p:cNvSpPr>
            <a:spLocks noChangeShapeType="1"/>
          </p:cNvSpPr>
          <p:nvPr/>
        </p:nvSpPr>
        <p:spPr bwMode="auto">
          <a:xfrm>
            <a:off x="27257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3" name="Line 103">
            <a:extLst>
              <a:ext uri="{FF2B5EF4-FFF2-40B4-BE49-F238E27FC236}">
                <a16:creationId xmlns:a16="http://schemas.microsoft.com/office/drawing/2014/main" id="{6255FA50-635E-F667-F1CB-0ED53481632F}"/>
              </a:ext>
            </a:extLst>
          </p:cNvPr>
          <p:cNvSpPr>
            <a:spLocks noChangeShapeType="1"/>
          </p:cNvSpPr>
          <p:nvPr/>
        </p:nvSpPr>
        <p:spPr bwMode="auto">
          <a:xfrm>
            <a:off x="2738438" y="1706563"/>
            <a:ext cx="22606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5364" name="Line 104">
            <a:extLst>
              <a:ext uri="{FF2B5EF4-FFF2-40B4-BE49-F238E27FC236}">
                <a16:creationId xmlns:a16="http://schemas.microsoft.com/office/drawing/2014/main" id="{57833609-5C76-F29F-0735-FCA8423B7AFD}"/>
              </a:ext>
            </a:extLst>
          </p:cNvPr>
          <p:cNvSpPr>
            <a:spLocks noChangeShapeType="1"/>
          </p:cNvSpPr>
          <p:nvPr/>
        </p:nvSpPr>
        <p:spPr bwMode="auto">
          <a:xfrm>
            <a:off x="81359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5" name="Rectangle 105">
            <a:extLst>
              <a:ext uri="{FF2B5EF4-FFF2-40B4-BE49-F238E27FC236}">
                <a16:creationId xmlns:a16="http://schemas.microsoft.com/office/drawing/2014/main" id="{78608845-D383-6655-9BA4-E6D407C69470}"/>
              </a:ext>
            </a:extLst>
          </p:cNvPr>
          <p:cNvSpPr>
            <a:spLocks noChangeArrowheads="1"/>
          </p:cNvSpPr>
          <p:nvPr/>
        </p:nvSpPr>
        <p:spPr bwMode="auto">
          <a:xfrm>
            <a:off x="5019675" y="1536700"/>
            <a:ext cx="704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latin typeface="Arial" panose="020B0604020202020204" pitchFamily="34" charset="0"/>
                <a:ea typeface="宋体" panose="02010600030101010101" pitchFamily="2" charset="-122"/>
              </a:rPr>
              <a:t>EX</a:t>
            </a:r>
          </a:p>
        </p:txBody>
      </p:sp>
      <p:sp>
        <p:nvSpPr>
          <p:cNvPr id="55366" name="Line 110">
            <a:extLst>
              <a:ext uri="{FF2B5EF4-FFF2-40B4-BE49-F238E27FC236}">
                <a16:creationId xmlns:a16="http://schemas.microsoft.com/office/drawing/2014/main" id="{9F04FCF3-6E75-030E-8FDB-4213926E0CDA}"/>
              </a:ext>
            </a:extLst>
          </p:cNvPr>
          <p:cNvSpPr>
            <a:spLocks noChangeShapeType="1"/>
          </p:cNvSpPr>
          <p:nvPr/>
        </p:nvSpPr>
        <p:spPr bwMode="auto">
          <a:xfrm flipH="1">
            <a:off x="7970838" y="1455738"/>
            <a:ext cx="939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7" name="Line 111">
            <a:extLst>
              <a:ext uri="{FF2B5EF4-FFF2-40B4-BE49-F238E27FC236}">
                <a16:creationId xmlns:a16="http://schemas.microsoft.com/office/drawing/2014/main" id="{0BA65B8F-3E1B-D19F-9D08-73B786C9F09E}"/>
              </a:ext>
            </a:extLst>
          </p:cNvPr>
          <p:cNvSpPr>
            <a:spLocks noChangeShapeType="1"/>
          </p:cNvSpPr>
          <p:nvPr/>
        </p:nvSpPr>
        <p:spPr bwMode="auto">
          <a:xfrm>
            <a:off x="5710238" y="1717675"/>
            <a:ext cx="2260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68" name="Line 112">
            <a:extLst>
              <a:ext uri="{FF2B5EF4-FFF2-40B4-BE49-F238E27FC236}">
                <a16:creationId xmlns:a16="http://schemas.microsoft.com/office/drawing/2014/main" id="{9C602E22-98F3-79D3-0534-B77A4F1373D8}"/>
              </a:ext>
            </a:extLst>
          </p:cNvPr>
          <p:cNvSpPr>
            <a:spLocks noChangeShapeType="1"/>
          </p:cNvSpPr>
          <p:nvPr/>
        </p:nvSpPr>
        <p:spPr bwMode="auto">
          <a:xfrm>
            <a:off x="8148638" y="1717675"/>
            <a:ext cx="508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5369" name="Rectangle 113">
            <a:extLst>
              <a:ext uri="{FF2B5EF4-FFF2-40B4-BE49-F238E27FC236}">
                <a16:creationId xmlns:a16="http://schemas.microsoft.com/office/drawing/2014/main" id="{09FD3307-0050-A5DE-F4D1-FE15BEDE9B3E}"/>
              </a:ext>
            </a:extLst>
          </p:cNvPr>
          <p:cNvSpPr>
            <a:spLocks noChangeArrowheads="1"/>
          </p:cNvSpPr>
          <p:nvPr/>
        </p:nvSpPr>
        <p:spPr bwMode="auto">
          <a:xfrm>
            <a:off x="8655050" y="1554163"/>
            <a:ext cx="354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M</a:t>
            </a:r>
          </a:p>
        </p:txBody>
      </p:sp>
      <p:sp>
        <p:nvSpPr>
          <p:cNvPr id="55370" name="Line 114">
            <a:extLst>
              <a:ext uri="{FF2B5EF4-FFF2-40B4-BE49-F238E27FC236}">
                <a16:creationId xmlns:a16="http://schemas.microsoft.com/office/drawing/2014/main" id="{4B14CB66-DF3C-296C-2BC4-BFC8005C2ECD}"/>
              </a:ext>
            </a:extLst>
          </p:cNvPr>
          <p:cNvSpPr>
            <a:spLocks noChangeShapeType="1"/>
          </p:cNvSpPr>
          <p:nvPr/>
        </p:nvSpPr>
        <p:spPr bwMode="auto">
          <a:xfrm flipV="1">
            <a:off x="79835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1" name="Line 115">
            <a:extLst>
              <a:ext uri="{FF2B5EF4-FFF2-40B4-BE49-F238E27FC236}">
                <a16:creationId xmlns:a16="http://schemas.microsoft.com/office/drawing/2014/main" id="{5705AE60-714B-A7B3-3D44-188E7142131E}"/>
              </a:ext>
            </a:extLst>
          </p:cNvPr>
          <p:cNvSpPr>
            <a:spLocks noChangeShapeType="1"/>
          </p:cNvSpPr>
          <p:nvPr/>
        </p:nvSpPr>
        <p:spPr bwMode="auto">
          <a:xfrm>
            <a:off x="8135938" y="4229100"/>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72" name="Line 131">
            <a:extLst>
              <a:ext uri="{FF2B5EF4-FFF2-40B4-BE49-F238E27FC236}">
                <a16:creationId xmlns:a16="http://schemas.microsoft.com/office/drawing/2014/main" id="{AD0A4C7F-4223-9426-29E9-7300AE57B8CE}"/>
              </a:ext>
            </a:extLst>
          </p:cNvPr>
          <p:cNvSpPr>
            <a:spLocks noChangeShapeType="1"/>
          </p:cNvSpPr>
          <p:nvPr/>
        </p:nvSpPr>
        <p:spPr bwMode="auto">
          <a:xfrm flipH="1">
            <a:off x="6329363" y="3541713"/>
            <a:ext cx="1587" cy="576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3" name="Line 132">
            <a:extLst>
              <a:ext uri="{FF2B5EF4-FFF2-40B4-BE49-F238E27FC236}">
                <a16:creationId xmlns:a16="http://schemas.microsoft.com/office/drawing/2014/main" id="{B8ED4817-376E-06AD-22F2-6A3E3C0FBF93}"/>
              </a:ext>
            </a:extLst>
          </p:cNvPr>
          <p:cNvSpPr>
            <a:spLocks noChangeShapeType="1"/>
          </p:cNvSpPr>
          <p:nvPr/>
        </p:nvSpPr>
        <p:spPr bwMode="auto">
          <a:xfrm>
            <a:off x="6345238" y="3535363"/>
            <a:ext cx="455612"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4" name="Line 133">
            <a:extLst>
              <a:ext uri="{FF2B5EF4-FFF2-40B4-BE49-F238E27FC236}">
                <a16:creationId xmlns:a16="http://schemas.microsoft.com/office/drawing/2014/main" id="{D53612E8-0065-A51E-8BA1-4BC9A0CF3675}"/>
              </a:ext>
            </a:extLst>
          </p:cNvPr>
          <p:cNvSpPr>
            <a:spLocks noChangeShapeType="1"/>
          </p:cNvSpPr>
          <p:nvPr/>
        </p:nvSpPr>
        <p:spPr bwMode="auto">
          <a:xfrm>
            <a:off x="6332538" y="4140200"/>
            <a:ext cx="152400" cy="904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5" name="Line 135">
            <a:extLst>
              <a:ext uri="{FF2B5EF4-FFF2-40B4-BE49-F238E27FC236}">
                <a16:creationId xmlns:a16="http://schemas.microsoft.com/office/drawing/2014/main" id="{50CCE357-7683-3815-1A74-84EB0C8B15BC}"/>
              </a:ext>
            </a:extLst>
          </p:cNvPr>
          <p:cNvSpPr>
            <a:spLocks noChangeShapeType="1"/>
          </p:cNvSpPr>
          <p:nvPr/>
        </p:nvSpPr>
        <p:spPr bwMode="auto">
          <a:xfrm>
            <a:off x="6811963" y="3819525"/>
            <a:ext cx="0" cy="790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6" name="Line 136">
            <a:extLst>
              <a:ext uri="{FF2B5EF4-FFF2-40B4-BE49-F238E27FC236}">
                <a16:creationId xmlns:a16="http://schemas.microsoft.com/office/drawing/2014/main" id="{A7C30081-9A34-2FF8-7965-402CFB071456}"/>
              </a:ext>
            </a:extLst>
          </p:cNvPr>
          <p:cNvSpPr>
            <a:spLocks noChangeShapeType="1"/>
          </p:cNvSpPr>
          <p:nvPr/>
        </p:nvSpPr>
        <p:spPr bwMode="auto">
          <a:xfrm flipV="1">
            <a:off x="6348413" y="4251325"/>
            <a:ext cx="134937" cy="1444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7" name="Line 137">
            <a:extLst>
              <a:ext uri="{FF2B5EF4-FFF2-40B4-BE49-F238E27FC236}">
                <a16:creationId xmlns:a16="http://schemas.microsoft.com/office/drawing/2014/main" id="{116A6CDF-BA20-B360-94B7-CBF2E95EEC35}"/>
              </a:ext>
            </a:extLst>
          </p:cNvPr>
          <p:cNvSpPr>
            <a:spLocks noChangeShapeType="1"/>
          </p:cNvSpPr>
          <p:nvPr/>
        </p:nvSpPr>
        <p:spPr bwMode="auto">
          <a:xfrm flipH="1">
            <a:off x="6359525" y="4379913"/>
            <a:ext cx="0" cy="561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8" name="Line 138">
            <a:extLst>
              <a:ext uri="{FF2B5EF4-FFF2-40B4-BE49-F238E27FC236}">
                <a16:creationId xmlns:a16="http://schemas.microsoft.com/office/drawing/2014/main" id="{ECE609AB-E73A-A779-08A9-09FB7576590E}"/>
              </a:ext>
            </a:extLst>
          </p:cNvPr>
          <p:cNvSpPr>
            <a:spLocks noChangeShapeType="1"/>
          </p:cNvSpPr>
          <p:nvPr/>
        </p:nvSpPr>
        <p:spPr bwMode="auto">
          <a:xfrm flipV="1">
            <a:off x="6375400" y="4611688"/>
            <a:ext cx="425450" cy="3159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9" name="Line 140">
            <a:extLst>
              <a:ext uri="{FF2B5EF4-FFF2-40B4-BE49-F238E27FC236}">
                <a16:creationId xmlns:a16="http://schemas.microsoft.com/office/drawing/2014/main" id="{E3DE790B-6A24-3DEE-7E34-60B79A0D028C}"/>
              </a:ext>
            </a:extLst>
          </p:cNvPr>
          <p:cNvSpPr>
            <a:spLocks noChangeShapeType="1"/>
          </p:cNvSpPr>
          <p:nvPr/>
        </p:nvSpPr>
        <p:spPr bwMode="auto">
          <a:xfrm>
            <a:off x="5454650" y="2293938"/>
            <a:ext cx="7938" cy="3683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0" name="Line 141">
            <a:extLst>
              <a:ext uri="{FF2B5EF4-FFF2-40B4-BE49-F238E27FC236}">
                <a16:creationId xmlns:a16="http://schemas.microsoft.com/office/drawing/2014/main" id="{342C120F-3E02-D8C6-80E1-065CA74471C6}"/>
              </a:ext>
            </a:extLst>
          </p:cNvPr>
          <p:cNvSpPr>
            <a:spLocks noChangeShapeType="1"/>
          </p:cNvSpPr>
          <p:nvPr/>
        </p:nvSpPr>
        <p:spPr bwMode="auto">
          <a:xfrm>
            <a:off x="5467350" y="2293938"/>
            <a:ext cx="433388"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1" name="Line 142">
            <a:extLst>
              <a:ext uri="{FF2B5EF4-FFF2-40B4-BE49-F238E27FC236}">
                <a16:creationId xmlns:a16="http://schemas.microsoft.com/office/drawing/2014/main" id="{AE1F8397-85BE-327F-F13E-31B49DAE07DA}"/>
              </a:ext>
            </a:extLst>
          </p:cNvPr>
          <p:cNvSpPr>
            <a:spLocks noChangeShapeType="1"/>
          </p:cNvSpPr>
          <p:nvPr/>
        </p:nvSpPr>
        <p:spPr bwMode="auto">
          <a:xfrm>
            <a:off x="5468938" y="2689225"/>
            <a:ext cx="163512" cy="1666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2" name="Line 144">
            <a:extLst>
              <a:ext uri="{FF2B5EF4-FFF2-40B4-BE49-F238E27FC236}">
                <a16:creationId xmlns:a16="http://schemas.microsoft.com/office/drawing/2014/main" id="{41BF48FE-3C44-437C-7CCA-D7D673C9C040}"/>
              </a:ext>
            </a:extLst>
          </p:cNvPr>
          <p:cNvSpPr>
            <a:spLocks noChangeShapeType="1"/>
          </p:cNvSpPr>
          <p:nvPr/>
        </p:nvSpPr>
        <p:spPr bwMode="auto">
          <a:xfrm>
            <a:off x="5911850" y="2578100"/>
            <a:ext cx="0" cy="542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3" name="Line 145">
            <a:extLst>
              <a:ext uri="{FF2B5EF4-FFF2-40B4-BE49-F238E27FC236}">
                <a16:creationId xmlns:a16="http://schemas.microsoft.com/office/drawing/2014/main" id="{162E4E8C-C68E-FC68-4716-D207E208CFB7}"/>
              </a:ext>
            </a:extLst>
          </p:cNvPr>
          <p:cNvSpPr>
            <a:spLocks noChangeShapeType="1"/>
          </p:cNvSpPr>
          <p:nvPr/>
        </p:nvSpPr>
        <p:spPr bwMode="auto">
          <a:xfrm flipV="1">
            <a:off x="5487988" y="2871788"/>
            <a:ext cx="144462" cy="201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4" name="Line 146">
            <a:extLst>
              <a:ext uri="{FF2B5EF4-FFF2-40B4-BE49-F238E27FC236}">
                <a16:creationId xmlns:a16="http://schemas.microsoft.com/office/drawing/2014/main" id="{8D17010C-686E-EB30-F6E2-7FEB74BC06CD}"/>
              </a:ext>
            </a:extLst>
          </p:cNvPr>
          <p:cNvSpPr>
            <a:spLocks noChangeShapeType="1"/>
          </p:cNvSpPr>
          <p:nvPr/>
        </p:nvSpPr>
        <p:spPr bwMode="auto">
          <a:xfrm>
            <a:off x="5481638" y="3087688"/>
            <a:ext cx="11112" cy="3365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5" name="Line 147">
            <a:extLst>
              <a:ext uri="{FF2B5EF4-FFF2-40B4-BE49-F238E27FC236}">
                <a16:creationId xmlns:a16="http://schemas.microsoft.com/office/drawing/2014/main" id="{D81D4F0C-DC8E-0739-60E3-3D722081AF6D}"/>
              </a:ext>
            </a:extLst>
          </p:cNvPr>
          <p:cNvSpPr>
            <a:spLocks noChangeShapeType="1"/>
          </p:cNvSpPr>
          <p:nvPr/>
        </p:nvSpPr>
        <p:spPr bwMode="auto">
          <a:xfrm flipV="1">
            <a:off x="5495925" y="3108325"/>
            <a:ext cx="404813" cy="31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6" name="Rectangle 148">
            <a:extLst>
              <a:ext uri="{FF2B5EF4-FFF2-40B4-BE49-F238E27FC236}">
                <a16:creationId xmlns:a16="http://schemas.microsoft.com/office/drawing/2014/main" id="{7EAA6417-8451-9A1D-F860-578E579BFC16}"/>
              </a:ext>
            </a:extLst>
          </p:cNvPr>
          <p:cNvSpPr>
            <a:spLocks noChangeArrowheads="1"/>
          </p:cNvSpPr>
          <p:nvPr/>
        </p:nvSpPr>
        <p:spPr bwMode="auto">
          <a:xfrm rot="5400000">
            <a:off x="5375276" y="2638425"/>
            <a:ext cx="7747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Adder</a:t>
            </a:r>
          </a:p>
        </p:txBody>
      </p:sp>
      <p:sp>
        <p:nvSpPr>
          <p:cNvPr id="55387" name="Rectangle 59">
            <a:extLst>
              <a:ext uri="{FF2B5EF4-FFF2-40B4-BE49-F238E27FC236}">
                <a16:creationId xmlns:a16="http://schemas.microsoft.com/office/drawing/2014/main" id="{F67A7A72-BE17-D708-82D0-5C955F411244}"/>
              </a:ext>
            </a:extLst>
          </p:cNvPr>
          <p:cNvSpPr>
            <a:spLocks noChangeArrowheads="1"/>
          </p:cNvSpPr>
          <p:nvPr/>
        </p:nvSpPr>
        <p:spPr bwMode="auto">
          <a:xfrm>
            <a:off x="5505450" y="456088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1</a:t>
            </a:r>
          </a:p>
        </p:txBody>
      </p:sp>
      <p:sp>
        <p:nvSpPr>
          <p:cNvPr id="55388" name="Line 32">
            <a:extLst>
              <a:ext uri="{FF2B5EF4-FFF2-40B4-BE49-F238E27FC236}">
                <a16:creationId xmlns:a16="http://schemas.microsoft.com/office/drawing/2014/main" id="{A2CB8FD6-787A-9328-B0AF-DA37DE9EB6A7}"/>
              </a:ext>
            </a:extLst>
          </p:cNvPr>
          <p:cNvSpPr>
            <a:spLocks noChangeShapeType="1"/>
          </p:cNvSpPr>
          <p:nvPr/>
        </p:nvSpPr>
        <p:spPr bwMode="auto">
          <a:xfrm>
            <a:off x="4999038" y="4741863"/>
            <a:ext cx="533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89" name="Line 33">
            <a:extLst>
              <a:ext uri="{FF2B5EF4-FFF2-40B4-BE49-F238E27FC236}">
                <a16:creationId xmlns:a16="http://schemas.microsoft.com/office/drawing/2014/main" id="{51EB9ECF-1D02-470A-A1A4-A8DA53323726}"/>
              </a:ext>
            </a:extLst>
          </p:cNvPr>
          <p:cNvSpPr>
            <a:spLocks noChangeShapeType="1"/>
          </p:cNvSpPr>
          <p:nvPr/>
        </p:nvSpPr>
        <p:spPr bwMode="auto">
          <a:xfrm flipV="1">
            <a:off x="5272088" y="4646613"/>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0" name="Rectangle 34">
            <a:extLst>
              <a:ext uri="{FF2B5EF4-FFF2-40B4-BE49-F238E27FC236}">
                <a16:creationId xmlns:a16="http://schemas.microsoft.com/office/drawing/2014/main" id="{CC1C69EA-20C3-0E7A-B877-DC2C58C37A41}"/>
              </a:ext>
            </a:extLst>
          </p:cNvPr>
          <p:cNvSpPr>
            <a:spLocks noChangeArrowheads="1"/>
          </p:cNvSpPr>
          <p:nvPr/>
        </p:nvSpPr>
        <p:spPr bwMode="auto">
          <a:xfrm>
            <a:off x="4946650" y="47148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5391" name="Rectangle 35">
            <a:extLst>
              <a:ext uri="{FF2B5EF4-FFF2-40B4-BE49-F238E27FC236}">
                <a16:creationId xmlns:a16="http://schemas.microsoft.com/office/drawing/2014/main" id="{D95C4410-721F-20BB-6A69-9C3E676F2331}"/>
              </a:ext>
            </a:extLst>
          </p:cNvPr>
          <p:cNvSpPr>
            <a:spLocks noChangeArrowheads="1"/>
          </p:cNvSpPr>
          <p:nvPr/>
        </p:nvSpPr>
        <p:spPr bwMode="auto">
          <a:xfrm>
            <a:off x="4551363" y="4576763"/>
            <a:ext cx="490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“4”</a:t>
            </a:r>
          </a:p>
        </p:txBody>
      </p:sp>
      <p:grpSp>
        <p:nvGrpSpPr>
          <p:cNvPr id="55392" name="Group 36">
            <a:extLst>
              <a:ext uri="{FF2B5EF4-FFF2-40B4-BE49-F238E27FC236}">
                <a16:creationId xmlns:a16="http://schemas.microsoft.com/office/drawing/2014/main" id="{33FA897D-21EF-73AA-264D-FD0DE3A68EE2}"/>
              </a:ext>
            </a:extLst>
          </p:cNvPr>
          <p:cNvGrpSpPr>
            <a:grpSpLocks/>
          </p:cNvGrpSpPr>
          <p:nvPr/>
        </p:nvGrpSpPr>
        <p:grpSpPr bwMode="auto">
          <a:xfrm>
            <a:off x="3973513" y="3259138"/>
            <a:ext cx="304800" cy="798512"/>
            <a:chOff x="3120" y="2696"/>
            <a:chExt cx="192" cy="773"/>
          </a:xfrm>
        </p:grpSpPr>
        <p:sp>
          <p:nvSpPr>
            <p:cNvPr id="55393" name="Line 37">
              <a:extLst>
                <a:ext uri="{FF2B5EF4-FFF2-40B4-BE49-F238E27FC236}">
                  <a16:creationId xmlns:a16="http://schemas.microsoft.com/office/drawing/2014/main" id="{6C3026C4-F340-3BBF-C31F-48FB9E05D67D}"/>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4" name="Line 38">
              <a:extLst>
                <a:ext uri="{FF2B5EF4-FFF2-40B4-BE49-F238E27FC236}">
                  <a16:creationId xmlns:a16="http://schemas.microsoft.com/office/drawing/2014/main" id="{F5C8FB51-1CCA-672B-D711-AAE369F470C5}"/>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5" name="Line 39">
              <a:extLst>
                <a:ext uri="{FF2B5EF4-FFF2-40B4-BE49-F238E27FC236}">
                  <a16:creationId xmlns:a16="http://schemas.microsoft.com/office/drawing/2014/main" id="{CCF6D2A2-7D80-D170-6630-E57B3D345219}"/>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96" name="Line 40">
              <a:extLst>
                <a:ext uri="{FF2B5EF4-FFF2-40B4-BE49-F238E27FC236}">
                  <a16:creationId xmlns:a16="http://schemas.microsoft.com/office/drawing/2014/main" id="{3BABA31B-BDBC-6A74-413F-C213137F5F6E}"/>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97" name="Line 44">
            <a:extLst>
              <a:ext uri="{FF2B5EF4-FFF2-40B4-BE49-F238E27FC236}">
                <a16:creationId xmlns:a16="http://schemas.microsoft.com/office/drawing/2014/main" id="{CC1F52FB-2A7D-5837-6902-34395C75091A}"/>
              </a:ext>
            </a:extLst>
          </p:cNvPr>
          <p:cNvSpPr>
            <a:spLocks noChangeShapeType="1"/>
          </p:cNvSpPr>
          <p:nvPr/>
        </p:nvSpPr>
        <p:spPr bwMode="auto">
          <a:xfrm flipV="1">
            <a:off x="2732088" y="3849688"/>
            <a:ext cx="1241425"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98" name="Rectangle 58">
            <a:extLst>
              <a:ext uri="{FF2B5EF4-FFF2-40B4-BE49-F238E27FC236}">
                <a16:creationId xmlns:a16="http://schemas.microsoft.com/office/drawing/2014/main" id="{53B0C6E0-94BB-2B9D-A79C-3FA5B705CD25}"/>
              </a:ext>
            </a:extLst>
          </p:cNvPr>
          <p:cNvSpPr>
            <a:spLocks noChangeArrowheads="1"/>
          </p:cNvSpPr>
          <p:nvPr/>
        </p:nvSpPr>
        <p:spPr bwMode="auto">
          <a:xfrm>
            <a:off x="3932238" y="3271838"/>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1</a:t>
            </a:r>
          </a:p>
        </p:txBody>
      </p:sp>
      <p:sp>
        <p:nvSpPr>
          <p:cNvPr id="55399" name="Rectangle 59">
            <a:extLst>
              <a:ext uri="{FF2B5EF4-FFF2-40B4-BE49-F238E27FC236}">
                <a16:creationId xmlns:a16="http://schemas.microsoft.com/office/drawing/2014/main" id="{FE9BFFD0-A953-031D-6EF8-6C62BC981897}"/>
              </a:ext>
            </a:extLst>
          </p:cNvPr>
          <p:cNvSpPr>
            <a:spLocks noChangeArrowheads="1"/>
          </p:cNvSpPr>
          <p:nvPr/>
        </p:nvSpPr>
        <p:spPr bwMode="auto">
          <a:xfrm>
            <a:off x="3932238" y="3667125"/>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0</a:t>
            </a:r>
          </a:p>
        </p:txBody>
      </p:sp>
      <p:sp>
        <p:nvSpPr>
          <p:cNvPr id="55400" name="Line 16">
            <a:extLst>
              <a:ext uri="{FF2B5EF4-FFF2-40B4-BE49-F238E27FC236}">
                <a16:creationId xmlns:a16="http://schemas.microsoft.com/office/drawing/2014/main" id="{52D92B3A-C496-A738-89A6-A4D954666F92}"/>
              </a:ext>
            </a:extLst>
          </p:cNvPr>
          <p:cNvSpPr>
            <a:spLocks noChangeShapeType="1"/>
          </p:cNvSpPr>
          <p:nvPr/>
        </p:nvSpPr>
        <p:spPr bwMode="auto">
          <a:xfrm>
            <a:off x="3646488" y="3432175"/>
            <a:ext cx="3270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401" name="Line 78">
            <a:extLst>
              <a:ext uri="{FF2B5EF4-FFF2-40B4-BE49-F238E27FC236}">
                <a16:creationId xmlns:a16="http://schemas.microsoft.com/office/drawing/2014/main" id="{EE6B52FB-F4DC-9B56-1490-4E7D44380F57}"/>
              </a:ext>
            </a:extLst>
          </p:cNvPr>
          <p:cNvSpPr>
            <a:spLocks noChangeShapeType="1"/>
          </p:cNvSpPr>
          <p:nvPr/>
        </p:nvSpPr>
        <p:spPr bwMode="auto">
          <a:xfrm>
            <a:off x="3646488" y="2493963"/>
            <a:ext cx="0" cy="9525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2" name="Oval 94">
            <a:extLst>
              <a:ext uri="{FF2B5EF4-FFF2-40B4-BE49-F238E27FC236}">
                <a16:creationId xmlns:a16="http://schemas.microsoft.com/office/drawing/2014/main" id="{0A1826F3-73AD-6836-8655-0CAD16E4C7DD}"/>
              </a:ext>
            </a:extLst>
          </p:cNvPr>
          <p:cNvSpPr>
            <a:spLocks noChangeArrowheads="1"/>
          </p:cNvSpPr>
          <p:nvPr/>
        </p:nvSpPr>
        <p:spPr bwMode="auto">
          <a:xfrm>
            <a:off x="3602038" y="2451100"/>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55403" name="Oval 94">
            <a:extLst>
              <a:ext uri="{FF2B5EF4-FFF2-40B4-BE49-F238E27FC236}">
                <a16:creationId xmlns:a16="http://schemas.microsoft.com/office/drawing/2014/main" id="{AB95E07D-BAD0-4910-3232-80C10B6A506B}"/>
              </a:ext>
            </a:extLst>
          </p:cNvPr>
          <p:cNvSpPr>
            <a:spLocks noChangeArrowheads="1"/>
          </p:cNvSpPr>
          <p:nvPr/>
        </p:nvSpPr>
        <p:spPr bwMode="auto">
          <a:xfrm>
            <a:off x="4510088" y="5068888"/>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55404" name="Line 48">
            <a:extLst>
              <a:ext uri="{FF2B5EF4-FFF2-40B4-BE49-F238E27FC236}">
                <a16:creationId xmlns:a16="http://schemas.microsoft.com/office/drawing/2014/main" id="{5169B9BB-2B5F-7B74-8B00-E447C8DE2E33}"/>
              </a:ext>
            </a:extLst>
          </p:cNvPr>
          <p:cNvSpPr>
            <a:spLocks noChangeShapeType="1"/>
          </p:cNvSpPr>
          <p:nvPr/>
        </p:nvSpPr>
        <p:spPr bwMode="auto">
          <a:xfrm flipH="1">
            <a:off x="4135438" y="3989388"/>
            <a:ext cx="0" cy="1763712"/>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5" name="Rectangle 80">
            <a:extLst>
              <a:ext uri="{FF2B5EF4-FFF2-40B4-BE49-F238E27FC236}">
                <a16:creationId xmlns:a16="http://schemas.microsoft.com/office/drawing/2014/main" id="{6673B967-D61C-4ED5-1F89-BDAFE8119869}"/>
              </a:ext>
            </a:extLst>
          </p:cNvPr>
          <p:cNvSpPr>
            <a:spLocks noChangeArrowheads="1"/>
          </p:cNvSpPr>
          <p:nvPr/>
        </p:nvSpPr>
        <p:spPr bwMode="auto">
          <a:xfrm>
            <a:off x="5765800"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2</a:t>
            </a:r>
          </a:p>
        </p:txBody>
      </p:sp>
      <p:sp>
        <p:nvSpPr>
          <p:cNvPr id="55406" name="Line 81">
            <a:extLst>
              <a:ext uri="{FF2B5EF4-FFF2-40B4-BE49-F238E27FC236}">
                <a16:creationId xmlns:a16="http://schemas.microsoft.com/office/drawing/2014/main" id="{DC5BCF25-9CBB-BB2D-2762-8B2FC12314B9}"/>
              </a:ext>
            </a:extLst>
          </p:cNvPr>
          <p:cNvSpPr>
            <a:spLocks noChangeShapeType="1"/>
          </p:cNvSpPr>
          <p:nvPr/>
        </p:nvSpPr>
        <p:spPr bwMode="auto">
          <a:xfrm flipH="1">
            <a:off x="5646738"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7" name="Rectangle 49">
            <a:extLst>
              <a:ext uri="{FF2B5EF4-FFF2-40B4-BE49-F238E27FC236}">
                <a16:creationId xmlns:a16="http://schemas.microsoft.com/office/drawing/2014/main" id="{BA12A26E-229A-D251-03DB-08FAC1923BDF}"/>
              </a:ext>
            </a:extLst>
          </p:cNvPr>
          <p:cNvSpPr>
            <a:spLocks noChangeArrowheads="1"/>
          </p:cNvSpPr>
          <p:nvPr/>
        </p:nvSpPr>
        <p:spPr bwMode="auto">
          <a:xfrm>
            <a:off x="3621088" y="5695950"/>
            <a:ext cx="1273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ALUASrc=0</a:t>
            </a:r>
          </a:p>
        </p:txBody>
      </p:sp>
      <p:sp>
        <p:nvSpPr>
          <p:cNvPr id="55408" name="Line 56">
            <a:extLst>
              <a:ext uri="{FF2B5EF4-FFF2-40B4-BE49-F238E27FC236}">
                <a16:creationId xmlns:a16="http://schemas.microsoft.com/office/drawing/2014/main" id="{B715F3E1-4DC7-F15C-3E41-150F3044E689}"/>
              </a:ext>
            </a:extLst>
          </p:cNvPr>
          <p:cNvSpPr>
            <a:spLocks noChangeShapeType="1"/>
          </p:cNvSpPr>
          <p:nvPr/>
        </p:nvSpPr>
        <p:spPr bwMode="auto">
          <a:xfrm flipH="1">
            <a:off x="8135938" y="3867150"/>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5409" name="Line 56">
            <a:extLst>
              <a:ext uri="{FF2B5EF4-FFF2-40B4-BE49-F238E27FC236}">
                <a16:creationId xmlns:a16="http://schemas.microsoft.com/office/drawing/2014/main" id="{633C77FD-B5BA-31EF-94CF-66995ACD9CD4}"/>
              </a:ext>
            </a:extLst>
          </p:cNvPr>
          <p:cNvSpPr>
            <a:spLocks noChangeShapeType="1"/>
          </p:cNvSpPr>
          <p:nvPr/>
        </p:nvSpPr>
        <p:spPr bwMode="auto">
          <a:xfrm flipH="1">
            <a:off x="8123238" y="2843213"/>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318">
                                            <p:txEl>
                                              <p:pRg st="0" end="0"/>
                                            </p:txEl>
                                          </p:spTgt>
                                        </p:tgtEl>
                                        <p:attrNameLst>
                                          <p:attrName>style.visibility</p:attrName>
                                        </p:attrNameLst>
                                      </p:cBhvr>
                                      <p:to>
                                        <p:strVal val="visible"/>
                                      </p:to>
                                    </p:set>
                                    <p:animEffect transition="in" filter="blinds(horizontal)">
                                      <p:cBhvr>
                                        <p:cTn id="7" dur="500"/>
                                        <p:tgtEl>
                                          <p:spTgt spid="513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6637EDBA-154E-9274-A990-B53985ED27FE}"/>
              </a:ext>
            </a:extLst>
          </p:cNvPr>
          <p:cNvSpPr>
            <a:spLocks noGrp="1" noChangeArrowheads="1"/>
          </p:cNvSpPr>
          <p:nvPr>
            <p:ph type="title"/>
          </p:nvPr>
        </p:nvSpPr>
        <p:spPr>
          <a:xfrm>
            <a:off x="769938" y="184150"/>
            <a:ext cx="7685087" cy="373063"/>
          </a:xfrm>
        </p:spPr>
        <p:txBody>
          <a:bodyPr/>
          <a:lstStyle/>
          <a:p>
            <a:r>
              <a:rPr lang="zh-CN" altLang="en-US">
                <a:ea typeface="宋体" panose="02010600030101010101" pitchFamily="2" charset="-122"/>
              </a:rPr>
              <a:t>执行部件（</a:t>
            </a:r>
            <a:r>
              <a:rPr lang="en-US" altLang="zh-CN">
                <a:ea typeface="宋体" panose="02010600030101010101" pitchFamily="2" charset="-122"/>
              </a:rPr>
              <a:t>Exec Unit</a:t>
            </a:r>
            <a:r>
              <a:rPr lang="zh-CN" altLang="en-US">
                <a:ea typeface="宋体" panose="02010600030101010101" pitchFamily="2" charset="-122"/>
              </a:rPr>
              <a:t>）的设计：</a:t>
            </a:r>
            <a:r>
              <a:rPr lang="en-US" altLang="zh-CN">
                <a:ea typeface="宋体" panose="02010600030101010101" pitchFamily="2" charset="-122"/>
              </a:rPr>
              <a:t>U</a:t>
            </a:r>
            <a:r>
              <a:rPr lang="zh-CN" altLang="en-US">
                <a:ea typeface="宋体" panose="02010600030101010101" pitchFamily="2" charset="-122"/>
              </a:rPr>
              <a:t>型指令</a:t>
            </a:r>
            <a:endParaRPr lang="en-US" altLang="zh-CN">
              <a:ea typeface="宋体" panose="02010600030101010101" pitchFamily="2" charset="-122"/>
            </a:endParaRPr>
          </a:p>
        </p:txBody>
      </p:sp>
      <p:grpSp>
        <p:nvGrpSpPr>
          <p:cNvPr id="57346" name="Group 119">
            <a:extLst>
              <a:ext uri="{FF2B5EF4-FFF2-40B4-BE49-F238E27FC236}">
                <a16:creationId xmlns:a16="http://schemas.microsoft.com/office/drawing/2014/main" id="{3D01F48F-3B33-93E7-90BE-4E42173063CA}"/>
              </a:ext>
            </a:extLst>
          </p:cNvPr>
          <p:cNvGrpSpPr>
            <a:grpSpLocks/>
          </p:cNvGrpSpPr>
          <p:nvPr/>
        </p:nvGrpSpPr>
        <p:grpSpPr bwMode="auto">
          <a:xfrm>
            <a:off x="7821613" y="622300"/>
            <a:ext cx="1219200" cy="1041400"/>
            <a:chOff x="4830" y="396"/>
            <a:chExt cx="868" cy="656"/>
          </a:xfrm>
        </p:grpSpPr>
        <p:sp>
          <p:nvSpPr>
            <p:cNvPr id="57347" name="Oval 106">
              <a:extLst>
                <a:ext uri="{FF2B5EF4-FFF2-40B4-BE49-F238E27FC236}">
                  <a16:creationId xmlns:a16="http://schemas.microsoft.com/office/drawing/2014/main" id="{783970A4-B2B6-B132-25F9-6577582397DD}"/>
                </a:ext>
              </a:extLst>
            </p:cNvPr>
            <p:cNvSpPr>
              <a:spLocks noChangeArrowheads="1"/>
            </p:cNvSpPr>
            <p:nvPr/>
          </p:nvSpPr>
          <p:spPr bwMode="auto">
            <a:xfrm>
              <a:off x="4891" y="580"/>
              <a:ext cx="88" cy="472"/>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57348" name="Rectangle 107">
              <a:extLst>
                <a:ext uri="{FF2B5EF4-FFF2-40B4-BE49-F238E27FC236}">
                  <a16:creationId xmlns:a16="http://schemas.microsoft.com/office/drawing/2014/main" id="{AA09C6AC-5F79-0903-2853-0EC025AAAD76}"/>
                </a:ext>
              </a:extLst>
            </p:cNvPr>
            <p:cNvSpPr>
              <a:spLocks noChangeArrowheads="1"/>
            </p:cNvSpPr>
            <p:nvPr/>
          </p:nvSpPr>
          <p:spPr bwMode="auto">
            <a:xfrm>
              <a:off x="4830" y="396"/>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1"/>
                  </a:solidFill>
                  <a:ea typeface="宋体" panose="02010600030101010101" pitchFamily="2" charset="-122"/>
                </a:rPr>
                <a:t>You are here!</a:t>
              </a:r>
            </a:p>
          </p:txBody>
        </p:sp>
        <p:sp>
          <p:nvSpPr>
            <p:cNvPr id="57349" name="Line 108">
              <a:extLst>
                <a:ext uri="{FF2B5EF4-FFF2-40B4-BE49-F238E27FC236}">
                  <a16:creationId xmlns:a16="http://schemas.microsoft.com/office/drawing/2014/main" id="{8FA29962-D974-3DB6-1DEA-590D06BDB4C2}"/>
                </a:ext>
              </a:extLst>
            </p:cNvPr>
            <p:cNvSpPr>
              <a:spLocks noChangeShapeType="1"/>
            </p:cNvSpPr>
            <p:nvPr/>
          </p:nvSpPr>
          <p:spPr bwMode="auto">
            <a:xfrm flipH="1">
              <a:off x="4979" y="628"/>
              <a:ext cx="248" cy="184"/>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1318" name="Text Box 118">
            <a:extLst>
              <a:ext uri="{FF2B5EF4-FFF2-40B4-BE49-F238E27FC236}">
                <a16:creationId xmlns:a16="http://schemas.microsoft.com/office/drawing/2014/main" id="{74AD4346-9144-388D-5699-CDF582DDD3F6}"/>
              </a:ext>
            </a:extLst>
          </p:cNvPr>
          <p:cNvSpPr txBox="1">
            <a:spLocks noChangeArrowheads="1"/>
          </p:cNvSpPr>
          <p:nvPr/>
        </p:nvSpPr>
        <p:spPr bwMode="auto">
          <a:xfrm>
            <a:off x="103188" y="627063"/>
            <a:ext cx="70945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15000"/>
              </a:lnSpc>
              <a:spcBef>
                <a:spcPct val="20000"/>
              </a:spcBef>
            </a:pPr>
            <a:r>
              <a:rPr lang="zh-CN" altLang="en-US" sz="1800">
                <a:solidFill>
                  <a:srgbClr val="008000"/>
                </a:solidFill>
                <a:latin typeface="Arial" panose="020B0604020202020204" pitchFamily="34" charset="0"/>
                <a:ea typeface="黑体" panose="02010609060101010101" pitchFamily="49" charset="-122"/>
              </a:rPr>
              <a:t>执行部件功能是：</a:t>
            </a:r>
            <a:r>
              <a:rPr lang="zh-CN" altLang="en-US" sz="1800">
                <a:solidFill>
                  <a:srgbClr val="3399FF"/>
                </a:solidFill>
                <a:latin typeface="Arial" panose="020B0604020202020204" pitchFamily="34" charset="0"/>
                <a:ea typeface="黑体" panose="02010609060101010101" pitchFamily="49" charset="-122"/>
              </a:rPr>
              <a:t>把立即数继续往下传递</a:t>
            </a:r>
          </a:p>
        </p:txBody>
      </p:sp>
      <p:sp>
        <p:nvSpPr>
          <p:cNvPr id="57351" name="Rectangle 4">
            <a:extLst>
              <a:ext uri="{FF2B5EF4-FFF2-40B4-BE49-F238E27FC236}">
                <a16:creationId xmlns:a16="http://schemas.microsoft.com/office/drawing/2014/main" id="{3231AA46-08C8-6A22-754F-29E5F9019F77}"/>
              </a:ext>
            </a:extLst>
          </p:cNvPr>
          <p:cNvSpPr>
            <a:spLocks noChangeArrowheads="1"/>
          </p:cNvSpPr>
          <p:nvPr/>
        </p:nvSpPr>
        <p:spPr bwMode="auto">
          <a:xfrm>
            <a:off x="2424113" y="2376488"/>
            <a:ext cx="288925" cy="3175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7352" name="Oval 5">
            <a:extLst>
              <a:ext uri="{FF2B5EF4-FFF2-40B4-BE49-F238E27FC236}">
                <a16:creationId xmlns:a16="http://schemas.microsoft.com/office/drawing/2014/main" id="{3E996852-0CBE-BBAD-EF21-B6CF8E277651}"/>
              </a:ext>
            </a:extLst>
          </p:cNvPr>
          <p:cNvSpPr>
            <a:spLocks noChangeArrowheads="1"/>
          </p:cNvSpPr>
          <p:nvPr/>
        </p:nvSpPr>
        <p:spPr bwMode="auto">
          <a:xfrm>
            <a:off x="2500313" y="2224088"/>
            <a:ext cx="136525"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7353" name="Rectangle 6">
            <a:extLst>
              <a:ext uri="{FF2B5EF4-FFF2-40B4-BE49-F238E27FC236}">
                <a16:creationId xmlns:a16="http://schemas.microsoft.com/office/drawing/2014/main" id="{9971CF05-7DEA-10C9-830D-E578D2FB065A}"/>
              </a:ext>
            </a:extLst>
          </p:cNvPr>
          <p:cNvSpPr>
            <a:spLocks noChangeArrowheads="1"/>
          </p:cNvSpPr>
          <p:nvPr/>
        </p:nvSpPr>
        <p:spPr bwMode="auto">
          <a:xfrm rot="5400000">
            <a:off x="2211388" y="3678238"/>
            <a:ext cx="7016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ID/Ex</a:t>
            </a:r>
          </a:p>
        </p:txBody>
      </p:sp>
      <p:sp>
        <p:nvSpPr>
          <p:cNvPr id="57354" name="Line 7">
            <a:extLst>
              <a:ext uri="{FF2B5EF4-FFF2-40B4-BE49-F238E27FC236}">
                <a16:creationId xmlns:a16="http://schemas.microsoft.com/office/drawing/2014/main" id="{C2A96FE3-1DA6-C718-A0D0-CDE2532F0062}"/>
              </a:ext>
            </a:extLst>
          </p:cNvPr>
          <p:cNvSpPr>
            <a:spLocks noChangeShapeType="1"/>
          </p:cNvSpPr>
          <p:nvPr/>
        </p:nvSpPr>
        <p:spPr bwMode="auto">
          <a:xfrm>
            <a:off x="2573338" y="2071688"/>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5" name="Rectangle 8">
            <a:extLst>
              <a:ext uri="{FF2B5EF4-FFF2-40B4-BE49-F238E27FC236}">
                <a16:creationId xmlns:a16="http://schemas.microsoft.com/office/drawing/2014/main" id="{B74F4249-0575-5818-D883-41D1FAC846EE}"/>
              </a:ext>
            </a:extLst>
          </p:cNvPr>
          <p:cNvSpPr>
            <a:spLocks noChangeArrowheads="1"/>
          </p:cNvSpPr>
          <p:nvPr/>
        </p:nvSpPr>
        <p:spPr bwMode="auto">
          <a:xfrm>
            <a:off x="7834313" y="2376488"/>
            <a:ext cx="288925" cy="3176587"/>
          </a:xfrm>
          <a:prstGeom prst="rect">
            <a:avLst/>
          </a:prstGeom>
          <a:noFill/>
          <a:ln w="254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7356" name="Oval 9">
            <a:extLst>
              <a:ext uri="{FF2B5EF4-FFF2-40B4-BE49-F238E27FC236}">
                <a16:creationId xmlns:a16="http://schemas.microsoft.com/office/drawing/2014/main" id="{6C8985FD-D165-2114-F0C2-719F52C496B8}"/>
              </a:ext>
            </a:extLst>
          </p:cNvPr>
          <p:cNvSpPr>
            <a:spLocks noChangeArrowheads="1"/>
          </p:cNvSpPr>
          <p:nvPr/>
        </p:nvSpPr>
        <p:spPr bwMode="auto">
          <a:xfrm>
            <a:off x="7910513" y="2225675"/>
            <a:ext cx="136525" cy="123825"/>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7357" name="Rectangle 10">
            <a:extLst>
              <a:ext uri="{FF2B5EF4-FFF2-40B4-BE49-F238E27FC236}">
                <a16:creationId xmlns:a16="http://schemas.microsoft.com/office/drawing/2014/main" id="{10024C5A-AE3E-FC35-7DE7-2BE7CE9E696D}"/>
              </a:ext>
            </a:extLst>
          </p:cNvPr>
          <p:cNvSpPr>
            <a:spLocks noChangeArrowheads="1"/>
          </p:cNvSpPr>
          <p:nvPr/>
        </p:nvSpPr>
        <p:spPr bwMode="auto">
          <a:xfrm rot="5400000">
            <a:off x="7616825" y="3684588"/>
            <a:ext cx="717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EX/M</a:t>
            </a:r>
          </a:p>
        </p:txBody>
      </p:sp>
      <p:sp>
        <p:nvSpPr>
          <p:cNvPr id="57358" name="Line 11">
            <a:extLst>
              <a:ext uri="{FF2B5EF4-FFF2-40B4-BE49-F238E27FC236}">
                <a16:creationId xmlns:a16="http://schemas.microsoft.com/office/drawing/2014/main" id="{6A7659AD-DDDE-4D37-50D1-631F0EEE3846}"/>
              </a:ext>
            </a:extLst>
          </p:cNvPr>
          <p:cNvSpPr>
            <a:spLocks noChangeShapeType="1"/>
          </p:cNvSpPr>
          <p:nvPr/>
        </p:nvSpPr>
        <p:spPr bwMode="auto">
          <a:xfrm>
            <a:off x="7983538" y="2070100"/>
            <a:ext cx="0" cy="128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9" name="Line 16">
            <a:extLst>
              <a:ext uri="{FF2B5EF4-FFF2-40B4-BE49-F238E27FC236}">
                <a16:creationId xmlns:a16="http://schemas.microsoft.com/office/drawing/2014/main" id="{1DF6DB2B-BC35-91EB-ACE6-C1D4606A7C5B}"/>
              </a:ext>
            </a:extLst>
          </p:cNvPr>
          <p:cNvSpPr>
            <a:spLocks noChangeShapeType="1"/>
          </p:cNvSpPr>
          <p:nvPr/>
        </p:nvSpPr>
        <p:spPr bwMode="auto">
          <a:xfrm>
            <a:off x="4554538" y="3289300"/>
            <a:ext cx="9286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0" name="Line 28">
            <a:extLst>
              <a:ext uri="{FF2B5EF4-FFF2-40B4-BE49-F238E27FC236}">
                <a16:creationId xmlns:a16="http://schemas.microsoft.com/office/drawing/2014/main" id="{8E8F8D4F-D7F3-7229-3A0F-92D8F22D86AE}"/>
              </a:ext>
            </a:extLst>
          </p:cNvPr>
          <p:cNvSpPr>
            <a:spLocks noChangeShapeType="1"/>
          </p:cNvSpPr>
          <p:nvPr/>
        </p:nvSpPr>
        <p:spPr bwMode="auto">
          <a:xfrm>
            <a:off x="4278313" y="3668713"/>
            <a:ext cx="20796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1" name="Line 29">
            <a:extLst>
              <a:ext uri="{FF2B5EF4-FFF2-40B4-BE49-F238E27FC236}">
                <a16:creationId xmlns:a16="http://schemas.microsoft.com/office/drawing/2014/main" id="{0FCE7C6E-AE40-AF6C-66BE-C7518A9F3B8F}"/>
              </a:ext>
            </a:extLst>
          </p:cNvPr>
          <p:cNvSpPr>
            <a:spLocks noChangeShapeType="1"/>
          </p:cNvSpPr>
          <p:nvPr/>
        </p:nvSpPr>
        <p:spPr bwMode="auto">
          <a:xfrm flipH="1">
            <a:off x="3557588" y="3743325"/>
            <a:ext cx="88900" cy="166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2" name="Rectangle 30">
            <a:extLst>
              <a:ext uri="{FF2B5EF4-FFF2-40B4-BE49-F238E27FC236}">
                <a16:creationId xmlns:a16="http://schemas.microsoft.com/office/drawing/2014/main" id="{A8C1CD7F-0EA8-87B9-6099-17BD1367CDA6}"/>
              </a:ext>
            </a:extLst>
          </p:cNvPr>
          <p:cNvSpPr>
            <a:spLocks noChangeArrowheads="1"/>
          </p:cNvSpPr>
          <p:nvPr/>
        </p:nvSpPr>
        <p:spPr bwMode="auto">
          <a:xfrm>
            <a:off x="3244850" y="38004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7363" name="Rectangle 31">
            <a:extLst>
              <a:ext uri="{FF2B5EF4-FFF2-40B4-BE49-F238E27FC236}">
                <a16:creationId xmlns:a16="http://schemas.microsoft.com/office/drawing/2014/main" id="{43276597-12C3-0F62-0AE1-087F453E8960}"/>
              </a:ext>
            </a:extLst>
          </p:cNvPr>
          <p:cNvSpPr>
            <a:spLocks noChangeArrowheads="1"/>
          </p:cNvSpPr>
          <p:nvPr/>
        </p:nvSpPr>
        <p:spPr bwMode="auto">
          <a:xfrm>
            <a:off x="2787650" y="3511550"/>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57364" name="Line 32">
            <a:extLst>
              <a:ext uri="{FF2B5EF4-FFF2-40B4-BE49-F238E27FC236}">
                <a16:creationId xmlns:a16="http://schemas.microsoft.com/office/drawing/2014/main" id="{7D5119E7-07AC-EA15-49DB-58B980B4E310}"/>
              </a:ext>
            </a:extLst>
          </p:cNvPr>
          <p:cNvSpPr>
            <a:spLocks noChangeShapeType="1"/>
          </p:cNvSpPr>
          <p:nvPr/>
        </p:nvSpPr>
        <p:spPr bwMode="auto">
          <a:xfrm>
            <a:off x="2738438" y="4344988"/>
            <a:ext cx="2794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5" name="Line 33">
            <a:extLst>
              <a:ext uri="{FF2B5EF4-FFF2-40B4-BE49-F238E27FC236}">
                <a16:creationId xmlns:a16="http://schemas.microsoft.com/office/drawing/2014/main" id="{9F9E2676-848C-6ACF-E86B-BA9AAFBDE018}"/>
              </a:ext>
            </a:extLst>
          </p:cNvPr>
          <p:cNvSpPr>
            <a:spLocks noChangeShapeType="1"/>
          </p:cNvSpPr>
          <p:nvPr/>
        </p:nvSpPr>
        <p:spPr bwMode="auto">
          <a:xfrm flipV="1">
            <a:off x="3722688" y="4262438"/>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6" name="Rectangle 34">
            <a:extLst>
              <a:ext uri="{FF2B5EF4-FFF2-40B4-BE49-F238E27FC236}">
                <a16:creationId xmlns:a16="http://schemas.microsoft.com/office/drawing/2014/main" id="{07E36717-B734-AA52-E502-5CEA08059FBE}"/>
              </a:ext>
            </a:extLst>
          </p:cNvPr>
          <p:cNvSpPr>
            <a:spLocks noChangeArrowheads="1"/>
          </p:cNvSpPr>
          <p:nvPr/>
        </p:nvSpPr>
        <p:spPr bwMode="auto">
          <a:xfrm>
            <a:off x="3397250" y="433070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7367" name="Rectangle 35">
            <a:extLst>
              <a:ext uri="{FF2B5EF4-FFF2-40B4-BE49-F238E27FC236}">
                <a16:creationId xmlns:a16="http://schemas.microsoft.com/office/drawing/2014/main" id="{C670903E-DB3C-09BC-1BF9-A0C9EE3EB326}"/>
              </a:ext>
            </a:extLst>
          </p:cNvPr>
          <p:cNvSpPr>
            <a:spLocks noChangeArrowheads="1"/>
          </p:cNvSpPr>
          <p:nvPr/>
        </p:nvSpPr>
        <p:spPr bwMode="auto">
          <a:xfrm>
            <a:off x="2787650" y="4046538"/>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grpSp>
        <p:nvGrpSpPr>
          <p:cNvPr id="57368" name="Group 36">
            <a:extLst>
              <a:ext uri="{FF2B5EF4-FFF2-40B4-BE49-F238E27FC236}">
                <a16:creationId xmlns:a16="http://schemas.microsoft.com/office/drawing/2014/main" id="{3E1708B8-48CF-58D4-2E7D-E47CB90EC999}"/>
              </a:ext>
            </a:extLst>
          </p:cNvPr>
          <p:cNvGrpSpPr>
            <a:grpSpLocks/>
          </p:cNvGrpSpPr>
          <p:nvPr/>
        </p:nvGrpSpPr>
        <p:grpSpPr bwMode="auto">
          <a:xfrm>
            <a:off x="5545138" y="4122738"/>
            <a:ext cx="304800" cy="1227137"/>
            <a:chOff x="3120" y="2696"/>
            <a:chExt cx="192" cy="773"/>
          </a:xfrm>
        </p:grpSpPr>
        <p:sp>
          <p:nvSpPr>
            <p:cNvPr id="57369" name="Line 37">
              <a:extLst>
                <a:ext uri="{FF2B5EF4-FFF2-40B4-BE49-F238E27FC236}">
                  <a16:creationId xmlns:a16="http://schemas.microsoft.com/office/drawing/2014/main" id="{FBE262B7-24F8-0EF5-381E-36675F746A60}"/>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0" name="Line 38">
              <a:extLst>
                <a:ext uri="{FF2B5EF4-FFF2-40B4-BE49-F238E27FC236}">
                  <a16:creationId xmlns:a16="http://schemas.microsoft.com/office/drawing/2014/main" id="{6F34B35A-0035-8EFB-2C17-D7172450812D}"/>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1" name="Line 39">
              <a:extLst>
                <a:ext uri="{FF2B5EF4-FFF2-40B4-BE49-F238E27FC236}">
                  <a16:creationId xmlns:a16="http://schemas.microsoft.com/office/drawing/2014/main" id="{EE94A2ED-C148-11BC-D33C-58E9B37C6601}"/>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2" name="Line 40">
              <a:extLst>
                <a:ext uri="{FF2B5EF4-FFF2-40B4-BE49-F238E27FC236}">
                  <a16:creationId xmlns:a16="http://schemas.microsoft.com/office/drawing/2014/main" id="{A67D58F9-4FCE-029F-E3A5-CBDDAB725223}"/>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7373" name="Line 44">
            <a:extLst>
              <a:ext uri="{FF2B5EF4-FFF2-40B4-BE49-F238E27FC236}">
                <a16:creationId xmlns:a16="http://schemas.microsoft.com/office/drawing/2014/main" id="{63CEE09F-31BE-D91B-F358-0425B6859A4A}"/>
              </a:ext>
            </a:extLst>
          </p:cNvPr>
          <p:cNvSpPr>
            <a:spLocks noChangeShapeType="1"/>
          </p:cNvSpPr>
          <p:nvPr/>
        </p:nvSpPr>
        <p:spPr bwMode="auto">
          <a:xfrm flipV="1">
            <a:off x="2713038" y="5114925"/>
            <a:ext cx="2844800"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4" name="Line 45">
            <a:extLst>
              <a:ext uri="{FF2B5EF4-FFF2-40B4-BE49-F238E27FC236}">
                <a16:creationId xmlns:a16="http://schemas.microsoft.com/office/drawing/2014/main" id="{B3AEB154-9449-FA9D-730F-832CF3699AD0}"/>
              </a:ext>
            </a:extLst>
          </p:cNvPr>
          <p:cNvSpPr>
            <a:spLocks noChangeShapeType="1"/>
          </p:cNvSpPr>
          <p:nvPr/>
        </p:nvSpPr>
        <p:spPr bwMode="auto">
          <a:xfrm flipH="1">
            <a:off x="3187700" y="5002213"/>
            <a:ext cx="139700" cy="203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5" name="Rectangle 46">
            <a:extLst>
              <a:ext uri="{FF2B5EF4-FFF2-40B4-BE49-F238E27FC236}">
                <a16:creationId xmlns:a16="http://schemas.microsoft.com/office/drawing/2014/main" id="{23D38FAD-482B-6242-6951-085625D303E6}"/>
              </a:ext>
            </a:extLst>
          </p:cNvPr>
          <p:cNvSpPr>
            <a:spLocks noChangeArrowheads="1"/>
          </p:cNvSpPr>
          <p:nvPr/>
        </p:nvSpPr>
        <p:spPr bwMode="auto">
          <a:xfrm>
            <a:off x="2863850" y="51117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7376" name="Rectangle 47">
            <a:extLst>
              <a:ext uri="{FF2B5EF4-FFF2-40B4-BE49-F238E27FC236}">
                <a16:creationId xmlns:a16="http://schemas.microsoft.com/office/drawing/2014/main" id="{9A5A0E1A-8FD2-2E1A-01A0-92EC30EDCB57}"/>
              </a:ext>
            </a:extLst>
          </p:cNvPr>
          <p:cNvSpPr>
            <a:spLocks noChangeArrowheads="1"/>
          </p:cNvSpPr>
          <p:nvPr/>
        </p:nvSpPr>
        <p:spPr bwMode="auto">
          <a:xfrm>
            <a:off x="2711450" y="4741863"/>
            <a:ext cx="6048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57377" name="Line 48">
            <a:extLst>
              <a:ext uri="{FF2B5EF4-FFF2-40B4-BE49-F238E27FC236}">
                <a16:creationId xmlns:a16="http://schemas.microsoft.com/office/drawing/2014/main" id="{21E06759-9AC7-A4DA-759A-AD6A4A7652D4}"/>
              </a:ext>
            </a:extLst>
          </p:cNvPr>
          <p:cNvSpPr>
            <a:spLocks noChangeShapeType="1"/>
          </p:cNvSpPr>
          <p:nvPr/>
        </p:nvSpPr>
        <p:spPr bwMode="auto">
          <a:xfrm flipH="1">
            <a:off x="5716588" y="5248275"/>
            <a:ext cx="0" cy="539750"/>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8" name="Rectangle 49">
            <a:extLst>
              <a:ext uri="{FF2B5EF4-FFF2-40B4-BE49-F238E27FC236}">
                <a16:creationId xmlns:a16="http://schemas.microsoft.com/office/drawing/2014/main" id="{131A3EC8-232F-DE88-B19A-7B8CF60E7085}"/>
              </a:ext>
            </a:extLst>
          </p:cNvPr>
          <p:cNvSpPr>
            <a:spLocks noChangeArrowheads="1"/>
          </p:cNvSpPr>
          <p:nvPr/>
        </p:nvSpPr>
        <p:spPr bwMode="auto">
          <a:xfrm>
            <a:off x="5075238" y="5691188"/>
            <a:ext cx="1262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ALUBSrc=2</a:t>
            </a:r>
          </a:p>
        </p:txBody>
      </p:sp>
      <p:sp>
        <p:nvSpPr>
          <p:cNvPr id="57379" name="Line 50">
            <a:extLst>
              <a:ext uri="{FF2B5EF4-FFF2-40B4-BE49-F238E27FC236}">
                <a16:creationId xmlns:a16="http://schemas.microsoft.com/office/drawing/2014/main" id="{88CA7518-1D0C-6D7D-C32F-472EF0B3B948}"/>
              </a:ext>
            </a:extLst>
          </p:cNvPr>
          <p:cNvSpPr>
            <a:spLocks noChangeShapeType="1"/>
          </p:cNvSpPr>
          <p:nvPr/>
        </p:nvSpPr>
        <p:spPr bwMode="auto">
          <a:xfrm>
            <a:off x="5875338" y="4724400"/>
            <a:ext cx="482600"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80" name="Line 53">
            <a:extLst>
              <a:ext uri="{FF2B5EF4-FFF2-40B4-BE49-F238E27FC236}">
                <a16:creationId xmlns:a16="http://schemas.microsoft.com/office/drawing/2014/main" id="{8668BE7D-ECB7-C9D4-7482-94F38A76EED2}"/>
              </a:ext>
            </a:extLst>
          </p:cNvPr>
          <p:cNvSpPr>
            <a:spLocks noChangeShapeType="1"/>
          </p:cNvSpPr>
          <p:nvPr/>
        </p:nvSpPr>
        <p:spPr bwMode="auto">
          <a:xfrm flipH="1">
            <a:off x="7138988" y="413861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1" name="Rectangle 55">
            <a:extLst>
              <a:ext uri="{FF2B5EF4-FFF2-40B4-BE49-F238E27FC236}">
                <a16:creationId xmlns:a16="http://schemas.microsoft.com/office/drawing/2014/main" id="{6695D3D8-3766-6660-518E-CF3D1F70E7E5}"/>
              </a:ext>
            </a:extLst>
          </p:cNvPr>
          <p:cNvSpPr>
            <a:spLocks noChangeArrowheads="1"/>
          </p:cNvSpPr>
          <p:nvPr/>
        </p:nvSpPr>
        <p:spPr bwMode="auto">
          <a:xfrm rot="5400000">
            <a:off x="6330156" y="4023519"/>
            <a:ext cx="608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a:t>
            </a:r>
          </a:p>
        </p:txBody>
      </p:sp>
      <p:sp>
        <p:nvSpPr>
          <p:cNvPr id="57382" name="Line 56">
            <a:extLst>
              <a:ext uri="{FF2B5EF4-FFF2-40B4-BE49-F238E27FC236}">
                <a16:creationId xmlns:a16="http://schemas.microsoft.com/office/drawing/2014/main" id="{95A80F41-9AFA-97B1-0EDC-C4FF78AE1926}"/>
              </a:ext>
            </a:extLst>
          </p:cNvPr>
          <p:cNvSpPr>
            <a:spLocks noChangeShapeType="1"/>
          </p:cNvSpPr>
          <p:nvPr/>
        </p:nvSpPr>
        <p:spPr bwMode="auto">
          <a:xfrm flipH="1">
            <a:off x="6827838" y="3867150"/>
            <a:ext cx="1016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7383" name="Rectangle 57">
            <a:extLst>
              <a:ext uri="{FF2B5EF4-FFF2-40B4-BE49-F238E27FC236}">
                <a16:creationId xmlns:a16="http://schemas.microsoft.com/office/drawing/2014/main" id="{F7646491-CC2D-7FC2-5249-FA88800CD345}"/>
              </a:ext>
            </a:extLst>
          </p:cNvPr>
          <p:cNvSpPr>
            <a:spLocks noChangeArrowheads="1"/>
          </p:cNvSpPr>
          <p:nvPr/>
        </p:nvSpPr>
        <p:spPr bwMode="auto">
          <a:xfrm>
            <a:off x="6902450" y="3562350"/>
            <a:ext cx="625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57384" name="Rectangle 58">
            <a:extLst>
              <a:ext uri="{FF2B5EF4-FFF2-40B4-BE49-F238E27FC236}">
                <a16:creationId xmlns:a16="http://schemas.microsoft.com/office/drawing/2014/main" id="{516AD345-663D-36E2-2D0C-9267C8FEA60A}"/>
              </a:ext>
            </a:extLst>
          </p:cNvPr>
          <p:cNvSpPr>
            <a:spLocks noChangeArrowheads="1"/>
          </p:cNvSpPr>
          <p:nvPr/>
        </p:nvSpPr>
        <p:spPr bwMode="auto">
          <a:xfrm>
            <a:off x="5505450" y="419258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0</a:t>
            </a:r>
          </a:p>
        </p:txBody>
      </p:sp>
      <p:sp>
        <p:nvSpPr>
          <p:cNvPr id="57385" name="Rectangle 59">
            <a:extLst>
              <a:ext uri="{FF2B5EF4-FFF2-40B4-BE49-F238E27FC236}">
                <a16:creationId xmlns:a16="http://schemas.microsoft.com/office/drawing/2014/main" id="{170B1FAE-095A-01EE-976B-13F19175FA23}"/>
              </a:ext>
            </a:extLst>
          </p:cNvPr>
          <p:cNvSpPr>
            <a:spLocks noChangeArrowheads="1"/>
          </p:cNvSpPr>
          <p:nvPr/>
        </p:nvSpPr>
        <p:spPr bwMode="auto">
          <a:xfrm>
            <a:off x="5505450" y="49720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2</a:t>
            </a:r>
          </a:p>
        </p:txBody>
      </p:sp>
      <p:sp>
        <p:nvSpPr>
          <p:cNvPr id="57386" name="Rectangle 61">
            <a:extLst>
              <a:ext uri="{FF2B5EF4-FFF2-40B4-BE49-F238E27FC236}">
                <a16:creationId xmlns:a16="http://schemas.microsoft.com/office/drawing/2014/main" id="{79C3512E-1655-7CB7-9018-97C70F757E23}"/>
              </a:ext>
            </a:extLst>
          </p:cNvPr>
          <p:cNvSpPr>
            <a:spLocks noChangeArrowheads="1"/>
          </p:cNvSpPr>
          <p:nvPr/>
        </p:nvSpPr>
        <p:spPr bwMode="auto">
          <a:xfrm>
            <a:off x="6902450" y="41465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7387" name="Line 62">
            <a:extLst>
              <a:ext uri="{FF2B5EF4-FFF2-40B4-BE49-F238E27FC236}">
                <a16:creationId xmlns:a16="http://schemas.microsoft.com/office/drawing/2014/main" id="{966E7868-8D80-6110-E83F-1D8A6A14EA92}"/>
              </a:ext>
            </a:extLst>
          </p:cNvPr>
          <p:cNvSpPr>
            <a:spLocks noChangeShapeType="1"/>
          </p:cNvSpPr>
          <p:nvPr/>
        </p:nvSpPr>
        <p:spPr bwMode="auto">
          <a:xfrm flipH="1">
            <a:off x="6815138" y="4208463"/>
            <a:ext cx="1041400" cy="0"/>
          </a:xfrm>
          <a:prstGeom prst="line">
            <a:avLst/>
          </a:prstGeom>
          <a:noFill/>
          <a:ln w="57150">
            <a:solidFill>
              <a:srgbClr val="3399FF"/>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7388" name="Rectangle 63">
            <a:extLst>
              <a:ext uri="{FF2B5EF4-FFF2-40B4-BE49-F238E27FC236}">
                <a16:creationId xmlns:a16="http://schemas.microsoft.com/office/drawing/2014/main" id="{31614FCD-ECF8-4881-2A16-824AD621F152}"/>
              </a:ext>
            </a:extLst>
          </p:cNvPr>
          <p:cNvSpPr>
            <a:spLocks noChangeArrowheads="1"/>
          </p:cNvSpPr>
          <p:nvPr/>
        </p:nvSpPr>
        <p:spPr bwMode="auto">
          <a:xfrm>
            <a:off x="6826250" y="3849688"/>
            <a:ext cx="920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ALUout</a:t>
            </a:r>
          </a:p>
        </p:txBody>
      </p:sp>
      <p:sp>
        <p:nvSpPr>
          <p:cNvPr id="57389" name="Line 78">
            <a:extLst>
              <a:ext uri="{FF2B5EF4-FFF2-40B4-BE49-F238E27FC236}">
                <a16:creationId xmlns:a16="http://schemas.microsoft.com/office/drawing/2014/main" id="{C0CE3A32-85C6-ADDE-39A2-1DA3B84D2846}"/>
              </a:ext>
            </a:extLst>
          </p:cNvPr>
          <p:cNvSpPr>
            <a:spLocks noChangeShapeType="1"/>
          </p:cNvSpPr>
          <p:nvPr/>
        </p:nvSpPr>
        <p:spPr bwMode="auto">
          <a:xfrm>
            <a:off x="4554538" y="3276600"/>
            <a:ext cx="0" cy="18716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0" name="Line 79">
            <a:extLst>
              <a:ext uri="{FF2B5EF4-FFF2-40B4-BE49-F238E27FC236}">
                <a16:creationId xmlns:a16="http://schemas.microsoft.com/office/drawing/2014/main" id="{26DF96A7-F64B-1739-4482-3217FF3AE3F1}"/>
              </a:ext>
            </a:extLst>
          </p:cNvPr>
          <p:cNvSpPr>
            <a:spLocks noChangeShapeType="1"/>
          </p:cNvSpPr>
          <p:nvPr/>
        </p:nvSpPr>
        <p:spPr bwMode="auto">
          <a:xfrm flipV="1">
            <a:off x="6643688" y="4740275"/>
            <a:ext cx="0" cy="1008063"/>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1" name="Rectangle 80">
            <a:extLst>
              <a:ext uri="{FF2B5EF4-FFF2-40B4-BE49-F238E27FC236}">
                <a16:creationId xmlns:a16="http://schemas.microsoft.com/office/drawing/2014/main" id="{44E0CE7C-0BB2-3FB8-A015-B9502EE33AFA}"/>
              </a:ext>
            </a:extLst>
          </p:cNvPr>
          <p:cNvSpPr>
            <a:spLocks noChangeArrowheads="1"/>
          </p:cNvSpPr>
          <p:nvPr/>
        </p:nvSpPr>
        <p:spPr bwMode="auto">
          <a:xfrm>
            <a:off x="6688138"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4</a:t>
            </a:r>
          </a:p>
        </p:txBody>
      </p:sp>
      <p:sp>
        <p:nvSpPr>
          <p:cNvPr id="57392" name="Line 81">
            <a:extLst>
              <a:ext uri="{FF2B5EF4-FFF2-40B4-BE49-F238E27FC236}">
                <a16:creationId xmlns:a16="http://schemas.microsoft.com/office/drawing/2014/main" id="{D2135BBC-E0C1-6541-F0CC-F2266991AF19}"/>
              </a:ext>
            </a:extLst>
          </p:cNvPr>
          <p:cNvSpPr>
            <a:spLocks noChangeShapeType="1"/>
          </p:cNvSpPr>
          <p:nvPr/>
        </p:nvSpPr>
        <p:spPr bwMode="auto">
          <a:xfrm flipH="1">
            <a:off x="6569075"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3" name="Rectangle 82">
            <a:extLst>
              <a:ext uri="{FF2B5EF4-FFF2-40B4-BE49-F238E27FC236}">
                <a16:creationId xmlns:a16="http://schemas.microsoft.com/office/drawing/2014/main" id="{3ABEF2A7-0BED-2FC6-86C8-0C2639D7E5B0}"/>
              </a:ext>
            </a:extLst>
          </p:cNvPr>
          <p:cNvSpPr>
            <a:spLocks noChangeArrowheads="1"/>
          </p:cNvSpPr>
          <p:nvPr/>
        </p:nvSpPr>
        <p:spPr bwMode="auto">
          <a:xfrm>
            <a:off x="6348413" y="5695950"/>
            <a:ext cx="9683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rgbClr val="FF0000"/>
                </a:solidFill>
                <a:ea typeface="宋体" panose="02010600030101010101" pitchFamily="2" charset="-122"/>
              </a:rPr>
              <a:t>ALUctr=srcB</a:t>
            </a:r>
          </a:p>
        </p:txBody>
      </p:sp>
      <p:sp>
        <p:nvSpPr>
          <p:cNvPr id="57394" name="Line 85">
            <a:extLst>
              <a:ext uri="{FF2B5EF4-FFF2-40B4-BE49-F238E27FC236}">
                <a16:creationId xmlns:a16="http://schemas.microsoft.com/office/drawing/2014/main" id="{D439FEE2-5A6A-9907-DEC2-49C12ECB4706}"/>
              </a:ext>
            </a:extLst>
          </p:cNvPr>
          <p:cNvSpPr>
            <a:spLocks noChangeShapeType="1"/>
          </p:cNvSpPr>
          <p:nvPr/>
        </p:nvSpPr>
        <p:spPr bwMode="auto">
          <a:xfrm>
            <a:off x="2720975" y="2493963"/>
            <a:ext cx="2741613"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95" name="Line 86">
            <a:extLst>
              <a:ext uri="{FF2B5EF4-FFF2-40B4-BE49-F238E27FC236}">
                <a16:creationId xmlns:a16="http://schemas.microsoft.com/office/drawing/2014/main" id="{C8B24CB1-D7C9-F03D-97B0-37365CC2EFD5}"/>
              </a:ext>
            </a:extLst>
          </p:cNvPr>
          <p:cNvSpPr>
            <a:spLocks noChangeShapeType="1"/>
          </p:cNvSpPr>
          <p:nvPr/>
        </p:nvSpPr>
        <p:spPr bwMode="auto">
          <a:xfrm flipH="1">
            <a:off x="3395663" y="2403475"/>
            <a:ext cx="88900" cy="130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6" name="Rectangle 87">
            <a:extLst>
              <a:ext uri="{FF2B5EF4-FFF2-40B4-BE49-F238E27FC236}">
                <a16:creationId xmlns:a16="http://schemas.microsoft.com/office/drawing/2014/main" id="{E787BBBA-D5AD-9705-922F-8A0CA7E14EAB}"/>
              </a:ext>
            </a:extLst>
          </p:cNvPr>
          <p:cNvSpPr>
            <a:spLocks noChangeArrowheads="1"/>
          </p:cNvSpPr>
          <p:nvPr/>
        </p:nvSpPr>
        <p:spPr bwMode="auto">
          <a:xfrm>
            <a:off x="3082925" y="244316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7397" name="Rectangle 88">
            <a:extLst>
              <a:ext uri="{FF2B5EF4-FFF2-40B4-BE49-F238E27FC236}">
                <a16:creationId xmlns:a16="http://schemas.microsoft.com/office/drawing/2014/main" id="{2C51CB1E-7031-A389-E584-820E242A030D}"/>
              </a:ext>
            </a:extLst>
          </p:cNvPr>
          <p:cNvSpPr>
            <a:spLocks noChangeArrowheads="1"/>
          </p:cNvSpPr>
          <p:nvPr/>
        </p:nvSpPr>
        <p:spPr bwMode="auto">
          <a:xfrm>
            <a:off x="2787650" y="2181225"/>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57398" name="Line 89">
            <a:extLst>
              <a:ext uri="{FF2B5EF4-FFF2-40B4-BE49-F238E27FC236}">
                <a16:creationId xmlns:a16="http://schemas.microsoft.com/office/drawing/2014/main" id="{025C187D-671A-A588-3996-F03C0401266C}"/>
              </a:ext>
            </a:extLst>
          </p:cNvPr>
          <p:cNvSpPr>
            <a:spLocks noChangeShapeType="1"/>
          </p:cNvSpPr>
          <p:nvPr/>
        </p:nvSpPr>
        <p:spPr bwMode="auto">
          <a:xfrm flipH="1">
            <a:off x="6529388" y="277336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9" name="Line 90">
            <a:extLst>
              <a:ext uri="{FF2B5EF4-FFF2-40B4-BE49-F238E27FC236}">
                <a16:creationId xmlns:a16="http://schemas.microsoft.com/office/drawing/2014/main" id="{9B54C450-CB21-C194-4294-2D979DC1312B}"/>
              </a:ext>
            </a:extLst>
          </p:cNvPr>
          <p:cNvSpPr>
            <a:spLocks noChangeShapeType="1"/>
          </p:cNvSpPr>
          <p:nvPr/>
        </p:nvSpPr>
        <p:spPr bwMode="auto">
          <a:xfrm flipH="1">
            <a:off x="5913438" y="2843213"/>
            <a:ext cx="19304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7400" name="Rectangle 91">
            <a:extLst>
              <a:ext uri="{FF2B5EF4-FFF2-40B4-BE49-F238E27FC236}">
                <a16:creationId xmlns:a16="http://schemas.microsoft.com/office/drawing/2014/main" id="{670A0D9D-9750-5A1D-B7EC-E2FB48510524}"/>
              </a:ext>
            </a:extLst>
          </p:cNvPr>
          <p:cNvSpPr>
            <a:spLocks noChangeArrowheads="1"/>
          </p:cNvSpPr>
          <p:nvPr/>
        </p:nvSpPr>
        <p:spPr bwMode="auto">
          <a:xfrm>
            <a:off x="6216650" y="2462213"/>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Target</a:t>
            </a:r>
          </a:p>
        </p:txBody>
      </p:sp>
      <p:sp>
        <p:nvSpPr>
          <p:cNvPr id="57401" name="Rectangle 92">
            <a:extLst>
              <a:ext uri="{FF2B5EF4-FFF2-40B4-BE49-F238E27FC236}">
                <a16:creationId xmlns:a16="http://schemas.microsoft.com/office/drawing/2014/main" id="{C14C919D-9446-0C73-82C6-6E69ABA4692D}"/>
              </a:ext>
            </a:extLst>
          </p:cNvPr>
          <p:cNvSpPr>
            <a:spLocks noChangeArrowheads="1"/>
          </p:cNvSpPr>
          <p:nvPr/>
        </p:nvSpPr>
        <p:spPr bwMode="auto">
          <a:xfrm>
            <a:off x="6292850" y="286861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7402" name="Line 94">
            <a:extLst>
              <a:ext uri="{FF2B5EF4-FFF2-40B4-BE49-F238E27FC236}">
                <a16:creationId xmlns:a16="http://schemas.microsoft.com/office/drawing/2014/main" id="{2FAFE6A6-54C1-F4D6-7C86-15C56B9CBF73}"/>
              </a:ext>
            </a:extLst>
          </p:cNvPr>
          <p:cNvSpPr>
            <a:spLocks noChangeShapeType="1"/>
          </p:cNvSpPr>
          <p:nvPr/>
        </p:nvSpPr>
        <p:spPr bwMode="auto">
          <a:xfrm flipV="1">
            <a:off x="25733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3" name="Line 95">
            <a:extLst>
              <a:ext uri="{FF2B5EF4-FFF2-40B4-BE49-F238E27FC236}">
                <a16:creationId xmlns:a16="http://schemas.microsoft.com/office/drawing/2014/main" id="{04C93213-31AA-86EE-2824-A8C6FA743E5B}"/>
              </a:ext>
            </a:extLst>
          </p:cNvPr>
          <p:cNvSpPr>
            <a:spLocks noChangeShapeType="1"/>
          </p:cNvSpPr>
          <p:nvPr/>
        </p:nvSpPr>
        <p:spPr bwMode="auto">
          <a:xfrm>
            <a:off x="25733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404" name="Line 96">
            <a:extLst>
              <a:ext uri="{FF2B5EF4-FFF2-40B4-BE49-F238E27FC236}">
                <a16:creationId xmlns:a16="http://schemas.microsoft.com/office/drawing/2014/main" id="{3DC9B4F4-75B8-74EF-9206-3BE4D4CB9D0E}"/>
              </a:ext>
            </a:extLst>
          </p:cNvPr>
          <p:cNvSpPr>
            <a:spLocks noChangeShapeType="1"/>
          </p:cNvSpPr>
          <p:nvPr/>
        </p:nvSpPr>
        <p:spPr bwMode="auto">
          <a:xfrm>
            <a:off x="79835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405" name="Line 97">
            <a:extLst>
              <a:ext uri="{FF2B5EF4-FFF2-40B4-BE49-F238E27FC236}">
                <a16:creationId xmlns:a16="http://schemas.microsoft.com/office/drawing/2014/main" id="{FE198037-55A3-BAA7-154B-0FC42DEAC062}"/>
              </a:ext>
            </a:extLst>
          </p:cNvPr>
          <p:cNvSpPr>
            <a:spLocks noChangeShapeType="1"/>
          </p:cNvSpPr>
          <p:nvPr/>
        </p:nvSpPr>
        <p:spPr bwMode="auto">
          <a:xfrm flipH="1">
            <a:off x="2103438" y="1074738"/>
            <a:ext cx="482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6" name="Line 98">
            <a:extLst>
              <a:ext uri="{FF2B5EF4-FFF2-40B4-BE49-F238E27FC236}">
                <a16:creationId xmlns:a16="http://schemas.microsoft.com/office/drawing/2014/main" id="{F10FD976-E0D1-3EEA-72A0-D685D31DBEF6}"/>
              </a:ext>
            </a:extLst>
          </p:cNvPr>
          <p:cNvSpPr>
            <a:spLocks noChangeShapeType="1"/>
          </p:cNvSpPr>
          <p:nvPr/>
        </p:nvSpPr>
        <p:spPr bwMode="auto">
          <a:xfrm flipH="1">
            <a:off x="5227638" y="1074738"/>
            <a:ext cx="276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7" name="Line 99">
            <a:extLst>
              <a:ext uri="{FF2B5EF4-FFF2-40B4-BE49-F238E27FC236}">
                <a16:creationId xmlns:a16="http://schemas.microsoft.com/office/drawing/2014/main" id="{DDE89A3A-0A04-10E0-00B5-3F6DDA525114}"/>
              </a:ext>
            </a:extLst>
          </p:cNvPr>
          <p:cNvSpPr>
            <a:spLocks noChangeShapeType="1"/>
          </p:cNvSpPr>
          <p:nvPr/>
        </p:nvSpPr>
        <p:spPr bwMode="auto">
          <a:xfrm>
            <a:off x="5240338" y="1087438"/>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8" name="Line 100">
            <a:extLst>
              <a:ext uri="{FF2B5EF4-FFF2-40B4-BE49-F238E27FC236}">
                <a16:creationId xmlns:a16="http://schemas.microsoft.com/office/drawing/2014/main" id="{F2A93723-5B81-DFCF-4B9F-D9EB03C6B526}"/>
              </a:ext>
            </a:extLst>
          </p:cNvPr>
          <p:cNvSpPr>
            <a:spLocks noChangeShapeType="1"/>
          </p:cNvSpPr>
          <p:nvPr/>
        </p:nvSpPr>
        <p:spPr bwMode="auto">
          <a:xfrm flipH="1">
            <a:off x="2560638" y="1455738"/>
            <a:ext cx="2692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09" name="Rectangle 101">
            <a:extLst>
              <a:ext uri="{FF2B5EF4-FFF2-40B4-BE49-F238E27FC236}">
                <a16:creationId xmlns:a16="http://schemas.microsoft.com/office/drawing/2014/main" id="{1B3F5DE4-1793-F081-2895-A4D33EF8E321}"/>
              </a:ext>
            </a:extLst>
          </p:cNvPr>
          <p:cNvSpPr>
            <a:spLocks noChangeArrowheads="1"/>
          </p:cNvSpPr>
          <p:nvPr/>
        </p:nvSpPr>
        <p:spPr bwMode="auto">
          <a:xfrm>
            <a:off x="2025650" y="1150938"/>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Clk</a:t>
            </a:r>
          </a:p>
        </p:txBody>
      </p:sp>
      <p:sp>
        <p:nvSpPr>
          <p:cNvPr id="57410" name="Line 102">
            <a:extLst>
              <a:ext uri="{FF2B5EF4-FFF2-40B4-BE49-F238E27FC236}">
                <a16:creationId xmlns:a16="http://schemas.microsoft.com/office/drawing/2014/main" id="{B904C1D9-5C84-2B84-22E2-58E8A035BAC5}"/>
              </a:ext>
            </a:extLst>
          </p:cNvPr>
          <p:cNvSpPr>
            <a:spLocks noChangeShapeType="1"/>
          </p:cNvSpPr>
          <p:nvPr/>
        </p:nvSpPr>
        <p:spPr bwMode="auto">
          <a:xfrm>
            <a:off x="27257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11" name="Line 103">
            <a:extLst>
              <a:ext uri="{FF2B5EF4-FFF2-40B4-BE49-F238E27FC236}">
                <a16:creationId xmlns:a16="http://schemas.microsoft.com/office/drawing/2014/main" id="{A0EF3164-DC1C-58CC-4DEC-78BBF3E8D7F1}"/>
              </a:ext>
            </a:extLst>
          </p:cNvPr>
          <p:cNvSpPr>
            <a:spLocks noChangeShapeType="1"/>
          </p:cNvSpPr>
          <p:nvPr/>
        </p:nvSpPr>
        <p:spPr bwMode="auto">
          <a:xfrm>
            <a:off x="2738438" y="1706563"/>
            <a:ext cx="22606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7412" name="Line 104">
            <a:extLst>
              <a:ext uri="{FF2B5EF4-FFF2-40B4-BE49-F238E27FC236}">
                <a16:creationId xmlns:a16="http://schemas.microsoft.com/office/drawing/2014/main" id="{ADEAC5D6-258B-8C81-F4F8-49982868944D}"/>
              </a:ext>
            </a:extLst>
          </p:cNvPr>
          <p:cNvSpPr>
            <a:spLocks noChangeShapeType="1"/>
          </p:cNvSpPr>
          <p:nvPr/>
        </p:nvSpPr>
        <p:spPr bwMode="auto">
          <a:xfrm>
            <a:off x="81359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13" name="Rectangle 105">
            <a:extLst>
              <a:ext uri="{FF2B5EF4-FFF2-40B4-BE49-F238E27FC236}">
                <a16:creationId xmlns:a16="http://schemas.microsoft.com/office/drawing/2014/main" id="{4A48A6AF-22B7-2CA2-183D-DE8A54B4F789}"/>
              </a:ext>
            </a:extLst>
          </p:cNvPr>
          <p:cNvSpPr>
            <a:spLocks noChangeArrowheads="1"/>
          </p:cNvSpPr>
          <p:nvPr/>
        </p:nvSpPr>
        <p:spPr bwMode="auto">
          <a:xfrm>
            <a:off x="5019675" y="1536700"/>
            <a:ext cx="704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latin typeface="Arial" panose="020B0604020202020204" pitchFamily="34" charset="0"/>
                <a:ea typeface="宋体" panose="02010600030101010101" pitchFamily="2" charset="-122"/>
              </a:rPr>
              <a:t>EX</a:t>
            </a:r>
          </a:p>
        </p:txBody>
      </p:sp>
      <p:sp>
        <p:nvSpPr>
          <p:cNvPr id="57414" name="Line 110">
            <a:extLst>
              <a:ext uri="{FF2B5EF4-FFF2-40B4-BE49-F238E27FC236}">
                <a16:creationId xmlns:a16="http://schemas.microsoft.com/office/drawing/2014/main" id="{CFD593B2-8827-B11A-E7F6-31AED31136E3}"/>
              </a:ext>
            </a:extLst>
          </p:cNvPr>
          <p:cNvSpPr>
            <a:spLocks noChangeShapeType="1"/>
          </p:cNvSpPr>
          <p:nvPr/>
        </p:nvSpPr>
        <p:spPr bwMode="auto">
          <a:xfrm flipH="1">
            <a:off x="7970838" y="1455738"/>
            <a:ext cx="939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15" name="Line 111">
            <a:extLst>
              <a:ext uri="{FF2B5EF4-FFF2-40B4-BE49-F238E27FC236}">
                <a16:creationId xmlns:a16="http://schemas.microsoft.com/office/drawing/2014/main" id="{A997FB86-6881-F80C-606C-AD94DC072C27}"/>
              </a:ext>
            </a:extLst>
          </p:cNvPr>
          <p:cNvSpPr>
            <a:spLocks noChangeShapeType="1"/>
          </p:cNvSpPr>
          <p:nvPr/>
        </p:nvSpPr>
        <p:spPr bwMode="auto">
          <a:xfrm>
            <a:off x="5710238" y="1717675"/>
            <a:ext cx="2260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416" name="Line 112">
            <a:extLst>
              <a:ext uri="{FF2B5EF4-FFF2-40B4-BE49-F238E27FC236}">
                <a16:creationId xmlns:a16="http://schemas.microsoft.com/office/drawing/2014/main" id="{C735CF0C-8212-32A3-CB8B-931193FF660B}"/>
              </a:ext>
            </a:extLst>
          </p:cNvPr>
          <p:cNvSpPr>
            <a:spLocks noChangeShapeType="1"/>
          </p:cNvSpPr>
          <p:nvPr/>
        </p:nvSpPr>
        <p:spPr bwMode="auto">
          <a:xfrm>
            <a:off x="8148638" y="1717675"/>
            <a:ext cx="508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7417" name="Rectangle 113">
            <a:extLst>
              <a:ext uri="{FF2B5EF4-FFF2-40B4-BE49-F238E27FC236}">
                <a16:creationId xmlns:a16="http://schemas.microsoft.com/office/drawing/2014/main" id="{7A32F9D6-099D-13D5-EF34-3444A76B65C7}"/>
              </a:ext>
            </a:extLst>
          </p:cNvPr>
          <p:cNvSpPr>
            <a:spLocks noChangeArrowheads="1"/>
          </p:cNvSpPr>
          <p:nvPr/>
        </p:nvSpPr>
        <p:spPr bwMode="auto">
          <a:xfrm>
            <a:off x="8655050" y="1554163"/>
            <a:ext cx="354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M</a:t>
            </a:r>
          </a:p>
        </p:txBody>
      </p:sp>
      <p:sp>
        <p:nvSpPr>
          <p:cNvPr id="57418" name="Line 114">
            <a:extLst>
              <a:ext uri="{FF2B5EF4-FFF2-40B4-BE49-F238E27FC236}">
                <a16:creationId xmlns:a16="http://schemas.microsoft.com/office/drawing/2014/main" id="{1EC4E0F6-3949-BF94-25F1-40A40FC2B022}"/>
              </a:ext>
            </a:extLst>
          </p:cNvPr>
          <p:cNvSpPr>
            <a:spLocks noChangeShapeType="1"/>
          </p:cNvSpPr>
          <p:nvPr/>
        </p:nvSpPr>
        <p:spPr bwMode="auto">
          <a:xfrm flipV="1">
            <a:off x="79835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19" name="Line 115">
            <a:extLst>
              <a:ext uri="{FF2B5EF4-FFF2-40B4-BE49-F238E27FC236}">
                <a16:creationId xmlns:a16="http://schemas.microsoft.com/office/drawing/2014/main" id="{A049674E-E02C-63DB-CBD0-1E37053111A5}"/>
              </a:ext>
            </a:extLst>
          </p:cNvPr>
          <p:cNvSpPr>
            <a:spLocks noChangeShapeType="1"/>
          </p:cNvSpPr>
          <p:nvPr/>
        </p:nvSpPr>
        <p:spPr bwMode="auto">
          <a:xfrm>
            <a:off x="8135938" y="4229100"/>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420" name="Line 131">
            <a:extLst>
              <a:ext uri="{FF2B5EF4-FFF2-40B4-BE49-F238E27FC236}">
                <a16:creationId xmlns:a16="http://schemas.microsoft.com/office/drawing/2014/main" id="{121C4487-2CE8-FDF4-1CF3-58C0BB7BA455}"/>
              </a:ext>
            </a:extLst>
          </p:cNvPr>
          <p:cNvSpPr>
            <a:spLocks noChangeShapeType="1"/>
          </p:cNvSpPr>
          <p:nvPr/>
        </p:nvSpPr>
        <p:spPr bwMode="auto">
          <a:xfrm flipH="1">
            <a:off x="6329363" y="3541713"/>
            <a:ext cx="1587" cy="576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1" name="Line 132">
            <a:extLst>
              <a:ext uri="{FF2B5EF4-FFF2-40B4-BE49-F238E27FC236}">
                <a16:creationId xmlns:a16="http://schemas.microsoft.com/office/drawing/2014/main" id="{DA5D84CB-9646-B8B3-D358-AD5B68BD73B6}"/>
              </a:ext>
            </a:extLst>
          </p:cNvPr>
          <p:cNvSpPr>
            <a:spLocks noChangeShapeType="1"/>
          </p:cNvSpPr>
          <p:nvPr/>
        </p:nvSpPr>
        <p:spPr bwMode="auto">
          <a:xfrm>
            <a:off x="6345238" y="3535363"/>
            <a:ext cx="455612"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2" name="Line 133">
            <a:extLst>
              <a:ext uri="{FF2B5EF4-FFF2-40B4-BE49-F238E27FC236}">
                <a16:creationId xmlns:a16="http://schemas.microsoft.com/office/drawing/2014/main" id="{2AA49E16-ED34-CD37-C6FC-1CD94B7A4C92}"/>
              </a:ext>
            </a:extLst>
          </p:cNvPr>
          <p:cNvSpPr>
            <a:spLocks noChangeShapeType="1"/>
          </p:cNvSpPr>
          <p:nvPr/>
        </p:nvSpPr>
        <p:spPr bwMode="auto">
          <a:xfrm>
            <a:off x="6332538" y="4140200"/>
            <a:ext cx="152400" cy="904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3" name="Line 135">
            <a:extLst>
              <a:ext uri="{FF2B5EF4-FFF2-40B4-BE49-F238E27FC236}">
                <a16:creationId xmlns:a16="http://schemas.microsoft.com/office/drawing/2014/main" id="{88D189FA-5362-20A0-E739-F6462B57BB9C}"/>
              </a:ext>
            </a:extLst>
          </p:cNvPr>
          <p:cNvSpPr>
            <a:spLocks noChangeShapeType="1"/>
          </p:cNvSpPr>
          <p:nvPr/>
        </p:nvSpPr>
        <p:spPr bwMode="auto">
          <a:xfrm>
            <a:off x="6811963" y="3819525"/>
            <a:ext cx="0" cy="790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4" name="Line 136">
            <a:extLst>
              <a:ext uri="{FF2B5EF4-FFF2-40B4-BE49-F238E27FC236}">
                <a16:creationId xmlns:a16="http://schemas.microsoft.com/office/drawing/2014/main" id="{B1ED15D1-2FEE-BB2C-DA53-4C3412F99A6D}"/>
              </a:ext>
            </a:extLst>
          </p:cNvPr>
          <p:cNvSpPr>
            <a:spLocks noChangeShapeType="1"/>
          </p:cNvSpPr>
          <p:nvPr/>
        </p:nvSpPr>
        <p:spPr bwMode="auto">
          <a:xfrm flipV="1">
            <a:off x="6348413" y="4251325"/>
            <a:ext cx="134937" cy="1444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5" name="Line 137">
            <a:extLst>
              <a:ext uri="{FF2B5EF4-FFF2-40B4-BE49-F238E27FC236}">
                <a16:creationId xmlns:a16="http://schemas.microsoft.com/office/drawing/2014/main" id="{90B8774B-B735-7E28-5934-A85A22F2FF75}"/>
              </a:ext>
            </a:extLst>
          </p:cNvPr>
          <p:cNvSpPr>
            <a:spLocks noChangeShapeType="1"/>
          </p:cNvSpPr>
          <p:nvPr/>
        </p:nvSpPr>
        <p:spPr bwMode="auto">
          <a:xfrm flipH="1">
            <a:off x="6359525" y="4379913"/>
            <a:ext cx="0" cy="561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6" name="Line 138">
            <a:extLst>
              <a:ext uri="{FF2B5EF4-FFF2-40B4-BE49-F238E27FC236}">
                <a16:creationId xmlns:a16="http://schemas.microsoft.com/office/drawing/2014/main" id="{45180697-283D-5BFA-1C83-BBD41B398DB0}"/>
              </a:ext>
            </a:extLst>
          </p:cNvPr>
          <p:cNvSpPr>
            <a:spLocks noChangeShapeType="1"/>
          </p:cNvSpPr>
          <p:nvPr/>
        </p:nvSpPr>
        <p:spPr bwMode="auto">
          <a:xfrm flipV="1">
            <a:off x="6375400" y="4611688"/>
            <a:ext cx="425450" cy="3159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7" name="Line 140">
            <a:extLst>
              <a:ext uri="{FF2B5EF4-FFF2-40B4-BE49-F238E27FC236}">
                <a16:creationId xmlns:a16="http://schemas.microsoft.com/office/drawing/2014/main" id="{133CBC5F-D780-44F8-EE5B-0DFA634AAE4F}"/>
              </a:ext>
            </a:extLst>
          </p:cNvPr>
          <p:cNvSpPr>
            <a:spLocks noChangeShapeType="1"/>
          </p:cNvSpPr>
          <p:nvPr/>
        </p:nvSpPr>
        <p:spPr bwMode="auto">
          <a:xfrm>
            <a:off x="5454650" y="2293938"/>
            <a:ext cx="7938" cy="3683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8" name="Line 141">
            <a:extLst>
              <a:ext uri="{FF2B5EF4-FFF2-40B4-BE49-F238E27FC236}">
                <a16:creationId xmlns:a16="http://schemas.microsoft.com/office/drawing/2014/main" id="{A1ECBCB0-33CB-DCF5-E125-8434E941F7A2}"/>
              </a:ext>
            </a:extLst>
          </p:cNvPr>
          <p:cNvSpPr>
            <a:spLocks noChangeShapeType="1"/>
          </p:cNvSpPr>
          <p:nvPr/>
        </p:nvSpPr>
        <p:spPr bwMode="auto">
          <a:xfrm>
            <a:off x="5467350" y="2293938"/>
            <a:ext cx="433388"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29" name="Line 142">
            <a:extLst>
              <a:ext uri="{FF2B5EF4-FFF2-40B4-BE49-F238E27FC236}">
                <a16:creationId xmlns:a16="http://schemas.microsoft.com/office/drawing/2014/main" id="{D3EAC325-3B59-B671-F286-84F6DBCF4F85}"/>
              </a:ext>
            </a:extLst>
          </p:cNvPr>
          <p:cNvSpPr>
            <a:spLocks noChangeShapeType="1"/>
          </p:cNvSpPr>
          <p:nvPr/>
        </p:nvSpPr>
        <p:spPr bwMode="auto">
          <a:xfrm>
            <a:off x="5468938" y="2689225"/>
            <a:ext cx="163512" cy="1666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0" name="Line 144">
            <a:extLst>
              <a:ext uri="{FF2B5EF4-FFF2-40B4-BE49-F238E27FC236}">
                <a16:creationId xmlns:a16="http://schemas.microsoft.com/office/drawing/2014/main" id="{13DF8626-A3E4-F659-0455-3D534B1ABC60}"/>
              </a:ext>
            </a:extLst>
          </p:cNvPr>
          <p:cNvSpPr>
            <a:spLocks noChangeShapeType="1"/>
          </p:cNvSpPr>
          <p:nvPr/>
        </p:nvSpPr>
        <p:spPr bwMode="auto">
          <a:xfrm>
            <a:off x="5911850" y="2578100"/>
            <a:ext cx="0" cy="542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1" name="Line 145">
            <a:extLst>
              <a:ext uri="{FF2B5EF4-FFF2-40B4-BE49-F238E27FC236}">
                <a16:creationId xmlns:a16="http://schemas.microsoft.com/office/drawing/2014/main" id="{A1FFA010-34B5-1238-C0F1-DB1B89D26FC1}"/>
              </a:ext>
            </a:extLst>
          </p:cNvPr>
          <p:cNvSpPr>
            <a:spLocks noChangeShapeType="1"/>
          </p:cNvSpPr>
          <p:nvPr/>
        </p:nvSpPr>
        <p:spPr bwMode="auto">
          <a:xfrm flipV="1">
            <a:off x="5487988" y="2871788"/>
            <a:ext cx="144462" cy="201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2" name="Line 146">
            <a:extLst>
              <a:ext uri="{FF2B5EF4-FFF2-40B4-BE49-F238E27FC236}">
                <a16:creationId xmlns:a16="http://schemas.microsoft.com/office/drawing/2014/main" id="{CF91E5DA-56FB-D738-2522-6195F2039BEA}"/>
              </a:ext>
            </a:extLst>
          </p:cNvPr>
          <p:cNvSpPr>
            <a:spLocks noChangeShapeType="1"/>
          </p:cNvSpPr>
          <p:nvPr/>
        </p:nvSpPr>
        <p:spPr bwMode="auto">
          <a:xfrm>
            <a:off x="5481638" y="3087688"/>
            <a:ext cx="11112" cy="3365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3" name="Line 147">
            <a:extLst>
              <a:ext uri="{FF2B5EF4-FFF2-40B4-BE49-F238E27FC236}">
                <a16:creationId xmlns:a16="http://schemas.microsoft.com/office/drawing/2014/main" id="{C72D38A4-6B0C-24D3-0603-881B948ED2FA}"/>
              </a:ext>
            </a:extLst>
          </p:cNvPr>
          <p:cNvSpPr>
            <a:spLocks noChangeShapeType="1"/>
          </p:cNvSpPr>
          <p:nvPr/>
        </p:nvSpPr>
        <p:spPr bwMode="auto">
          <a:xfrm flipV="1">
            <a:off x="5495925" y="3108325"/>
            <a:ext cx="404813" cy="31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4" name="Rectangle 148">
            <a:extLst>
              <a:ext uri="{FF2B5EF4-FFF2-40B4-BE49-F238E27FC236}">
                <a16:creationId xmlns:a16="http://schemas.microsoft.com/office/drawing/2014/main" id="{8B400483-5DEF-6EA7-A0E3-CFABF5D731CB}"/>
              </a:ext>
            </a:extLst>
          </p:cNvPr>
          <p:cNvSpPr>
            <a:spLocks noChangeArrowheads="1"/>
          </p:cNvSpPr>
          <p:nvPr/>
        </p:nvSpPr>
        <p:spPr bwMode="auto">
          <a:xfrm rot="5400000">
            <a:off x="5375276" y="2638425"/>
            <a:ext cx="7747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Adder</a:t>
            </a:r>
          </a:p>
        </p:txBody>
      </p:sp>
      <p:sp>
        <p:nvSpPr>
          <p:cNvPr id="57435" name="Rectangle 59">
            <a:extLst>
              <a:ext uri="{FF2B5EF4-FFF2-40B4-BE49-F238E27FC236}">
                <a16:creationId xmlns:a16="http://schemas.microsoft.com/office/drawing/2014/main" id="{DBF54DF9-26D8-DE99-E00F-7C66E039EEDC}"/>
              </a:ext>
            </a:extLst>
          </p:cNvPr>
          <p:cNvSpPr>
            <a:spLocks noChangeArrowheads="1"/>
          </p:cNvSpPr>
          <p:nvPr/>
        </p:nvSpPr>
        <p:spPr bwMode="auto">
          <a:xfrm>
            <a:off x="5505450" y="456088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1</a:t>
            </a:r>
          </a:p>
        </p:txBody>
      </p:sp>
      <p:sp>
        <p:nvSpPr>
          <p:cNvPr id="57436" name="Line 32">
            <a:extLst>
              <a:ext uri="{FF2B5EF4-FFF2-40B4-BE49-F238E27FC236}">
                <a16:creationId xmlns:a16="http://schemas.microsoft.com/office/drawing/2014/main" id="{A5C64120-26ED-6341-FDF9-B128262DDFD5}"/>
              </a:ext>
            </a:extLst>
          </p:cNvPr>
          <p:cNvSpPr>
            <a:spLocks noChangeShapeType="1"/>
          </p:cNvSpPr>
          <p:nvPr/>
        </p:nvSpPr>
        <p:spPr bwMode="auto">
          <a:xfrm>
            <a:off x="4999038" y="4741863"/>
            <a:ext cx="533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437" name="Line 33">
            <a:extLst>
              <a:ext uri="{FF2B5EF4-FFF2-40B4-BE49-F238E27FC236}">
                <a16:creationId xmlns:a16="http://schemas.microsoft.com/office/drawing/2014/main" id="{87BB29FF-B968-EC7D-0A82-4551625A94B7}"/>
              </a:ext>
            </a:extLst>
          </p:cNvPr>
          <p:cNvSpPr>
            <a:spLocks noChangeShapeType="1"/>
          </p:cNvSpPr>
          <p:nvPr/>
        </p:nvSpPr>
        <p:spPr bwMode="auto">
          <a:xfrm flipV="1">
            <a:off x="5272088" y="4646613"/>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38" name="Rectangle 34">
            <a:extLst>
              <a:ext uri="{FF2B5EF4-FFF2-40B4-BE49-F238E27FC236}">
                <a16:creationId xmlns:a16="http://schemas.microsoft.com/office/drawing/2014/main" id="{BEA94BFA-A7E0-4517-B9F4-A8114B4E7F7C}"/>
              </a:ext>
            </a:extLst>
          </p:cNvPr>
          <p:cNvSpPr>
            <a:spLocks noChangeArrowheads="1"/>
          </p:cNvSpPr>
          <p:nvPr/>
        </p:nvSpPr>
        <p:spPr bwMode="auto">
          <a:xfrm>
            <a:off x="4946650" y="47148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7439" name="Rectangle 35">
            <a:extLst>
              <a:ext uri="{FF2B5EF4-FFF2-40B4-BE49-F238E27FC236}">
                <a16:creationId xmlns:a16="http://schemas.microsoft.com/office/drawing/2014/main" id="{00434C77-F22F-64B2-40F2-06E74FE33129}"/>
              </a:ext>
            </a:extLst>
          </p:cNvPr>
          <p:cNvSpPr>
            <a:spLocks noChangeArrowheads="1"/>
          </p:cNvSpPr>
          <p:nvPr/>
        </p:nvSpPr>
        <p:spPr bwMode="auto">
          <a:xfrm>
            <a:off x="4551363" y="4576763"/>
            <a:ext cx="490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“4”</a:t>
            </a:r>
          </a:p>
        </p:txBody>
      </p:sp>
      <p:grpSp>
        <p:nvGrpSpPr>
          <p:cNvPr id="57440" name="Group 36">
            <a:extLst>
              <a:ext uri="{FF2B5EF4-FFF2-40B4-BE49-F238E27FC236}">
                <a16:creationId xmlns:a16="http://schemas.microsoft.com/office/drawing/2014/main" id="{C582A411-A494-4828-B753-D8A972C8035B}"/>
              </a:ext>
            </a:extLst>
          </p:cNvPr>
          <p:cNvGrpSpPr>
            <a:grpSpLocks/>
          </p:cNvGrpSpPr>
          <p:nvPr/>
        </p:nvGrpSpPr>
        <p:grpSpPr bwMode="auto">
          <a:xfrm>
            <a:off x="3973513" y="3259138"/>
            <a:ext cx="304800" cy="798512"/>
            <a:chOff x="3120" y="2696"/>
            <a:chExt cx="192" cy="773"/>
          </a:xfrm>
        </p:grpSpPr>
        <p:sp>
          <p:nvSpPr>
            <p:cNvPr id="57441" name="Line 37">
              <a:extLst>
                <a:ext uri="{FF2B5EF4-FFF2-40B4-BE49-F238E27FC236}">
                  <a16:creationId xmlns:a16="http://schemas.microsoft.com/office/drawing/2014/main" id="{5F9808F5-7F60-997F-1217-B94603AE9928}"/>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42" name="Line 38">
              <a:extLst>
                <a:ext uri="{FF2B5EF4-FFF2-40B4-BE49-F238E27FC236}">
                  <a16:creationId xmlns:a16="http://schemas.microsoft.com/office/drawing/2014/main" id="{62988137-B31F-579D-479E-71F5596F0BE5}"/>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43" name="Line 39">
              <a:extLst>
                <a:ext uri="{FF2B5EF4-FFF2-40B4-BE49-F238E27FC236}">
                  <a16:creationId xmlns:a16="http://schemas.microsoft.com/office/drawing/2014/main" id="{9A936531-E252-C9FA-981E-B11C3B93E09F}"/>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44" name="Line 40">
              <a:extLst>
                <a:ext uri="{FF2B5EF4-FFF2-40B4-BE49-F238E27FC236}">
                  <a16:creationId xmlns:a16="http://schemas.microsoft.com/office/drawing/2014/main" id="{AF64BC6D-8835-3D3A-9A86-DFFC8AFA976F}"/>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7445" name="Line 44">
            <a:extLst>
              <a:ext uri="{FF2B5EF4-FFF2-40B4-BE49-F238E27FC236}">
                <a16:creationId xmlns:a16="http://schemas.microsoft.com/office/drawing/2014/main" id="{92DB8632-2687-A2E4-A822-A86AB34E601D}"/>
              </a:ext>
            </a:extLst>
          </p:cNvPr>
          <p:cNvSpPr>
            <a:spLocks noChangeShapeType="1"/>
          </p:cNvSpPr>
          <p:nvPr/>
        </p:nvSpPr>
        <p:spPr bwMode="auto">
          <a:xfrm flipV="1">
            <a:off x="2732088" y="3849688"/>
            <a:ext cx="12414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446" name="Rectangle 58">
            <a:extLst>
              <a:ext uri="{FF2B5EF4-FFF2-40B4-BE49-F238E27FC236}">
                <a16:creationId xmlns:a16="http://schemas.microsoft.com/office/drawing/2014/main" id="{8FB23BF6-B475-BEA0-F745-F2E80E5F209C}"/>
              </a:ext>
            </a:extLst>
          </p:cNvPr>
          <p:cNvSpPr>
            <a:spLocks noChangeArrowheads="1"/>
          </p:cNvSpPr>
          <p:nvPr/>
        </p:nvSpPr>
        <p:spPr bwMode="auto">
          <a:xfrm>
            <a:off x="3932238" y="3271838"/>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1</a:t>
            </a:r>
          </a:p>
        </p:txBody>
      </p:sp>
      <p:sp>
        <p:nvSpPr>
          <p:cNvPr id="57447" name="Rectangle 59">
            <a:extLst>
              <a:ext uri="{FF2B5EF4-FFF2-40B4-BE49-F238E27FC236}">
                <a16:creationId xmlns:a16="http://schemas.microsoft.com/office/drawing/2014/main" id="{30A00F42-26B2-65C0-B577-6AB62B17C1B5}"/>
              </a:ext>
            </a:extLst>
          </p:cNvPr>
          <p:cNvSpPr>
            <a:spLocks noChangeArrowheads="1"/>
          </p:cNvSpPr>
          <p:nvPr/>
        </p:nvSpPr>
        <p:spPr bwMode="auto">
          <a:xfrm>
            <a:off x="3932238" y="3667125"/>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0</a:t>
            </a:r>
          </a:p>
        </p:txBody>
      </p:sp>
      <p:sp>
        <p:nvSpPr>
          <p:cNvPr id="57448" name="Line 16">
            <a:extLst>
              <a:ext uri="{FF2B5EF4-FFF2-40B4-BE49-F238E27FC236}">
                <a16:creationId xmlns:a16="http://schemas.microsoft.com/office/drawing/2014/main" id="{BC0D65DE-2ED1-5F34-5435-46F5BA7B72DE}"/>
              </a:ext>
            </a:extLst>
          </p:cNvPr>
          <p:cNvSpPr>
            <a:spLocks noChangeShapeType="1"/>
          </p:cNvSpPr>
          <p:nvPr/>
        </p:nvSpPr>
        <p:spPr bwMode="auto">
          <a:xfrm>
            <a:off x="3646488" y="3432175"/>
            <a:ext cx="3270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449" name="Line 78">
            <a:extLst>
              <a:ext uri="{FF2B5EF4-FFF2-40B4-BE49-F238E27FC236}">
                <a16:creationId xmlns:a16="http://schemas.microsoft.com/office/drawing/2014/main" id="{511BC63C-78C9-DF8C-0652-5E1D33CFB52E}"/>
              </a:ext>
            </a:extLst>
          </p:cNvPr>
          <p:cNvSpPr>
            <a:spLocks noChangeShapeType="1"/>
          </p:cNvSpPr>
          <p:nvPr/>
        </p:nvSpPr>
        <p:spPr bwMode="auto">
          <a:xfrm>
            <a:off x="3646488" y="2493963"/>
            <a:ext cx="0" cy="9525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50" name="Oval 94">
            <a:extLst>
              <a:ext uri="{FF2B5EF4-FFF2-40B4-BE49-F238E27FC236}">
                <a16:creationId xmlns:a16="http://schemas.microsoft.com/office/drawing/2014/main" id="{554FE059-9797-24BA-554E-9198A5288C2A}"/>
              </a:ext>
            </a:extLst>
          </p:cNvPr>
          <p:cNvSpPr>
            <a:spLocks noChangeArrowheads="1"/>
          </p:cNvSpPr>
          <p:nvPr/>
        </p:nvSpPr>
        <p:spPr bwMode="auto">
          <a:xfrm>
            <a:off x="3602038" y="2451100"/>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57451" name="Oval 94">
            <a:extLst>
              <a:ext uri="{FF2B5EF4-FFF2-40B4-BE49-F238E27FC236}">
                <a16:creationId xmlns:a16="http://schemas.microsoft.com/office/drawing/2014/main" id="{9F7997EF-B53C-7E40-39AC-C96D85960AC1}"/>
              </a:ext>
            </a:extLst>
          </p:cNvPr>
          <p:cNvSpPr>
            <a:spLocks noChangeArrowheads="1"/>
          </p:cNvSpPr>
          <p:nvPr/>
        </p:nvSpPr>
        <p:spPr bwMode="auto">
          <a:xfrm>
            <a:off x="4510088" y="5068888"/>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57452" name="Line 48">
            <a:extLst>
              <a:ext uri="{FF2B5EF4-FFF2-40B4-BE49-F238E27FC236}">
                <a16:creationId xmlns:a16="http://schemas.microsoft.com/office/drawing/2014/main" id="{89FE62AB-1411-B1B9-3AF0-C185821D9E5D}"/>
              </a:ext>
            </a:extLst>
          </p:cNvPr>
          <p:cNvSpPr>
            <a:spLocks noChangeShapeType="1"/>
          </p:cNvSpPr>
          <p:nvPr/>
        </p:nvSpPr>
        <p:spPr bwMode="auto">
          <a:xfrm flipH="1">
            <a:off x="4135438" y="3989388"/>
            <a:ext cx="0" cy="1763712"/>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53" name="Rectangle 80">
            <a:extLst>
              <a:ext uri="{FF2B5EF4-FFF2-40B4-BE49-F238E27FC236}">
                <a16:creationId xmlns:a16="http://schemas.microsoft.com/office/drawing/2014/main" id="{E5D2CBCA-F347-7B62-4646-2D6D6BDB9BF7}"/>
              </a:ext>
            </a:extLst>
          </p:cNvPr>
          <p:cNvSpPr>
            <a:spLocks noChangeArrowheads="1"/>
          </p:cNvSpPr>
          <p:nvPr/>
        </p:nvSpPr>
        <p:spPr bwMode="auto">
          <a:xfrm>
            <a:off x="5765800"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2</a:t>
            </a:r>
          </a:p>
        </p:txBody>
      </p:sp>
      <p:sp>
        <p:nvSpPr>
          <p:cNvPr id="57454" name="Line 81">
            <a:extLst>
              <a:ext uri="{FF2B5EF4-FFF2-40B4-BE49-F238E27FC236}">
                <a16:creationId xmlns:a16="http://schemas.microsoft.com/office/drawing/2014/main" id="{E6F6B6F9-CADB-7D40-369A-7DE8344B8CF2}"/>
              </a:ext>
            </a:extLst>
          </p:cNvPr>
          <p:cNvSpPr>
            <a:spLocks noChangeShapeType="1"/>
          </p:cNvSpPr>
          <p:nvPr/>
        </p:nvSpPr>
        <p:spPr bwMode="auto">
          <a:xfrm flipH="1">
            <a:off x="5646738"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455" name="Rectangle 49">
            <a:extLst>
              <a:ext uri="{FF2B5EF4-FFF2-40B4-BE49-F238E27FC236}">
                <a16:creationId xmlns:a16="http://schemas.microsoft.com/office/drawing/2014/main" id="{DE82D8A8-38FC-4C9E-F756-92010CBDB1A4}"/>
              </a:ext>
            </a:extLst>
          </p:cNvPr>
          <p:cNvSpPr>
            <a:spLocks noChangeArrowheads="1"/>
          </p:cNvSpPr>
          <p:nvPr/>
        </p:nvSpPr>
        <p:spPr bwMode="auto">
          <a:xfrm>
            <a:off x="3621088" y="5695950"/>
            <a:ext cx="1273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ALUASrc=x</a:t>
            </a:r>
          </a:p>
        </p:txBody>
      </p:sp>
      <p:sp>
        <p:nvSpPr>
          <p:cNvPr id="57456" name="Line 56">
            <a:extLst>
              <a:ext uri="{FF2B5EF4-FFF2-40B4-BE49-F238E27FC236}">
                <a16:creationId xmlns:a16="http://schemas.microsoft.com/office/drawing/2014/main" id="{76DC1194-DE75-A421-D97C-029F44679AEC}"/>
              </a:ext>
            </a:extLst>
          </p:cNvPr>
          <p:cNvSpPr>
            <a:spLocks noChangeShapeType="1"/>
          </p:cNvSpPr>
          <p:nvPr/>
        </p:nvSpPr>
        <p:spPr bwMode="auto">
          <a:xfrm flipH="1">
            <a:off x="8135938" y="3867150"/>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7457" name="Line 56">
            <a:extLst>
              <a:ext uri="{FF2B5EF4-FFF2-40B4-BE49-F238E27FC236}">
                <a16:creationId xmlns:a16="http://schemas.microsoft.com/office/drawing/2014/main" id="{549FF0D1-AC6E-A712-482E-B1807DCA7243}"/>
              </a:ext>
            </a:extLst>
          </p:cNvPr>
          <p:cNvSpPr>
            <a:spLocks noChangeShapeType="1"/>
          </p:cNvSpPr>
          <p:nvPr/>
        </p:nvSpPr>
        <p:spPr bwMode="auto">
          <a:xfrm flipH="1">
            <a:off x="8123238" y="2843213"/>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318">
                                            <p:txEl>
                                              <p:pRg st="0" end="0"/>
                                            </p:txEl>
                                          </p:spTgt>
                                        </p:tgtEl>
                                        <p:attrNameLst>
                                          <p:attrName>style.visibility</p:attrName>
                                        </p:attrNameLst>
                                      </p:cBhvr>
                                      <p:to>
                                        <p:strVal val="visible"/>
                                      </p:to>
                                    </p:set>
                                    <p:animEffect transition="in" filter="blinds(horizontal)">
                                      <p:cBhvr>
                                        <p:cTn id="7" dur="500"/>
                                        <p:tgtEl>
                                          <p:spTgt spid="513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C85CD31F-3BE5-35E7-E70B-5EDAAA8B4749}"/>
              </a:ext>
            </a:extLst>
          </p:cNvPr>
          <p:cNvSpPr>
            <a:spLocks noGrp="1" noChangeArrowheads="1"/>
          </p:cNvSpPr>
          <p:nvPr>
            <p:ph type="title"/>
          </p:nvPr>
        </p:nvSpPr>
        <p:spPr>
          <a:xfrm>
            <a:off x="769938" y="184150"/>
            <a:ext cx="7685087" cy="373063"/>
          </a:xfrm>
        </p:spPr>
        <p:txBody>
          <a:bodyPr/>
          <a:lstStyle/>
          <a:p>
            <a:r>
              <a:rPr lang="zh-CN" altLang="en-US">
                <a:ea typeface="宋体" panose="02010600030101010101" pitchFamily="2" charset="-122"/>
              </a:rPr>
              <a:t>执行部件（</a:t>
            </a:r>
            <a:r>
              <a:rPr lang="en-US" altLang="zh-CN">
                <a:ea typeface="宋体" panose="02010600030101010101" pitchFamily="2" charset="-122"/>
              </a:rPr>
              <a:t>Exec Unit</a:t>
            </a:r>
            <a:r>
              <a:rPr lang="zh-CN" altLang="en-US">
                <a:ea typeface="宋体" panose="02010600030101010101" pitchFamily="2" charset="-122"/>
              </a:rPr>
              <a:t>）的设计：</a:t>
            </a:r>
            <a:r>
              <a:rPr lang="en-US" altLang="zh-CN">
                <a:ea typeface="宋体" panose="02010600030101010101" pitchFamily="2" charset="-122"/>
              </a:rPr>
              <a:t>B</a:t>
            </a:r>
            <a:r>
              <a:rPr lang="zh-CN" altLang="en-US">
                <a:ea typeface="宋体" panose="02010600030101010101" pitchFamily="2" charset="-122"/>
              </a:rPr>
              <a:t>型指令</a:t>
            </a:r>
            <a:endParaRPr lang="en-US" altLang="zh-CN">
              <a:ea typeface="宋体" panose="02010600030101010101" pitchFamily="2" charset="-122"/>
            </a:endParaRPr>
          </a:p>
        </p:txBody>
      </p:sp>
      <p:grpSp>
        <p:nvGrpSpPr>
          <p:cNvPr id="59394" name="Group 119">
            <a:extLst>
              <a:ext uri="{FF2B5EF4-FFF2-40B4-BE49-F238E27FC236}">
                <a16:creationId xmlns:a16="http://schemas.microsoft.com/office/drawing/2014/main" id="{137469F2-C1B5-A3FC-BB60-D5DA743DB977}"/>
              </a:ext>
            </a:extLst>
          </p:cNvPr>
          <p:cNvGrpSpPr>
            <a:grpSpLocks/>
          </p:cNvGrpSpPr>
          <p:nvPr/>
        </p:nvGrpSpPr>
        <p:grpSpPr bwMode="auto">
          <a:xfrm>
            <a:off x="7821613" y="622300"/>
            <a:ext cx="1219200" cy="1041400"/>
            <a:chOff x="4830" y="396"/>
            <a:chExt cx="868" cy="656"/>
          </a:xfrm>
        </p:grpSpPr>
        <p:sp>
          <p:nvSpPr>
            <p:cNvPr id="59395" name="Oval 106">
              <a:extLst>
                <a:ext uri="{FF2B5EF4-FFF2-40B4-BE49-F238E27FC236}">
                  <a16:creationId xmlns:a16="http://schemas.microsoft.com/office/drawing/2014/main" id="{B6D79741-4AE1-9F84-F945-17BA6BE21EAC}"/>
                </a:ext>
              </a:extLst>
            </p:cNvPr>
            <p:cNvSpPr>
              <a:spLocks noChangeArrowheads="1"/>
            </p:cNvSpPr>
            <p:nvPr/>
          </p:nvSpPr>
          <p:spPr bwMode="auto">
            <a:xfrm>
              <a:off x="4891" y="580"/>
              <a:ext cx="88" cy="472"/>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59396" name="Rectangle 107">
              <a:extLst>
                <a:ext uri="{FF2B5EF4-FFF2-40B4-BE49-F238E27FC236}">
                  <a16:creationId xmlns:a16="http://schemas.microsoft.com/office/drawing/2014/main" id="{D41E3F76-ED83-CA23-105C-EC40EA7051ED}"/>
                </a:ext>
              </a:extLst>
            </p:cNvPr>
            <p:cNvSpPr>
              <a:spLocks noChangeArrowheads="1"/>
            </p:cNvSpPr>
            <p:nvPr/>
          </p:nvSpPr>
          <p:spPr bwMode="auto">
            <a:xfrm>
              <a:off x="4830" y="396"/>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1"/>
                  </a:solidFill>
                  <a:ea typeface="宋体" panose="02010600030101010101" pitchFamily="2" charset="-122"/>
                </a:rPr>
                <a:t>You are here!</a:t>
              </a:r>
            </a:p>
          </p:txBody>
        </p:sp>
        <p:sp>
          <p:nvSpPr>
            <p:cNvPr id="59397" name="Line 108">
              <a:extLst>
                <a:ext uri="{FF2B5EF4-FFF2-40B4-BE49-F238E27FC236}">
                  <a16:creationId xmlns:a16="http://schemas.microsoft.com/office/drawing/2014/main" id="{A5D775E7-D7C3-7C45-2AD1-FE1A790F77FC}"/>
                </a:ext>
              </a:extLst>
            </p:cNvPr>
            <p:cNvSpPr>
              <a:spLocks noChangeShapeType="1"/>
            </p:cNvSpPr>
            <p:nvPr/>
          </p:nvSpPr>
          <p:spPr bwMode="auto">
            <a:xfrm flipH="1">
              <a:off x="4979" y="628"/>
              <a:ext cx="248" cy="184"/>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1318" name="Text Box 118">
            <a:extLst>
              <a:ext uri="{FF2B5EF4-FFF2-40B4-BE49-F238E27FC236}">
                <a16:creationId xmlns:a16="http://schemas.microsoft.com/office/drawing/2014/main" id="{24330A52-186B-6266-B61D-182CDC329DE6}"/>
              </a:ext>
            </a:extLst>
          </p:cNvPr>
          <p:cNvSpPr txBox="1">
            <a:spLocks noChangeArrowheads="1"/>
          </p:cNvSpPr>
          <p:nvPr/>
        </p:nvSpPr>
        <p:spPr bwMode="auto">
          <a:xfrm>
            <a:off x="103188" y="627063"/>
            <a:ext cx="7094537"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15000"/>
              </a:lnSpc>
              <a:spcBef>
                <a:spcPct val="20000"/>
              </a:spcBef>
            </a:pPr>
            <a:r>
              <a:rPr lang="zh-CN" altLang="en-US" sz="1800">
                <a:solidFill>
                  <a:srgbClr val="008000"/>
                </a:solidFill>
                <a:latin typeface="Arial" panose="020B0604020202020204" pitchFamily="34" charset="0"/>
                <a:ea typeface="黑体" panose="02010609060101010101" pitchFamily="49" charset="-122"/>
              </a:rPr>
              <a:t>执行部件功能是：</a:t>
            </a:r>
            <a:r>
              <a:rPr lang="en-US" altLang="zh-CN" sz="1800">
                <a:solidFill>
                  <a:srgbClr val="3399FF"/>
                </a:solidFill>
                <a:latin typeface="Arial" panose="020B0604020202020204" pitchFamily="34" charset="0"/>
                <a:ea typeface="黑体" panose="02010609060101010101" pitchFamily="49" charset="-122"/>
              </a:rPr>
              <a:t>ALU</a:t>
            </a:r>
            <a:r>
              <a:rPr lang="zh-CN" altLang="en-US" sz="1800">
                <a:solidFill>
                  <a:srgbClr val="3399FF"/>
                </a:solidFill>
                <a:latin typeface="Arial" panose="020B0604020202020204" pitchFamily="34" charset="0"/>
                <a:ea typeface="黑体" panose="02010609060101010101" pitchFamily="49" charset="-122"/>
              </a:rPr>
              <a:t>运算判</a:t>
            </a:r>
            <a:r>
              <a:rPr lang="en-US" altLang="zh-CN" sz="1800">
                <a:solidFill>
                  <a:srgbClr val="3399FF"/>
                </a:solidFill>
                <a:latin typeface="Arial" panose="020B0604020202020204" pitchFamily="34" charset="0"/>
                <a:ea typeface="黑体" panose="02010609060101010101" pitchFamily="49" charset="-122"/>
              </a:rPr>
              <a:t>0</a:t>
            </a:r>
            <a:r>
              <a:rPr lang="zh-CN" altLang="en-US" sz="1800">
                <a:solidFill>
                  <a:srgbClr val="3399FF"/>
                </a:solidFill>
                <a:latin typeface="Arial" panose="020B0604020202020204" pitchFamily="34" charset="0"/>
                <a:ea typeface="黑体" panose="02010609060101010101" pitchFamily="49" charset="-122"/>
              </a:rPr>
              <a:t>，转移目标地址的计算</a:t>
            </a:r>
          </a:p>
        </p:txBody>
      </p:sp>
      <p:sp>
        <p:nvSpPr>
          <p:cNvPr id="59399" name="Rectangle 4">
            <a:extLst>
              <a:ext uri="{FF2B5EF4-FFF2-40B4-BE49-F238E27FC236}">
                <a16:creationId xmlns:a16="http://schemas.microsoft.com/office/drawing/2014/main" id="{7C718145-0C46-8A0B-F813-32F7772D9886}"/>
              </a:ext>
            </a:extLst>
          </p:cNvPr>
          <p:cNvSpPr>
            <a:spLocks noChangeArrowheads="1"/>
          </p:cNvSpPr>
          <p:nvPr/>
        </p:nvSpPr>
        <p:spPr bwMode="auto">
          <a:xfrm>
            <a:off x="2424113" y="2376488"/>
            <a:ext cx="288925" cy="3175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9400" name="Oval 5">
            <a:extLst>
              <a:ext uri="{FF2B5EF4-FFF2-40B4-BE49-F238E27FC236}">
                <a16:creationId xmlns:a16="http://schemas.microsoft.com/office/drawing/2014/main" id="{29FE37ED-1D27-D3FA-A0BC-737FA8BBEF43}"/>
              </a:ext>
            </a:extLst>
          </p:cNvPr>
          <p:cNvSpPr>
            <a:spLocks noChangeArrowheads="1"/>
          </p:cNvSpPr>
          <p:nvPr/>
        </p:nvSpPr>
        <p:spPr bwMode="auto">
          <a:xfrm>
            <a:off x="2500313" y="2224088"/>
            <a:ext cx="136525"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9401" name="Rectangle 6">
            <a:extLst>
              <a:ext uri="{FF2B5EF4-FFF2-40B4-BE49-F238E27FC236}">
                <a16:creationId xmlns:a16="http://schemas.microsoft.com/office/drawing/2014/main" id="{5D050C9A-603E-A909-7032-4DA1FBE8A738}"/>
              </a:ext>
            </a:extLst>
          </p:cNvPr>
          <p:cNvSpPr>
            <a:spLocks noChangeArrowheads="1"/>
          </p:cNvSpPr>
          <p:nvPr/>
        </p:nvSpPr>
        <p:spPr bwMode="auto">
          <a:xfrm rot="5400000">
            <a:off x="2211388" y="3678238"/>
            <a:ext cx="7016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ID/Ex</a:t>
            </a:r>
          </a:p>
        </p:txBody>
      </p:sp>
      <p:sp>
        <p:nvSpPr>
          <p:cNvPr id="59402" name="Line 7">
            <a:extLst>
              <a:ext uri="{FF2B5EF4-FFF2-40B4-BE49-F238E27FC236}">
                <a16:creationId xmlns:a16="http://schemas.microsoft.com/office/drawing/2014/main" id="{441FAB84-61B3-634A-FAFA-B69648FAC37C}"/>
              </a:ext>
            </a:extLst>
          </p:cNvPr>
          <p:cNvSpPr>
            <a:spLocks noChangeShapeType="1"/>
          </p:cNvSpPr>
          <p:nvPr/>
        </p:nvSpPr>
        <p:spPr bwMode="auto">
          <a:xfrm>
            <a:off x="2573338" y="2071688"/>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3" name="Rectangle 8">
            <a:extLst>
              <a:ext uri="{FF2B5EF4-FFF2-40B4-BE49-F238E27FC236}">
                <a16:creationId xmlns:a16="http://schemas.microsoft.com/office/drawing/2014/main" id="{EFBC87BA-16FF-0C8F-544A-5573AB25E26F}"/>
              </a:ext>
            </a:extLst>
          </p:cNvPr>
          <p:cNvSpPr>
            <a:spLocks noChangeArrowheads="1"/>
          </p:cNvSpPr>
          <p:nvPr/>
        </p:nvSpPr>
        <p:spPr bwMode="auto">
          <a:xfrm>
            <a:off x="7834313" y="2376488"/>
            <a:ext cx="288925" cy="3176587"/>
          </a:xfrm>
          <a:prstGeom prst="rect">
            <a:avLst/>
          </a:prstGeom>
          <a:noFill/>
          <a:ln w="254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9404" name="Oval 9">
            <a:extLst>
              <a:ext uri="{FF2B5EF4-FFF2-40B4-BE49-F238E27FC236}">
                <a16:creationId xmlns:a16="http://schemas.microsoft.com/office/drawing/2014/main" id="{945B9A35-738C-79C6-0A97-3F365A45E870}"/>
              </a:ext>
            </a:extLst>
          </p:cNvPr>
          <p:cNvSpPr>
            <a:spLocks noChangeArrowheads="1"/>
          </p:cNvSpPr>
          <p:nvPr/>
        </p:nvSpPr>
        <p:spPr bwMode="auto">
          <a:xfrm>
            <a:off x="7910513" y="2225675"/>
            <a:ext cx="136525" cy="123825"/>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59405" name="Rectangle 10">
            <a:extLst>
              <a:ext uri="{FF2B5EF4-FFF2-40B4-BE49-F238E27FC236}">
                <a16:creationId xmlns:a16="http://schemas.microsoft.com/office/drawing/2014/main" id="{3C61F155-4ECB-6D53-BA1D-71EDB4C239B2}"/>
              </a:ext>
            </a:extLst>
          </p:cNvPr>
          <p:cNvSpPr>
            <a:spLocks noChangeArrowheads="1"/>
          </p:cNvSpPr>
          <p:nvPr/>
        </p:nvSpPr>
        <p:spPr bwMode="auto">
          <a:xfrm rot="5400000">
            <a:off x="7616825" y="3684588"/>
            <a:ext cx="717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EX/M</a:t>
            </a:r>
          </a:p>
        </p:txBody>
      </p:sp>
      <p:sp>
        <p:nvSpPr>
          <p:cNvPr id="59406" name="Line 11">
            <a:extLst>
              <a:ext uri="{FF2B5EF4-FFF2-40B4-BE49-F238E27FC236}">
                <a16:creationId xmlns:a16="http://schemas.microsoft.com/office/drawing/2014/main" id="{798CB22E-E76A-98C0-8C8D-CE31B06FF43F}"/>
              </a:ext>
            </a:extLst>
          </p:cNvPr>
          <p:cNvSpPr>
            <a:spLocks noChangeShapeType="1"/>
          </p:cNvSpPr>
          <p:nvPr/>
        </p:nvSpPr>
        <p:spPr bwMode="auto">
          <a:xfrm>
            <a:off x="7983538" y="2070100"/>
            <a:ext cx="0" cy="128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7" name="Line 16">
            <a:extLst>
              <a:ext uri="{FF2B5EF4-FFF2-40B4-BE49-F238E27FC236}">
                <a16:creationId xmlns:a16="http://schemas.microsoft.com/office/drawing/2014/main" id="{3E0F4F8E-F0BA-7BFB-CC26-569287B16F5E}"/>
              </a:ext>
            </a:extLst>
          </p:cNvPr>
          <p:cNvSpPr>
            <a:spLocks noChangeShapeType="1"/>
          </p:cNvSpPr>
          <p:nvPr/>
        </p:nvSpPr>
        <p:spPr bwMode="auto">
          <a:xfrm>
            <a:off x="4554538" y="3289300"/>
            <a:ext cx="928687"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8" name="Line 28">
            <a:extLst>
              <a:ext uri="{FF2B5EF4-FFF2-40B4-BE49-F238E27FC236}">
                <a16:creationId xmlns:a16="http://schemas.microsoft.com/office/drawing/2014/main" id="{A69D4B13-0393-75A1-F404-73BDAEF8E136}"/>
              </a:ext>
            </a:extLst>
          </p:cNvPr>
          <p:cNvSpPr>
            <a:spLocks noChangeShapeType="1"/>
          </p:cNvSpPr>
          <p:nvPr/>
        </p:nvSpPr>
        <p:spPr bwMode="auto">
          <a:xfrm>
            <a:off x="4278313" y="3668713"/>
            <a:ext cx="2079625"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9" name="Line 29">
            <a:extLst>
              <a:ext uri="{FF2B5EF4-FFF2-40B4-BE49-F238E27FC236}">
                <a16:creationId xmlns:a16="http://schemas.microsoft.com/office/drawing/2014/main" id="{248DF24A-5502-A83C-43FD-B981724DD389}"/>
              </a:ext>
            </a:extLst>
          </p:cNvPr>
          <p:cNvSpPr>
            <a:spLocks noChangeShapeType="1"/>
          </p:cNvSpPr>
          <p:nvPr/>
        </p:nvSpPr>
        <p:spPr bwMode="auto">
          <a:xfrm flipH="1">
            <a:off x="3557588" y="3743325"/>
            <a:ext cx="88900" cy="166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0" name="Rectangle 30">
            <a:extLst>
              <a:ext uri="{FF2B5EF4-FFF2-40B4-BE49-F238E27FC236}">
                <a16:creationId xmlns:a16="http://schemas.microsoft.com/office/drawing/2014/main" id="{20D2345A-326C-0EE5-99ED-7511C240D0C9}"/>
              </a:ext>
            </a:extLst>
          </p:cNvPr>
          <p:cNvSpPr>
            <a:spLocks noChangeArrowheads="1"/>
          </p:cNvSpPr>
          <p:nvPr/>
        </p:nvSpPr>
        <p:spPr bwMode="auto">
          <a:xfrm>
            <a:off x="3244850" y="38004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9411" name="Rectangle 31">
            <a:extLst>
              <a:ext uri="{FF2B5EF4-FFF2-40B4-BE49-F238E27FC236}">
                <a16:creationId xmlns:a16="http://schemas.microsoft.com/office/drawing/2014/main" id="{6E4EFD8D-B99E-46D9-740C-C8D8A1F32AE1}"/>
              </a:ext>
            </a:extLst>
          </p:cNvPr>
          <p:cNvSpPr>
            <a:spLocks noChangeArrowheads="1"/>
          </p:cNvSpPr>
          <p:nvPr/>
        </p:nvSpPr>
        <p:spPr bwMode="auto">
          <a:xfrm>
            <a:off x="2787650" y="3511550"/>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59412" name="Line 32">
            <a:extLst>
              <a:ext uri="{FF2B5EF4-FFF2-40B4-BE49-F238E27FC236}">
                <a16:creationId xmlns:a16="http://schemas.microsoft.com/office/drawing/2014/main" id="{795D72C4-F09C-A03D-715F-C113AB2386E3}"/>
              </a:ext>
            </a:extLst>
          </p:cNvPr>
          <p:cNvSpPr>
            <a:spLocks noChangeShapeType="1"/>
          </p:cNvSpPr>
          <p:nvPr/>
        </p:nvSpPr>
        <p:spPr bwMode="auto">
          <a:xfrm>
            <a:off x="2738438" y="4344988"/>
            <a:ext cx="2794000"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13" name="Line 33">
            <a:extLst>
              <a:ext uri="{FF2B5EF4-FFF2-40B4-BE49-F238E27FC236}">
                <a16:creationId xmlns:a16="http://schemas.microsoft.com/office/drawing/2014/main" id="{26C341BD-B082-C851-F1B1-28273547E873}"/>
              </a:ext>
            </a:extLst>
          </p:cNvPr>
          <p:cNvSpPr>
            <a:spLocks noChangeShapeType="1"/>
          </p:cNvSpPr>
          <p:nvPr/>
        </p:nvSpPr>
        <p:spPr bwMode="auto">
          <a:xfrm flipV="1">
            <a:off x="3722688" y="4262438"/>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4" name="Rectangle 34">
            <a:extLst>
              <a:ext uri="{FF2B5EF4-FFF2-40B4-BE49-F238E27FC236}">
                <a16:creationId xmlns:a16="http://schemas.microsoft.com/office/drawing/2014/main" id="{5C5E9562-47FA-E640-983B-80AA86C927E0}"/>
              </a:ext>
            </a:extLst>
          </p:cNvPr>
          <p:cNvSpPr>
            <a:spLocks noChangeArrowheads="1"/>
          </p:cNvSpPr>
          <p:nvPr/>
        </p:nvSpPr>
        <p:spPr bwMode="auto">
          <a:xfrm>
            <a:off x="3397250" y="433070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9415" name="Rectangle 35">
            <a:extLst>
              <a:ext uri="{FF2B5EF4-FFF2-40B4-BE49-F238E27FC236}">
                <a16:creationId xmlns:a16="http://schemas.microsoft.com/office/drawing/2014/main" id="{08812C18-3375-9FED-FDD7-60046C7344D6}"/>
              </a:ext>
            </a:extLst>
          </p:cNvPr>
          <p:cNvSpPr>
            <a:spLocks noChangeArrowheads="1"/>
          </p:cNvSpPr>
          <p:nvPr/>
        </p:nvSpPr>
        <p:spPr bwMode="auto">
          <a:xfrm>
            <a:off x="2787650" y="4046538"/>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grpSp>
        <p:nvGrpSpPr>
          <p:cNvPr id="59416" name="Group 36">
            <a:extLst>
              <a:ext uri="{FF2B5EF4-FFF2-40B4-BE49-F238E27FC236}">
                <a16:creationId xmlns:a16="http://schemas.microsoft.com/office/drawing/2014/main" id="{CA6ECE90-772B-3544-74D5-574E39847CB0}"/>
              </a:ext>
            </a:extLst>
          </p:cNvPr>
          <p:cNvGrpSpPr>
            <a:grpSpLocks/>
          </p:cNvGrpSpPr>
          <p:nvPr/>
        </p:nvGrpSpPr>
        <p:grpSpPr bwMode="auto">
          <a:xfrm>
            <a:off x="5545138" y="4122738"/>
            <a:ext cx="304800" cy="1227137"/>
            <a:chOff x="3120" y="2696"/>
            <a:chExt cx="192" cy="773"/>
          </a:xfrm>
        </p:grpSpPr>
        <p:sp>
          <p:nvSpPr>
            <p:cNvPr id="59417" name="Line 37">
              <a:extLst>
                <a:ext uri="{FF2B5EF4-FFF2-40B4-BE49-F238E27FC236}">
                  <a16:creationId xmlns:a16="http://schemas.microsoft.com/office/drawing/2014/main" id="{5ECBA07C-DC54-4CE0-1694-7EDC92CB7EB3}"/>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8" name="Line 38">
              <a:extLst>
                <a:ext uri="{FF2B5EF4-FFF2-40B4-BE49-F238E27FC236}">
                  <a16:creationId xmlns:a16="http://schemas.microsoft.com/office/drawing/2014/main" id="{B6C71B1A-DC5C-E35C-D040-724C1731DE60}"/>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9" name="Line 39">
              <a:extLst>
                <a:ext uri="{FF2B5EF4-FFF2-40B4-BE49-F238E27FC236}">
                  <a16:creationId xmlns:a16="http://schemas.microsoft.com/office/drawing/2014/main" id="{8A07E60B-AEC4-FF1A-5E64-E3B2B42A9C6D}"/>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0" name="Line 40">
              <a:extLst>
                <a:ext uri="{FF2B5EF4-FFF2-40B4-BE49-F238E27FC236}">
                  <a16:creationId xmlns:a16="http://schemas.microsoft.com/office/drawing/2014/main" id="{544E7DDA-BF70-1588-809E-6A4C33845B26}"/>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9421" name="Line 44">
            <a:extLst>
              <a:ext uri="{FF2B5EF4-FFF2-40B4-BE49-F238E27FC236}">
                <a16:creationId xmlns:a16="http://schemas.microsoft.com/office/drawing/2014/main" id="{9DB84DB6-477C-BB3D-E99C-771481BA23F2}"/>
              </a:ext>
            </a:extLst>
          </p:cNvPr>
          <p:cNvSpPr>
            <a:spLocks noChangeShapeType="1"/>
          </p:cNvSpPr>
          <p:nvPr/>
        </p:nvSpPr>
        <p:spPr bwMode="auto">
          <a:xfrm flipV="1">
            <a:off x="2713038" y="5114925"/>
            <a:ext cx="284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22" name="Line 45">
            <a:extLst>
              <a:ext uri="{FF2B5EF4-FFF2-40B4-BE49-F238E27FC236}">
                <a16:creationId xmlns:a16="http://schemas.microsoft.com/office/drawing/2014/main" id="{BA392926-57F7-00DA-CDDA-FD69B9627AF0}"/>
              </a:ext>
            </a:extLst>
          </p:cNvPr>
          <p:cNvSpPr>
            <a:spLocks noChangeShapeType="1"/>
          </p:cNvSpPr>
          <p:nvPr/>
        </p:nvSpPr>
        <p:spPr bwMode="auto">
          <a:xfrm flipH="1">
            <a:off x="3187700" y="5002213"/>
            <a:ext cx="139700" cy="203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3" name="Rectangle 46">
            <a:extLst>
              <a:ext uri="{FF2B5EF4-FFF2-40B4-BE49-F238E27FC236}">
                <a16:creationId xmlns:a16="http://schemas.microsoft.com/office/drawing/2014/main" id="{5EDEF5A6-6455-1C24-AE3D-ED4638A8D176}"/>
              </a:ext>
            </a:extLst>
          </p:cNvPr>
          <p:cNvSpPr>
            <a:spLocks noChangeArrowheads="1"/>
          </p:cNvSpPr>
          <p:nvPr/>
        </p:nvSpPr>
        <p:spPr bwMode="auto">
          <a:xfrm>
            <a:off x="2863850" y="51117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9424" name="Rectangle 47">
            <a:extLst>
              <a:ext uri="{FF2B5EF4-FFF2-40B4-BE49-F238E27FC236}">
                <a16:creationId xmlns:a16="http://schemas.microsoft.com/office/drawing/2014/main" id="{345763D0-8313-A273-AAAE-69DD8D9E13E3}"/>
              </a:ext>
            </a:extLst>
          </p:cNvPr>
          <p:cNvSpPr>
            <a:spLocks noChangeArrowheads="1"/>
          </p:cNvSpPr>
          <p:nvPr/>
        </p:nvSpPr>
        <p:spPr bwMode="auto">
          <a:xfrm>
            <a:off x="2711450" y="4741863"/>
            <a:ext cx="6048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59425" name="Line 48">
            <a:extLst>
              <a:ext uri="{FF2B5EF4-FFF2-40B4-BE49-F238E27FC236}">
                <a16:creationId xmlns:a16="http://schemas.microsoft.com/office/drawing/2014/main" id="{B8B709D3-5D13-4D6F-A0EB-F626B6C14E8C}"/>
              </a:ext>
            </a:extLst>
          </p:cNvPr>
          <p:cNvSpPr>
            <a:spLocks noChangeShapeType="1"/>
          </p:cNvSpPr>
          <p:nvPr/>
        </p:nvSpPr>
        <p:spPr bwMode="auto">
          <a:xfrm flipH="1">
            <a:off x="5716588" y="5248275"/>
            <a:ext cx="0" cy="539750"/>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6" name="Rectangle 49">
            <a:extLst>
              <a:ext uri="{FF2B5EF4-FFF2-40B4-BE49-F238E27FC236}">
                <a16:creationId xmlns:a16="http://schemas.microsoft.com/office/drawing/2014/main" id="{84A865DF-5D50-7EE3-35CA-9D1AB12C2596}"/>
              </a:ext>
            </a:extLst>
          </p:cNvPr>
          <p:cNvSpPr>
            <a:spLocks noChangeArrowheads="1"/>
          </p:cNvSpPr>
          <p:nvPr/>
        </p:nvSpPr>
        <p:spPr bwMode="auto">
          <a:xfrm>
            <a:off x="5159375" y="5691188"/>
            <a:ext cx="12636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ALUBSrc=0</a:t>
            </a:r>
          </a:p>
        </p:txBody>
      </p:sp>
      <p:sp>
        <p:nvSpPr>
          <p:cNvPr id="59427" name="Line 50">
            <a:extLst>
              <a:ext uri="{FF2B5EF4-FFF2-40B4-BE49-F238E27FC236}">
                <a16:creationId xmlns:a16="http://schemas.microsoft.com/office/drawing/2014/main" id="{FBE4AFF4-E6C7-16A4-9662-3FE7798DF6B5}"/>
              </a:ext>
            </a:extLst>
          </p:cNvPr>
          <p:cNvSpPr>
            <a:spLocks noChangeShapeType="1"/>
          </p:cNvSpPr>
          <p:nvPr/>
        </p:nvSpPr>
        <p:spPr bwMode="auto">
          <a:xfrm>
            <a:off x="5875338" y="4724400"/>
            <a:ext cx="482600"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28" name="Line 53">
            <a:extLst>
              <a:ext uri="{FF2B5EF4-FFF2-40B4-BE49-F238E27FC236}">
                <a16:creationId xmlns:a16="http://schemas.microsoft.com/office/drawing/2014/main" id="{C437BA51-FBC1-1A33-D50C-0141C97A1801}"/>
              </a:ext>
            </a:extLst>
          </p:cNvPr>
          <p:cNvSpPr>
            <a:spLocks noChangeShapeType="1"/>
          </p:cNvSpPr>
          <p:nvPr/>
        </p:nvSpPr>
        <p:spPr bwMode="auto">
          <a:xfrm flipH="1">
            <a:off x="7138988" y="413861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9" name="Rectangle 55">
            <a:extLst>
              <a:ext uri="{FF2B5EF4-FFF2-40B4-BE49-F238E27FC236}">
                <a16:creationId xmlns:a16="http://schemas.microsoft.com/office/drawing/2014/main" id="{87D9A27E-F009-1F40-8F55-8D460A5DC49D}"/>
              </a:ext>
            </a:extLst>
          </p:cNvPr>
          <p:cNvSpPr>
            <a:spLocks noChangeArrowheads="1"/>
          </p:cNvSpPr>
          <p:nvPr/>
        </p:nvSpPr>
        <p:spPr bwMode="auto">
          <a:xfrm rot="5400000">
            <a:off x="6330156" y="4023519"/>
            <a:ext cx="608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a:t>
            </a:r>
          </a:p>
        </p:txBody>
      </p:sp>
      <p:sp>
        <p:nvSpPr>
          <p:cNvPr id="59430" name="Line 56">
            <a:extLst>
              <a:ext uri="{FF2B5EF4-FFF2-40B4-BE49-F238E27FC236}">
                <a16:creationId xmlns:a16="http://schemas.microsoft.com/office/drawing/2014/main" id="{D06D9AE3-5F60-18C7-4CAD-59A90499F7D0}"/>
              </a:ext>
            </a:extLst>
          </p:cNvPr>
          <p:cNvSpPr>
            <a:spLocks noChangeShapeType="1"/>
          </p:cNvSpPr>
          <p:nvPr/>
        </p:nvSpPr>
        <p:spPr bwMode="auto">
          <a:xfrm flipH="1">
            <a:off x="6827838" y="3867150"/>
            <a:ext cx="1016000" cy="0"/>
          </a:xfrm>
          <a:prstGeom prst="line">
            <a:avLst/>
          </a:prstGeom>
          <a:noFill/>
          <a:ln w="57150">
            <a:solidFill>
              <a:srgbClr val="3399FF"/>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9431" name="Rectangle 57">
            <a:extLst>
              <a:ext uri="{FF2B5EF4-FFF2-40B4-BE49-F238E27FC236}">
                <a16:creationId xmlns:a16="http://schemas.microsoft.com/office/drawing/2014/main" id="{7EF39C9B-4D76-8EF2-968E-90BFB5D78C35}"/>
              </a:ext>
            </a:extLst>
          </p:cNvPr>
          <p:cNvSpPr>
            <a:spLocks noChangeArrowheads="1"/>
          </p:cNvSpPr>
          <p:nvPr/>
        </p:nvSpPr>
        <p:spPr bwMode="auto">
          <a:xfrm>
            <a:off x="6902450" y="3562350"/>
            <a:ext cx="625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59432" name="Rectangle 58">
            <a:extLst>
              <a:ext uri="{FF2B5EF4-FFF2-40B4-BE49-F238E27FC236}">
                <a16:creationId xmlns:a16="http://schemas.microsoft.com/office/drawing/2014/main" id="{379FB0AF-51D3-9C78-4B92-4A11B682BA81}"/>
              </a:ext>
            </a:extLst>
          </p:cNvPr>
          <p:cNvSpPr>
            <a:spLocks noChangeArrowheads="1"/>
          </p:cNvSpPr>
          <p:nvPr/>
        </p:nvSpPr>
        <p:spPr bwMode="auto">
          <a:xfrm>
            <a:off x="5505450" y="419258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0</a:t>
            </a:r>
          </a:p>
        </p:txBody>
      </p:sp>
      <p:sp>
        <p:nvSpPr>
          <p:cNvPr id="59433" name="Rectangle 59">
            <a:extLst>
              <a:ext uri="{FF2B5EF4-FFF2-40B4-BE49-F238E27FC236}">
                <a16:creationId xmlns:a16="http://schemas.microsoft.com/office/drawing/2014/main" id="{BD334631-48CC-DA58-57FA-D90C0000C332}"/>
              </a:ext>
            </a:extLst>
          </p:cNvPr>
          <p:cNvSpPr>
            <a:spLocks noChangeArrowheads="1"/>
          </p:cNvSpPr>
          <p:nvPr/>
        </p:nvSpPr>
        <p:spPr bwMode="auto">
          <a:xfrm>
            <a:off x="5505450" y="49720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2</a:t>
            </a:r>
          </a:p>
        </p:txBody>
      </p:sp>
      <p:sp>
        <p:nvSpPr>
          <p:cNvPr id="59434" name="Rectangle 61">
            <a:extLst>
              <a:ext uri="{FF2B5EF4-FFF2-40B4-BE49-F238E27FC236}">
                <a16:creationId xmlns:a16="http://schemas.microsoft.com/office/drawing/2014/main" id="{F0779F76-9BC1-E59B-97A4-16E1E82436A4}"/>
              </a:ext>
            </a:extLst>
          </p:cNvPr>
          <p:cNvSpPr>
            <a:spLocks noChangeArrowheads="1"/>
          </p:cNvSpPr>
          <p:nvPr/>
        </p:nvSpPr>
        <p:spPr bwMode="auto">
          <a:xfrm>
            <a:off x="6902450" y="41465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9435" name="Line 62">
            <a:extLst>
              <a:ext uri="{FF2B5EF4-FFF2-40B4-BE49-F238E27FC236}">
                <a16:creationId xmlns:a16="http://schemas.microsoft.com/office/drawing/2014/main" id="{617685AB-F957-CE23-C2C3-BEE44DD6BBEF}"/>
              </a:ext>
            </a:extLst>
          </p:cNvPr>
          <p:cNvSpPr>
            <a:spLocks noChangeShapeType="1"/>
          </p:cNvSpPr>
          <p:nvPr/>
        </p:nvSpPr>
        <p:spPr bwMode="auto">
          <a:xfrm flipH="1">
            <a:off x="6815138" y="4208463"/>
            <a:ext cx="1041400"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9436" name="Rectangle 63">
            <a:extLst>
              <a:ext uri="{FF2B5EF4-FFF2-40B4-BE49-F238E27FC236}">
                <a16:creationId xmlns:a16="http://schemas.microsoft.com/office/drawing/2014/main" id="{D564452E-21CD-DEDF-F355-2C831C9958EC}"/>
              </a:ext>
            </a:extLst>
          </p:cNvPr>
          <p:cNvSpPr>
            <a:spLocks noChangeArrowheads="1"/>
          </p:cNvSpPr>
          <p:nvPr/>
        </p:nvSpPr>
        <p:spPr bwMode="auto">
          <a:xfrm>
            <a:off x="6826250" y="3849688"/>
            <a:ext cx="920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ALUout</a:t>
            </a:r>
          </a:p>
        </p:txBody>
      </p:sp>
      <p:sp>
        <p:nvSpPr>
          <p:cNvPr id="59437" name="Line 78">
            <a:extLst>
              <a:ext uri="{FF2B5EF4-FFF2-40B4-BE49-F238E27FC236}">
                <a16:creationId xmlns:a16="http://schemas.microsoft.com/office/drawing/2014/main" id="{FABC4F56-D148-520D-EB22-E648551E23C5}"/>
              </a:ext>
            </a:extLst>
          </p:cNvPr>
          <p:cNvSpPr>
            <a:spLocks noChangeShapeType="1"/>
          </p:cNvSpPr>
          <p:nvPr/>
        </p:nvSpPr>
        <p:spPr bwMode="auto">
          <a:xfrm>
            <a:off x="4554538" y="3276600"/>
            <a:ext cx="0" cy="1871663"/>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8" name="Line 79">
            <a:extLst>
              <a:ext uri="{FF2B5EF4-FFF2-40B4-BE49-F238E27FC236}">
                <a16:creationId xmlns:a16="http://schemas.microsoft.com/office/drawing/2014/main" id="{1EBBFE7D-369F-E66A-A12B-C7155D034CD4}"/>
              </a:ext>
            </a:extLst>
          </p:cNvPr>
          <p:cNvSpPr>
            <a:spLocks noChangeShapeType="1"/>
          </p:cNvSpPr>
          <p:nvPr/>
        </p:nvSpPr>
        <p:spPr bwMode="auto">
          <a:xfrm flipV="1">
            <a:off x="6643688" y="4740275"/>
            <a:ext cx="0" cy="1008063"/>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9" name="Rectangle 80">
            <a:extLst>
              <a:ext uri="{FF2B5EF4-FFF2-40B4-BE49-F238E27FC236}">
                <a16:creationId xmlns:a16="http://schemas.microsoft.com/office/drawing/2014/main" id="{C71D5F2F-D3A9-7114-58CF-133FBAA38BE6}"/>
              </a:ext>
            </a:extLst>
          </p:cNvPr>
          <p:cNvSpPr>
            <a:spLocks noChangeArrowheads="1"/>
          </p:cNvSpPr>
          <p:nvPr/>
        </p:nvSpPr>
        <p:spPr bwMode="auto">
          <a:xfrm>
            <a:off x="6688138"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4</a:t>
            </a:r>
          </a:p>
        </p:txBody>
      </p:sp>
      <p:sp>
        <p:nvSpPr>
          <p:cNvPr id="59440" name="Line 81">
            <a:extLst>
              <a:ext uri="{FF2B5EF4-FFF2-40B4-BE49-F238E27FC236}">
                <a16:creationId xmlns:a16="http://schemas.microsoft.com/office/drawing/2014/main" id="{2A83F390-F1BE-49B8-C94D-E7387FB55B2C}"/>
              </a:ext>
            </a:extLst>
          </p:cNvPr>
          <p:cNvSpPr>
            <a:spLocks noChangeShapeType="1"/>
          </p:cNvSpPr>
          <p:nvPr/>
        </p:nvSpPr>
        <p:spPr bwMode="auto">
          <a:xfrm flipH="1">
            <a:off x="6569075"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1" name="Rectangle 82">
            <a:extLst>
              <a:ext uri="{FF2B5EF4-FFF2-40B4-BE49-F238E27FC236}">
                <a16:creationId xmlns:a16="http://schemas.microsoft.com/office/drawing/2014/main" id="{A426DA4E-C4F4-0148-0B42-B1AFD5A07036}"/>
              </a:ext>
            </a:extLst>
          </p:cNvPr>
          <p:cNvSpPr>
            <a:spLocks noChangeArrowheads="1"/>
          </p:cNvSpPr>
          <p:nvPr/>
        </p:nvSpPr>
        <p:spPr bwMode="auto">
          <a:xfrm>
            <a:off x="6348413" y="5695950"/>
            <a:ext cx="9683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rgbClr val="FF0000"/>
                </a:solidFill>
                <a:ea typeface="宋体" panose="02010600030101010101" pitchFamily="2" charset="-122"/>
              </a:rPr>
              <a:t>ALUctr=sub</a:t>
            </a:r>
          </a:p>
        </p:txBody>
      </p:sp>
      <p:sp>
        <p:nvSpPr>
          <p:cNvPr id="59442" name="Line 85">
            <a:extLst>
              <a:ext uri="{FF2B5EF4-FFF2-40B4-BE49-F238E27FC236}">
                <a16:creationId xmlns:a16="http://schemas.microsoft.com/office/drawing/2014/main" id="{97D7659F-6C60-3DBA-4526-BCF903AA9D1F}"/>
              </a:ext>
            </a:extLst>
          </p:cNvPr>
          <p:cNvSpPr>
            <a:spLocks noChangeShapeType="1"/>
          </p:cNvSpPr>
          <p:nvPr/>
        </p:nvSpPr>
        <p:spPr bwMode="auto">
          <a:xfrm>
            <a:off x="2720975" y="2493963"/>
            <a:ext cx="2741613"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43" name="Line 86">
            <a:extLst>
              <a:ext uri="{FF2B5EF4-FFF2-40B4-BE49-F238E27FC236}">
                <a16:creationId xmlns:a16="http://schemas.microsoft.com/office/drawing/2014/main" id="{78221703-24FC-DBBD-D9B0-5B7A9FF5C8F1}"/>
              </a:ext>
            </a:extLst>
          </p:cNvPr>
          <p:cNvSpPr>
            <a:spLocks noChangeShapeType="1"/>
          </p:cNvSpPr>
          <p:nvPr/>
        </p:nvSpPr>
        <p:spPr bwMode="auto">
          <a:xfrm flipH="1">
            <a:off x="3395663" y="2403475"/>
            <a:ext cx="88900" cy="130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4" name="Rectangle 87">
            <a:extLst>
              <a:ext uri="{FF2B5EF4-FFF2-40B4-BE49-F238E27FC236}">
                <a16:creationId xmlns:a16="http://schemas.microsoft.com/office/drawing/2014/main" id="{3C6C8B2D-B26C-10EE-25CD-13E4D2EAEC59}"/>
              </a:ext>
            </a:extLst>
          </p:cNvPr>
          <p:cNvSpPr>
            <a:spLocks noChangeArrowheads="1"/>
          </p:cNvSpPr>
          <p:nvPr/>
        </p:nvSpPr>
        <p:spPr bwMode="auto">
          <a:xfrm>
            <a:off x="3082925" y="244316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9445" name="Rectangle 88">
            <a:extLst>
              <a:ext uri="{FF2B5EF4-FFF2-40B4-BE49-F238E27FC236}">
                <a16:creationId xmlns:a16="http://schemas.microsoft.com/office/drawing/2014/main" id="{C772DF3D-7410-E67D-3070-EABA5F3F83AE}"/>
              </a:ext>
            </a:extLst>
          </p:cNvPr>
          <p:cNvSpPr>
            <a:spLocks noChangeArrowheads="1"/>
          </p:cNvSpPr>
          <p:nvPr/>
        </p:nvSpPr>
        <p:spPr bwMode="auto">
          <a:xfrm>
            <a:off x="2787650" y="2181225"/>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59446" name="Line 89">
            <a:extLst>
              <a:ext uri="{FF2B5EF4-FFF2-40B4-BE49-F238E27FC236}">
                <a16:creationId xmlns:a16="http://schemas.microsoft.com/office/drawing/2014/main" id="{397150DB-009D-0E71-B4C3-A5BAEEFD5601}"/>
              </a:ext>
            </a:extLst>
          </p:cNvPr>
          <p:cNvSpPr>
            <a:spLocks noChangeShapeType="1"/>
          </p:cNvSpPr>
          <p:nvPr/>
        </p:nvSpPr>
        <p:spPr bwMode="auto">
          <a:xfrm flipH="1">
            <a:off x="6529388" y="277336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7" name="Line 90">
            <a:extLst>
              <a:ext uri="{FF2B5EF4-FFF2-40B4-BE49-F238E27FC236}">
                <a16:creationId xmlns:a16="http://schemas.microsoft.com/office/drawing/2014/main" id="{17F0A7EB-01E1-5180-F06A-55C931CDFEC1}"/>
              </a:ext>
            </a:extLst>
          </p:cNvPr>
          <p:cNvSpPr>
            <a:spLocks noChangeShapeType="1"/>
          </p:cNvSpPr>
          <p:nvPr/>
        </p:nvSpPr>
        <p:spPr bwMode="auto">
          <a:xfrm flipH="1">
            <a:off x="5913438" y="2843213"/>
            <a:ext cx="1930400" cy="0"/>
          </a:xfrm>
          <a:prstGeom prst="line">
            <a:avLst/>
          </a:prstGeom>
          <a:noFill/>
          <a:ln w="5715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9448" name="Rectangle 91">
            <a:extLst>
              <a:ext uri="{FF2B5EF4-FFF2-40B4-BE49-F238E27FC236}">
                <a16:creationId xmlns:a16="http://schemas.microsoft.com/office/drawing/2014/main" id="{AE054B6D-4C3B-FD70-45CE-2472C0A6170A}"/>
              </a:ext>
            </a:extLst>
          </p:cNvPr>
          <p:cNvSpPr>
            <a:spLocks noChangeArrowheads="1"/>
          </p:cNvSpPr>
          <p:nvPr/>
        </p:nvSpPr>
        <p:spPr bwMode="auto">
          <a:xfrm>
            <a:off x="6216650" y="2462213"/>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Target</a:t>
            </a:r>
          </a:p>
        </p:txBody>
      </p:sp>
      <p:sp>
        <p:nvSpPr>
          <p:cNvPr id="59449" name="Rectangle 92">
            <a:extLst>
              <a:ext uri="{FF2B5EF4-FFF2-40B4-BE49-F238E27FC236}">
                <a16:creationId xmlns:a16="http://schemas.microsoft.com/office/drawing/2014/main" id="{7076685D-4B37-7E9F-F882-F57AE55AD4C5}"/>
              </a:ext>
            </a:extLst>
          </p:cNvPr>
          <p:cNvSpPr>
            <a:spLocks noChangeArrowheads="1"/>
          </p:cNvSpPr>
          <p:nvPr/>
        </p:nvSpPr>
        <p:spPr bwMode="auto">
          <a:xfrm>
            <a:off x="6292850" y="286861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9450" name="Line 94">
            <a:extLst>
              <a:ext uri="{FF2B5EF4-FFF2-40B4-BE49-F238E27FC236}">
                <a16:creationId xmlns:a16="http://schemas.microsoft.com/office/drawing/2014/main" id="{979C7DD7-C985-6416-A54E-E6A926E470D8}"/>
              </a:ext>
            </a:extLst>
          </p:cNvPr>
          <p:cNvSpPr>
            <a:spLocks noChangeShapeType="1"/>
          </p:cNvSpPr>
          <p:nvPr/>
        </p:nvSpPr>
        <p:spPr bwMode="auto">
          <a:xfrm flipV="1">
            <a:off x="25733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1" name="Line 95">
            <a:extLst>
              <a:ext uri="{FF2B5EF4-FFF2-40B4-BE49-F238E27FC236}">
                <a16:creationId xmlns:a16="http://schemas.microsoft.com/office/drawing/2014/main" id="{58FE2940-34CB-30B1-067F-EE4D4D108A79}"/>
              </a:ext>
            </a:extLst>
          </p:cNvPr>
          <p:cNvSpPr>
            <a:spLocks noChangeShapeType="1"/>
          </p:cNvSpPr>
          <p:nvPr/>
        </p:nvSpPr>
        <p:spPr bwMode="auto">
          <a:xfrm>
            <a:off x="25733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52" name="Line 96">
            <a:extLst>
              <a:ext uri="{FF2B5EF4-FFF2-40B4-BE49-F238E27FC236}">
                <a16:creationId xmlns:a16="http://schemas.microsoft.com/office/drawing/2014/main" id="{18A19D69-1C66-B02A-9B4F-AA564682F5A3}"/>
              </a:ext>
            </a:extLst>
          </p:cNvPr>
          <p:cNvSpPr>
            <a:spLocks noChangeShapeType="1"/>
          </p:cNvSpPr>
          <p:nvPr/>
        </p:nvSpPr>
        <p:spPr bwMode="auto">
          <a:xfrm>
            <a:off x="79835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53" name="Line 97">
            <a:extLst>
              <a:ext uri="{FF2B5EF4-FFF2-40B4-BE49-F238E27FC236}">
                <a16:creationId xmlns:a16="http://schemas.microsoft.com/office/drawing/2014/main" id="{340390AC-C05F-592D-8B3A-EB8BEEF950EF}"/>
              </a:ext>
            </a:extLst>
          </p:cNvPr>
          <p:cNvSpPr>
            <a:spLocks noChangeShapeType="1"/>
          </p:cNvSpPr>
          <p:nvPr/>
        </p:nvSpPr>
        <p:spPr bwMode="auto">
          <a:xfrm flipH="1">
            <a:off x="2103438" y="1074738"/>
            <a:ext cx="482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4" name="Line 98">
            <a:extLst>
              <a:ext uri="{FF2B5EF4-FFF2-40B4-BE49-F238E27FC236}">
                <a16:creationId xmlns:a16="http://schemas.microsoft.com/office/drawing/2014/main" id="{84E3AE6F-AB1A-824A-9FD3-C1B215B07A45}"/>
              </a:ext>
            </a:extLst>
          </p:cNvPr>
          <p:cNvSpPr>
            <a:spLocks noChangeShapeType="1"/>
          </p:cNvSpPr>
          <p:nvPr/>
        </p:nvSpPr>
        <p:spPr bwMode="auto">
          <a:xfrm flipH="1">
            <a:off x="5227638" y="1074738"/>
            <a:ext cx="276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5" name="Line 99">
            <a:extLst>
              <a:ext uri="{FF2B5EF4-FFF2-40B4-BE49-F238E27FC236}">
                <a16:creationId xmlns:a16="http://schemas.microsoft.com/office/drawing/2014/main" id="{0909D6A6-1044-BDDF-8771-3C80F9B7CD87}"/>
              </a:ext>
            </a:extLst>
          </p:cNvPr>
          <p:cNvSpPr>
            <a:spLocks noChangeShapeType="1"/>
          </p:cNvSpPr>
          <p:nvPr/>
        </p:nvSpPr>
        <p:spPr bwMode="auto">
          <a:xfrm>
            <a:off x="5240338" y="1087438"/>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6" name="Line 100">
            <a:extLst>
              <a:ext uri="{FF2B5EF4-FFF2-40B4-BE49-F238E27FC236}">
                <a16:creationId xmlns:a16="http://schemas.microsoft.com/office/drawing/2014/main" id="{AB1CBCB8-81B5-A31D-F11A-EAA5AECBF4D5}"/>
              </a:ext>
            </a:extLst>
          </p:cNvPr>
          <p:cNvSpPr>
            <a:spLocks noChangeShapeType="1"/>
          </p:cNvSpPr>
          <p:nvPr/>
        </p:nvSpPr>
        <p:spPr bwMode="auto">
          <a:xfrm flipH="1">
            <a:off x="2560638" y="1455738"/>
            <a:ext cx="2692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7" name="Rectangle 101">
            <a:extLst>
              <a:ext uri="{FF2B5EF4-FFF2-40B4-BE49-F238E27FC236}">
                <a16:creationId xmlns:a16="http://schemas.microsoft.com/office/drawing/2014/main" id="{247DB42C-1F83-EECA-166F-A0B82F88A325}"/>
              </a:ext>
            </a:extLst>
          </p:cNvPr>
          <p:cNvSpPr>
            <a:spLocks noChangeArrowheads="1"/>
          </p:cNvSpPr>
          <p:nvPr/>
        </p:nvSpPr>
        <p:spPr bwMode="auto">
          <a:xfrm>
            <a:off x="2025650" y="1150938"/>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Clk</a:t>
            </a:r>
          </a:p>
        </p:txBody>
      </p:sp>
      <p:sp>
        <p:nvSpPr>
          <p:cNvPr id="59458" name="Line 102">
            <a:extLst>
              <a:ext uri="{FF2B5EF4-FFF2-40B4-BE49-F238E27FC236}">
                <a16:creationId xmlns:a16="http://schemas.microsoft.com/office/drawing/2014/main" id="{8A5D3813-6E46-4862-FA81-29857E236C4C}"/>
              </a:ext>
            </a:extLst>
          </p:cNvPr>
          <p:cNvSpPr>
            <a:spLocks noChangeShapeType="1"/>
          </p:cNvSpPr>
          <p:nvPr/>
        </p:nvSpPr>
        <p:spPr bwMode="auto">
          <a:xfrm>
            <a:off x="27257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9" name="Line 103">
            <a:extLst>
              <a:ext uri="{FF2B5EF4-FFF2-40B4-BE49-F238E27FC236}">
                <a16:creationId xmlns:a16="http://schemas.microsoft.com/office/drawing/2014/main" id="{4250FDDD-4789-CB5C-56F2-83F05F0BFDF2}"/>
              </a:ext>
            </a:extLst>
          </p:cNvPr>
          <p:cNvSpPr>
            <a:spLocks noChangeShapeType="1"/>
          </p:cNvSpPr>
          <p:nvPr/>
        </p:nvSpPr>
        <p:spPr bwMode="auto">
          <a:xfrm>
            <a:off x="2738438" y="1706563"/>
            <a:ext cx="22606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9460" name="Line 104">
            <a:extLst>
              <a:ext uri="{FF2B5EF4-FFF2-40B4-BE49-F238E27FC236}">
                <a16:creationId xmlns:a16="http://schemas.microsoft.com/office/drawing/2014/main" id="{C35EA73B-8F7A-39EA-3576-4ADC50F1F074}"/>
              </a:ext>
            </a:extLst>
          </p:cNvPr>
          <p:cNvSpPr>
            <a:spLocks noChangeShapeType="1"/>
          </p:cNvSpPr>
          <p:nvPr/>
        </p:nvSpPr>
        <p:spPr bwMode="auto">
          <a:xfrm>
            <a:off x="81359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61" name="Rectangle 105">
            <a:extLst>
              <a:ext uri="{FF2B5EF4-FFF2-40B4-BE49-F238E27FC236}">
                <a16:creationId xmlns:a16="http://schemas.microsoft.com/office/drawing/2014/main" id="{FE549380-1A28-0F25-0012-B8A5CE27A8CA}"/>
              </a:ext>
            </a:extLst>
          </p:cNvPr>
          <p:cNvSpPr>
            <a:spLocks noChangeArrowheads="1"/>
          </p:cNvSpPr>
          <p:nvPr/>
        </p:nvSpPr>
        <p:spPr bwMode="auto">
          <a:xfrm>
            <a:off x="5019675" y="1536700"/>
            <a:ext cx="704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latin typeface="Arial" panose="020B0604020202020204" pitchFamily="34" charset="0"/>
                <a:ea typeface="宋体" panose="02010600030101010101" pitchFamily="2" charset="-122"/>
              </a:rPr>
              <a:t>EX</a:t>
            </a:r>
          </a:p>
        </p:txBody>
      </p:sp>
      <p:sp>
        <p:nvSpPr>
          <p:cNvPr id="59462" name="Line 110">
            <a:extLst>
              <a:ext uri="{FF2B5EF4-FFF2-40B4-BE49-F238E27FC236}">
                <a16:creationId xmlns:a16="http://schemas.microsoft.com/office/drawing/2014/main" id="{76CD9395-B83D-75F7-05BB-FD6EBD82F3C3}"/>
              </a:ext>
            </a:extLst>
          </p:cNvPr>
          <p:cNvSpPr>
            <a:spLocks noChangeShapeType="1"/>
          </p:cNvSpPr>
          <p:nvPr/>
        </p:nvSpPr>
        <p:spPr bwMode="auto">
          <a:xfrm flipH="1">
            <a:off x="7970838" y="1455738"/>
            <a:ext cx="939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63" name="Line 111">
            <a:extLst>
              <a:ext uri="{FF2B5EF4-FFF2-40B4-BE49-F238E27FC236}">
                <a16:creationId xmlns:a16="http://schemas.microsoft.com/office/drawing/2014/main" id="{36BB1815-D67D-B944-D9CD-BF60F5985727}"/>
              </a:ext>
            </a:extLst>
          </p:cNvPr>
          <p:cNvSpPr>
            <a:spLocks noChangeShapeType="1"/>
          </p:cNvSpPr>
          <p:nvPr/>
        </p:nvSpPr>
        <p:spPr bwMode="auto">
          <a:xfrm>
            <a:off x="5710238" y="1717675"/>
            <a:ext cx="2260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64" name="Line 112">
            <a:extLst>
              <a:ext uri="{FF2B5EF4-FFF2-40B4-BE49-F238E27FC236}">
                <a16:creationId xmlns:a16="http://schemas.microsoft.com/office/drawing/2014/main" id="{959FD189-4671-F412-A852-B586E26B1CA3}"/>
              </a:ext>
            </a:extLst>
          </p:cNvPr>
          <p:cNvSpPr>
            <a:spLocks noChangeShapeType="1"/>
          </p:cNvSpPr>
          <p:nvPr/>
        </p:nvSpPr>
        <p:spPr bwMode="auto">
          <a:xfrm>
            <a:off x="8148638" y="1717675"/>
            <a:ext cx="508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9465" name="Rectangle 113">
            <a:extLst>
              <a:ext uri="{FF2B5EF4-FFF2-40B4-BE49-F238E27FC236}">
                <a16:creationId xmlns:a16="http://schemas.microsoft.com/office/drawing/2014/main" id="{9961D6F3-9F6A-CC7C-BFFD-ACC13690B057}"/>
              </a:ext>
            </a:extLst>
          </p:cNvPr>
          <p:cNvSpPr>
            <a:spLocks noChangeArrowheads="1"/>
          </p:cNvSpPr>
          <p:nvPr/>
        </p:nvSpPr>
        <p:spPr bwMode="auto">
          <a:xfrm>
            <a:off x="8655050" y="1554163"/>
            <a:ext cx="354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M</a:t>
            </a:r>
          </a:p>
        </p:txBody>
      </p:sp>
      <p:sp>
        <p:nvSpPr>
          <p:cNvPr id="59466" name="Line 114">
            <a:extLst>
              <a:ext uri="{FF2B5EF4-FFF2-40B4-BE49-F238E27FC236}">
                <a16:creationId xmlns:a16="http://schemas.microsoft.com/office/drawing/2014/main" id="{3C3D402C-A5BC-9CFF-7207-63DCCBA27F92}"/>
              </a:ext>
            </a:extLst>
          </p:cNvPr>
          <p:cNvSpPr>
            <a:spLocks noChangeShapeType="1"/>
          </p:cNvSpPr>
          <p:nvPr/>
        </p:nvSpPr>
        <p:spPr bwMode="auto">
          <a:xfrm flipV="1">
            <a:off x="79835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67" name="Line 115">
            <a:extLst>
              <a:ext uri="{FF2B5EF4-FFF2-40B4-BE49-F238E27FC236}">
                <a16:creationId xmlns:a16="http://schemas.microsoft.com/office/drawing/2014/main" id="{8628AB48-FA53-DE5E-7FCD-E0808B48389E}"/>
              </a:ext>
            </a:extLst>
          </p:cNvPr>
          <p:cNvSpPr>
            <a:spLocks noChangeShapeType="1"/>
          </p:cNvSpPr>
          <p:nvPr/>
        </p:nvSpPr>
        <p:spPr bwMode="auto">
          <a:xfrm>
            <a:off x="8135938" y="4229100"/>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68" name="Line 131">
            <a:extLst>
              <a:ext uri="{FF2B5EF4-FFF2-40B4-BE49-F238E27FC236}">
                <a16:creationId xmlns:a16="http://schemas.microsoft.com/office/drawing/2014/main" id="{C9D79772-EDCB-5494-3F2D-8C7B94255F77}"/>
              </a:ext>
            </a:extLst>
          </p:cNvPr>
          <p:cNvSpPr>
            <a:spLocks noChangeShapeType="1"/>
          </p:cNvSpPr>
          <p:nvPr/>
        </p:nvSpPr>
        <p:spPr bwMode="auto">
          <a:xfrm flipH="1">
            <a:off x="6329363" y="3541713"/>
            <a:ext cx="1587" cy="576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69" name="Line 132">
            <a:extLst>
              <a:ext uri="{FF2B5EF4-FFF2-40B4-BE49-F238E27FC236}">
                <a16:creationId xmlns:a16="http://schemas.microsoft.com/office/drawing/2014/main" id="{985E5521-468E-95A8-BA7B-E8030527A621}"/>
              </a:ext>
            </a:extLst>
          </p:cNvPr>
          <p:cNvSpPr>
            <a:spLocks noChangeShapeType="1"/>
          </p:cNvSpPr>
          <p:nvPr/>
        </p:nvSpPr>
        <p:spPr bwMode="auto">
          <a:xfrm>
            <a:off x="6345238" y="3535363"/>
            <a:ext cx="455612"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0" name="Line 133">
            <a:extLst>
              <a:ext uri="{FF2B5EF4-FFF2-40B4-BE49-F238E27FC236}">
                <a16:creationId xmlns:a16="http://schemas.microsoft.com/office/drawing/2014/main" id="{0035C606-0C1B-5F7C-4305-65574FBDBCCD}"/>
              </a:ext>
            </a:extLst>
          </p:cNvPr>
          <p:cNvSpPr>
            <a:spLocks noChangeShapeType="1"/>
          </p:cNvSpPr>
          <p:nvPr/>
        </p:nvSpPr>
        <p:spPr bwMode="auto">
          <a:xfrm>
            <a:off x="6332538" y="4140200"/>
            <a:ext cx="152400" cy="904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1" name="Line 135">
            <a:extLst>
              <a:ext uri="{FF2B5EF4-FFF2-40B4-BE49-F238E27FC236}">
                <a16:creationId xmlns:a16="http://schemas.microsoft.com/office/drawing/2014/main" id="{E5105383-8947-8D82-59B7-215FDEA0F04B}"/>
              </a:ext>
            </a:extLst>
          </p:cNvPr>
          <p:cNvSpPr>
            <a:spLocks noChangeShapeType="1"/>
          </p:cNvSpPr>
          <p:nvPr/>
        </p:nvSpPr>
        <p:spPr bwMode="auto">
          <a:xfrm>
            <a:off x="6811963" y="3819525"/>
            <a:ext cx="0" cy="790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2" name="Line 136">
            <a:extLst>
              <a:ext uri="{FF2B5EF4-FFF2-40B4-BE49-F238E27FC236}">
                <a16:creationId xmlns:a16="http://schemas.microsoft.com/office/drawing/2014/main" id="{668977F2-8C55-AED5-1494-2B7A18C48A47}"/>
              </a:ext>
            </a:extLst>
          </p:cNvPr>
          <p:cNvSpPr>
            <a:spLocks noChangeShapeType="1"/>
          </p:cNvSpPr>
          <p:nvPr/>
        </p:nvSpPr>
        <p:spPr bwMode="auto">
          <a:xfrm flipV="1">
            <a:off x="6348413" y="4251325"/>
            <a:ext cx="134937" cy="1444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3" name="Line 137">
            <a:extLst>
              <a:ext uri="{FF2B5EF4-FFF2-40B4-BE49-F238E27FC236}">
                <a16:creationId xmlns:a16="http://schemas.microsoft.com/office/drawing/2014/main" id="{B279E48E-E8A4-7569-C4F8-94C40B2323C7}"/>
              </a:ext>
            </a:extLst>
          </p:cNvPr>
          <p:cNvSpPr>
            <a:spLocks noChangeShapeType="1"/>
          </p:cNvSpPr>
          <p:nvPr/>
        </p:nvSpPr>
        <p:spPr bwMode="auto">
          <a:xfrm flipH="1">
            <a:off x="6359525" y="4379913"/>
            <a:ext cx="0" cy="561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4" name="Line 138">
            <a:extLst>
              <a:ext uri="{FF2B5EF4-FFF2-40B4-BE49-F238E27FC236}">
                <a16:creationId xmlns:a16="http://schemas.microsoft.com/office/drawing/2014/main" id="{5EAC3A3C-AAFF-8FBF-12D7-4EE83BA40F99}"/>
              </a:ext>
            </a:extLst>
          </p:cNvPr>
          <p:cNvSpPr>
            <a:spLocks noChangeShapeType="1"/>
          </p:cNvSpPr>
          <p:nvPr/>
        </p:nvSpPr>
        <p:spPr bwMode="auto">
          <a:xfrm flipV="1">
            <a:off x="6375400" y="4611688"/>
            <a:ext cx="425450" cy="3159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5" name="Line 140">
            <a:extLst>
              <a:ext uri="{FF2B5EF4-FFF2-40B4-BE49-F238E27FC236}">
                <a16:creationId xmlns:a16="http://schemas.microsoft.com/office/drawing/2014/main" id="{2F65F123-5396-15CA-9E8C-680D1D954040}"/>
              </a:ext>
            </a:extLst>
          </p:cNvPr>
          <p:cNvSpPr>
            <a:spLocks noChangeShapeType="1"/>
          </p:cNvSpPr>
          <p:nvPr/>
        </p:nvSpPr>
        <p:spPr bwMode="auto">
          <a:xfrm>
            <a:off x="5454650" y="2293938"/>
            <a:ext cx="7938" cy="3683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6" name="Line 141">
            <a:extLst>
              <a:ext uri="{FF2B5EF4-FFF2-40B4-BE49-F238E27FC236}">
                <a16:creationId xmlns:a16="http://schemas.microsoft.com/office/drawing/2014/main" id="{09A13B60-0EAE-370A-51F4-8D0B3A7F9B09}"/>
              </a:ext>
            </a:extLst>
          </p:cNvPr>
          <p:cNvSpPr>
            <a:spLocks noChangeShapeType="1"/>
          </p:cNvSpPr>
          <p:nvPr/>
        </p:nvSpPr>
        <p:spPr bwMode="auto">
          <a:xfrm>
            <a:off x="5467350" y="2293938"/>
            <a:ext cx="433388"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7" name="Line 142">
            <a:extLst>
              <a:ext uri="{FF2B5EF4-FFF2-40B4-BE49-F238E27FC236}">
                <a16:creationId xmlns:a16="http://schemas.microsoft.com/office/drawing/2014/main" id="{F5E590EB-DE8D-C847-6508-4DC24DCB6E7C}"/>
              </a:ext>
            </a:extLst>
          </p:cNvPr>
          <p:cNvSpPr>
            <a:spLocks noChangeShapeType="1"/>
          </p:cNvSpPr>
          <p:nvPr/>
        </p:nvSpPr>
        <p:spPr bwMode="auto">
          <a:xfrm>
            <a:off x="5468938" y="2689225"/>
            <a:ext cx="163512" cy="1666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8" name="Line 144">
            <a:extLst>
              <a:ext uri="{FF2B5EF4-FFF2-40B4-BE49-F238E27FC236}">
                <a16:creationId xmlns:a16="http://schemas.microsoft.com/office/drawing/2014/main" id="{797CF2A3-4FBB-C3B4-95EB-F28DA3B4B578}"/>
              </a:ext>
            </a:extLst>
          </p:cNvPr>
          <p:cNvSpPr>
            <a:spLocks noChangeShapeType="1"/>
          </p:cNvSpPr>
          <p:nvPr/>
        </p:nvSpPr>
        <p:spPr bwMode="auto">
          <a:xfrm>
            <a:off x="5911850" y="2578100"/>
            <a:ext cx="0" cy="542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79" name="Line 145">
            <a:extLst>
              <a:ext uri="{FF2B5EF4-FFF2-40B4-BE49-F238E27FC236}">
                <a16:creationId xmlns:a16="http://schemas.microsoft.com/office/drawing/2014/main" id="{067815E1-B4FC-0F8E-EF44-3FE5425D5E4E}"/>
              </a:ext>
            </a:extLst>
          </p:cNvPr>
          <p:cNvSpPr>
            <a:spLocks noChangeShapeType="1"/>
          </p:cNvSpPr>
          <p:nvPr/>
        </p:nvSpPr>
        <p:spPr bwMode="auto">
          <a:xfrm flipV="1">
            <a:off x="5487988" y="2871788"/>
            <a:ext cx="144462" cy="201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80" name="Line 146">
            <a:extLst>
              <a:ext uri="{FF2B5EF4-FFF2-40B4-BE49-F238E27FC236}">
                <a16:creationId xmlns:a16="http://schemas.microsoft.com/office/drawing/2014/main" id="{D3983FBE-95CA-091B-F063-8804AD836784}"/>
              </a:ext>
            </a:extLst>
          </p:cNvPr>
          <p:cNvSpPr>
            <a:spLocks noChangeShapeType="1"/>
          </p:cNvSpPr>
          <p:nvPr/>
        </p:nvSpPr>
        <p:spPr bwMode="auto">
          <a:xfrm>
            <a:off x="5481638" y="3087688"/>
            <a:ext cx="11112" cy="3365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81" name="Line 147">
            <a:extLst>
              <a:ext uri="{FF2B5EF4-FFF2-40B4-BE49-F238E27FC236}">
                <a16:creationId xmlns:a16="http://schemas.microsoft.com/office/drawing/2014/main" id="{B984297C-A483-B3C1-E05C-2C0B83734B4E}"/>
              </a:ext>
            </a:extLst>
          </p:cNvPr>
          <p:cNvSpPr>
            <a:spLocks noChangeShapeType="1"/>
          </p:cNvSpPr>
          <p:nvPr/>
        </p:nvSpPr>
        <p:spPr bwMode="auto">
          <a:xfrm flipV="1">
            <a:off x="5495925" y="3108325"/>
            <a:ext cx="404813" cy="31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82" name="Rectangle 148">
            <a:extLst>
              <a:ext uri="{FF2B5EF4-FFF2-40B4-BE49-F238E27FC236}">
                <a16:creationId xmlns:a16="http://schemas.microsoft.com/office/drawing/2014/main" id="{DCDFF5C4-25F7-5C36-235D-147664009345}"/>
              </a:ext>
            </a:extLst>
          </p:cNvPr>
          <p:cNvSpPr>
            <a:spLocks noChangeArrowheads="1"/>
          </p:cNvSpPr>
          <p:nvPr/>
        </p:nvSpPr>
        <p:spPr bwMode="auto">
          <a:xfrm rot="5400000">
            <a:off x="5375276" y="2638425"/>
            <a:ext cx="7747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Adder</a:t>
            </a:r>
          </a:p>
        </p:txBody>
      </p:sp>
      <p:sp>
        <p:nvSpPr>
          <p:cNvPr id="59483" name="Rectangle 59">
            <a:extLst>
              <a:ext uri="{FF2B5EF4-FFF2-40B4-BE49-F238E27FC236}">
                <a16:creationId xmlns:a16="http://schemas.microsoft.com/office/drawing/2014/main" id="{B42F3A2D-2856-E9D5-85B3-6F002D67082A}"/>
              </a:ext>
            </a:extLst>
          </p:cNvPr>
          <p:cNvSpPr>
            <a:spLocks noChangeArrowheads="1"/>
          </p:cNvSpPr>
          <p:nvPr/>
        </p:nvSpPr>
        <p:spPr bwMode="auto">
          <a:xfrm>
            <a:off x="5505450" y="456088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1</a:t>
            </a:r>
          </a:p>
        </p:txBody>
      </p:sp>
      <p:sp>
        <p:nvSpPr>
          <p:cNvPr id="59484" name="Line 32">
            <a:extLst>
              <a:ext uri="{FF2B5EF4-FFF2-40B4-BE49-F238E27FC236}">
                <a16:creationId xmlns:a16="http://schemas.microsoft.com/office/drawing/2014/main" id="{A13F27C0-18BE-4295-274E-32439EAE4BDD}"/>
              </a:ext>
            </a:extLst>
          </p:cNvPr>
          <p:cNvSpPr>
            <a:spLocks noChangeShapeType="1"/>
          </p:cNvSpPr>
          <p:nvPr/>
        </p:nvSpPr>
        <p:spPr bwMode="auto">
          <a:xfrm>
            <a:off x="4999038" y="4741863"/>
            <a:ext cx="533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85" name="Line 33">
            <a:extLst>
              <a:ext uri="{FF2B5EF4-FFF2-40B4-BE49-F238E27FC236}">
                <a16:creationId xmlns:a16="http://schemas.microsoft.com/office/drawing/2014/main" id="{66DB6757-3A07-C1E0-0135-20892347FB65}"/>
              </a:ext>
            </a:extLst>
          </p:cNvPr>
          <p:cNvSpPr>
            <a:spLocks noChangeShapeType="1"/>
          </p:cNvSpPr>
          <p:nvPr/>
        </p:nvSpPr>
        <p:spPr bwMode="auto">
          <a:xfrm flipV="1">
            <a:off x="5272088" y="4646613"/>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86" name="Rectangle 34">
            <a:extLst>
              <a:ext uri="{FF2B5EF4-FFF2-40B4-BE49-F238E27FC236}">
                <a16:creationId xmlns:a16="http://schemas.microsoft.com/office/drawing/2014/main" id="{A2C19303-4A66-174C-3872-C1D48B1E5EF9}"/>
              </a:ext>
            </a:extLst>
          </p:cNvPr>
          <p:cNvSpPr>
            <a:spLocks noChangeArrowheads="1"/>
          </p:cNvSpPr>
          <p:nvPr/>
        </p:nvSpPr>
        <p:spPr bwMode="auto">
          <a:xfrm>
            <a:off x="4946650" y="47148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59487" name="Rectangle 35">
            <a:extLst>
              <a:ext uri="{FF2B5EF4-FFF2-40B4-BE49-F238E27FC236}">
                <a16:creationId xmlns:a16="http://schemas.microsoft.com/office/drawing/2014/main" id="{781A83C6-908B-2E80-EA1A-54C1E9C2FD3E}"/>
              </a:ext>
            </a:extLst>
          </p:cNvPr>
          <p:cNvSpPr>
            <a:spLocks noChangeArrowheads="1"/>
          </p:cNvSpPr>
          <p:nvPr/>
        </p:nvSpPr>
        <p:spPr bwMode="auto">
          <a:xfrm>
            <a:off x="4551363" y="4576763"/>
            <a:ext cx="490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“4”</a:t>
            </a:r>
          </a:p>
        </p:txBody>
      </p:sp>
      <p:grpSp>
        <p:nvGrpSpPr>
          <p:cNvPr id="59488" name="Group 36">
            <a:extLst>
              <a:ext uri="{FF2B5EF4-FFF2-40B4-BE49-F238E27FC236}">
                <a16:creationId xmlns:a16="http://schemas.microsoft.com/office/drawing/2014/main" id="{C7575BDC-C5EB-44C1-5863-C1B88F082232}"/>
              </a:ext>
            </a:extLst>
          </p:cNvPr>
          <p:cNvGrpSpPr>
            <a:grpSpLocks/>
          </p:cNvGrpSpPr>
          <p:nvPr/>
        </p:nvGrpSpPr>
        <p:grpSpPr bwMode="auto">
          <a:xfrm>
            <a:off x="3973513" y="3259138"/>
            <a:ext cx="304800" cy="798512"/>
            <a:chOff x="3120" y="2696"/>
            <a:chExt cx="192" cy="773"/>
          </a:xfrm>
        </p:grpSpPr>
        <p:sp>
          <p:nvSpPr>
            <p:cNvPr id="59489" name="Line 37">
              <a:extLst>
                <a:ext uri="{FF2B5EF4-FFF2-40B4-BE49-F238E27FC236}">
                  <a16:creationId xmlns:a16="http://schemas.microsoft.com/office/drawing/2014/main" id="{ACF386D4-FC5A-F92D-B636-39F76EE3104F}"/>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90" name="Line 38">
              <a:extLst>
                <a:ext uri="{FF2B5EF4-FFF2-40B4-BE49-F238E27FC236}">
                  <a16:creationId xmlns:a16="http://schemas.microsoft.com/office/drawing/2014/main" id="{A3A51A35-BEC9-C27B-C0A5-6D2047C871A9}"/>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91" name="Line 39">
              <a:extLst>
                <a:ext uri="{FF2B5EF4-FFF2-40B4-BE49-F238E27FC236}">
                  <a16:creationId xmlns:a16="http://schemas.microsoft.com/office/drawing/2014/main" id="{91726278-F8B4-E69B-B61A-6038BA2D56CF}"/>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92" name="Line 40">
              <a:extLst>
                <a:ext uri="{FF2B5EF4-FFF2-40B4-BE49-F238E27FC236}">
                  <a16:creationId xmlns:a16="http://schemas.microsoft.com/office/drawing/2014/main" id="{E7FC72FD-51B8-F4C5-F0BB-A2F5A5DA8DDE}"/>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9493" name="Line 44">
            <a:extLst>
              <a:ext uri="{FF2B5EF4-FFF2-40B4-BE49-F238E27FC236}">
                <a16:creationId xmlns:a16="http://schemas.microsoft.com/office/drawing/2014/main" id="{F6EC49F7-0B45-922A-1A59-B82946131315}"/>
              </a:ext>
            </a:extLst>
          </p:cNvPr>
          <p:cNvSpPr>
            <a:spLocks noChangeShapeType="1"/>
          </p:cNvSpPr>
          <p:nvPr/>
        </p:nvSpPr>
        <p:spPr bwMode="auto">
          <a:xfrm flipV="1">
            <a:off x="2732088" y="3849688"/>
            <a:ext cx="1241425"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94" name="Rectangle 58">
            <a:extLst>
              <a:ext uri="{FF2B5EF4-FFF2-40B4-BE49-F238E27FC236}">
                <a16:creationId xmlns:a16="http://schemas.microsoft.com/office/drawing/2014/main" id="{0A38BA26-9661-BCD3-4D63-23C93C354CF1}"/>
              </a:ext>
            </a:extLst>
          </p:cNvPr>
          <p:cNvSpPr>
            <a:spLocks noChangeArrowheads="1"/>
          </p:cNvSpPr>
          <p:nvPr/>
        </p:nvSpPr>
        <p:spPr bwMode="auto">
          <a:xfrm>
            <a:off x="3932238" y="3271838"/>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1</a:t>
            </a:r>
          </a:p>
        </p:txBody>
      </p:sp>
      <p:sp>
        <p:nvSpPr>
          <p:cNvPr id="59495" name="Rectangle 59">
            <a:extLst>
              <a:ext uri="{FF2B5EF4-FFF2-40B4-BE49-F238E27FC236}">
                <a16:creationId xmlns:a16="http://schemas.microsoft.com/office/drawing/2014/main" id="{83BEFDD7-9E51-C2F2-BA01-71035C6D331E}"/>
              </a:ext>
            </a:extLst>
          </p:cNvPr>
          <p:cNvSpPr>
            <a:spLocks noChangeArrowheads="1"/>
          </p:cNvSpPr>
          <p:nvPr/>
        </p:nvSpPr>
        <p:spPr bwMode="auto">
          <a:xfrm>
            <a:off x="3932238" y="3667125"/>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0</a:t>
            </a:r>
          </a:p>
        </p:txBody>
      </p:sp>
      <p:sp>
        <p:nvSpPr>
          <p:cNvPr id="59496" name="Line 16">
            <a:extLst>
              <a:ext uri="{FF2B5EF4-FFF2-40B4-BE49-F238E27FC236}">
                <a16:creationId xmlns:a16="http://schemas.microsoft.com/office/drawing/2014/main" id="{21FDF6A9-33F4-0058-6792-BB50FF871E10}"/>
              </a:ext>
            </a:extLst>
          </p:cNvPr>
          <p:cNvSpPr>
            <a:spLocks noChangeShapeType="1"/>
          </p:cNvSpPr>
          <p:nvPr/>
        </p:nvSpPr>
        <p:spPr bwMode="auto">
          <a:xfrm>
            <a:off x="3646488" y="3432175"/>
            <a:ext cx="3270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97" name="Line 78">
            <a:extLst>
              <a:ext uri="{FF2B5EF4-FFF2-40B4-BE49-F238E27FC236}">
                <a16:creationId xmlns:a16="http://schemas.microsoft.com/office/drawing/2014/main" id="{F68EF7E0-F112-49F1-B582-2E016CE3D523}"/>
              </a:ext>
            </a:extLst>
          </p:cNvPr>
          <p:cNvSpPr>
            <a:spLocks noChangeShapeType="1"/>
          </p:cNvSpPr>
          <p:nvPr/>
        </p:nvSpPr>
        <p:spPr bwMode="auto">
          <a:xfrm>
            <a:off x="3646488" y="2493963"/>
            <a:ext cx="0" cy="9525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98" name="Oval 94">
            <a:extLst>
              <a:ext uri="{FF2B5EF4-FFF2-40B4-BE49-F238E27FC236}">
                <a16:creationId xmlns:a16="http://schemas.microsoft.com/office/drawing/2014/main" id="{C32C4E36-BD35-0527-01CB-1D1020C8C9DC}"/>
              </a:ext>
            </a:extLst>
          </p:cNvPr>
          <p:cNvSpPr>
            <a:spLocks noChangeArrowheads="1"/>
          </p:cNvSpPr>
          <p:nvPr/>
        </p:nvSpPr>
        <p:spPr bwMode="auto">
          <a:xfrm>
            <a:off x="3602038" y="2451100"/>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59499" name="Oval 94">
            <a:extLst>
              <a:ext uri="{FF2B5EF4-FFF2-40B4-BE49-F238E27FC236}">
                <a16:creationId xmlns:a16="http://schemas.microsoft.com/office/drawing/2014/main" id="{844C45B3-0EC8-9FD0-EA60-D41B7C7B03EB}"/>
              </a:ext>
            </a:extLst>
          </p:cNvPr>
          <p:cNvSpPr>
            <a:spLocks noChangeArrowheads="1"/>
          </p:cNvSpPr>
          <p:nvPr/>
        </p:nvSpPr>
        <p:spPr bwMode="auto">
          <a:xfrm>
            <a:off x="4510088" y="5068888"/>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59500" name="Line 48">
            <a:extLst>
              <a:ext uri="{FF2B5EF4-FFF2-40B4-BE49-F238E27FC236}">
                <a16:creationId xmlns:a16="http://schemas.microsoft.com/office/drawing/2014/main" id="{FB25EEA4-E83E-40FB-5FA5-F771672BB481}"/>
              </a:ext>
            </a:extLst>
          </p:cNvPr>
          <p:cNvSpPr>
            <a:spLocks noChangeShapeType="1"/>
          </p:cNvSpPr>
          <p:nvPr/>
        </p:nvSpPr>
        <p:spPr bwMode="auto">
          <a:xfrm flipH="1">
            <a:off x="4135438" y="3989388"/>
            <a:ext cx="0" cy="1763712"/>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501" name="Rectangle 80">
            <a:extLst>
              <a:ext uri="{FF2B5EF4-FFF2-40B4-BE49-F238E27FC236}">
                <a16:creationId xmlns:a16="http://schemas.microsoft.com/office/drawing/2014/main" id="{D73B8314-FE0E-6F23-AD5D-7FD0F4877657}"/>
              </a:ext>
            </a:extLst>
          </p:cNvPr>
          <p:cNvSpPr>
            <a:spLocks noChangeArrowheads="1"/>
          </p:cNvSpPr>
          <p:nvPr/>
        </p:nvSpPr>
        <p:spPr bwMode="auto">
          <a:xfrm>
            <a:off x="5765800"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2</a:t>
            </a:r>
          </a:p>
        </p:txBody>
      </p:sp>
      <p:sp>
        <p:nvSpPr>
          <p:cNvPr id="59502" name="Line 81">
            <a:extLst>
              <a:ext uri="{FF2B5EF4-FFF2-40B4-BE49-F238E27FC236}">
                <a16:creationId xmlns:a16="http://schemas.microsoft.com/office/drawing/2014/main" id="{1BACE7B5-169E-A4B1-4310-14C8168AF902}"/>
              </a:ext>
            </a:extLst>
          </p:cNvPr>
          <p:cNvSpPr>
            <a:spLocks noChangeShapeType="1"/>
          </p:cNvSpPr>
          <p:nvPr/>
        </p:nvSpPr>
        <p:spPr bwMode="auto">
          <a:xfrm flipH="1">
            <a:off x="5646738"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503" name="Rectangle 49">
            <a:extLst>
              <a:ext uri="{FF2B5EF4-FFF2-40B4-BE49-F238E27FC236}">
                <a16:creationId xmlns:a16="http://schemas.microsoft.com/office/drawing/2014/main" id="{E33640A6-B6C9-EE14-EC0E-4BFF2578AB75}"/>
              </a:ext>
            </a:extLst>
          </p:cNvPr>
          <p:cNvSpPr>
            <a:spLocks noChangeArrowheads="1"/>
          </p:cNvSpPr>
          <p:nvPr/>
        </p:nvSpPr>
        <p:spPr bwMode="auto">
          <a:xfrm>
            <a:off x="3621088" y="5695950"/>
            <a:ext cx="1273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ALUASrc=0</a:t>
            </a:r>
          </a:p>
        </p:txBody>
      </p:sp>
      <p:sp>
        <p:nvSpPr>
          <p:cNvPr id="59504" name="Line 56">
            <a:extLst>
              <a:ext uri="{FF2B5EF4-FFF2-40B4-BE49-F238E27FC236}">
                <a16:creationId xmlns:a16="http://schemas.microsoft.com/office/drawing/2014/main" id="{EB3F63DF-911C-E514-96EE-AE5B061CB335}"/>
              </a:ext>
            </a:extLst>
          </p:cNvPr>
          <p:cNvSpPr>
            <a:spLocks noChangeShapeType="1"/>
          </p:cNvSpPr>
          <p:nvPr/>
        </p:nvSpPr>
        <p:spPr bwMode="auto">
          <a:xfrm flipH="1">
            <a:off x="8135938" y="3867150"/>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9505" name="Line 56">
            <a:extLst>
              <a:ext uri="{FF2B5EF4-FFF2-40B4-BE49-F238E27FC236}">
                <a16:creationId xmlns:a16="http://schemas.microsoft.com/office/drawing/2014/main" id="{51FEEDFC-8060-0B78-BA03-56314C5CB92B}"/>
              </a:ext>
            </a:extLst>
          </p:cNvPr>
          <p:cNvSpPr>
            <a:spLocks noChangeShapeType="1"/>
          </p:cNvSpPr>
          <p:nvPr/>
        </p:nvSpPr>
        <p:spPr bwMode="auto">
          <a:xfrm flipH="1">
            <a:off x="8123238" y="2843213"/>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318">
                                            <p:txEl>
                                              <p:pRg st="0" end="0"/>
                                            </p:txEl>
                                          </p:spTgt>
                                        </p:tgtEl>
                                        <p:attrNameLst>
                                          <p:attrName>style.visibility</p:attrName>
                                        </p:attrNameLst>
                                      </p:cBhvr>
                                      <p:to>
                                        <p:strVal val="visible"/>
                                      </p:to>
                                    </p:set>
                                    <p:animEffect transition="in" filter="blinds(horizontal)">
                                      <p:cBhvr>
                                        <p:cTn id="7" dur="500"/>
                                        <p:tgtEl>
                                          <p:spTgt spid="513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14350EC7-C8AF-EDAC-3BC9-E7CF7082AE7A}"/>
              </a:ext>
            </a:extLst>
          </p:cNvPr>
          <p:cNvSpPr>
            <a:spLocks noGrp="1" noChangeArrowheads="1"/>
          </p:cNvSpPr>
          <p:nvPr>
            <p:ph type="title"/>
          </p:nvPr>
        </p:nvSpPr>
        <p:spPr>
          <a:xfrm>
            <a:off x="769938" y="184150"/>
            <a:ext cx="7685087" cy="373063"/>
          </a:xfrm>
        </p:spPr>
        <p:txBody>
          <a:bodyPr/>
          <a:lstStyle/>
          <a:p>
            <a:r>
              <a:rPr lang="zh-CN" altLang="en-US">
                <a:ea typeface="宋体" panose="02010600030101010101" pitchFamily="2" charset="-122"/>
              </a:rPr>
              <a:t>执行部件（</a:t>
            </a:r>
            <a:r>
              <a:rPr lang="en-US" altLang="zh-CN">
                <a:ea typeface="宋体" panose="02010600030101010101" pitchFamily="2" charset="-122"/>
              </a:rPr>
              <a:t>Exec Unit</a:t>
            </a:r>
            <a:r>
              <a:rPr lang="zh-CN" altLang="en-US">
                <a:ea typeface="宋体" panose="02010600030101010101" pitchFamily="2" charset="-122"/>
              </a:rPr>
              <a:t>）的设计：</a:t>
            </a:r>
            <a:r>
              <a:rPr lang="en-US" altLang="zh-CN">
                <a:ea typeface="宋体" panose="02010600030101010101" pitchFamily="2" charset="-122"/>
              </a:rPr>
              <a:t>J</a:t>
            </a:r>
            <a:r>
              <a:rPr lang="zh-CN" altLang="en-US">
                <a:ea typeface="宋体" panose="02010600030101010101" pitchFamily="2" charset="-122"/>
              </a:rPr>
              <a:t>型指令</a:t>
            </a:r>
            <a:endParaRPr lang="en-US" altLang="zh-CN">
              <a:ea typeface="宋体" panose="02010600030101010101" pitchFamily="2" charset="-122"/>
            </a:endParaRPr>
          </a:p>
        </p:txBody>
      </p:sp>
      <p:grpSp>
        <p:nvGrpSpPr>
          <p:cNvPr id="61442" name="Group 119">
            <a:extLst>
              <a:ext uri="{FF2B5EF4-FFF2-40B4-BE49-F238E27FC236}">
                <a16:creationId xmlns:a16="http://schemas.microsoft.com/office/drawing/2014/main" id="{ED73AD6B-A051-C580-A170-DC3A38DE7F00}"/>
              </a:ext>
            </a:extLst>
          </p:cNvPr>
          <p:cNvGrpSpPr>
            <a:grpSpLocks/>
          </p:cNvGrpSpPr>
          <p:nvPr/>
        </p:nvGrpSpPr>
        <p:grpSpPr bwMode="auto">
          <a:xfrm>
            <a:off x="7821613" y="622300"/>
            <a:ext cx="1219200" cy="1041400"/>
            <a:chOff x="4830" y="396"/>
            <a:chExt cx="868" cy="656"/>
          </a:xfrm>
        </p:grpSpPr>
        <p:sp>
          <p:nvSpPr>
            <p:cNvPr id="61443" name="Oval 106">
              <a:extLst>
                <a:ext uri="{FF2B5EF4-FFF2-40B4-BE49-F238E27FC236}">
                  <a16:creationId xmlns:a16="http://schemas.microsoft.com/office/drawing/2014/main" id="{FBF343C9-E43E-D2F1-42C6-0635DC0F7079}"/>
                </a:ext>
              </a:extLst>
            </p:cNvPr>
            <p:cNvSpPr>
              <a:spLocks noChangeArrowheads="1"/>
            </p:cNvSpPr>
            <p:nvPr/>
          </p:nvSpPr>
          <p:spPr bwMode="auto">
            <a:xfrm>
              <a:off x="4891" y="580"/>
              <a:ext cx="88" cy="472"/>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61444" name="Rectangle 107">
              <a:extLst>
                <a:ext uri="{FF2B5EF4-FFF2-40B4-BE49-F238E27FC236}">
                  <a16:creationId xmlns:a16="http://schemas.microsoft.com/office/drawing/2014/main" id="{8B1423A9-B9CF-43BF-666A-3B08D5D94C28}"/>
                </a:ext>
              </a:extLst>
            </p:cNvPr>
            <p:cNvSpPr>
              <a:spLocks noChangeArrowheads="1"/>
            </p:cNvSpPr>
            <p:nvPr/>
          </p:nvSpPr>
          <p:spPr bwMode="auto">
            <a:xfrm>
              <a:off x="4830" y="396"/>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1"/>
                  </a:solidFill>
                  <a:ea typeface="宋体" panose="02010600030101010101" pitchFamily="2" charset="-122"/>
                </a:rPr>
                <a:t>You are here!</a:t>
              </a:r>
            </a:p>
          </p:txBody>
        </p:sp>
        <p:sp>
          <p:nvSpPr>
            <p:cNvPr id="61445" name="Line 108">
              <a:extLst>
                <a:ext uri="{FF2B5EF4-FFF2-40B4-BE49-F238E27FC236}">
                  <a16:creationId xmlns:a16="http://schemas.microsoft.com/office/drawing/2014/main" id="{E230F68E-3B9E-F72C-1D0D-77B5A631C86E}"/>
                </a:ext>
              </a:extLst>
            </p:cNvPr>
            <p:cNvSpPr>
              <a:spLocks noChangeShapeType="1"/>
            </p:cNvSpPr>
            <p:nvPr/>
          </p:nvSpPr>
          <p:spPr bwMode="auto">
            <a:xfrm flipH="1">
              <a:off x="4979" y="628"/>
              <a:ext cx="248" cy="184"/>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1318" name="Text Box 118">
            <a:extLst>
              <a:ext uri="{FF2B5EF4-FFF2-40B4-BE49-F238E27FC236}">
                <a16:creationId xmlns:a16="http://schemas.microsoft.com/office/drawing/2014/main" id="{8408C777-C9C5-7915-095D-ADEC8007FB1C}"/>
              </a:ext>
            </a:extLst>
          </p:cNvPr>
          <p:cNvSpPr txBox="1">
            <a:spLocks noChangeArrowheads="1"/>
          </p:cNvSpPr>
          <p:nvPr/>
        </p:nvSpPr>
        <p:spPr bwMode="auto">
          <a:xfrm>
            <a:off x="103188" y="627063"/>
            <a:ext cx="7094537"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15000"/>
              </a:lnSpc>
              <a:spcBef>
                <a:spcPct val="20000"/>
              </a:spcBef>
            </a:pPr>
            <a:r>
              <a:rPr lang="zh-CN" altLang="en-US" sz="1800">
                <a:solidFill>
                  <a:srgbClr val="008000"/>
                </a:solidFill>
                <a:latin typeface="Arial" panose="020B0604020202020204" pitchFamily="34" charset="0"/>
                <a:ea typeface="黑体" panose="02010609060101010101" pitchFamily="49" charset="-122"/>
              </a:rPr>
              <a:t>执行部件功能是：</a:t>
            </a:r>
            <a:r>
              <a:rPr lang="en-US" altLang="zh-CN" sz="1800">
                <a:solidFill>
                  <a:srgbClr val="3399FF"/>
                </a:solidFill>
                <a:latin typeface="Arial" panose="020B0604020202020204" pitchFamily="34" charset="0"/>
                <a:ea typeface="黑体" panose="02010609060101010101" pitchFamily="49" charset="-122"/>
              </a:rPr>
              <a:t>ALU</a:t>
            </a:r>
            <a:r>
              <a:rPr lang="zh-CN" altLang="en-US" sz="1800">
                <a:solidFill>
                  <a:srgbClr val="3399FF"/>
                </a:solidFill>
                <a:latin typeface="Arial" panose="020B0604020202020204" pitchFamily="34" charset="0"/>
                <a:ea typeface="黑体" panose="02010609060101010101" pitchFamily="49" charset="-122"/>
              </a:rPr>
              <a:t>运算和转移目标地址的计算</a:t>
            </a:r>
          </a:p>
        </p:txBody>
      </p:sp>
      <p:sp>
        <p:nvSpPr>
          <p:cNvPr id="61447" name="Rectangle 4">
            <a:extLst>
              <a:ext uri="{FF2B5EF4-FFF2-40B4-BE49-F238E27FC236}">
                <a16:creationId xmlns:a16="http://schemas.microsoft.com/office/drawing/2014/main" id="{077D59B6-D71B-A1D4-83D2-3C8D15301DF7}"/>
              </a:ext>
            </a:extLst>
          </p:cNvPr>
          <p:cNvSpPr>
            <a:spLocks noChangeArrowheads="1"/>
          </p:cNvSpPr>
          <p:nvPr/>
        </p:nvSpPr>
        <p:spPr bwMode="auto">
          <a:xfrm>
            <a:off x="2424113" y="2376488"/>
            <a:ext cx="288925" cy="3175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61448" name="Oval 5">
            <a:extLst>
              <a:ext uri="{FF2B5EF4-FFF2-40B4-BE49-F238E27FC236}">
                <a16:creationId xmlns:a16="http://schemas.microsoft.com/office/drawing/2014/main" id="{9D2C68AA-0414-DAE5-6656-D67EA78CE83F}"/>
              </a:ext>
            </a:extLst>
          </p:cNvPr>
          <p:cNvSpPr>
            <a:spLocks noChangeArrowheads="1"/>
          </p:cNvSpPr>
          <p:nvPr/>
        </p:nvSpPr>
        <p:spPr bwMode="auto">
          <a:xfrm>
            <a:off x="2500313" y="2224088"/>
            <a:ext cx="136525"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61449" name="Rectangle 6">
            <a:extLst>
              <a:ext uri="{FF2B5EF4-FFF2-40B4-BE49-F238E27FC236}">
                <a16:creationId xmlns:a16="http://schemas.microsoft.com/office/drawing/2014/main" id="{80A8BBA5-3407-65F2-604D-E079261E342E}"/>
              </a:ext>
            </a:extLst>
          </p:cNvPr>
          <p:cNvSpPr>
            <a:spLocks noChangeArrowheads="1"/>
          </p:cNvSpPr>
          <p:nvPr/>
        </p:nvSpPr>
        <p:spPr bwMode="auto">
          <a:xfrm rot="5400000">
            <a:off x="2211388" y="3678238"/>
            <a:ext cx="7016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ID/Ex</a:t>
            </a:r>
          </a:p>
        </p:txBody>
      </p:sp>
      <p:sp>
        <p:nvSpPr>
          <p:cNvPr id="61450" name="Line 7">
            <a:extLst>
              <a:ext uri="{FF2B5EF4-FFF2-40B4-BE49-F238E27FC236}">
                <a16:creationId xmlns:a16="http://schemas.microsoft.com/office/drawing/2014/main" id="{DE7B3BD1-DAF7-97C1-0AE7-42567CB8237C}"/>
              </a:ext>
            </a:extLst>
          </p:cNvPr>
          <p:cNvSpPr>
            <a:spLocks noChangeShapeType="1"/>
          </p:cNvSpPr>
          <p:nvPr/>
        </p:nvSpPr>
        <p:spPr bwMode="auto">
          <a:xfrm>
            <a:off x="2573338" y="2071688"/>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1" name="Rectangle 8">
            <a:extLst>
              <a:ext uri="{FF2B5EF4-FFF2-40B4-BE49-F238E27FC236}">
                <a16:creationId xmlns:a16="http://schemas.microsoft.com/office/drawing/2014/main" id="{08F4BC5E-AF61-A982-46AE-FE426CA2687D}"/>
              </a:ext>
            </a:extLst>
          </p:cNvPr>
          <p:cNvSpPr>
            <a:spLocks noChangeArrowheads="1"/>
          </p:cNvSpPr>
          <p:nvPr/>
        </p:nvSpPr>
        <p:spPr bwMode="auto">
          <a:xfrm>
            <a:off x="7834313" y="2376488"/>
            <a:ext cx="288925" cy="3176587"/>
          </a:xfrm>
          <a:prstGeom prst="rect">
            <a:avLst/>
          </a:prstGeom>
          <a:noFill/>
          <a:ln w="254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61452" name="Oval 9">
            <a:extLst>
              <a:ext uri="{FF2B5EF4-FFF2-40B4-BE49-F238E27FC236}">
                <a16:creationId xmlns:a16="http://schemas.microsoft.com/office/drawing/2014/main" id="{21D1B106-6BFB-6B6C-CE93-8F7143BA1F73}"/>
              </a:ext>
            </a:extLst>
          </p:cNvPr>
          <p:cNvSpPr>
            <a:spLocks noChangeArrowheads="1"/>
          </p:cNvSpPr>
          <p:nvPr/>
        </p:nvSpPr>
        <p:spPr bwMode="auto">
          <a:xfrm>
            <a:off x="7910513" y="2225675"/>
            <a:ext cx="136525" cy="123825"/>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Arial" panose="020B0604020202020204" pitchFamily="34" charset="0"/>
              <a:ea typeface="宋体" panose="02010600030101010101" pitchFamily="2" charset="-122"/>
            </a:endParaRPr>
          </a:p>
        </p:txBody>
      </p:sp>
      <p:sp>
        <p:nvSpPr>
          <p:cNvPr id="61453" name="Rectangle 10">
            <a:extLst>
              <a:ext uri="{FF2B5EF4-FFF2-40B4-BE49-F238E27FC236}">
                <a16:creationId xmlns:a16="http://schemas.microsoft.com/office/drawing/2014/main" id="{224CD929-8E97-FC47-6F11-1E126D2ED926}"/>
              </a:ext>
            </a:extLst>
          </p:cNvPr>
          <p:cNvSpPr>
            <a:spLocks noChangeArrowheads="1"/>
          </p:cNvSpPr>
          <p:nvPr/>
        </p:nvSpPr>
        <p:spPr bwMode="auto">
          <a:xfrm rot="5400000">
            <a:off x="7616825" y="3684588"/>
            <a:ext cx="717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EX/M</a:t>
            </a:r>
          </a:p>
        </p:txBody>
      </p:sp>
      <p:sp>
        <p:nvSpPr>
          <p:cNvPr id="61454" name="Line 11">
            <a:extLst>
              <a:ext uri="{FF2B5EF4-FFF2-40B4-BE49-F238E27FC236}">
                <a16:creationId xmlns:a16="http://schemas.microsoft.com/office/drawing/2014/main" id="{D7656D68-0711-20C8-6189-09945E808CA7}"/>
              </a:ext>
            </a:extLst>
          </p:cNvPr>
          <p:cNvSpPr>
            <a:spLocks noChangeShapeType="1"/>
          </p:cNvSpPr>
          <p:nvPr/>
        </p:nvSpPr>
        <p:spPr bwMode="auto">
          <a:xfrm>
            <a:off x="7983538" y="2070100"/>
            <a:ext cx="0" cy="128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5" name="Line 16">
            <a:extLst>
              <a:ext uri="{FF2B5EF4-FFF2-40B4-BE49-F238E27FC236}">
                <a16:creationId xmlns:a16="http://schemas.microsoft.com/office/drawing/2014/main" id="{D44657DC-44CA-7AC7-0C73-051452A45F61}"/>
              </a:ext>
            </a:extLst>
          </p:cNvPr>
          <p:cNvSpPr>
            <a:spLocks noChangeShapeType="1"/>
          </p:cNvSpPr>
          <p:nvPr/>
        </p:nvSpPr>
        <p:spPr bwMode="auto">
          <a:xfrm>
            <a:off x="4554538" y="3289300"/>
            <a:ext cx="928687"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6" name="Line 28">
            <a:extLst>
              <a:ext uri="{FF2B5EF4-FFF2-40B4-BE49-F238E27FC236}">
                <a16:creationId xmlns:a16="http://schemas.microsoft.com/office/drawing/2014/main" id="{9396F9EF-17C9-7A6B-098E-5DDD4A80B851}"/>
              </a:ext>
            </a:extLst>
          </p:cNvPr>
          <p:cNvSpPr>
            <a:spLocks noChangeShapeType="1"/>
          </p:cNvSpPr>
          <p:nvPr/>
        </p:nvSpPr>
        <p:spPr bwMode="auto">
          <a:xfrm>
            <a:off x="4278313" y="3668713"/>
            <a:ext cx="2079625"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7" name="Line 29">
            <a:extLst>
              <a:ext uri="{FF2B5EF4-FFF2-40B4-BE49-F238E27FC236}">
                <a16:creationId xmlns:a16="http://schemas.microsoft.com/office/drawing/2014/main" id="{E1942D62-8230-817A-AFD1-1B7AA7FAC745}"/>
              </a:ext>
            </a:extLst>
          </p:cNvPr>
          <p:cNvSpPr>
            <a:spLocks noChangeShapeType="1"/>
          </p:cNvSpPr>
          <p:nvPr/>
        </p:nvSpPr>
        <p:spPr bwMode="auto">
          <a:xfrm flipH="1">
            <a:off x="3557588" y="3743325"/>
            <a:ext cx="88900" cy="166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8" name="Rectangle 30">
            <a:extLst>
              <a:ext uri="{FF2B5EF4-FFF2-40B4-BE49-F238E27FC236}">
                <a16:creationId xmlns:a16="http://schemas.microsoft.com/office/drawing/2014/main" id="{6AEEAA73-4DD6-9997-896D-FA84D9F685B2}"/>
              </a:ext>
            </a:extLst>
          </p:cNvPr>
          <p:cNvSpPr>
            <a:spLocks noChangeArrowheads="1"/>
          </p:cNvSpPr>
          <p:nvPr/>
        </p:nvSpPr>
        <p:spPr bwMode="auto">
          <a:xfrm>
            <a:off x="3244850" y="38004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61459" name="Rectangle 31">
            <a:extLst>
              <a:ext uri="{FF2B5EF4-FFF2-40B4-BE49-F238E27FC236}">
                <a16:creationId xmlns:a16="http://schemas.microsoft.com/office/drawing/2014/main" id="{0124CA11-72F8-A883-6600-98C0F62D5228}"/>
              </a:ext>
            </a:extLst>
          </p:cNvPr>
          <p:cNvSpPr>
            <a:spLocks noChangeArrowheads="1"/>
          </p:cNvSpPr>
          <p:nvPr/>
        </p:nvSpPr>
        <p:spPr bwMode="auto">
          <a:xfrm>
            <a:off x="2787650" y="3511550"/>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61460" name="Line 32">
            <a:extLst>
              <a:ext uri="{FF2B5EF4-FFF2-40B4-BE49-F238E27FC236}">
                <a16:creationId xmlns:a16="http://schemas.microsoft.com/office/drawing/2014/main" id="{A83A6A2F-BF82-A442-CAE4-0C4B3156E48C}"/>
              </a:ext>
            </a:extLst>
          </p:cNvPr>
          <p:cNvSpPr>
            <a:spLocks noChangeShapeType="1"/>
          </p:cNvSpPr>
          <p:nvPr/>
        </p:nvSpPr>
        <p:spPr bwMode="auto">
          <a:xfrm>
            <a:off x="2738438" y="4344988"/>
            <a:ext cx="2794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1" name="Line 33">
            <a:extLst>
              <a:ext uri="{FF2B5EF4-FFF2-40B4-BE49-F238E27FC236}">
                <a16:creationId xmlns:a16="http://schemas.microsoft.com/office/drawing/2014/main" id="{1D270078-B872-AEB1-D6CC-91EF8C45C60D}"/>
              </a:ext>
            </a:extLst>
          </p:cNvPr>
          <p:cNvSpPr>
            <a:spLocks noChangeShapeType="1"/>
          </p:cNvSpPr>
          <p:nvPr/>
        </p:nvSpPr>
        <p:spPr bwMode="auto">
          <a:xfrm flipV="1">
            <a:off x="3722688" y="4262438"/>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2" name="Rectangle 34">
            <a:extLst>
              <a:ext uri="{FF2B5EF4-FFF2-40B4-BE49-F238E27FC236}">
                <a16:creationId xmlns:a16="http://schemas.microsoft.com/office/drawing/2014/main" id="{1ED4A9CE-D516-8D1B-1872-A7ED09FFF2BB}"/>
              </a:ext>
            </a:extLst>
          </p:cNvPr>
          <p:cNvSpPr>
            <a:spLocks noChangeArrowheads="1"/>
          </p:cNvSpPr>
          <p:nvPr/>
        </p:nvSpPr>
        <p:spPr bwMode="auto">
          <a:xfrm>
            <a:off x="3397250" y="433070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61463" name="Rectangle 35">
            <a:extLst>
              <a:ext uri="{FF2B5EF4-FFF2-40B4-BE49-F238E27FC236}">
                <a16:creationId xmlns:a16="http://schemas.microsoft.com/office/drawing/2014/main" id="{3CB9A15D-AF51-8C6E-47F7-1979EDA8C1AB}"/>
              </a:ext>
            </a:extLst>
          </p:cNvPr>
          <p:cNvSpPr>
            <a:spLocks noChangeArrowheads="1"/>
          </p:cNvSpPr>
          <p:nvPr/>
        </p:nvSpPr>
        <p:spPr bwMode="auto">
          <a:xfrm>
            <a:off x="2787650" y="4046538"/>
            <a:ext cx="693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grpSp>
        <p:nvGrpSpPr>
          <p:cNvPr id="61464" name="Group 36">
            <a:extLst>
              <a:ext uri="{FF2B5EF4-FFF2-40B4-BE49-F238E27FC236}">
                <a16:creationId xmlns:a16="http://schemas.microsoft.com/office/drawing/2014/main" id="{37871C8D-9F97-B0E5-9D0D-FBEFD60FA6F1}"/>
              </a:ext>
            </a:extLst>
          </p:cNvPr>
          <p:cNvGrpSpPr>
            <a:grpSpLocks/>
          </p:cNvGrpSpPr>
          <p:nvPr/>
        </p:nvGrpSpPr>
        <p:grpSpPr bwMode="auto">
          <a:xfrm>
            <a:off x="5545138" y="4122738"/>
            <a:ext cx="304800" cy="1227137"/>
            <a:chOff x="3120" y="2696"/>
            <a:chExt cx="192" cy="773"/>
          </a:xfrm>
        </p:grpSpPr>
        <p:sp>
          <p:nvSpPr>
            <p:cNvPr id="61465" name="Line 37">
              <a:extLst>
                <a:ext uri="{FF2B5EF4-FFF2-40B4-BE49-F238E27FC236}">
                  <a16:creationId xmlns:a16="http://schemas.microsoft.com/office/drawing/2014/main" id="{EA275C39-E3F5-B350-9707-8EC899C3C942}"/>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6" name="Line 38">
              <a:extLst>
                <a:ext uri="{FF2B5EF4-FFF2-40B4-BE49-F238E27FC236}">
                  <a16:creationId xmlns:a16="http://schemas.microsoft.com/office/drawing/2014/main" id="{98D41F10-6F2B-2116-88C9-012D921A8EA1}"/>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7" name="Line 39">
              <a:extLst>
                <a:ext uri="{FF2B5EF4-FFF2-40B4-BE49-F238E27FC236}">
                  <a16:creationId xmlns:a16="http://schemas.microsoft.com/office/drawing/2014/main" id="{7233F517-7694-F943-E0BC-273749DEDE40}"/>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8" name="Line 40">
              <a:extLst>
                <a:ext uri="{FF2B5EF4-FFF2-40B4-BE49-F238E27FC236}">
                  <a16:creationId xmlns:a16="http://schemas.microsoft.com/office/drawing/2014/main" id="{9892A0BF-C4A3-990F-F967-75AFDB200FD5}"/>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1469" name="Line 44">
            <a:extLst>
              <a:ext uri="{FF2B5EF4-FFF2-40B4-BE49-F238E27FC236}">
                <a16:creationId xmlns:a16="http://schemas.microsoft.com/office/drawing/2014/main" id="{59DAD986-CF24-75CD-2505-9184A2485E2C}"/>
              </a:ext>
            </a:extLst>
          </p:cNvPr>
          <p:cNvSpPr>
            <a:spLocks noChangeShapeType="1"/>
          </p:cNvSpPr>
          <p:nvPr/>
        </p:nvSpPr>
        <p:spPr bwMode="auto">
          <a:xfrm flipV="1">
            <a:off x="2713038" y="5114925"/>
            <a:ext cx="284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0" name="Line 45">
            <a:extLst>
              <a:ext uri="{FF2B5EF4-FFF2-40B4-BE49-F238E27FC236}">
                <a16:creationId xmlns:a16="http://schemas.microsoft.com/office/drawing/2014/main" id="{92A716B5-5205-7B06-4B80-1A4D061028BB}"/>
              </a:ext>
            </a:extLst>
          </p:cNvPr>
          <p:cNvSpPr>
            <a:spLocks noChangeShapeType="1"/>
          </p:cNvSpPr>
          <p:nvPr/>
        </p:nvSpPr>
        <p:spPr bwMode="auto">
          <a:xfrm flipH="1">
            <a:off x="3187700" y="5002213"/>
            <a:ext cx="139700" cy="203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1" name="Rectangle 46">
            <a:extLst>
              <a:ext uri="{FF2B5EF4-FFF2-40B4-BE49-F238E27FC236}">
                <a16:creationId xmlns:a16="http://schemas.microsoft.com/office/drawing/2014/main" id="{06195968-23FD-1D27-DD4D-3C5CA8C93FCF}"/>
              </a:ext>
            </a:extLst>
          </p:cNvPr>
          <p:cNvSpPr>
            <a:spLocks noChangeArrowheads="1"/>
          </p:cNvSpPr>
          <p:nvPr/>
        </p:nvSpPr>
        <p:spPr bwMode="auto">
          <a:xfrm>
            <a:off x="2863850" y="51117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61472" name="Rectangle 47">
            <a:extLst>
              <a:ext uri="{FF2B5EF4-FFF2-40B4-BE49-F238E27FC236}">
                <a16:creationId xmlns:a16="http://schemas.microsoft.com/office/drawing/2014/main" id="{4652D37F-9289-A5D3-E1A8-70E3D463840B}"/>
              </a:ext>
            </a:extLst>
          </p:cNvPr>
          <p:cNvSpPr>
            <a:spLocks noChangeArrowheads="1"/>
          </p:cNvSpPr>
          <p:nvPr/>
        </p:nvSpPr>
        <p:spPr bwMode="auto">
          <a:xfrm>
            <a:off x="2711450" y="4741863"/>
            <a:ext cx="6048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61473" name="Line 48">
            <a:extLst>
              <a:ext uri="{FF2B5EF4-FFF2-40B4-BE49-F238E27FC236}">
                <a16:creationId xmlns:a16="http://schemas.microsoft.com/office/drawing/2014/main" id="{F3375186-06EA-3C01-1764-1647F1C37BF4}"/>
              </a:ext>
            </a:extLst>
          </p:cNvPr>
          <p:cNvSpPr>
            <a:spLocks noChangeShapeType="1"/>
          </p:cNvSpPr>
          <p:nvPr/>
        </p:nvSpPr>
        <p:spPr bwMode="auto">
          <a:xfrm flipH="1">
            <a:off x="5716588" y="5248275"/>
            <a:ext cx="0" cy="539750"/>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4" name="Rectangle 49">
            <a:extLst>
              <a:ext uri="{FF2B5EF4-FFF2-40B4-BE49-F238E27FC236}">
                <a16:creationId xmlns:a16="http://schemas.microsoft.com/office/drawing/2014/main" id="{1EB340D8-6B9B-0076-7545-2EB1320971FB}"/>
              </a:ext>
            </a:extLst>
          </p:cNvPr>
          <p:cNvSpPr>
            <a:spLocks noChangeArrowheads="1"/>
          </p:cNvSpPr>
          <p:nvPr/>
        </p:nvSpPr>
        <p:spPr bwMode="auto">
          <a:xfrm>
            <a:off x="5075238" y="5691188"/>
            <a:ext cx="1262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ALUBSrc=1</a:t>
            </a:r>
          </a:p>
        </p:txBody>
      </p:sp>
      <p:sp>
        <p:nvSpPr>
          <p:cNvPr id="61475" name="Line 50">
            <a:extLst>
              <a:ext uri="{FF2B5EF4-FFF2-40B4-BE49-F238E27FC236}">
                <a16:creationId xmlns:a16="http://schemas.microsoft.com/office/drawing/2014/main" id="{A5A3C234-AABF-F7C0-2AC2-D6B5CAB5A3B7}"/>
              </a:ext>
            </a:extLst>
          </p:cNvPr>
          <p:cNvSpPr>
            <a:spLocks noChangeShapeType="1"/>
          </p:cNvSpPr>
          <p:nvPr/>
        </p:nvSpPr>
        <p:spPr bwMode="auto">
          <a:xfrm>
            <a:off x="5875338" y="4724400"/>
            <a:ext cx="482600"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6" name="Line 53">
            <a:extLst>
              <a:ext uri="{FF2B5EF4-FFF2-40B4-BE49-F238E27FC236}">
                <a16:creationId xmlns:a16="http://schemas.microsoft.com/office/drawing/2014/main" id="{DB999D40-50EB-860E-F348-92A5D64C8D9F}"/>
              </a:ext>
            </a:extLst>
          </p:cNvPr>
          <p:cNvSpPr>
            <a:spLocks noChangeShapeType="1"/>
          </p:cNvSpPr>
          <p:nvPr/>
        </p:nvSpPr>
        <p:spPr bwMode="auto">
          <a:xfrm flipH="1">
            <a:off x="7138988" y="413861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7" name="Rectangle 55">
            <a:extLst>
              <a:ext uri="{FF2B5EF4-FFF2-40B4-BE49-F238E27FC236}">
                <a16:creationId xmlns:a16="http://schemas.microsoft.com/office/drawing/2014/main" id="{A7282C16-164A-3A5E-62BD-840C4B62A74A}"/>
              </a:ext>
            </a:extLst>
          </p:cNvPr>
          <p:cNvSpPr>
            <a:spLocks noChangeArrowheads="1"/>
          </p:cNvSpPr>
          <p:nvPr/>
        </p:nvSpPr>
        <p:spPr bwMode="auto">
          <a:xfrm rot="5400000">
            <a:off x="6330156" y="4023519"/>
            <a:ext cx="608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a:t>
            </a:r>
          </a:p>
        </p:txBody>
      </p:sp>
      <p:sp>
        <p:nvSpPr>
          <p:cNvPr id="61478" name="Line 56">
            <a:extLst>
              <a:ext uri="{FF2B5EF4-FFF2-40B4-BE49-F238E27FC236}">
                <a16:creationId xmlns:a16="http://schemas.microsoft.com/office/drawing/2014/main" id="{3D3550F4-C9D3-19F1-1BC1-16FE5124D9D8}"/>
              </a:ext>
            </a:extLst>
          </p:cNvPr>
          <p:cNvSpPr>
            <a:spLocks noChangeShapeType="1"/>
          </p:cNvSpPr>
          <p:nvPr/>
        </p:nvSpPr>
        <p:spPr bwMode="auto">
          <a:xfrm flipH="1">
            <a:off x="6827838" y="3867150"/>
            <a:ext cx="1016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1479" name="Rectangle 57">
            <a:extLst>
              <a:ext uri="{FF2B5EF4-FFF2-40B4-BE49-F238E27FC236}">
                <a16:creationId xmlns:a16="http://schemas.microsoft.com/office/drawing/2014/main" id="{3DC1D139-7747-C861-2DC7-76B221D61555}"/>
              </a:ext>
            </a:extLst>
          </p:cNvPr>
          <p:cNvSpPr>
            <a:spLocks noChangeArrowheads="1"/>
          </p:cNvSpPr>
          <p:nvPr/>
        </p:nvSpPr>
        <p:spPr bwMode="auto">
          <a:xfrm>
            <a:off x="6902450" y="3562350"/>
            <a:ext cx="625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61480" name="Rectangle 58">
            <a:extLst>
              <a:ext uri="{FF2B5EF4-FFF2-40B4-BE49-F238E27FC236}">
                <a16:creationId xmlns:a16="http://schemas.microsoft.com/office/drawing/2014/main" id="{F0B2070C-3280-57E9-A05B-F2CFF32D032E}"/>
              </a:ext>
            </a:extLst>
          </p:cNvPr>
          <p:cNvSpPr>
            <a:spLocks noChangeArrowheads="1"/>
          </p:cNvSpPr>
          <p:nvPr/>
        </p:nvSpPr>
        <p:spPr bwMode="auto">
          <a:xfrm>
            <a:off x="5505450" y="4192588"/>
            <a:ext cx="282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0</a:t>
            </a:r>
          </a:p>
        </p:txBody>
      </p:sp>
      <p:sp>
        <p:nvSpPr>
          <p:cNvPr id="61481" name="Rectangle 59">
            <a:extLst>
              <a:ext uri="{FF2B5EF4-FFF2-40B4-BE49-F238E27FC236}">
                <a16:creationId xmlns:a16="http://schemas.microsoft.com/office/drawing/2014/main" id="{1D7D9DCF-FBFC-C6F2-3AAF-AA5C1FFDA7E6}"/>
              </a:ext>
            </a:extLst>
          </p:cNvPr>
          <p:cNvSpPr>
            <a:spLocks noChangeArrowheads="1"/>
          </p:cNvSpPr>
          <p:nvPr/>
        </p:nvSpPr>
        <p:spPr bwMode="auto">
          <a:xfrm>
            <a:off x="5505450" y="49720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2</a:t>
            </a:r>
          </a:p>
        </p:txBody>
      </p:sp>
      <p:sp>
        <p:nvSpPr>
          <p:cNvPr id="61482" name="Rectangle 61">
            <a:extLst>
              <a:ext uri="{FF2B5EF4-FFF2-40B4-BE49-F238E27FC236}">
                <a16:creationId xmlns:a16="http://schemas.microsoft.com/office/drawing/2014/main" id="{ABE4380A-2765-486E-A61B-8B859360F3DC}"/>
              </a:ext>
            </a:extLst>
          </p:cNvPr>
          <p:cNvSpPr>
            <a:spLocks noChangeArrowheads="1"/>
          </p:cNvSpPr>
          <p:nvPr/>
        </p:nvSpPr>
        <p:spPr bwMode="auto">
          <a:xfrm>
            <a:off x="6902450" y="41465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61483" name="Line 62">
            <a:extLst>
              <a:ext uri="{FF2B5EF4-FFF2-40B4-BE49-F238E27FC236}">
                <a16:creationId xmlns:a16="http://schemas.microsoft.com/office/drawing/2014/main" id="{0424175F-E109-8949-C2B1-ABD7082CFB80}"/>
              </a:ext>
            </a:extLst>
          </p:cNvPr>
          <p:cNvSpPr>
            <a:spLocks noChangeShapeType="1"/>
          </p:cNvSpPr>
          <p:nvPr/>
        </p:nvSpPr>
        <p:spPr bwMode="auto">
          <a:xfrm flipH="1">
            <a:off x="6815138" y="4208463"/>
            <a:ext cx="1041400" cy="0"/>
          </a:xfrm>
          <a:prstGeom prst="line">
            <a:avLst/>
          </a:prstGeom>
          <a:noFill/>
          <a:ln w="5715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1484" name="Rectangle 63">
            <a:extLst>
              <a:ext uri="{FF2B5EF4-FFF2-40B4-BE49-F238E27FC236}">
                <a16:creationId xmlns:a16="http://schemas.microsoft.com/office/drawing/2014/main" id="{061AC5E4-1F52-0315-0B9E-28AE218673C0}"/>
              </a:ext>
            </a:extLst>
          </p:cNvPr>
          <p:cNvSpPr>
            <a:spLocks noChangeArrowheads="1"/>
          </p:cNvSpPr>
          <p:nvPr/>
        </p:nvSpPr>
        <p:spPr bwMode="auto">
          <a:xfrm>
            <a:off x="6826250" y="3849688"/>
            <a:ext cx="920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ALUout</a:t>
            </a:r>
          </a:p>
        </p:txBody>
      </p:sp>
      <p:sp>
        <p:nvSpPr>
          <p:cNvPr id="61485" name="Line 78">
            <a:extLst>
              <a:ext uri="{FF2B5EF4-FFF2-40B4-BE49-F238E27FC236}">
                <a16:creationId xmlns:a16="http://schemas.microsoft.com/office/drawing/2014/main" id="{01FCCD4D-D214-11E8-3059-69D339DA01AA}"/>
              </a:ext>
            </a:extLst>
          </p:cNvPr>
          <p:cNvSpPr>
            <a:spLocks noChangeShapeType="1"/>
          </p:cNvSpPr>
          <p:nvPr/>
        </p:nvSpPr>
        <p:spPr bwMode="auto">
          <a:xfrm>
            <a:off x="4554538" y="3276600"/>
            <a:ext cx="0" cy="1871663"/>
          </a:xfrm>
          <a:prstGeom prst="line">
            <a:avLst/>
          </a:prstGeom>
          <a:noFill/>
          <a:ln w="57150">
            <a:solidFill>
              <a:srgbClr val="33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6" name="Line 79">
            <a:extLst>
              <a:ext uri="{FF2B5EF4-FFF2-40B4-BE49-F238E27FC236}">
                <a16:creationId xmlns:a16="http://schemas.microsoft.com/office/drawing/2014/main" id="{3BCB55CC-F913-653D-2428-591785BEF9EF}"/>
              </a:ext>
            </a:extLst>
          </p:cNvPr>
          <p:cNvSpPr>
            <a:spLocks noChangeShapeType="1"/>
          </p:cNvSpPr>
          <p:nvPr/>
        </p:nvSpPr>
        <p:spPr bwMode="auto">
          <a:xfrm flipV="1">
            <a:off x="6643688" y="4740275"/>
            <a:ext cx="0" cy="1008063"/>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7" name="Rectangle 80">
            <a:extLst>
              <a:ext uri="{FF2B5EF4-FFF2-40B4-BE49-F238E27FC236}">
                <a16:creationId xmlns:a16="http://schemas.microsoft.com/office/drawing/2014/main" id="{E3DF2BA3-BBD4-3949-4B40-DA8B67037AE5}"/>
              </a:ext>
            </a:extLst>
          </p:cNvPr>
          <p:cNvSpPr>
            <a:spLocks noChangeArrowheads="1"/>
          </p:cNvSpPr>
          <p:nvPr/>
        </p:nvSpPr>
        <p:spPr bwMode="auto">
          <a:xfrm>
            <a:off x="6688138"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4</a:t>
            </a:r>
          </a:p>
        </p:txBody>
      </p:sp>
      <p:sp>
        <p:nvSpPr>
          <p:cNvPr id="61488" name="Line 81">
            <a:extLst>
              <a:ext uri="{FF2B5EF4-FFF2-40B4-BE49-F238E27FC236}">
                <a16:creationId xmlns:a16="http://schemas.microsoft.com/office/drawing/2014/main" id="{39ABCF5C-9897-AA63-DD90-E0C3304AB692}"/>
              </a:ext>
            </a:extLst>
          </p:cNvPr>
          <p:cNvSpPr>
            <a:spLocks noChangeShapeType="1"/>
          </p:cNvSpPr>
          <p:nvPr/>
        </p:nvSpPr>
        <p:spPr bwMode="auto">
          <a:xfrm flipH="1">
            <a:off x="6569075"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9" name="Rectangle 82">
            <a:extLst>
              <a:ext uri="{FF2B5EF4-FFF2-40B4-BE49-F238E27FC236}">
                <a16:creationId xmlns:a16="http://schemas.microsoft.com/office/drawing/2014/main" id="{50533A38-2B55-A8DE-D2D0-7715AED7FB42}"/>
              </a:ext>
            </a:extLst>
          </p:cNvPr>
          <p:cNvSpPr>
            <a:spLocks noChangeArrowheads="1"/>
          </p:cNvSpPr>
          <p:nvPr/>
        </p:nvSpPr>
        <p:spPr bwMode="auto">
          <a:xfrm>
            <a:off x="6348413" y="5695950"/>
            <a:ext cx="9683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rgbClr val="FF0000"/>
                </a:solidFill>
                <a:ea typeface="宋体" panose="02010600030101010101" pitchFamily="2" charset="-122"/>
              </a:rPr>
              <a:t>ALUctr=add</a:t>
            </a:r>
          </a:p>
        </p:txBody>
      </p:sp>
      <p:sp>
        <p:nvSpPr>
          <p:cNvPr id="61490" name="Line 85">
            <a:extLst>
              <a:ext uri="{FF2B5EF4-FFF2-40B4-BE49-F238E27FC236}">
                <a16:creationId xmlns:a16="http://schemas.microsoft.com/office/drawing/2014/main" id="{C04326DE-C8F0-CF69-2158-F0E583670151}"/>
              </a:ext>
            </a:extLst>
          </p:cNvPr>
          <p:cNvSpPr>
            <a:spLocks noChangeShapeType="1"/>
          </p:cNvSpPr>
          <p:nvPr/>
        </p:nvSpPr>
        <p:spPr bwMode="auto">
          <a:xfrm flipV="1">
            <a:off x="3663950" y="2493963"/>
            <a:ext cx="1798638" cy="0"/>
          </a:xfrm>
          <a:prstGeom prst="line">
            <a:avLst/>
          </a:prstGeom>
          <a:noFill/>
          <a:ln w="5715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91" name="Line 86">
            <a:extLst>
              <a:ext uri="{FF2B5EF4-FFF2-40B4-BE49-F238E27FC236}">
                <a16:creationId xmlns:a16="http://schemas.microsoft.com/office/drawing/2014/main" id="{68AD23E3-CB3F-7C9C-8199-62CD63A47B82}"/>
              </a:ext>
            </a:extLst>
          </p:cNvPr>
          <p:cNvSpPr>
            <a:spLocks noChangeShapeType="1"/>
          </p:cNvSpPr>
          <p:nvPr/>
        </p:nvSpPr>
        <p:spPr bwMode="auto">
          <a:xfrm flipH="1">
            <a:off x="3395663" y="2403475"/>
            <a:ext cx="88900" cy="130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92" name="Rectangle 87">
            <a:extLst>
              <a:ext uri="{FF2B5EF4-FFF2-40B4-BE49-F238E27FC236}">
                <a16:creationId xmlns:a16="http://schemas.microsoft.com/office/drawing/2014/main" id="{A7967E33-D973-4A14-69BA-BDCFBD679451}"/>
              </a:ext>
            </a:extLst>
          </p:cNvPr>
          <p:cNvSpPr>
            <a:spLocks noChangeArrowheads="1"/>
          </p:cNvSpPr>
          <p:nvPr/>
        </p:nvSpPr>
        <p:spPr bwMode="auto">
          <a:xfrm>
            <a:off x="3082925" y="244316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61493" name="Rectangle 88">
            <a:extLst>
              <a:ext uri="{FF2B5EF4-FFF2-40B4-BE49-F238E27FC236}">
                <a16:creationId xmlns:a16="http://schemas.microsoft.com/office/drawing/2014/main" id="{2C984BF8-D7CD-A392-8488-11AA0535259C}"/>
              </a:ext>
            </a:extLst>
          </p:cNvPr>
          <p:cNvSpPr>
            <a:spLocks noChangeArrowheads="1"/>
          </p:cNvSpPr>
          <p:nvPr/>
        </p:nvSpPr>
        <p:spPr bwMode="auto">
          <a:xfrm>
            <a:off x="2787650" y="2181225"/>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61494" name="Line 89">
            <a:extLst>
              <a:ext uri="{FF2B5EF4-FFF2-40B4-BE49-F238E27FC236}">
                <a16:creationId xmlns:a16="http://schemas.microsoft.com/office/drawing/2014/main" id="{949B1710-5485-3360-B628-8D803C10DC0C}"/>
              </a:ext>
            </a:extLst>
          </p:cNvPr>
          <p:cNvSpPr>
            <a:spLocks noChangeShapeType="1"/>
          </p:cNvSpPr>
          <p:nvPr/>
        </p:nvSpPr>
        <p:spPr bwMode="auto">
          <a:xfrm flipH="1">
            <a:off x="6529388" y="2773363"/>
            <a:ext cx="889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95" name="Line 90">
            <a:extLst>
              <a:ext uri="{FF2B5EF4-FFF2-40B4-BE49-F238E27FC236}">
                <a16:creationId xmlns:a16="http://schemas.microsoft.com/office/drawing/2014/main" id="{74DFD0E4-A50A-0E8E-FB81-3B7BC7065C53}"/>
              </a:ext>
            </a:extLst>
          </p:cNvPr>
          <p:cNvSpPr>
            <a:spLocks noChangeShapeType="1"/>
          </p:cNvSpPr>
          <p:nvPr/>
        </p:nvSpPr>
        <p:spPr bwMode="auto">
          <a:xfrm flipH="1">
            <a:off x="5913438" y="2843213"/>
            <a:ext cx="1930400" cy="0"/>
          </a:xfrm>
          <a:prstGeom prst="line">
            <a:avLst/>
          </a:prstGeom>
          <a:noFill/>
          <a:ln w="57150">
            <a:solidFill>
              <a:srgbClr val="3399FF"/>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1496" name="Rectangle 91">
            <a:extLst>
              <a:ext uri="{FF2B5EF4-FFF2-40B4-BE49-F238E27FC236}">
                <a16:creationId xmlns:a16="http://schemas.microsoft.com/office/drawing/2014/main" id="{DB5516B8-78C6-D3FB-39DA-5D103771E264}"/>
              </a:ext>
            </a:extLst>
          </p:cNvPr>
          <p:cNvSpPr>
            <a:spLocks noChangeArrowheads="1"/>
          </p:cNvSpPr>
          <p:nvPr/>
        </p:nvSpPr>
        <p:spPr bwMode="auto">
          <a:xfrm>
            <a:off x="6216650" y="2462213"/>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Target</a:t>
            </a:r>
          </a:p>
        </p:txBody>
      </p:sp>
      <p:sp>
        <p:nvSpPr>
          <p:cNvPr id="61497" name="Rectangle 92">
            <a:extLst>
              <a:ext uri="{FF2B5EF4-FFF2-40B4-BE49-F238E27FC236}">
                <a16:creationId xmlns:a16="http://schemas.microsoft.com/office/drawing/2014/main" id="{64197544-983F-7B07-5E52-8148C552E338}"/>
              </a:ext>
            </a:extLst>
          </p:cNvPr>
          <p:cNvSpPr>
            <a:spLocks noChangeArrowheads="1"/>
          </p:cNvSpPr>
          <p:nvPr/>
        </p:nvSpPr>
        <p:spPr bwMode="auto">
          <a:xfrm>
            <a:off x="6292850" y="2868613"/>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61498" name="Line 94">
            <a:extLst>
              <a:ext uri="{FF2B5EF4-FFF2-40B4-BE49-F238E27FC236}">
                <a16:creationId xmlns:a16="http://schemas.microsoft.com/office/drawing/2014/main" id="{4EE1E031-6BB8-2233-256F-301AA7DF4977}"/>
              </a:ext>
            </a:extLst>
          </p:cNvPr>
          <p:cNvSpPr>
            <a:spLocks noChangeShapeType="1"/>
          </p:cNvSpPr>
          <p:nvPr/>
        </p:nvSpPr>
        <p:spPr bwMode="auto">
          <a:xfrm flipV="1">
            <a:off x="25733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99" name="Line 95">
            <a:extLst>
              <a:ext uri="{FF2B5EF4-FFF2-40B4-BE49-F238E27FC236}">
                <a16:creationId xmlns:a16="http://schemas.microsoft.com/office/drawing/2014/main" id="{FC2810BA-E825-1783-310E-416606CF3200}"/>
              </a:ext>
            </a:extLst>
          </p:cNvPr>
          <p:cNvSpPr>
            <a:spLocks noChangeShapeType="1"/>
          </p:cNvSpPr>
          <p:nvPr/>
        </p:nvSpPr>
        <p:spPr bwMode="auto">
          <a:xfrm>
            <a:off x="25733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00" name="Line 96">
            <a:extLst>
              <a:ext uri="{FF2B5EF4-FFF2-40B4-BE49-F238E27FC236}">
                <a16:creationId xmlns:a16="http://schemas.microsoft.com/office/drawing/2014/main" id="{9EF0F0A5-DC65-FCF7-67E2-5782A066286E}"/>
              </a:ext>
            </a:extLst>
          </p:cNvPr>
          <p:cNvSpPr>
            <a:spLocks noChangeShapeType="1"/>
          </p:cNvSpPr>
          <p:nvPr/>
        </p:nvSpPr>
        <p:spPr bwMode="auto">
          <a:xfrm>
            <a:off x="7983538" y="1087438"/>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01" name="Line 97">
            <a:extLst>
              <a:ext uri="{FF2B5EF4-FFF2-40B4-BE49-F238E27FC236}">
                <a16:creationId xmlns:a16="http://schemas.microsoft.com/office/drawing/2014/main" id="{79F41BF1-5BDD-ADBF-3DC2-EA42DB0AEC16}"/>
              </a:ext>
            </a:extLst>
          </p:cNvPr>
          <p:cNvSpPr>
            <a:spLocks noChangeShapeType="1"/>
          </p:cNvSpPr>
          <p:nvPr/>
        </p:nvSpPr>
        <p:spPr bwMode="auto">
          <a:xfrm flipH="1">
            <a:off x="2103438" y="1074738"/>
            <a:ext cx="482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2" name="Line 98">
            <a:extLst>
              <a:ext uri="{FF2B5EF4-FFF2-40B4-BE49-F238E27FC236}">
                <a16:creationId xmlns:a16="http://schemas.microsoft.com/office/drawing/2014/main" id="{FFA1D32D-3751-0D74-6BBE-CFBB1E4458DB}"/>
              </a:ext>
            </a:extLst>
          </p:cNvPr>
          <p:cNvSpPr>
            <a:spLocks noChangeShapeType="1"/>
          </p:cNvSpPr>
          <p:nvPr/>
        </p:nvSpPr>
        <p:spPr bwMode="auto">
          <a:xfrm flipH="1">
            <a:off x="5227638" y="1074738"/>
            <a:ext cx="276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3" name="Line 99">
            <a:extLst>
              <a:ext uri="{FF2B5EF4-FFF2-40B4-BE49-F238E27FC236}">
                <a16:creationId xmlns:a16="http://schemas.microsoft.com/office/drawing/2014/main" id="{2822ACB8-596B-6514-80F5-1128CE647CCA}"/>
              </a:ext>
            </a:extLst>
          </p:cNvPr>
          <p:cNvSpPr>
            <a:spLocks noChangeShapeType="1"/>
          </p:cNvSpPr>
          <p:nvPr/>
        </p:nvSpPr>
        <p:spPr bwMode="auto">
          <a:xfrm>
            <a:off x="5240338" y="1087438"/>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4" name="Line 100">
            <a:extLst>
              <a:ext uri="{FF2B5EF4-FFF2-40B4-BE49-F238E27FC236}">
                <a16:creationId xmlns:a16="http://schemas.microsoft.com/office/drawing/2014/main" id="{E73B83A5-821A-B285-AC7D-1A63B7275462}"/>
              </a:ext>
            </a:extLst>
          </p:cNvPr>
          <p:cNvSpPr>
            <a:spLocks noChangeShapeType="1"/>
          </p:cNvSpPr>
          <p:nvPr/>
        </p:nvSpPr>
        <p:spPr bwMode="auto">
          <a:xfrm flipH="1">
            <a:off x="2560638" y="1455738"/>
            <a:ext cx="2692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5" name="Rectangle 101">
            <a:extLst>
              <a:ext uri="{FF2B5EF4-FFF2-40B4-BE49-F238E27FC236}">
                <a16:creationId xmlns:a16="http://schemas.microsoft.com/office/drawing/2014/main" id="{506A964B-E8E0-913D-B4A4-4408EBF5F5F4}"/>
              </a:ext>
            </a:extLst>
          </p:cNvPr>
          <p:cNvSpPr>
            <a:spLocks noChangeArrowheads="1"/>
          </p:cNvSpPr>
          <p:nvPr/>
        </p:nvSpPr>
        <p:spPr bwMode="auto">
          <a:xfrm>
            <a:off x="2025650" y="1150938"/>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Clk</a:t>
            </a:r>
          </a:p>
        </p:txBody>
      </p:sp>
      <p:sp>
        <p:nvSpPr>
          <p:cNvPr id="61506" name="Line 102">
            <a:extLst>
              <a:ext uri="{FF2B5EF4-FFF2-40B4-BE49-F238E27FC236}">
                <a16:creationId xmlns:a16="http://schemas.microsoft.com/office/drawing/2014/main" id="{11015735-B383-8BD8-27A5-2973C349A715}"/>
              </a:ext>
            </a:extLst>
          </p:cNvPr>
          <p:cNvSpPr>
            <a:spLocks noChangeShapeType="1"/>
          </p:cNvSpPr>
          <p:nvPr/>
        </p:nvSpPr>
        <p:spPr bwMode="auto">
          <a:xfrm>
            <a:off x="27257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7" name="Line 103">
            <a:extLst>
              <a:ext uri="{FF2B5EF4-FFF2-40B4-BE49-F238E27FC236}">
                <a16:creationId xmlns:a16="http://schemas.microsoft.com/office/drawing/2014/main" id="{DD7EAEBD-28E5-3309-09DC-AA974D15550D}"/>
              </a:ext>
            </a:extLst>
          </p:cNvPr>
          <p:cNvSpPr>
            <a:spLocks noChangeShapeType="1"/>
          </p:cNvSpPr>
          <p:nvPr/>
        </p:nvSpPr>
        <p:spPr bwMode="auto">
          <a:xfrm>
            <a:off x="2738438" y="1706563"/>
            <a:ext cx="22606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1508" name="Line 104">
            <a:extLst>
              <a:ext uri="{FF2B5EF4-FFF2-40B4-BE49-F238E27FC236}">
                <a16:creationId xmlns:a16="http://schemas.microsoft.com/office/drawing/2014/main" id="{1E01B340-52E9-5924-61CC-D9588AFA0F7B}"/>
              </a:ext>
            </a:extLst>
          </p:cNvPr>
          <p:cNvSpPr>
            <a:spLocks noChangeShapeType="1"/>
          </p:cNvSpPr>
          <p:nvPr/>
        </p:nvSpPr>
        <p:spPr bwMode="auto">
          <a:xfrm>
            <a:off x="8135938" y="1620838"/>
            <a:ext cx="0" cy="27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9" name="Rectangle 105">
            <a:extLst>
              <a:ext uri="{FF2B5EF4-FFF2-40B4-BE49-F238E27FC236}">
                <a16:creationId xmlns:a16="http://schemas.microsoft.com/office/drawing/2014/main" id="{E9EF5F04-8AA1-FA59-4AC1-718DA7449817}"/>
              </a:ext>
            </a:extLst>
          </p:cNvPr>
          <p:cNvSpPr>
            <a:spLocks noChangeArrowheads="1"/>
          </p:cNvSpPr>
          <p:nvPr/>
        </p:nvSpPr>
        <p:spPr bwMode="auto">
          <a:xfrm>
            <a:off x="5019675" y="1536700"/>
            <a:ext cx="704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latin typeface="Arial" panose="020B0604020202020204" pitchFamily="34" charset="0"/>
                <a:ea typeface="宋体" panose="02010600030101010101" pitchFamily="2" charset="-122"/>
              </a:rPr>
              <a:t>EX</a:t>
            </a:r>
          </a:p>
        </p:txBody>
      </p:sp>
      <p:sp>
        <p:nvSpPr>
          <p:cNvPr id="61510" name="Line 110">
            <a:extLst>
              <a:ext uri="{FF2B5EF4-FFF2-40B4-BE49-F238E27FC236}">
                <a16:creationId xmlns:a16="http://schemas.microsoft.com/office/drawing/2014/main" id="{0A6D51E0-4A8B-5F41-FF4A-0A50430F71AB}"/>
              </a:ext>
            </a:extLst>
          </p:cNvPr>
          <p:cNvSpPr>
            <a:spLocks noChangeShapeType="1"/>
          </p:cNvSpPr>
          <p:nvPr/>
        </p:nvSpPr>
        <p:spPr bwMode="auto">
          <a:xfrm flipH="1">
            <a:off x="7970838" y="1455738"/>
            <a:ext cx="939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11" name="Line 111">
            <a:extLst>
              <a:ext uri="{FF2B5EF4-FFF2-40B4-BE49-F238E27FC236}">
                <a16:creationId xmlns:a16="http://schemas.microsoft.com/office/drawing/2014/main" id="{60B6B251-7CCF-4276-C504-D413328A9241}"/>
              </a:ext>
            </a:extLst>
          </p:cNvPr>
          <p:cNvSpPr>
            <a:spLocks noChangeShapeType="1"/>
          </p:cNvSpPr>
          <p:nvPr/>
        </p:nvSpPr>
        <p:spPr bwMode="auto">
          <a:xfrm>
            <a:off x="5710238" y="1717675"/>
            <a:ext cx="2260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12" name="Line 112">
            <a:extLst>
              <a:ext uri="{FF2B5EF4-FFF2-40B4-BE49-F238E27FC236}">
                <a16:creationId xmlns:a16="http://schemas.microsoft.com/office/drawing/2014/main" id="{6AEA4A8B-11D2-E9B4-D183-FCAC4A88B8F3}"/>
              </a:ext>
            </a:extLst>
          </p:cNvPr>
          <p:cNvSpPr>
            <a:spLocks noChangeShapeType="1"/>
          </p:cNvSpPr>
          <p:nvPr/>
        </p:nvSpPr>
        <p:spPr bwMode="auto">
          <a:xfrm>
            <a:off x="8148638" y="1717675"/>
            <a:ext cx="5080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1513" name="Rectangle 113">
            <a:extLst>
              <a:ext uri="{FF2B5EF4-FFF2-40B4-BE49-F238E27FC236}">
                <a16:creationId xmlns:a16="http://schemas.microsoft.com/office/drawing/2014/main" id="{4565EF87-5FE2-74DF-5D7E-012D12993095}"/>
              </a:ext>
            </a:extLst>
          </p:cNvPr>
          <p:cNvSpPr>
            <a:spLocks noChangeArrowheads="1"/>
          </p:cNvSpPr>
          <p:nvPr/>
        </p:nvSpPr>
        <p:spPr bwMode="auto">
          <a:xfrm>
            <a:off x="8655050" y="1554163"/>
            <a:ext cx="354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M</a:t>
            </a:r>
          </a:p>
        </p:txBody>
      </p:sp>
      <p:sp>
        <p:nvSpPr>
          <p:cNvPr id="61514" name="Line 114">
            <a:extLst>
              <a:ext uri="{FF2B5EF4-FFF2-40B4-BE49-F238E27FC236}">
                <a16:creationId xmlns:a16="http://schemas.microsoft.com/office/drawing/2014/main" id="{47A2A92E-4D37-7B74-97E9-74517B3B8592}"/>
              </a:ext>
            </a:extLst>
          </p:cNvPr>
          <p:cNvSpPr>
            <a:spLocks noChangeShapeType="1"/>
          </p:cNvSpPr>
          <p:nvPr/>
        </p:nvSpPr>
        <p:spPr bwMode="auto">
          <a:xfrm flipV="1">
            <a:off x="7983538" y="1436688"/>
            <a:ext cx="0" cy="635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15" name="Line 115">
            <a:extLst>
              <a:ext uri="{FF2B5EF4-FFF2-40B4-BE49-F238E27FC236}">
                <a16:creationId xmlns:a16="http://schemas.microsoft.com/office/drawing/2014/main" id="{8FAC3BC3-78E3-689B-9D5D-B220A0243F33}"/>
              </a:ext>
            </a:extLst>
          </p:cNvPr>
          <p:cNvSpPr>
            <a:spLocks noChangeShapeType="1"/>
          </p:cNvSpPr>
          <p:nvPr/>
        </p:nvSpPr>
        <p:spPr bwMode="auto">
          <a:xfrm>
            <a:off x="8135938" y="4229100"/>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16" name="Line 131">
            <a:extLst>
              <a:ext uri="{FF2B5EF4-FFF2-40B4-BE49-F238E27FC236}">
                <a16:creationId xmlns:a16="http://schemas.microsoft.com/office/drawing/2014/main" id="{83BEF5DC-C257-F4B0-B6AD-CB9F2F9F8401}"/>
              </a:ext>
            </a:extLst>
          </p:cNvPr>
          <p:cNvSpPr>
            <a:spLocks noChangeShapeType="1"/>
          </p:cNvSpPr>
          <p:nvPr/>
        </p:nvSpPr>
        <p:spPr bwMode="auto">
          <a:xfrm flipH="1">
            <a:off x="6329363" y="3541713"/>
            <a:ext cx="1587" cy="576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17" name="Line 132">
            <a:extLst>
              <a:ext uri="{FF2B5EF4-FFF2-40B4-BE49-F238E27FC236}">
                <a16:creationId xmlns:a16="http://schemas.microsoft.com/office/drawing/2014/main" id="{3519A6D7-6BB1-D41E-449F-56C0B1C9A41E}"/>
              </a:ext>
            </a:extLst>
          </p:cNvPr>
          <p:cNvSpPr>
            <a:spLocks noChangeShapeType="1"/>
          </p:cNvSpPr>
          <p:nvPr/>
        </p:nvSpPr>
        <p:spPr bwMode="auto">
          <a:xfrm>
            <a:off x="6345238" y="3535363"/>
            <a:ext cx="455612"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18" name="Line 133">
            <a:extLst>
              <a:ext uri="{FF2B5EF4-FFF2-40B4-BE49-F238E27FC236}">
                <a16:creationId xmlns:a16="http://schemas.microsoft.com/office/drawing/2014/main" id="{6A6E091D-CFEF-287D-556E-BC586E7A4AEC}"/>
              </a:ext>
            </a:extLst>
          </p:cNvPr>
          <p:cNvSpPr>
            <a:spLocks noChangeShapeType="1"/>
          </p:cNvSpPr>
          <p:nvPr/>
        </p:nvSpPr>
        <p:spPr bwMode="auto">
          <a:xfrm>
            <a:off x="6332538" y="4140200"/>
            <a:ext cx="152400" cy="904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19" name="Line 135">
            <a:extLst>
              <a:ext uri="{FF2B5EF4-FFF2-40B4-BE49-F238E27FC236}">
                <a16:creationId xmlns:a16="http://schemas.microsoft.com/office/drawing/2014/main" id="{57E8E85E-17B3-6383-74D6-F231301E3B35}"/>
              </a:ext>
            </a:extLst>
          </p:cNvPr>
          <p:cNvSpPr>
            <a:spLocks noChangeShapeType="1"/>
          </p:cNvSpPr>
          <p:nvPr/>
        </p:nvSpPr>
        <p:spPr bwMode="auto">
          <a:xfrm>
            <a:off x="6811963" y="3819525"/>
            <a:ext cx="0" cy="790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20" name="Line 136">
            <a:extLst>
              <a:ext uri="{FF2B5EF4-FFF2-40B4-BE49-F238E27FC236}">
                <a16:creationId xmlns:a16="http://schemas.microsoft.com/office/drawing/2014/main" id="{74C2D8BE-9F2F-198E-6163-56AD97616BB9}"/>
              </a:ext>
            </a:extLst>
          </p:cNvPr>
          <p:cNvSpPr>
            <a:spLocks noChangeShapeType="1"/>
          </p:cNvSpPr>
          <p:nvPr/>
        </p:nvSpPr>
        <p:spPr bwMode="auto">
          <a:xfrm flipV="1">
            <a:off x="6348413" y="4251325"/>
            <a:ext cx="134937" cy="1444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21" name="Line 137">
            <a:extLst>
              <a:ext uri="{FF2B5EF4-FFF2-40B4-BE49-F238E27FC236}">
                <a16:creationId xmlns:a16="http://schemas.microsoft.com/office/drawing/2014/main" id="{798689A7-3AF2-2E02-CEE5-B5DDC9C6A73C}"/>
              </a:ext>
            </a:extLst>
          </p:cNvPr>
          <p:cNvSpPr>
            <a:spLocks noChangeShapeType="1"/>
          </p:cNvSpPr>
          <p:nvPr/>
        </p:nvSpPr>
        <p:spPr bwMode="auto">
          <a:xfrm flipH="1">
            <a:off x="6359525" y="4379913"/>
            <a:ext cx="0" cy="561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22" name="Line 138">
            <a:extLst>
              <a:ext uri="{FF2B5EF4-FFF2-40B4-BE49-F238E27FC236}">
                <a16:creationId xmlns:a16="http://schemas.microsoft.com/office/drawing/2014/main" id="{1FB9EB50-2638-BA51-88F6-214E19108A58}"/>
              </a:ext>
            </a:extLst>
          </p:cNvPr>
          <p:cNvSpPr>
            <a:spLocks noChangeShapeType="1"/>
          </p:cNvSpPr>
          <p:nvPr/>
        </p:nvSpPr>
        <p:spPr bwMode="auto">
          <a:xfrm flipV="1">
            <a:off x="6375400" y="4611688"/>
            <a:ext cx="425450" cy="3159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23" name="Line 140">
            <a:extLst>
              <a:ext uri="{FF2B5EF4-FFF2-40B4-BE49-F238E27FC236}">
                <a16:creationId xmlns:a16="http://schemas.microsoft.com/office/drawing/2014/main" id="{AD2581E3-59F0-A6B3-0EF9-709AD3EB4679}"/>
              </a:ext>
            </a:extLst>
          </p:cNvPr>
          <p:cNvSpPr>
            <a:spLocks noChangeShapeType="1"/>
          </p:cNvSpPr>
          <p:nvPr/>
        </p:nvSpPr>
        <p:spPr bwMode="auto">
          <a:xfrm>
            <a:off x="5454650" y="2293938"/>
            <a:ext cx="7938" cy="3683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24" name="Line 141">
            <a:extLst>
              <a:ext uri="{FF2B5EF4-FFF2-40B4-BE49-F238E27FC236}">
                <a16:creationId xmlns:a16="http://schemas.microsoft.com/office/drawing/2014/main" id="{F1735D84-F95B-190D-7551-4C4D77C656C1}"/>
              </a:ext>
            </a:extLst>
          </p:cNvPr>
          <p:cNvSpPr>
            <a:spLocks noChangeShapeType="1"/>
          </p:cNvSpPr>
          <p:nvPr/>
        </p:nvSpPr>
        <p:spPr bwMode="auto">
          <a:xfrm>
            <a:off x="5467350" y="2293938"/>
            <a:ext cx="433388" cy="274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25" name="Line 142">
            <a:extLst>
              <a:ext uri="{FF2B5EF4-FFF2-40B4-BE49-F238E27FC236}">
                <a16:creationId xmlns:a16="http://schemas.microsoft.com/office/drawing/2014/main" id="{E948F6C4-C1E3-080C-8799-5FE3F6649F95}"/>
              </a:ext>
            </a:extLst>
          </p:cNvPr>
          <p:cNvSpPr>
            <a:spLocks noChangeShapeType="1"/>
          </p:cNvSpPr>
          <p:nvPr/>
        </p:nvSpPr>
        <p:spPr bwMode="auto">
          <a:xfrm>
            <a:off x="5468938" y="2689225"/>
            <a:ext cx="163512" cy="1666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26" name="Line 144">
            <a:extLst>
              <a:ext uri="{FF2B5EF4-FFF2-40B4-BE49-F238E27FC236}">
                <a16:creationId xmlns:a16="http://schemas.microsoft.com/office/drawing/2014/main" id="{7A42EC4D-A241-EB1E-6FA6-41EC57DC4485}"/>
              </a:ext>
            </a:extLst>
          </p:cNvPr>
          <p:cNvSpPr>
            <a:spLocks noChangeShapeType="1"/>
          </p:cNvSpPr>
          <p:nvPr/>
        </p:nvSpPr>
        <p:spPr bwMode="auto">
          <a:xfrm>
            <a:off x="5911850" y="2578100"/>
            <a:ext cx="0" cy="542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27" name="Line 145">
            <a:extLst>
              <a:ext uri="{FF2B5EF4-FFF2-40B4-BE49-F238E27FC236}">
                <a16:creationId xmlns:a16="http://schemas.microsoft.com/office/drawing/2014/main" id="{0D81D232-25C5-6C7C-F6C5-6665774AB7F8}"/>
              </a:ext>
            </a:extLst>
          </p:cNvPr>
          <p:cNvSpPr>
            <a:spLocks noChangeShapeType="1"/>
          </p:cNvSpPr>
          <p:nvPr/>
        </p:nvSpPr>
        <p:spPr bwMode="auto">
          <a:xfrm flipV="1">
            <a:off x="5487988" y="2871788"/>
            <a:ext cx="144462" cy="201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28" name="Line 146">
            <a:extLst>
              <a:ext uri="{FF2B5EF4-FFF2-40B4-BE49-F238E27FC236}">
                <a16:creationId xmlns:a16="http://schemas.microsoft.com/office/drawing/2014/main" id="{3D68A043-74F9-79F8-084F-BFB59D33FF17}"/>
              </a:ext>
            </a:extLst>
          </p:cNvPr>
          <p:cNvSpPr>
            <a:spLocks noChangeShapeType="1"/>
          </p:cNvSpPr>
          <p:nvPr/>
        </p:nvSpPr>
        <p:spPr bwMode="auto">
          <a:xfrm>
            <a:off x="5481638" y="3087688"/>
            <a:ext cx="11112" cy="3365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29" name="Line 147">
            <a:extLst>
              <a:ext uri="{FF2B5EF4-FFF2-40B4-BE49-F238E27FC236}">
                <a16:creationId xmlns:a16="http://schemas.microsoft.com/office/drawing/2014/main" id="{CA659A00-A38E-0F44-C57F-133B632FA376}"/>
              </a:ext>
            </a:extLst>
          </p:cNvPr>
          <p:cNvSpPr>
            <a:spLocks noChangeShapeType="1"/>
          </p:cNvSpPr>
          <p:nvPr/>
        </p:nvSpPr>
        <p:spPr bwMode="auto">
          <a:xfrm flipV="1">
            <a:off x="5495925" y="3108325"/>
            <a:ext cx="404813" cy="31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30" name="Rectangle 148">
            <a:extLst>
              <a:ext uri="{FF2B5EF4-FFF2-40B4-BE49-F238E27FC236}">
                <a16:creationId xmlns:a16="http://schemas.microsoft.com/office/drawing/2014/main" id="{4FC5C429-67F3-876B-2586-3DA60C2116B8}"/>
              </a:ext>
            </a:extLst>
          </p:cNvPr>
          <p:cNvSpPr>
            <a:spLocks noChangeArrowheads="1"/>
          </p:cNvSpPr>
          <p:nvPr/>
        </p:nvSpPr>
        <p:spPr bwMode="auto">
          <a:xfrm rot="5400000">
            <a:off x="5375276" y="2638425"/>
            <a:ext cx="7747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Adder</a:t>
            </a:r>
          </a:p>
        </p:txBody>
      </p:sp>
      <p:sp>
        <p:nvSpPr>
          <p:cNvPr id="61531" name="Rectangle 59">
            <a:extLst>
              <a:ext uri="{FF2B5EF4-FFF2-40B4-BE49-F238E27FC236}">
                <a16:creationId xmlns:a16="http://schemas.microsoft.com/office/drawing/2014/main" id="{804EDEBF-42A5-038D-1794-C5991E682896}"/>
              </a:ext>
            </a:extLst>
          </p:cNvPr>
          <p:cNvSpPr>
            <a:spLocks noChangeArrowheads="1"/>
          </p:cNvSpPr>
          <p:nvPr/>
        </p:nvSpPr>
        <p:spPr bwMode="auto">
          <a:xfrm>
            <a:off x="5505450" y="456088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1</a:t>
            </a:r>
          </a:p>
        </p:txBody>
      </p:sp>
      <p:sp>
        <p:nvSpPr>
          <p:cNvPr id="61532" name="Line 32">
            <a:extLst>
              <a:ext uri="{FF2B5EF4-FFF2-40B4-BE49-F238E27FC236}">
                <a16:creationId xmlns:a16="http://schemas.microsoft.com/office/drawing/2014/main" id="{123A5215-59D3-68FD-D07B-C455D7A6BE87}"/>
              </a:ext>
            </a:extLst>
          </p:cNvPr>
          <p:cNvSpPr>
            <a:spLocks noChangeShapeType="1"/>
          </p:cNvSpPr>
          <p:nvPr/>
        </p:nvSpPr>
        <p:spPr bwMode="auto">
          <a:xfrm>
            <a:off x="4999038" y="4741863"/>
            <a:ext cx="533400"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33" name="Line 33">
            <a:extLst>
              <a:ext uri="{FF2B5EF4-FFF2-40B4-BE49-F238E27FC236}">
                <a16:creationId xmlns:a16="http://schemas.microsoft.com/office/drawing/2014/main" id="{F6C3F18F-4F6D-6DEA-0237-3DE9ACC682AE}"/>
              </a:ext>
            </a:extLst>
          </p:cNvPr>
          <p:cNvSpPr>
            <a:spLocks noChangeShapeType="1"/>
          </p:cNvSpPr>
          <p:nvPr/>
        </p:nvSpPr>
        <p:spPr bwMode="auto">
          <a:xfrm flipV="1">
            <a:off x="5272088" y="4646613"/>
            <a:ext cx="101600" cy="165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34" name="Rectangle 34">
            <a:extLst>
              <a:ext uri="{FF2B5EF4-FFF2-40B4-BE49-F238E27FC236}">
                <a16:creationId xmlns:a16="http://schemas.microsoft.com/office/drawing/2014/main" id="{FD5F33A4-5E55-F419-3B58-2051AEDA3089}"/>
              </a:ext>
            </a:extLst>
          </p:cNvPr>
          <p:cNvSpPr>
            <a:spLocks noChangeArrowheads="1"/>
          </p:cNvSpPr>
          <p:nvPr/>
        </p:nvSpPr>
        <p:spPr bwMode="auto">
          <a:xfrm>
            <a:off x="4946650" y="4714875"/>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32</a:t>
            </a:r>
          </a:p>
        </p:txBody>
      </p:sp>
      <p:sp>
        <p:nvSpPr>
          <p:cNvPr id="61535" name="Rectangle 35">
            <a:extLst>
              <a:ext uri="{FF2B5EF4-FFF2-40B4-BE49-F238E27FC236}">
                <a16:creationId xmlns:a16="http://schemas.microsoft.com/office/drawing/2014/main" id="{4D572D4E-3374-21B2-04B8-7CA402192578}"/>
              </a:ext>
            </a:extLst>
          </p:cNvPr>
          <p:cNvSpPr>
            <a:spLocks noChangeArrowheads="1"/>
          </p:cNvSpPr>
          <p:nvPr/>
        </p:nvSpPr>
        <p:spPr bwMode="auto">
          <a:xfrm>
            <a:off x="4551363" y="4576763"/>
            <a:ext cx="490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“4”</a:t>
            </a:r>
          </a:p>
        </p:txBody>
      </p:sp>
      <p:grpSp>
        <p:nvGrpSpPr>
          <p:cNvPr id="61536" name="Group 36">
            <a:extLst>
              <a:ext uri="{FF2B5EF4-FFF2-40B4-BE49-F238E27FC236}">
                <a16:creationId xmlns:a16="http://schemas.microsoft.com/office/drawing/2014/main" id="{A31CC529-555F-85CD-FF67-33C6DCEB7426}"/>
              </a:ext>
            </a:extLst>
          </p:cNvPr>
          <p:cNvGrpSpPr>
            <a:grpSpLocks/>
          </p:cNvGrpSpPr>
          <p:nvPr/>
        </p:nvGrpSpPr>
        <p:grpSpPr bwMode="auto">
          <a:xfrm>
            <a:off x="3973513" y="3259138"/>
            <a:ext cx="304800" cy="798512"/>
            <a:chOff x="3120" y="2696"/>
            <a:chExt cx="192" cy="773"/>
          </a:xfrm>
        </p:grpSpPr>
        <p:sp>
          <p:nvSpPr>
            <p:cNvPr id="61537" name="Line 37">
              <a:extLst>
                <a:ext uri="{FF2B5EF4-FFF2-40B4-BE49-F238E27FC236}">
                  <a16:creationId xmlns:a16="http://schemas.microsoft.com/office/drawing/2014/main" id="{690FA3B5-B72E-CE41-0B58-9B879A59976D}"/>
                </a:ext>
              </a:extLst>
            </p:cNvPr>
            <p:cNvSpPr>
              <a:spLocks noChangeShapeType="1"/>
            </p:cNvSpPr>
            <p:nvPr/>
          </p:nvSpPr>
          <p:spPr bwMode="auto">
            <a:xfrm>
              <a:off x="3120" y="2696"/>
              <a:ext cx="0" cy="7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38" name="Line 38">
              <a:extLst>
                <a:ext uri="{FF2B5EF4-FFF2-40B4-BE49-F238E27FC236}">
                  <a16:creationId xmlns:a16="http://schemas.microsoft.com/office/drawing/2014/main" id="{19501F91-6C2A-5ABE-2A97-AFFBF31B3DA7}"/>
                </a:ext>
              </a:extLst>
            </p:cNvPr>
            <p:cNvSpPr>
              <a:spLocks noChangeShapeType="1"/>
            </p:cNvSpPr>
            <p:nvPr/>
          </p:nvSpPr>
          <p:spPr bwMode="auto">
            <a:xfrm>
              <a:off x="3128" y="2696"/>
              <a:ext cx="176"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39" name="Line 39">
              <a:extLst>
                <a:ext uri="{FF2B5EF4-FFF2-40B4-BE49-F238E27FC236}">
                  <a16:creationId xmlns:a16="http://schemas.microsoft.com/office/drawing/2014/main" id="{632EC33E-9CC3-D9E9-FD38-19B3449732BE}"/>
                </a:ext>
              </a:extLst>
            </p:cNvPr>
            <p:cNvSpPr>
              <a:spLocks noChangeShapeType="1"/>
            </p:cNvSpPr>
            <p:nvPr/>
          </p:nvSpPr>
          <p:spPr bwMode="auto">
            <a:xfrm flipV="1">
              <a:off x="3128" y="3351"/>
              <a:ext cx="176" cy="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40" name="Line 40">
              <a:extLst>
                <a:ext uri="{FF2B5EF4-FFF2-40B4-BE49-F238E27FC236}">
                  <a16:creationId xmlns:a16="http://schemas.microsoft.com/office/drawing/2014/main" id="{BFB06AF3-81B5-15CA-BDCC-29C69963BA24}"/>
                </a:ext>
              </a:extLst>
            </p:cNvPr>
            <p:cNvSpPr>
              <a:spLocks noChangeShapeType="1"/>
            </p:cNvSpPr>
            <p:nvPr/>
          </p:nvSpPr>
          <p:spPr bwMode="auto">
            <a:xfrm>
              <a:off x="3312" y="2798"/>
              <a:ext cx="0" cy="5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1541" name="Line 44">
            <a:extLst>
              <a:ext uri="{FF2B5EF4-FFF2-40B4-BE49-F238E27FC236}">
                <a16:creationId xmlns:a16="http://schemas.microsoft.com/office/drawing/2014/main" id="{CD778BE2-8DF1-819E-E4DF-622608A7D763}"/>
              </a:ext>
            </a:extLst>
          </p:cNvPr>
          <p:cNvSpPr>
            <a:spLocks noChangeShapeType="1"/>
          </p:cNvSpPr>
          <p:nvPr/>
        </p:nvSpPr>
        <p:spPr bwMode="auto">
          <a:xfrm flipV="1">
            <a:off x="2732088" y="3849688"/>
            <a:ext cx="12414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42" name="Rectangle 58">
            <a:extLst>
              <a:ext uri="{FF2B5EF4-FFF2-40B4-BE49-F238E27FC236}">
                <a16:creationId xmlns:a16="http://schemas.microsoft.com/office/drawing/2014/main" id="{D8ED48B7-5047-FD20-E072-CE368B27E18A}"/>
              </a:ext>
            </a:extLst>
          </p:cNvPr>
          <p:cNvSpPr>
            <a:spLocks noChangeArrowheads="1"/>
          </p:cNvSpPr>
          <p:nvPr/>
        </p:nvSpPr>
        <p:spPr bwMode="auto">
          <a:xfrm>
            <a:off x="3932238" y="3271838"/>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1</a:t>
            </a:r>
          </a:p>
        </p:txBody>
      </p:sp>
      <p:sp>
        <p:nvSpPr>
          <p:cNvPr id="61543" name="Rectangle 59">
            <a:extLst>
              <a:ext uri="{FF2B5EF4-FFF2-40B4-BE49-F238E27FC236}">
                <a16:creationId xmlns:a16="http://schemas.microsoft.com/office/drawing/2014/main" id="{9A69714D-CCBC-679D-E57A-4440652DB05D}"/>
              </a:ext>
            </a:extLst>
          </p:cNvPr>
          <p:cNvSpPr>
            <a:spLocks noChangeArrowheads="1"/>
          </p:cNvSpPr>
          <p:nvPr/>
        </p:nvSpPr>
        <p:spPr bwMode="auto">
          <a:xfrm>
            <a:off x="3932238" y="3667125"/>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0</a:t>
            </a:r>
          </a:p>
        </p:txBody>
      </p:sp>
      <p:sp>
        <p:nvSpPr>
          <p:cNvPr id="61544" name="Line 16">
            <a:extLst>
              <a:ext uri="{FF2B5EF4-FFF2-40B4-BE49-F238E27FC236}">
                <a16:creationId xmlns:a16="http://schemas.microsoft.com/office/drawing/2014/main" id="{45853FC3-559F-5F48-F3FB-4894FCF4B84D}"/>
              </a:ext>
            </a:extLst>
          </p:cNvPr>
          <p:cNvSpPr>
            <a:spLocks noChangeShapeType="1"/>
          </p:cNvSpPr>
          <p:nvPr/>
        </p:nvSpPr>
        <p:spPr bwMode="auto">
          <a:xfrm>
            <a:off x="3646488" y="3432175"/>
            <a:ext cx="327025"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45" name="Line 78">
            <a:extLst>
              <a:ext uri="{FF2B5EF4-FFF2-40B4-BE49-F238E27FC236}">
                <a16:creationId xmlns:a16="http://schemas.microsoft.com/office/drawing/2014/main" id="{4467142F-8916-336A-E574-808463E60948}"/>
              </a:ext>
            </a:extLst>
          </p:cNvPr>
          <p:cNvSpPr>
            <a:spLocks noChangeShapeType="1"/>
          </p:cNvSpPr>
          <p:nvPr/>
        </p:nvSpPr>
        <p:spPr bwMode="auto">
          <a:xfrm>
            <a:off x="3646488" y="2493963"/>
            <a:ext cx="0" cy="952500"/>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46" name="Oval 94">
            <a:extLst>
              <a:ext uri="{FF2B5EF4-FFF2-40B4-BE49-F238E27FC236}">
                <a16:creationId xmlns:a16="http://schemas.microsoft.com/office/drawing/2014/main" id="{532AFD0A-D2B2-1F3F-92CD-D44BB95E8C10}"/>
              </a:ext>
            </a:extLst>
          </p:cNvPr>
          <p:cNvSpPr>
            <a:spLocks noChangeArrowheads="1"/>
          </p:cNvSpPr>
          <p:nvPr/>
        </p:nvSpPr>
        <p:spPr bwMode="auto">
          <a:xfrm>
            <a:off x="3602038" y="2451100"/>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61547" name="Oval 94">
            <a:extLst>
              <a:ext uri="{FF2B5EF4-FFF2-40B4-BE49-F238E27FC236}">
                <a16:creationId xmlns:a16="http://schemas.microsoft.com/office/drawing/2014/main" id="{BAA6AED0-5FF4-1004-4667-BB888C80F903}"/>
              </a:ext>
            </a:extLst>
          </p:cNvPr>
          <p:cNvSpPr>
            <a:spLocks noChangeArrowheads="1"/>
          </p:cNvSpPr>
          <p:nvPr/>
        </p:nvSpPr>
        <p:spPr bwMode="auto">
          <a:xfrm>
            <a:off x="4510088" y="5068888"/>
            <a:ext cx="88900" cy="88900"/>
          </a:xfrm>
          <a:prstGeom prst="ellipse">
            <a:avLst/>
          </a:prstGeom>
          <a:solidFill>
            <a:schemeClr val="tx1"/>
          </a:solidFill>
          <a:ln w="9525">
            <a:solidFill>
              <a:schemeClr val="tx1"/>
            </a:solidFill>
            <a:round/>
            <a:headEnd/>
            <a:tailEnd/>
          </a:ln>
        </p:spPr>
        <p:txBody>
          <a:bodyPr wrap="none" anchor="ctr"/>
          <a:lstStyle/>
          <a:p>
            <a:endParaRPr lang="zh-CN" altLang="en-US">
              <a:latin typeface="Arial" panose="020B0604020202020204" pitchFamily="34" charset="0"/>
              <a:ea typeface="宋体" panose="02010600030101010101" pitchFamily="2" charset="-122"/>
            </a:endParaRPr>
          </a:p>
        </p:txBody>
      </p:sp>
      <p:sp>
        <p:nvSpPr>
          <p:cNvPr id="61548" name="Line 48">
            <a:extLst>
              <a:ext uri="{FF2B5EF4-FFF2-40B4-BE49-F238E27FC236}">
                <a16:creationId xmlns:a16="http://schemas.microsoft.com/office/drawing/2014/main" id="{100F4FE5-8E7E-7365-19DB-1551A032A118}"/>
              </a:ext>
            </a:extLst>
          </p:cNvPr>
          <p:cNvSpPr>
            <a:spLocks noChangeShapeType="1"/>
          </p:cNvSpPr>
          <p:nvPr/>
        </p:nvSpPr>
        <p:spPr bwMode="auto">
          <a:xfrm flipH="1">
            <a:off x="4135438" y="3989388"/>
            <a:ext cx="0" cy="1763712"/>
          </a:xfrm>
          <a:prstGeom prst="line">
            <a:avLst/>
          </a:prstGeom>
          <a:noFill/>
          <a:ln w="254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49" name="Rectangle 80">
            <a:extLst>
              <a:ext uri="{FF2B5EF4-FFF2-40B4-BE49-F238E27FC236}">
                <a16:creationId xmlns:a16="http://schemas.microsoft.com/office/drawing/2014/main" id="{8B9D53B1-F786-2865-DCA8-5F547E4F3B64}"/>
              </a:ext>
            </a:extLst>
          </p:cNvPr>
          <p:cNvSpPr>
            <a:spLocks noChangeArrowheads="1"/>
          </p:cNvSpPr>
          <p:nvPr/>
        </p:nvSpPr>
        <p:spPr bwMode="auto">
          <a:xfrm>
            <a:off x="5765800" y="5297488"/>
            <a:ext cx="295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2</a:t>
            </a:r>
          </a:p>
        </p:txBody>
      </p:sp>
      <p:sp>
        <p:nvSpPr>
          <p:cNvPr id="61550" name="Line 81">
            <a:extLst>
              <a:ext uri="{FF2B5EF4-FFF2-40B4-BE49-F238E27FC236}">
                <a16:creationId xmlns:a16="http://schemas.microsoft.com/office/drawing/2014/main" id="{1BF909B5-F856-882C-60B1-CD942219F79E}"/>
              </a:ext>
            </a:extLst>
          </p:cNvPr>
          <p:cNvSpPr>
            <a:spLocks noChangeShapeType="1"/>
          </p:cNvSpPr>
          <p:nvPr/>
        </p:nvSpPr>
        <p:spPr bwMode="auto">
          <a:xfrm flipH="1">
            <a:off x="5646738" y="5386388"/>
            <a:ext cx="165100"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51" name="Rectangle 49">
            <a:extLst>
              <a:ext uri="{FF2B5EF4-FFF2-40B4-BE49-F238E27FC236}">
                <a16:creationId xmlns:a16="http://schemas.microsoft.com/office/drawing/2014/main" id="{7C5C38BD-ACD6-80DF-08F3-3DA8C9B08E36}"/>
              </a:ext>
            </a:extLst>
          </p:cNvPr>
          <p:cNvSpPr>
            <a:spLocks noChangeArrowheads="1"/>
          </p:cNvSpPr>
          <p:nvPr/>
        </p:nvSpPr>
        <p:spPr bwMode="auto">
          <a:xfrm>
            <a:off x="3621088" y="5695950"/>
            <a:ext cx="1273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FF0000"/>
                </a:solidFill>
                <a:ea typeface="宋体" panose="02010600030101010101" pitchFamily="2" charset="-122"/>
              </a:rPr>
              <a:t>ALUASrc=1</a:t>
            </a:r>
          </a:p>
        </p:txBody>
      </p:sp>
      <p:sp>
        <p:nvSpPr>
          <p:cNvPr id="61552" name="Line 56">
            <a:extLst>
              <a:ext uri="{FF2B5EF4-FFF2-40B4-BE49-F238E27FC236}">
                <a16:creationId xmlns:a16="http://schemas.microsoft.com/office/drawing/2014/main" id="{1712CC2C-4E40-F98E-AD65-4FD30EDA4C2A}"/>
              </a:ext>
            </a:extLst>
          </p:cNvPr>
          <p:cNvSpPr>
            <a:spLocks noChangeShapeType="1"/>
          </p:cNvSpPr>
          <p:nvPr/>
        </p:nvSpPr>
        <p:spPr bwMode="auto">
          <a:xfrm flipH="1">
            <a:off x="8135938" y="3867150"/>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1553" name="Line 56">
            <a:extLst>
              <a:ext uri="{FF2B5EF4-FFF2-40B4-BE49-F238E27FC236}">
                <a16:creationId xmlns:a16="http://schemas.microsoft.com/office/drawing/2014/main" id="{9D494A10-5B62-2740-5071-252D08D551B3}"/>
              </a:ext>
            </a:extLst>
          </p:cNvPr>
          <p:cNvSpPr>
            <a:spLocks noChangeShapeType="1"/>
          </p:cNvSpPr>
          <p:nvPr/>
        </p:nvSpPr>
        <p:spPr bwMode="auto">
          <a:xfrm flipH="1">
            <a:off x="8123238" y="2843213"/>
            <a:ext cx="395287"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cxnSp>
        <p:nvCxnSpPr>
          <p:cNvPr id="61554" name="直接连接符 129">
            <a:extLst>
              <a:ext uri="{FF2B5EF4-FFF2-40B4-BE49-F238E27FC236}">
                <a16:creationId xmlns:a16="http://schemas.microsoft.com/office/drawing/2014/main" id="{F2C5E279-F934-A2EF-1A95-4DFAF20B551E}"/>
              </a:ext>
            </a:extLst>
          </p:cNvPr>
          <p:cNvCxnSpPr>
            <a:cxnSpLocks noChangeShapeType="1"/>
            <a:endCxn id="61546" idx="5"/>
          </p:cNvCxnSpPr>
          <p:nvPr/>
        </p:nvCxnSpPr>
        <p:spPr bwMode="auto">
          <a:xfrm>
            <a:off x="2668588" y="2509838"/>
            <a:ext cx="1009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318">
                                            <p:txEl>
                                              <p:pRg st="0" end="0"/>
                                            </p:txEl>
                                          </p:spTgt>
                                        </p:tgtEl>
                                        <p:attrNameLst>
                                          <p:attrName>style.visibility</p:attrName>
                                        </p:attrNameLst>
                                      </p:cBhvr>
                                      <p:to>
                                        <p:strVal val="visible"/>
                                      </p:to>
                                    </p:set>
                                    <p:animEffect transition="in" filter="blinds(horizontal)">
                                      <p:cBhvr>
                                        <p:cTn id="7" dur="500"/>
                                        <p:tgtEl>
                                          <p:spTgt spid="513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89" name="图片 1">
            <a:extLst>
              <a:ext uri="{FF2B5EF4-FFF2-40B4-BE49-F238E27FC236}">
                <a16:creationId xmlns:a16="http://schemas.microsoft.com/office/drawing/2014/main" id="{EE453A94-20CC-A3BE-DA73-B46CF3382B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1214438"/>
            <a:ext cx="8439150" cy="513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0" name="Rectangle 2">
            <a:extLst>
              <a:ext uri="{FF2B5EF4-FFF2-40B4-BE49-F238E27FC236}">
                <a16:creationId xmlns:a16="http://schemas.microsoft.com/office/drawing/2014/main" id="{26D72FB6-0508-DA88-F84D-CC8358A5F791}"/>
              </a:ext>
            </a:extLst>
          </p:cNvPr>
          <p:cNvSpPr>
            <a:spLocks noGrp="1" noChangeArrowheads="1"/>
          </p:cNvSpPr>
          <p:nvPr>
            <p:ph type="title"/>
          </p:nvPr>
        </p:nvSpPr>
        <p:spPr>
          <a:xfrm>
            <a:off x="819150" y="90488"/>
            <a:ext cx="6035675" cy="371475"/>
          </a:xfrm>
        </p:spPr>
        <p:txBody>
          <a:bodyPr/>
          <a:lstStyle/>
          <a:p>
            <a:r>
              <a:rPr lang="en-US" altLang="zh-CN">
                <a:ea typeface="宋体" panose="02010600030101010101" pitchFamily="2" charset="-122"/>
              </a:rPr>
              <a:t>Load</a:t>
            </a:r>
            <a:r>
              <a:rPr lang="zh-CN" altLang="en-US">
                <a:ea typeface="宋体" panose="02010600030101010101" pitchFamily="2" charset="-122"/>
              </a:rPr>
              <a:t>指令的存储器读</a:t>
            </a:r>
            <a:r>
              <a:rPr lang="en-US" altLang="zh-CN">
                <a:ea typeface="宋体" panose="02010600030101010101" pitchFamily="2" charset="-122"/>
              </a:rPr>
              <a:t>(M)</a:t>
            </a:r>
            <a:r>
              <a:rPr lang="zh-CN" altLang="en-US">
                <a:ea typeface="宋体" panose="02010600030101010101" pitchFamily="2" charset="-122"/>
              </a:rPr>
              <a:t>周期</a:t>
            </a:r>
          </a:p>
        </p:txBody>
      </p:sp>
      <p:grpSp>
        <p:nvGrpSpPr>
          <p:cNvPr id="2" name="Group 210">
            <a:extLst>
              <a:ext uri="{FF2B5EF4-FFF2-40B4-BE49-F238E27FC236}">
                <a16:creationId xmlns:a16="http://schemas.microsoft.com/office/drawing/2014/main" id="{64CCD54E-7951-22ED-B5ED-68A3548CD701}"/>
              </a:ext>
            </a:extLst>
          </p:cNvPr>
          <p:cNvGrpSpPr>
            <a:grpSpLocks/>
          </p:cNvGrpSpPr>
          <p:nvPr/>
        </p:nvGrpSpPr>
        <p:grpSpPr bwMode="auto">
          <a:xfrm>
            <a:off x="6272213" y="939800"/>
            <a:ext cx="1836737" cy="989013"/>
            <a:chOff x="3951" y="552"/>
            <a:chExt cx="1157" cy="623"/>
          </a:xfrm>
        </p:grpSpPr>
        <p:sp>
          <p:nvSpPr>
            <p:cNvPr id="63492" name="Oval 193">
              <a:extLst>
                <a:ext uri="{FF2B5EF4-FFF2-40B4-BE49-F238E27FC236}">
                  <a16:creationId xmlns:a16="http://schemas.microsoft.com/office/drawing/2014/main" id="{70FAB989-919B-39F0-C18A-A91514413C4C}"/>
                </a:ext>
              </a:extLst>
            </p:cNvPr>
            <p:cNvSpPr>
              <a:spLocks noChangeArrowheads="1"/>
            </p:cNvSpPr>
            <p:nvPr/>
          </p:nvSpPr>
          <p:spPr bwMode="auto">
            <a:xfrm>
              <a:off x="5020" y="703"/>
              <a:ext cx="88" cy="472"/>
            </a:xfrm>
            <a:prstGeom prst="ellipse">
              <a:avLst/>
            </a:prstGeom>
            <a:noFill/>
            <a:ln w="127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63493" name="Rectangle 194">
              <a:extLst>
                <a:ext uri="{FF2B5EF4-FFF2-40B4-BE49-F238E27FC236}">
                  <a16:creationId xmlns:a16="http://schemas.microsoft.com/office/drawing/2014/main" id="{4599DDCD-8048-A47E-C29B-9DBEEA437CE9}"/>
                </a:ext>
              </a:extLst>
            </p:cNvPr>
            <p:cNvSpPr>
              <a:spLocks noChangeArrowheads="1"/>
            </p:cNvSpPr>
            <p:nvPr/>
          </p:nvSpPr>
          <p:spPr bwMode="auto">
            <a:xfrm>
              <a:off x="3951" y="552"/>
              <a:ext cx="8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2"/>
                  </a:solidFill>
                  <a:ea typeface="宋体" panose="02010600030101010101" pitchFamily="2" charset="-122"/>
                </a:rPr>
                <a:t>You are here!</a:t>
              </a:r>
            </a:p>
          </p:txBody>
        </p:sp>
        <p:sp>
          <p:nvSpPr>
            <p:cNvPr id="63494" name="Line 195">
              <a:extLst>
                <a:ext uri="{FF2B5EF4-FFF2-40B4-BE49-F238E27FC236}">
                  <a16:creationId xmlns:a16="http://schemas.microsoft.com/office/drawing/2014/main" id="{F081BD6E-F510-1051-BA02-2417A6674B8D}"/>
                </a:ext>
              </a:extLst>
            </p:cNvPr>
            <p:cNvSpPr>
              <a:spLocks noChangeShapeType="1"/>
            </p:cNvSpPr>
            <p:nvPr/>
          </p:nvSpPr>
          <p:spPr bwMode="auto">
            <a:xfrm>
              <a:off x="4780" y="607"/>
              <a:ext cx="232" cy="184"/>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3445" name="Rectangle 197">
            <a:extLst>
              <a:ext uri="{FF2B5EF4-FFF2-40B4-BE49-F238E27FC236}">
                <a16:creationId xmlns:a16="http://schemas.microsoft.com/office/drawing/2014/main" id="{56724901-9E6E-2681-D68C-95F24D021AD1}"/>
              </a:ext>
            </a:extLst>
          </p:cNvPr>
          <p:cNvSpPr>
            <a:spLocks noChangeArrowheads="1"/>
          </p:cNvSpPr>
          <p:nvPr/>
        </p:nvSpPr>
        <p:spPr bwMode="auto">
          <a:xfrm>
            <a:off x="328613" y="909638"/>
            <a:ext cx="4648200"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zh-CN" altLang="en-US" sz="1700">
                <a:solidFill>
                  <a:srgbClr val="CC0000"/>
                </a:solidFill>
                <a:latin typeface="微软雅黑" panose="020B0503020204020204" pitchFamily="34" charset="-122"/>
                <a:ea typeface="微软雅黑" panose="020B0503020204020204" pitchFamily="34" charset="-122"/>
              </a:rPr>
              <a:t>以最长操作为准设计时钟周期：</a:t>
            </a:r>
            <a:r>
              <a:rPr lang="en-US" altLang="zh-CN" sz="1700">
                <a:solidFill>
                  <a:srgbClr val="CC0000"/>
                </a:solidFill>
                <a:latin typeface="微软雅黑" panose="020B0503020204020204" pitchFamily="34" charset="-122"/>
                <a:ea typeface="微软雅黑" panose="020B0503020204020204" pitchFamily="34" charset="-122"/>
              </a:rPr>
              <a:t>Cycle &gt; T</a:t>
            </a:r>
            <a:r>
              <a:rPr lang="en-US" altLang="zh-CN" sz="1700" baseline="-25000">
                <a:solidFill>
                  <a:srgbClr val="CC0000"/>
                </a:solidFill>
                <a:latin typeface="微软雅黑" panose="020B0503020204020204" pitchFamily="34" charset="-122"/>
                <a:ea typeface="微软雅黑" panose="020B0503020204020204" pitchFamily="34" charset="-122"/>
              </a:rPr>
              <a:t>read</a:t>
            </a:r>
            <a:endParaRPr lang="zh-CN" altLang="en-US" sz="1700" baseline="-25000">
              <a:solidFill>
                <a:srgbClr val="CC0000"/>
              </a:solidFill>
              <a:latin typeface="微软雅黑" panose="020B0503020204020204" pitchFamily="34" charset="-122"/>
              <a:ea typeface="微软雅黑" panose="020B0503020204020204" pitchFamily="34" charset="-122"/>
            </a:endParaRPr>
          </a:p>
        </p:txBody>
      </p:sp>
      <p:sp>
        <p:nvSpPr>
          <p:cNvPr id="53447" name="Text Box 199">
            <a:extLst>
              <a:ext uri="{FF2B5EF4-FFF2-40B4-BE49-F238E27FC236}">
                <a16:creationId xmlns:a16="http://schemas.microsoft.com/office/drawing/2014/main" id="{7D154E99-B18A-2B88-24C4-FF2FA17CDCEB}"/>
              </a:ext>
            </a:extLst>
          </p:cNvPr>
          <p:cNvSpPr txBox="1">
            <a:spLocks noChangeArrowheads="1"/>
          </p:cNvSpPr>
          <p:nvPr/>
        </p:nvSpPr>
        <p:spPr bwMode="auto">
          <a:xfrm>
            <a:off x="0" y="5967413"/>
            <a:ext cx="2989263"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1700">
                <a:latin typeface="微软雅黑" panose="020B0503020204020204" pitchFamily="34" charset="-122"/>
                <a:ea typeface="微软雅黑" panose="020B0503020204020204" pitchFamily="34" charset="-122"/>
              </a:rPr>
              <a:t>洗衣流程不能反向进行，但</a:t>
            </a:r>
          </a:p>
        </p:txBody>
      </p:sp>
      <p:sp>
        <p:nvSpPr>
          <p:cNvPr id="53448" name="Text Box 200">
            <a:extLst>
              <a:ext uri="{FF2B5EF4-FFF2-40B4-BE49-F238E27FC236}">
                <a16:creationId xmlns:a16="http://schemas.microsoft.com/office/drawing/2014/main" id="{199D78F4-ABEE-E1DF-A1D2-BFBEB33EF2E3}"/>
              </a:ext>
            </a:extLst>
          </p:cNvPr>
          <p:cNvSpPr txBox="1">
            <a:spLocks noChangeArrowheads="1"/>
          </p:cNvSpPr>
          <p:nvPr/>
        </p:nvSpPr>
        <p:spPr bwMode="auto">
          <a:xfrm>
            <a:off x="12700" y="6243638"/>
            <a:ext cx="28876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1700">
                <a:solidFill>
                  <a:srgbClr val="008000"/>
                </a:solidFill>
                <a:latin typeface="微软雅黑" panose="020B0503020204020204" pitchFamily="34" charset="-122"/>
                <a:ea typeface="微软雅黑" panose="020B0503020204020204" pitchFamily="34" charset="-122"/>
              </a:rPr>
              <a:t>该阶段有反向数据流，可能会引起冒险！以后介绍。</a:t>
            </a:r>
          </a:p>
        </p:txBody>
      </p:sp>
      <p:sp>
        <p:nvSpPr>
          <p:cNvPr id="63498" name="Rectangle 196">
            <a:extLst>
              <a:ext uri="{FF2B5EF4-FFF2-40B4-BE49-F238E27FC236}">
                <a16:creationId xmlns:a16="http://schemas.microsoft.com/office/drawing/2014/main" id="{1445D36C-E2C4-BF9A-35E4-84D379034032}"/>
              </a:ext>
            </a:extLst>
          </p:cNvPr>
          <p:cNvSpPr txBox="1">
            <a:spLocks noChangeArrowheads="1"/>
          </p:cNvSpPr>
          <p:nvPr/>
        </p:nvSpPr>
        <p:spPr bwMode="auto">
          <a:xfrm>
            <a:off x="328613" y="595313"/>
            <a:ext cx="8815387"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203200" indent="-2032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a:spcBef>
                <a:spcPct val="30000"/>
              </a:spcBef>
              <a:buFont typeface="Times New Roman" panose="02020603050405020304" pitchFamily="18" charset="0"/>
              <a:buChar char="°"/>
            </a:pPr>
            <a:r>
              <a:rPr lang="zh-CN" altLang="en-US" sz="1800">
                <a:solidFill>
                  <a:srgbClr val="CC0000"/>
                </a:solidFill>
                <a:latin typeface="微软雅黑" panose="020B0503020204020204" pitchFamily="34" charset="-122"/>
                <a:ea typeface="微软雅黑" panose="020B0503020204020204" pitchFamily="34" charset="-122"/>
              </a:rPr>
              <a:t>第</a:t>
            </a:r>
            <a:r>
              <a:rPr lang="en-US" altLang="zh-CN" sz="1800">
                <a:solidFill>
                  <a:srgbClr val="CC0000"/>
                </a:solidFill>
                <a:latin typeface="微软雅黑" panose="020B0503020204020204" pitchFamily="34" charset="-122"/>
                <a:ea typeface="微软雅黑" panose="020B0503020204020204" pitchFamily="34" charset="-122"/>
              </a:rPr>
              <a:t>10</a:t>
            </a:r>
            <a:r>
              <a:rPr lang="zh-CN" altLang="en-US" sz="1800">
                <a:solidFill>
                  <a:srgbClr val="CC0000"/>
                </a:solidFill>
                <a:latin typeface="微软雅黑" panose="020B0503020204020204" pitchFamily="34" charset="-122"/>
                <a:ea typeface="微软雅黑" panose="020B0503020204020204" pitchFamily="34" charset="-122"/>
              </a:rPr>
              <a:t>单元指令</a:t>
            </a:r>
            <a:r>
              <a:rPr lang="en-US" altLang="zh-CN" sz="1800">
                <a:solidFill>
                  <a:srgbClr val="CC0000"/>
                </a:solidFill>
                <a:latin typeface="微软雅黑" panose="020B0503020204020204" pitchFamily="34" charset="-122"/>
                <a:ea typeface="微软雅黑" panose="020B0503020204020204" pitchFamily="34" charset="-122"/>
              </a:rPr>
              <a:t>:  </a:t>
            </a:r>
            <a:r>
              <a:rPr lang="en-US" altLang="zh-CN" sz="1800">
                <a:latin typeface="微软雅黑" panose="020B0503020204020204" pitchFamily="34" charset="-122"/>
                <a:ea typeface="微软雅黑" panose="020B0503020204020204" pitchFamily="34" charset="-122"/>
              </a:rPr>
              <a:t> lw  x8, 0x100(x9)      </a:t>
            </a:r>
            <a:r>
              <a:rPr lang="zh-CN" altLang="en-US" sz="1800">
                <a:solidFill>
                  <a:srgbClr val="CC0000"/>
                </a:solidFill>
                <a:latin typeface="微软雅黑" panose="020B0503020204020204" pitchFamily="34" charset="-122"/>
                <a:ea typeface="微软雅黑" panose="020B0503020204020204" pitchFamily="34" charset="-122"/>
              </a:rPr>
              <a:t>功能：</a:t>
            </a:r>
            <a:r>
              <a:rPr lang="en-US" altLang="zh-CN" sz="1800">
                <a:latin typeface="微软雅黑" panose="020B0503020204020204" pitchFamily="34" charset="-122"/>
                <a:ea typeface="微软雅黑" panose="020B0503020204020204" pitchFamily="34" charset="-122"/>
              </a:rPr>
              <a:t>R[x8] &lt;- M[R[x9]+SEXT(0x100)]</a:t>
            </a:r>
          </a:p>
        </p:txBody>
      </p:sp>
      <p:sp>
        <p:nvSpPr>
          <p:cNvPr id="63499" name="Line 52">
            <a:extLst>
              <a:ext uri="{FF2B5EF4-FFF2-40B4-BE49-F238E27FC236}">
                <a16:creationId xmlns:a16="http://schemas.microsoft.com/office/drawing/2014/main" id="{65C6CA66-7CE6-CC1B-C7F9-E763AE3FC335}"/>
              </a:ext>
            </a:extLst>
          </p:cNvPr>
          <p:cNvSpPr>
            <a:spLocks noChangeShapeType="1"/>
          </p:cNvSpPr>
          <p:nvPr/>
        </p:nvSpPr>
        <p:spPr bwMode="auto">
          <a:xfrm flipV="1">
            <a:off x="6311900" y="4543425"/>
            <a:ext cx="612775"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0" name="Line 58">
            <a:extLst>
              <a:ext uri="{FF2B5EF4-FFF2-40B4-BE49-F238E27FC236}">
                <a16:creationId xmlns:a16="http://schemas.microsoft.com/office/drawing/2014/main" id="{F496596A-D6DC-619D-BF8E-03DAF6266821}"/>
              </a:ext>
            </a:extLst>
          </p:cNvPr>
          <p:cNvSpPr>
            <a:spLocks noChangeShapeType="1"/>
          </p:cNvSpPr>
          <p:nvPr/>
        </p:nvSpPr>
        <p:spPr bwMode="auto">
          <a:xfrm>
            <a:off x="7532688" y="4594225"/>
            <a:ext cx="360362"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1" name="Line 100">
            <a:extLst>
              <a:ext uri="{FF2B5EF4-FFF2-40B4-BE49-F238E27FC236}">
                <a16:creationId xmlns:a16="http://schemas.microsoft.com/office/drawing/2014/main" id="{84C9ED62-3F68-434A-F5F4-739AF4E410F3}"/>
              </a:ext>
            </a:extLst>
          </p:cNvPr>
          <p:cNvSpPr>
            <a:spLocks noChangeShapeType="1"/>
          </p:cNvSpPr>
          <p:nvPr/>
        </p:nvSpPr>
        <p:spPr bwMode="auto">
          <a:xfrm>
            <a:off x="6311900" y="5397500"/>
            <a:ext cx="1584325" cy="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 name="组合 2">
            <a:extLst>
              <a:ext uri="{FF2B5EF4-FFF2-40B4-BE49-F238E27FC236}">
                <a16:creationId xmlns:a16="http://schemas.microsoft.com/office/drawing/2014/main" id="{A7A6B0EE-8180-E26A-8840-B65C1BFC8F3F}"/>
              </a:ext>
            </a:extLst>
          </p:cNvPr>
          <p:cNvGrpSpPr>
            <a:grpSpLocks/>
          </p:cNvGrpSpPr>
          <p:nvPr/>
        </p:nvGrpSpPr>
        <p:grpSpPr bwMode="auto">
          <a:xfrm>
            <a:off x="1457325" y="2703513"/>
            <a:ext cx="6226175" cy="1630362"/>
            <a:chOff x="1457325" y="2702948"/>
            <a:chExt cx="6226962" cy="1630961"/>
          </a:xfrm>
        </p:grpSpPr>
        <p:sp>
          <p:nvSpPr>
            <p:cNvPr id="63503" name="Line 203">
              <a:extLst>
                <a:ext uri="{FF2B5EF4-FFF2-40B4-BE49-F238E27FC236}">
                  <a16:creationId xmlns:a16="http://schemas.microsoft.com/office/drawing/2014/main" id="{6148DA5C-C904-C84A-129B-8D19B24FC739}"/>
                </a:ext>
              </a:extLst>
            </p:cNvPr>
            <p:cNvSpPr>
              <a:spLocks noChangeShapeType="1"/>
            </p:cNvSpPr>
            <p:nvPr/>
          </p:nvSpPr>
          <p:spPr bwMode="auto">
            <a:xfrm flipH="1">
              <a:off x="1609878" y="3071385"/>
              <a:ext cx="4932000" cy="0"/>
            </a:xfrm>
            <a:prstGeom prst="line">
              <a:avLst/>
            </a:prstGeom>
            <a:noFill/>
            <a:ln w="57150">
              <a:solidFill>
                <a:srgbClr val="00B05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4" name="Line 201">
              <a:extLst>
                <a:ext uri="{FF2B5EF4-FFF2-40B4-BE49-F238E27FC236}">
                  <a16:creationId xmlns:a16="http://schemas.microsoft.com/office/drawing/2014/main" id="{DFFB174B-B8E0-23F8-38CE-9F07EDE59511}"/>
                </a:ext>
              </a:extLst>
            </p:cNvPr>
            <p:cNvSpPr>
              <a:spLocks noChangeShapeType="1"/>
            </p:cNvSpPr>
            <p:nvPr/>
          </p:nvSpPr>
          <p:spPr bwMode="auto">
            <a:xfrm>
              <a:off x="6298545" y="3740908"/>
              <a:ext cx="246063" cy="0"/>
            </a:xfrm>
            <a:prstGeom prst="line">
              <a:avLst/>
            </a:prstGeom>
            <a:noFill/>
            <a:ln w="571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5" name="Line 202">
              <a:extLst>
                <a:ext uri="{FF2B5EF4-FFF2-40B4-BE49-F238E27FC236}">
                  <a16:creationId xmlns:a16="http://schemas.microsoft.com/office/drawing/2014/main" id="{9997ECC4-3DD1-33FA-3E9F-5C5625D2F809}"/>
                </a:ext>
              </a:extLst>
            </p:cNvPr>
            <p:cNvSpPr>
              <a:spLocks noChangeShapeType="1"/>
            </p:cNvSpPr>
            <p:nvPr/>
          </p:nvSpPr>
          <p:spPr bwMode="auto">
            <a:xfrm flipV="1">
              <a:off x="6544608" y="3071058"/>
              <a:ext cx="0" cy="684000"/>
            </a:xfrm>
            <a:prstGeom prst="line">
              <a:avLst/>
            </a:prstGeom>
            <a:noFill/>
            <a:ln w="571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6" name="Line 204">
              <a:extLst>
                <a:ext uri="{FF2B5EF4-FFF2-40B4-BE49-F238E27FC236}">
                  <a16:creationId xmlns:a16="http://schemas.microsoft.com/office/drawing/2014/main" id="{F224E90B-3865-B326-6EB9-DE8DDC0802DF}"/>
                </a:ext>
              </a:extLst>
            </p:cNvPr>
            <p:cNvSpPr>
              <a:spLocks noChangeShapeType="1"/>
            </p:cNvSpPr>
            <p:nvPr/>
          </p:nvSpPr>
          <p:spPr bwMode="auto">
            <a:xfrm flipH="1">
              <a:off x="1457325" y="2709601"/>
              <a:ext cx="5580000" cy="14287"/>
            </a:xfrm>
            <a:prstGeom prst="line">
              <a:avLst/>
            </a:prstGeom>
            <a:noFill/>
            <a:ln w="571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7" name="Line 205">
              <a:extLst>
                <a:ext uri="{FF2B5EF4-FFF2-40B4-BE49-F238E27FC236}">
                  <a16:creationId xmlns:a16="http://schemas.microsoft.com/office/drawing/2014/main" id="{302247F6-A4C9-79F2-7C9F-1CFF00C504D4}"/>
                </a:ext>
              </a:extLst>
            </p:cNvPr>
            <p:cNvSpPr>
              <a:spLocks noChangeShapeType="1"/>
            </p:cNvSpPr>
            <p:nvPr/>
          </p:nvSpPr>
          <p:spPr bwMode="auto">
            <a:xfrm flipV="1">
              <a:off x="7360287" y="3474371"/>
              <a:ext cx="324000" cy="0"/>
            </a:xfrm>
            <a:prstGeom prst="line">
              <a:avLst/>
            </a:prstGeom>
            <a:noFill/>
            <a:ln w="571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8" name="Line 206">
              <a:extLst>
                <a:ext uri="{FF2B5EF4-FFF2-40B4-BE49-F238E27FC236}">
                  <a16:creationId xmlns:a16="http://schemas.microsoft.com/office/drawing/2014/main" id="{909D8500-114D-9311-DA6B-EDC8AD00D6E3}"/>
                </a:ext>
              </a:extLst>
            </p:cNvPr>
            <p:cNvSpPr>
              <a:spLocks noChangeShapeType="1"/>
            </p:cNvSpPr>
            <p:nvPr/>
          </p:nvSpPr>
          <p:spPr bwMode="auto">
            <a:xfrm>
              <a:off x="7657143" y="2805431"/>
              <a:ext cx="0" cy="684000"/>
            </a:xfrm>
            <a:prstGeom prst="line">
              <a:avLst/>
            </a:prstGeom>
            <a:noFill/>
            <a:ln w="571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9" name="Line 207">
              <a:extLst>
                <a:ext uri="{FF2B5EF4-FFF2-40B4-BE49-F238E27FC236}">
                  <a16:creationId xmlns:a16="http://schemas.microsoft.com/office/drawing/2014/main" id="{46096529-50FA-F5B1-1A0D-9D20C17A7014}"/>
                </a:ext>
              </a:extLst>
            </p:cNvPr>
            <p:cNvSpPr>
              <a:spLocks noChangeShapeType="1"/>
            </p:cNvSpPr>
            <p:nvPr/>
          </p:nvSpPr>
          <p:spPr bwMode="auto">
            <a:xfrm>
              <a:off x="1457325" y="2702948"/>
              <a:ext cx="0" cy="252000"/>
            </a:xfrm>
            <a:prstGeom prst="line">
              <a:avLst/>
            </a:prstGeom>
            <a:noFill/>
            <a:ln w="57150">
              <a:solidFill>
                <a:srgbClr val="00B05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10" name="Line 205">
              <a:extLst>
                <a:ext uri="{FF2B5EF4-FFF2-40B4-BE49-F238E27FC236}">
                  <a16:creationId xmlns:a16="http://schemas.microsoft.com/office/drawing/2014/main" id="{79CC0601-8CF3-F25D-3310-CA11A14D73F6}"/>
                </a:ext>
              </a:extLst>
            </p:cNvPr>
            <p:cNvSpPr>
              <a:spLocks noChangeShapeType="1"/>
            </p:cNvSpPr>
            <p:nvPr/>
          </p:nvSpPr>
          <p:spPr bwMode="auto">
            <a:xfrm flipV="1">
              <a:off x="6732886" y="3577909"/>
              <a:ext cx="288000" cy="0"/>
            </a:xfrm>
            <a:prstGeom prst="line">
              <a:avLst/>
            </a:prstGeom>
            <a:noFill/>
            <a:ln w="571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11" name="Line 206">
              <a:extLst>
                <a:ext uri="{FF2B5EF4-FFF2-40B4-BE49-F238E27FC236}">
                  <a16:creationId xmlns:a16="http://schemas.microsoft.com/office/drawing/2014/main" id="{03C3B53B-ACB5-F326-B6D3-93953017FBFD}"/>
                </a:ext>
              </a:extLst>
            </p:cNvPr>
            <p:cNvSpPr>
              <a:spLocks noChangeShapeType="1"/>
            </p:cNvSpPr>
            <p:nvPr/>
          </p:nvSpPr>
          <p:spPr bwMode="auto">
            <a:xfrm>
              <a:off x="6732886" y="3577909"/>
              <a:ext cx="0" cy="756000"/>
            </a:xfrm>
            <a:prstGeom prst="line">
              <a:avLst/>
            </a:prstGeom>
            <a:noFill/>
            <a:ln w="571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12" name="Line 205">
              <a:extLst>
                <a:ext uri="{FF2B5EF4-FFF2-40B4-BE49-F238E27FC236}">
                  <a16:creationId xmlns:a16="http://schemas.microsoft.com/office/drawing/2014/main" id="{8A7053C1-7487-1C77-9778-7E0B860F5A5A}"/>
                </a:ext>
              </a:extLst>
            </p:cNvPr>
            <p:cNvSpPr>
              <a:spLocks noChangeShapeType="1"/>
            </p:cNvSpPr>
            <p:nvPr/>
          </p:nvSpPr>
          <p:spPr bwMode="auto">
            <a:xfrm flipV="1">
              <a:off x="6311898" y="4324020"/>
              <a:ext cx="432000" cy="0"/>
            </a:xfrm>
            <a:prstGeom prst="line">
              <a:avLst/>
            </a:prstGeom>
            <a:noFill/>
            <a:ln w="571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13" name="Line 205">
              <a:extLst>
                <a:ext uri="{FF2B5EF4-FFF2-40B4-BE49-F238E27FC236}">
                  <a16:creationId xmlns:a16="http://schemas.microsoft.com/office/drawing/2014/main" id="{6E249F9C-F56A-4D95-F9BF-FEEED1B34BD7}"/>
                </a:ext>
              </a:extLst>
            </p:cNvPr>
            <p:cNvSpPr>
              <a:spLocks noChangeShapeType="1"/>
            </p:cNvSpPr>
            <p:nvPr/>
          </p:nvSpPr>
          <p:spPr bwMode="auto">
            <a:xfrm flipV="1">
              <a:off x="7347103" y="2823462"/>
              <a:ext cx="324000" cy="0"/>
            </a:xfrm>
            <a:prstGeom prst="line">
              <a:avLst/>
            </a:prstGeom>
            <a:noFill/>
            <a:ln w="571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9" name="Rectangle 116">
            <a:extLst>
              <a:ext uri="{FF2B5EF4-FFF2-40B4-BE49-F238E27FC236}">
                <a16:creationId xmlns:a16="http://schemas.microsoft.com/office/drawing/2014/main" id="{002DC4A9-DDAF-8CDA-6A03-F488C6C9DBF8}"/>
              </a:ext>
            </a:extLst>
          </p:cNvPr>
          <p:cNvSpPr>
            <a:spLocks noChangeArrowheads="1"/>
          </p:cNvSpPr>
          <p:nvPr/>
        </p:nvSpPr>
        <p:spPr bwMode="auto">
          <a:xfrm>
            <a:off x="2978150" y="6292850"/>
            <a:ext cx="59912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en-US" altLang="zh-CN" sz="1500">
                <a:solidFill>
                  <a:srgbClr val="CC0000"/>
                </a:solidFill>
                <a:latin typeface="微软雅黑" panose="020B0503020204020204" pitchFamily="34" charset="-122"/>
                <a:ea typeface="微软雅黑" panose="020B0503020204020204" pitchFamily="34" charset="-122"/>
              </a:rPr>
              <a:t>Load</a:t>
            </a:r>
            <a:r>
              <a:rPr lang="zh-CN" altLang="en-US" sz="1500">
                <a:solidFill>
                  <a:srgbClr val="CC0000"/>
                </a:solidFill>
                <a:latin typeface="微软雅黑" panose="020B0503020204020204" pitchFamily="34" charset="-122"/>
                <a:ea typeface="微软雅黑" panose="020B0503020204020204" pitchFamily="34" charset="-122"/>
              </a:rPr>
              <a:t>指令控制信号：</a:t>
            </a:r>
            <a:r>
              <a:rPr lang="en-US" altLang="zh-CN" sz="1500">
                <a:solidFill>
                  <a:schemeClr val="accent2"/>
                </a:solidFill>
                <a:latin typeface="微软雅黑" panose="020B0503020204020204" pitchFamily="34" charset="-122"/>
                <a:ea typeface="微软雅黑" panose="020B0503020204020204" pitchFamily="34" charset="-122"/>
              </a:rPr>
              <a:t>Branch=0</a:t>
            </a:r>
            <a:r>
              <a:rPr lang="zh-CN" altLang="en-US" sz="1500">
                <a:solidFill>
                  <a:schemeClr val="accent2"/>
                </a:solidFill>
                <a:latin typeface="微软雅黑" panose="020B0503020204020204" pitchFamily="34" charset="-122"/>
                <a:ea typeface="微软雅黑" panose="020B0503020204020204" pitchFamily="34" charset="-122"/>
              </a:rPr>
              <a:t>、</a:t>
            </a:r>
            <a:r>
              <a:rPr lang="en-US" altLang="zh-CN" sz="1500">
                <a:solidFill>
                  <a:schemeClr val="accent2"/>
                </a:solidFill>
                <a:latin typeface="微软雅黑" panose="020B0503020204020204" pitchFamily="34" charset="-122"/>
                <a:ea typeface="微软雅黑" panose="020B0503020204020204" pitchFamily="34" charset="-122"/>
              </a:rPr>
              <a:t>Jump=0</a:t>
            </a:r>
            <a:r>
              <a:rPr lang="zh-CN" altLang="en-US" sz="1500">
                <a:solidFill>
                  <a:schemeClr val="accent2"/>
                </a:solidFill>
                <a:latin typeface="微软雅黑" panose="020B0503020204020204" pitchFamily="34" charset="-122"/>
                <a:ea typeface="微软雅黑" panose="020B0503020204020204" pitchFamily="34" charset="-122"/>
              </a:rPr>
              <a:t>、</a:t>
            </a:r>
            <a:r>
              <a:rPr lang="en-US" altLang="zh-CN" sz="1500">
                <a:solidFill>
                  <a:schemeClr val="accent2"/>
                </a:solidFill>
                <a:latin typeface="微软雅黑" panose="020B0503020204020204" pitchFamily="34" charset="-122"/>
                <a:ea typeface="微软雅黑" panose="020B0503020204020204" pitchFamily="34" charset="-122"/>
              </a:rPr>
              <a:t>MemWr=0</a:t>
            </a:r>
          </a:p>
          <a:p>
            <a:r>
              <a:rPr lang="zh-CN" altLang="en-US" sz="1500">
                <a:solidFill>
                  <a:srgbClr val="C00000"/>
                </a:solidFill>
                <a:latin typeface="微软雅黑" panose="020B0503020204020204" pitchFamily="34" charset="-122"/>
                <a:ea typeface="微软雅黑" panose="020B0503020204020204" pitchFamily="34" charset="-122"/>
              </a:rPr>
              <a:t>其他指令？</a:t>
            </a:r>
            <a:r>
              <a:rPr lang="en-US" altLang="zh-CN" sz="1500">
                <a:solidFill>
                  <a:srgbClr val="C00000"/>
                </a:solidFill>
                <a:latin typeface="微软雅黑" panose="020B0503020204020204" pitchFamily="34" charset="-122"/>
                <a:ea typeface="微软雅黑" panose="020B0503020204020204" pitchFamily="34" charset="-122"/>
              </a:rPr>
              <a:t>B-</a:t>
            </a:r>
            <a:r>
              <a:rPr lang="zh-CN" altLang="en-US" sz="1500">
                <a:solidFill>
                  <a:srgbClr val="C00000"/>
                </a:solidFill>
                <a:latin typeface="微软雅黑" panose="020B0503020204020204" pitchFamily="34" charset="-122"/>
                <a:ea typeface="微软雅黑" panose="020B0503020204020204" pitchFamily="34" charset="-122"/>
              </a:rPr>
              <a:t>型</a:t>
            </a:r>
            <a:r>
              <a:rPr lang="en-US" altLang="zh-CN" sz="1500">
                <a:solidFill>
                  <a:srgbClr val="C00000"/>
                </a:solidFill>
                <a:latin typeface="微软雅黑" panose="020B0503020204020204" pitchFamily="34" charset="-122"/>
                <a:ea typeface="微软雅黑" panose="020B0503020204020204" pitchFamily="34" charset="-122"/>
              </a:rPr>
              <a:t>: </a:t>
            </a:r>
            <a:r>
              <a:rPr lang="en-US" altLang="zh-CN" sz="1500">
                <a:solidFill>
                  <a:schemeClr val="accent2"/>
                </a:solidFill>
                <a:latin typeface="微软雅黑" panose="020B0503020204020204" pitchFamily="34" charset="-122"/>
                <a:ea typeface="微软雅黑" panose="020B0503020204020204" pitchFamily="34" charset="-122"/>
              </a:rPr>
              <a:t>Branch=1</a:t>
            </a:r>
            <a:r>
              <a:rPr lang="zh-CN" altLang="en-US" sz="1500">
                <a:solidFill>
                  <a:schemeClr val="accent2"/>
                </a:solidFill>
                <a:latin typeface="微软雅黑" panose="020B0503020204020204" pitchFamily="34" charset="-122"/>
                <a:ea typeface="微软雅黑" panose="020B0503020204020204" pitchFamily="34" charset="-122"/>
              </a:rPr>
              <a:t>，</a:t>
            </a:r>
            <a:r>
              <a:rPr lang="en-US" altLang="zh-CN" sz="1500">
                <a:solidFill>
                  <a:srgbClr val="C00000"/>
                </a:solidFill>
                <a:latin typeface="微软雅黑" panose="020B0503020204020204" pitchFamily="34" charset="-122"/>
                <a:ea typeface="微软雅黑" panose="020B0503020204020204" pitchFamily="34" charset="-122"/>
              </a:rPr>
              <a:t> J-</a:t>
            </a:r>
            <a:r>
              <a:rPr lang="zh-CN" altLang="en-US" sz="1500">
                <a:solidFill>
                  <a:srgbClr val="C00000"/>
                </a:solidFill>
                <a:latin typeface="微软雅黑" panose="020B0503020204020204" pitchFamily="34" charset="-122"/>
                <a:ea typeface="微软雅黑" panose="020B0503020204020204" pitchFamily="34" charset="-122"/>
              </a:rPr>
              <a:t>型</a:t>
            </a:r>
            <a:r>
              <a:rPr lang="en-US" altLang="zh-CN" sz="1500">
                <a:solidFill>
                  <a:srgbClr val="C00000"/>
                </a:solidFill>
                <a:latin typeface="微软雅黑" panose="020B0503020204020204" pitchFamily="34" charset="-122"/>
                <a:ea typeface="微软雅黑" panose="020B0503020204020204" pitchFamily="34" charset="-122"/>
              </a:rPr>
              <a:t>: </a:t>
            </a:r>
            <a:r>
              <a:rPr lang="en-US" altLang="zh-CN" sz="1500">
                <a:solidFill>
                  <a:schemeClr val="accent2"/>
                </a:solidFill>
                <a:latin typeface="微软雅黑" panose="020B0503020204020204" pitchFamily="34" charset="-122"/>
                <a:ea typeface="微软雅黑" panose="020B0503020204020204" pitchFamily="34" charset="-122"/>
              </a:rPr>
              <a:t>Jump=1</a:t>
            </a:r>
            <a:r>
              <a:rPr lang="zh-CN" altLang="en-US" sz="1500">
                <a:solidFill>
                  <a:schemeClr val="accent2"/>
                </a:solidFill>
                <a:latin typeface="微软雅黑" panose="020B0503020204020204" pitchFamily="34" charset="-122"/>
                <a:ea typeface="微软雅黑" panose="020B0503020204020204" pitchFamily="34" charset="-122"/>
              </a:rPr>
              <a:t>，</a:t>
            </a:r>
            <a:r>
              <a:rPr lang="en-US" altLang="zh-CN" sz="1500">
                <a:solidFill>
                  <a:srgbClr val="C00000"/>
                </a:solidFill>
                <a:latin typeface="微软雅黑" panose="020B0503020204020204" pitchFamily="34" charset="-122"/>
                <a:ea typeface="微软雅黑" panose="020B0503020204020204" pitchFamily="34" charset="-122"/>
              </a:rPr>
              <a:t> S-</a:t>
            </a:r>
            <a:r>
              <a:rPr lang="zh-CN" altLang="en-US" sz="1500">
                <a:solidFill>
                  <a:srgbClr val="C00000"/>
                </a:solidFill>
                <a:latin typeface="微软雅黑" panose="020B0503020204020204" pitchFamily="34" charset="-122"/>
                <a:ea typeface="微软雅黑" panose="020B0503020204020204" pitchFamily="34" charset="-122"/>
              </a:rPr>
              <a:t>型</a:t>
            </a:r>
            <a:r>
              <a:rPr lang="en-US" altLang="zh-CN" sz="1500">
                <a:solidFill>
                  <a:srgbClr val="C00000"/>
                </a:solidFill>
                <a:latin typeface="微软雅黑" panose="020B0503020204020204" pitchFamily="34" charset="-122"/>
                <a:ea typeface="微软雅黑" panose="020B0503020204020204" pitchFamily="34" charset="-122"/>
              </a:rPr>
              <a:t>: </a:t>
            </a:r>
            <a:r>
              <a:rPr lang="en-US" altLang="zh-CN" sz="1500">
                <a:solidFill>
                  <a:schemeClr val="accent2"/>
                </a:solidFill>
                <a:latin typeface="微软雅黑" panose="020B0503020204020204" pitchFamily="34" charset="-122"/>
                <a:ea typeface="微软雅黑" panose="020B0503020204020204" pitchFamily="34" charset="-122"/>
              </a:rPr>
              <a:t>MemWr=1</a:t>
            </a:r>
            <a:endParaRPr lang="zh-CN" altLang="en-US" sz="1500">
              <a:solidFill>
                <a:srgbClr val="C00000"/>
              </a:solidFill>
              <a:latin typeface="微软雅黑" panose="020B0503020204020204" pitchFamily="34" charset="-122"/>
              <a:ea typeface="微软雅黑" panose="020B0503020204020204" pitchFamily="34" charset="-122"/>
            </a:endParaRPr>
          </a:p>
        </p:txBody>
      </p:sp>
      <p:sp>
        <p:nvSpPr>
          <p:cNvPr id="29" name="矩形 28">
            <a:extLst>
              <a:ext uri="{FF2B5EF4-FFF2-40B4-BE49-F238E27FC236}">
                <a16:creationId xmlns:a16="http://schemas.microsoft.com/office/drawing/2014/main" id="{6E6EEBCC-174C-C471-4970-22443A9C9311}"/>
              </a:ext>
            </a:extLst>
          </p:cNvPr>
          <p:cNvSpPr/>
          <p:nvPr/>
        </p:nvSpPr>
        <p:spPr bwMode="auto">
          <a:xfrm>
            <a:off x="1360488" y="3168650"/>
            <a:ext cx="3370262" cy="2849563"/>
          </a:xfrm>
          <a:prstGeom prst="rect">
            <a:avLst/>
          </a:prstGeom>
          <a:solidFill>
            <a:schemeClr val="bg1">
              <a:lumMod val="75000"/>
              <a:alpha val="76000"/>
            </a:schemeClr>
          </a:solidFill>
          <a:ln w="12700" cap="flat" cmpd="sng" algn="ctr">
            <a:solidFill>
              <a:schemeClr val="tx1"/>
            </a:solidFill>
            <a:prstDash val="solid"/>
            <a:round/>
            <a:headEnd type="none" w="med" len="med"/>
            <a:tailEnd type="none" w="med" len="med"/>
          </a:ln>
          <a:effectLst/>
        </p:spPr>
        <p:txBody>
          <a:bodyPr/>
          <a:lstStyle/>
          <a:p>
            <a:pPr eaLnBrk="0" hangingPunct="0">
              <a:defRPr/>
            </a:pPr>
            <a:endParaRPr lang="zh-CN" altLang="en-US">
              <a:ea typeface="宋体" panose="02010600030101010101" pitchFamily="2" charset="-122"/>
            </a:endParaRPr>
          </a:p>
        </p:txBody>
      </p:sp>
      <p:sp>
        <p:nvSpPr>
          <p:cNvPr id="53446" name="Text Box 198">
            <a:extLst>
              <a:ext uri="{FF2B5EF4-FFF2-40B4-BE49-F238E27FC236}">
                <a16:creationId xmlns:a16="http://schemas.microsoft.com/office/drawing/2014/main" id="{68D4A8E4-AE38-D077-F988-E8F3AA9B1A8C}"/>
              </a:ext>
            </a:extLst>
          </p:cNvPr>
          <p:cNvSpPr txBox="1">
            <a:spLocks noChangeArrowheads="1"/>
          </p:cNvSpPr>
          <p:nvPr/>
        </p:nvSpPr>
        <p:spPr bwMode="auto">
          <a:xfrm>
            <a:off x="87313" y="5451475"/>
            <a:ext cx="23209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1700">
                <a:solidFill>
                  <a:schemeClr val="accent2"/>
                </a:solidFill>
                <a:latin typeface="微软雅黑" panose="020B0503020204020204" pitchFamily="34" charset="-122"/>
                <a:ea typeface="微软雅黑" panose="020B0503020204020204" pitchFamily="34" charset="-122"/>
              </a:rPr>
              <a:t>比较洗衣流水线，指令流水有什么不同？</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3445"/>
                                        </p:tgtEl>
                                        <p:attrNameLst>
                                          <p:attrName>style.visibility</p:attrName>
                                        </p:attrNameLst>
                                      </p:cBhvr>
                                      <p:to>
                                        <p:strVal val="visible"/>
                                      </p:to>
                                    </p:set>
                                    <p:animEffect transition="in" filter="checkerboard(across)">
                                      <p:cBhvr>
                                        <p:cTn id="12" dur="500"/>
                                        <p:tgtEl>
                                          <p:spTgt spid="534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9"/>
                                        </p:tgtEl>
                                        <p:attrNameLst>
                                          <p:attrName>style.visibility</p:attrName>
                                        </p:attrNameLst>
                                      </p:cBhvr>
                                      <p:to>
                                        <p:strVal val="visible"/>
                                      </p:to>
                                    </p:set>
                                    <p:animEffect transition="in" filter="blinds(horizontal)">
                                      <p:cBhvr>
                                        <p:cTn id="17" dur="500"/>
                                        <p:tgtEl>
                                          <p:spTgt spid="2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3446"/>
                                        </p:tgtEl>
                                        <p:attrNameLst>
                                          <p:attrName>style.visibility</p:attrName>
                                        </p:attrNameLst>
                                      </p:cBhvr>
                                      <p:to>
                                        <p:strVal val="visible"/>
                                      </p:to>
                                    </p:set>
                                    <p:animEffect transition="in" filter="blinds(horizontal)">
                                      <p:cBhvr>
                                        <p:cTn id="22" dur="500"/>
                                        <p:tgtEl>
                                          <p:spTgt spid="534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3447"/>
                                        </p:tgtEl>
                                        <p:attrNameLst>
                                          <p:attrName>style.visibility</p:attrName>
                                        </p:attrNameLst>
                                      </p:cBhvr>
                                      <p:to>
                                        <p:strVal val="visible"/>
                                      </p:to>
                                    </p:set>
                                    <p:animEffect transition="in" filter="blinds(horizontal)">
                                      <p:cBhvr>
                                        <p:cTn id="27" dur="500"/>
                                        <p:tgtEl>
                                          <p:spTgt spid="534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3448"/>
                                        </p:tgtEl>
                                        <p:attrNameLst>
                                          <p:attrName>style.visibility</p:attrName>
                                        </p:attrNameLst>
                                      </p:cBhvr>
                                      <p:to>
                                        <p:strVal val="visible"/>
                                      </p:to>
                                    </p:set>
                                    <p:animEffect transition="in" filter="blinds(horizontal)">
                                      <p:cBhvr>
                                        <p:cTn id="32" dur="500"/>
                                        <p:tgtEl>
                                          <p:spTgt spid="534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45" grpId="0"/>
      <p:bldP spid="53447" grpId="0"/>
      <p:bldP spid="53448" grpId="0"/>
      <p:bldP spid="229" grpId="0"/>
      <p:bldP spid="5344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7" name="图片 1">
            <a:extLst>
              <a:ext uri="{FF2B5EF4-FFF2-40B4-BE49-F238E27FC236}">
                <a16:creationId xmlns:a16="http://schemas.microsoft.com/office/drawing/2014/main" id="{FD3160B9-B815-5471-63FF-B33944794F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8" y="1082675"/>
            <a:ext cx="8439150" cy="513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8" name="Rectangle 2">
            <a:extLst>
              <a:ext uri="{FF2B5EF4-FFF2-40B4-BE49-F238E27FC236}">
                <a16:creationId xmlns:a16="http://schemas.microsoft.com/office/drawing/2014/main" id="{1C380429-4701-4786-96C0-FFD2B9A954E3}"/>
              </a:ext>
            </a:extLst>
          </p:cNvPr>
          <p:cNvSpPr>
            <a:spLocks noGrp="1" noChangeArrowheads="1"/>
          </p:cNvSpPr>
          <p:nvPr>
            <p:ph type="title"/>
          </p:nvPr>
        </p:nvSpPr>
        <p:spPr>
          <a:xfrm>
            <a:off x="800100" y="228600"/>
            <a:ext cx="6335713" cy="368300"/>
          </a:xfrm>
        </p:spPr>
        <p:txBody>
          <a:bodyPr/>
          <a:lstStyle/>
          <a:p>
            <a:r>
              <a:rPr lang="en-US" altLang="zh-CN">
                <a:ea typeface="宋体" panose="02010600030101010101" pitchFamily="2" charset="-122"/>
              </a:rPr>
              <a:t>Load</a:t>
            </a:r>
            <a:r>
              <a:rPr lang="zh-CN" altLang="en-US">
                <a:ea typeface="宋体" panose="02010600030101010101" pitchFamily="2" charset="-122"/>
              </a:rPr>
              <a:t>指令的回写（</a:t>
            </a:r>
            <a:r>
              <a:rPr lang="en-US" altLang="zh-CN">
                <a:ea typeface="宋体" panose="02010600030101010101" pitchFamily="2" charset="-122"/>
              </a:rPr>
              <a:t>Write Back</a:t>
            </a:r>
            <a:r>
              <a:rPr lang="zh-CN" altLang="en-US">
                <a:ea typeface="宋体" panose="02010600030101010101" pitchFamily="2" charset="-122"/>
              </a:rPr>
              <a:t>）阶段</a:t>
            </a:r>
            <a:endParaRPr lang="en-US" altLang="zh-CN">
              <a:ea typeface="宋体" panose="02010600030101010101" pitchFamily="2" charset="-122"/>
            </a:endParaRPr>
          </a:p>
        </p:txBody>
      </p:sp>
      <p:grpSp>
        <p:nvGrpSpPr>
          <p:cNvPr id="2" name="组合 3">
            <a:extLst>
              <a:ext uri="{FF2B5EF4-FFF2-40B4-BE49-F238E27FC236}">
                <a16:creationId xmlns:a16="http://schemas.microsoft.com/office/drawing/2014/main" id="{330DCF92-EE5D-DD7C-3899-C32C6FB8DF79}"/>
              </a:ext>
            </a:extLst>
          </p:cNvPr>
          <p:cNvGrpSpPr>
            <a:grpSpLocks/>
          </p:cNvGrpSpPr>
          <p:nvPr/>
        </p:nvGrpSpPr>
        <p:grpSpPr bwMode="auto">
          <a:xfrm>
            <a:off x="3408363" y="4481513"/>
            <a:ext cx="5513387" cy="1335087"/>
            <a:chOff x="3409122" y="4551535"/>
            <a:chExt cx="5512247" cy="1334748"/>
          </a:xfrm>
        </p:grpSpPr>
        <p:sp>
          <p:nvSpPr>
            <p:cNvPr id="65540" name="Line 69">
              <a:extLst>
                <a:ext uri="{FF2B5EF4-FFF2-40B4-BE49-F238E27FC236}">
                  <a16:creationId xmlns:a16="http://schemas.microsoft.com/office/drawing/2014/main" id="{66CFAC2B-2203-6F63-E3FA-DFF9DB5D989E}"/>
                </a:ext>
              </a:extLst>
            </p:cNvPr>
            <p:cNvSpPr>
              <a:spLocks noChangeShapeType="1"/>
            </p:cNvSpPr>
            <p:nvPr/>
          </p:nvSpPr>
          <p:spPr bwMode="auto">
            <a:xfrm>
              <a:off x="8201608" y="4551535"/>
              <a:ext cx="360000" cy="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1" name="Line 101">
              <a:extLst>
                <a:ext uri="{FF2B5EF4-FFF2-40B4-BE49-F238E27FC236}">
                  <a16:creationId xmlns:a16="http://schemas.microsoft.com/office/drawing/2014/main" id="{9FB966DF-E3D2-3DA7-3473-67A57D9B4562}"/>
                </a:ext>
              </a:extLst>
            </p:cNvPr>
            <p:cNvSpPr>
              <a:spLocks noChangeShapeType="1"/>
            </p:cNvSpPr>
            <p:nvPr/>
          </p:nvSpPr>
          <p:spPr bwMode="auto">
            <a:xfrm>
              <a:off x="8167875" y="5336769"/>
              <a:ext cx="288000" cy="0"/>
            </a:xfrm>
            <a:prstGeom prst="line">
              <a:avLst/>
            </a:prstGeom>
            <a:noFill/>
            <a:ln w="5080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2" name="Line 102">
              <a:extLst>
                <a:ext uri="{FF2B5EF4-FFF2-40B4-BE49-F238E27FC236}">
                  <a16:creationId xmlns:a16="http://schemas.microsoft.com/office/drawing/2014/main" id="{5D7D1042-036A-C956-A6DE-A52FD20A152F}"/>
                </a:ext>
              </a:extLst>
            </p:cNvPr>
            <p:cNvSpPr>
              <a:spLocks noChangeShapeType="1"/>
            </p:cNvSpPr>
            <p:nvPr/>
          </p:nvSpPr>
          <p:spPr bwMode="auto">
            <a:xfrm>
              <a:off x="8422656" y="5354483"/>
              <a:ext cx="0" cy="330200"/>
            </a:xfrm>
            <a:prstGeom prst="line">
              <a:avLst/>
            </a:prstGeom>
            <a:noFill/>
            <a:ln w="5080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3" name="Line 103">
              <a:extLst>
                <a:ext uri="{FF2B5EF4-FFF2-40B4-BE49-F238E27FC236}">
                  <a16:creationId xmlns:a16="http://schemas.microsoft.com/office/drawing/2014/main" id="{FCF0C6DF-8D86-95EA-6088-CC919400D0C9}"/>
                </a:ext>
              </a:extLst>
            </p:cNvPr>
            <p:cNvSpPr>
              <a:spLocks noChangeShapeType="1"/>
            </p:cNvSpPr>
            <p:nvPr/>
          </p:nvSpPr>
          <p:spPr bwMode="auto">
            <a:xfrm flipH="1">
              <a:off x="3409122" y="5710083"/>
              <a:ext cx="5038353" cy="0"/>
            </a:xfrm>
            <a:prstGeom prst="line">
              <a:avLst/>
            </a:prstGeom>
            <a:noFill/>
            <a:ln w="5080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4" name="Line 104">
              <a:extLst>
                <a:ext uri="{FF2B5EF4-FFF2-40B4-BE49-F238E27FC236}">
                  <a16:creationId xmlns:a16="http://schemas.microsoft.com/office/drawing/2014/main" id="{C7AD4174-9E2D-BF04-4751-93FD03694AD2}"/>
                </a:ext>
              </a:extLst>
            </p:cNvPr>
            <p:cNvSpPr>
              <a:spLocks noChangeShapeType="1"/>
            </p:cNvSpPr>
            <p:nvPr/>
          </p:nvSpPr>
          <p:spPr bwMode="auto">
            <a:xfrm flipV="1">
              <a:off x="3433941" y="5075083"/>
              <a:ext cx="0" cy="660400"/>
            </a:xfrm>
            <a:prstGeom prst="line">
              <a:avLst/>
            </a:prstGeom>
            <a:noFill/>
            <a:ln w="50800">
              <a:solidFill>
                <a:srgbClr val="00B05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5" name="Line 105">
              <a:extLst>
                <a:ext uri="{FF2B5EF4-FFF2-40B4-BE49-F238E27FC236}">
                  <a16:creationId xmlns:a16="http://schemas.microsoft.com/office/drawing/2014/main" id="{BB6659AE-7EBB-FAA9-DFAC-58C79047BD9C}"/>
                </a:ext>
              </a:extLst>
            </p:cNvPr>
            <p:cNvSpPr>
              <a:spLocks noChangeShapeType="1"/>
            </p:cNvSpPr>
            <p:nvPr/>
          </p:nvSpPr>
          <p:spPr bwMode="auto">
            <a:xfrm>
              <a:off x="8769350" y="4779881"/>
              <a:ext cx="152019" cy="0"/>
            </a:xfrm>
            <a:prstGeom prst="line">
              <a:avLst/>
            </a:prstGeom>
            <a:noFill/>
            <a:ln w="5080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6" name="Line 106">
              <a:extLst>
                <a:ext uri="{FF2B5EF4-FFF2-40B4-BE49-F238E27FC236}">
                  <a16:creationId xmlns:a16="http://schemas.microsoft.com/office/drawing/2014/main" id="{12BC5322-E861-5B88-39F4-C39E88BD52E5}"/>
                </a:ext>
              </a:extLst>
            </p:cNvPr>
            <p:cNvSpPr>
              <a:spLocks noChangeShapeType="1"/>
            </p:cNvSpPr>
            <p:nvPr/>
          </p:nvSpPr>
          <p:spPr bwMode="auto">
            <a:xfrm>
              <a:off x="8909050" y="4770283"/>
              <a:ext cx="0" cy="1116000"/>
            </a:xfrm>
            <a:prstGeom prst="line">
              <a:avLst/>
            </a:prstGeom>
            <a:noFill/>
            <a:ln w="5080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7" name="Line 107">
              <a:extLst>
                <a:ext uri="{FF2B5EF4-FFF2-40B4-BE49-F238E27FC236}">
                  <a16:creationId xmlns:a16="http://schemas.microsoft.com/office/drawing/2014/main" id="{10B4453D-BE23-EFE6-22E4-0F3A6EFAFB2C}"/>
                </a:ext>
              </a:extLst>
            </p:cNvPr>
            <p:cNvSpPr>
              <a:spLocks noChangeShapeType="1"/>
            </p:cNvSpPr>
            <p:nvPr/>
          </p:nvSpPr>
          <p:spPr bwMode="auto">
            <a:xfrm flipH="1">
              <a:off x="3743401" y="5852873"/>
              <a:ext cx="5148000" cy="0"/>
            </a:xfrm>
            <a:prstGeom prst="line">
              <a:avLst/>
            </a:prstGeom>
            <a:noFill/>
            <a:ln w="5080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8" name="Line 108">
              <a:extLst>
                <a:ext uri="{FF2B5EF4-FFF2-40B4-BE49-F238E27FC236}">
                  <a16:creationId xmlns:a16="http://schemas.microsoft.com/office/drawing/2014/main" id="{77761F37-2E38-C062-2A87-1574FD374A21}"/>
                </a:ext>
              </a:extLst>
            </p:cNvPr>
            <p:cNvSpPr>
              <a:spLocks noChangeShapeType="1"/>
            </p:cNvSpPr>
            <p:nvPr/>
          </p:nvSpPr>
          <p:spPr bwMode="auto">
            <a:xfrm flipV="1">
              <a:off x="3731775" y="5075083"/>
              <a:ext cx="0" cy="792000"/>
            </a:xfrm>
            <a:prstGeom prst="line">
              <a:avLst/>
            </a:prstGeom>
            <a:noFill/>
            <a:ln w="50800">
              <a:solidFill>
                <a:srgbClr val="00B05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5549" name="Rectangle 196">
            <a:extLst>
              <a:ext uri="{FF2B5EF4-FFF2-40B4-BE49-F238E27FC236}">
                <a16:creationId xmlns:a16="http://schemas.microsoft.com/office/drawing/2014/main" id="{E8297284-2A49-9BDC-4A43-6F0EE47B9435}"/>
              </a:ext>
            </a:extLst>
          </p:cNvPr>
          <p:cNvSpPr txBox="1">
            <a:spLocks noChangeArrowheads="1"/>
          </p:cNvSpPr>
          <p:nvPr/>
        </p:nvSpPr>
        <p:spPr bwMode="auto">
          <a:xfrm>
            <a:off x="233363" y="690563"/>
            <a:ext cx="84455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203200" indent="-2032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a:spcBef>
                <a:spcPct val="30000"/>
              </a:spcBef>
              <a:buFont typeface="Times New Roman" panose="02020603050405020304" pitchFamily="18" charset="0"/>
              <a:buChar char="°"/>
            </a:pPr>
            <a:r>
              <a:rPr lang="zh-CN" altLang="en-US" sz="1800">
                <a:solidFill>
                  <a:srgbClr val="CC0000"/>
                </a:solidFill>
                <a:latin typeface="Arial" panose="020B0604020202020204" pitchFamily="34" charset="0"/>
                <a:ea typeface="宋体" panose="02010600030101010101" pitchFamily="2" charset="-122"/>
              </a:rPr>
              <a:t>第</a:t>
            </a:r>
            <a:r>
              <a:rPr lang="en-US" altLang="zh-CN" sz="1800">
                <a:solidFill>
                  <a:srgbClr val="CC0000"/>
                </a:solidFill>
                <a:latin typeface="Arial" panose="020B0604020202020204" pitchFamily="34" charset="0"/>
                <a:ea typeface="宋体" panose="02010600030101010101" pitchFamily="2" charset="-122"/>
              </a:rPr>
              <a:t>10</a:t>
            </a:r>
            <a:r>
              <a:rPr lang="zh-CN" altLang="en-US" sz="1800">
                <a:solidFill>
                  <a:srgbClr val="CC0000"/>
                </a:solidFill>
                <a:latin typeface="Arial" panose="020B0604020202020204" pitchFamily="34" charset="0"/>
                <a:ea typeface="宋体" panose="02010600030101010101" pitchFamily="2" charset="-122"/>
              </a:rPr>
              <a:t>单元指令</a:t>
            </a:r>
            <a:r>
              <a:rPr lang="en-US" altLang="zh-CN" sz="1800">
                <a:solidFill>
                  <a:srgbClr val="CC0000"/>
                </a:solidFill>
                <a:latin typeface="Arial" panose="020B060402020202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 lw  x8, 0x100(x9)      </a:t>
            </a:r>
            <a:r>
              <a:rPr lang="zh-CN" altLang="en-US" sz="1800">
                <a:solidFill>
                  <a:srgbClr val="CC0000"/>
                </a:solidFill>
                <a:latin typeface="Arial" panose="020B0604020202020204" pitchFamily="34" charset="0"/>
                <a:ea typeface="宋体" panose="02010600030101010101" pitchFamily="2" charset="-122"/>
              </a:rPr>
              <a:t>功能：</a:t>
            </a:r>
            <a:r>
              <a:rPr lang="en-US" altLang="zh-CN" sz="1800">
                <a:latin typeface="Arial" panose="020B0604020202020204" pitchFamily="34" charset="0"/>
                <a:ea typeface="宋体" panose="02010600030101010101" pitchFamily="2" charset="-122"/>
              </a:rPr>
              <a:t>R[x8] &lt;- M[R[x9]+SEXT(0x100)]</a:t>
            </a:r>
          </a:p>
        </p:txBody>
      </p:sp>
      <p:grpSp>
        <p:nvGrpSpPr>
          <p:cNvPr id="65550" name="组合 2">
            <a:extLst>
              <a:ext uri="{FF2B5EF4-FFF2-40B4-BE49-F238E27FC236}">
                <a16:creationId xmlns:a16="http://schemas.microsoft.com/office/drawing/2014/main" id="{82FAEC33-2BB0-DBBC-C983-8A6F97026D24}"/>
              </a:ext>
            </a:extLst>
          </p:cNvPr>
          <p:cNvGrpSpPr>
            <a:grpSpLocks/>
          </p:cNvGrpSpPr>
          <p:nvPr/>
        </p:nvGrpSpPr>
        <p:grpSpPr bwMode="auto">
          <a:xfrm>
            <a:off x="7632700" y="303213"/>
            <a:ext cx="1377950" cy="1538287"/>
            <a:chOff x="7632700" y="303216"/>
            <a:chExt cx="1377950" cy="1538284"/>
          </a:xfrm>
        </p:grpSpPr>
        <p:sp>
          <p:nvSpPr>
            <p:cNvPr id="65551" name="Oval 193">
              <a:extLst>
                <a:ext uri="{FF2B5EF4-FFF2-40B4-BE49-F238E27FC236}">
                  <a16:creationId xmlns:a16="http://schemas.microsoft.com/office/drawing/2014/main" id="{68E099D1-149D-346F-B6E5-9305C7C2024E}"/>
                </a:ext>
              </a:extLst>
            </p:cNvPr>
            <p:cNvSpPr>
              <a:spLocks noChangeArrowheads="1"/>
            </p:cNvSpPr>
            <p:nvPr/>
          </p:nvSpPr>
          <p:spPr bwMode="auto">
            <a:xfrm>
              <a:off x="8769350" y="1092200"/>
              <a:ext cx="139700" cy="749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65552" name="Line 195">
              <a:extLst>
                <a:ext uri="{FF2B5EF4-FFF2-40B4-BE49-F238E27FC236}">
                  <a16:creationId xmlns:a16="http://schemas.microsoft.com/office/drawing/2014/main" id="{C7632D50-F0A7-6B3F-1E29-8FA5A51BB4AE}"/>
                </a:ext>
              </a:extLst>
            </p:cNvPr>
            <p:cNvSpPr>
              <a:spLocks noChangeShapeType="1"/>
            </p:cNvSpPr>
            <p:nvPr/>
          </p:nvSpPr>
          <p:spPr bwMode="auto">
            <a:xfrm>
              <a:off x="8499474" y="620213"/>
              <a:ext cx="257175" cy="68788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3" name="Rectangle 194">
              <a:extLst>
                <a:ext uri="{FF2B5EF4-FFF2-40B4-BE49-F238E27FC236}">
                  <a16:creationId xmlns:a16="http://schemas.microsoft.com/office/drawing/2014/main" id="{ACC18150-A0E1-B8B9-2934-5B590E2ECF2E}"/>
                </a:ext>
              </a:extLst>
            </p:cNvPr>
            <p:cNvSpPr>
              <a:spLocks noChangeArrowheads="1"/>
            </p:cNvSpPr>
            <p:nvPr/>
          </p:nvSpPr>
          <p:spPr bwMode="auto">
            <a:xfrm>
              <a:off x="7632700" y="303216"/>
              <a:ext cx="13779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chemeClr val="accent2"/>
                  </a:solidFill>
                  <a:ea typeface="宋体" panose="02010600030101010101" pitchFamily="2" charset="-122"/>
                </a:rPr>
                <a:t>You are here!</a:t>
              </a:r>
            </a:p>
          </p:txBody>
        </p:sp>
      </p:grpSp>
      <p:sp>
        <p:nvSpPr>
          <p:cNvPr id="219" name="Rectangle 116">
            <a:extLst>
              <a:ext uri="{FF2B5EF4-FFF2-40B4-BE49-F238E27FC236}">
                <a16:creationId xmlns:a16="http://schemas.microsoft.com/office/drawing/2014/main" id="{3057281E-8C10-7BEF-B020-513543FFF955}"/>
              </a:ext>
            </a:extLst>
          </p:cNvPr>
          <p:cNvSpPr>
            <a:spLocks noChangeArrowheads="1"/>
          </p:cNvSpPr>
          <p:nvPr/>
        </p:nvSpPr>
        <p:spPr bwMode="auto">
          <a:xfrm>
            <a:off x="63500" y="5899150"/>
            <a:ext cx="43926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en-US" altLang="zh-CN" sz="1500">
                <a:solidFill>
                  <a:srgbClr val="CC0000"/>
                </a:solidFill>
                <a:latin typeface="微软雅黑" panose="020B0503020204020204" pitchFamily="34" charset="-122"/>
                <a:ea typeface="微软雅黑" panose="020B0503020204020204" pitchFamily="34" charset="-122"/>
              </a:rPr>
              <a:t>Load</a:t>
            </a:r>
            <a:r>
              <a:rPr lang="zh-CN" altLang="en-US" sz="1500">
                <a:solidFill>
                  <a:srgbClr val="CC0000"/>
                </a:solidFill>
                <a:latin typeface="微软雅黑" panose="020B0503020204020204" pitchFamily="34" charset="-122"/>
                <a:ea typeface="微软雅黑" panose="020B0503020204020204" pitchFamily="34" charset="-122"/>
              </a:rPr>
              <a:t>控制信号：</a:t>
            </a:r>
            <a:r>
              <a:rPr lang="en-US" altLang="zh-CN" sz="1500">
                <a:solidFill>
                  <a:schemeClr val="accent2"/>
                </a:solidFill>
                <a:latin typeface="微软雅黑" panose="020B0503020204020204" pitchFamily="34" charset="-122"/>
                <a:ea typeface="微软雅黑" panose="020B0503020204020204" pitchFamily="34" charset="-122"/>
              </a:rPr>
              <a:t>MemtoReg=1</a:t>
            </a:r>
            <a:r>
              <a:rPr lang="zh-CN" altLang="en-US" sz="1500">
                <a:solidFill>
                  <a:schemeClr val="accent2"/>
                </a:solidFill>
                <a:latin typeface="微软雅黑" panose="020B0503020204020204" pitchFamily="34" charset="-122"/>
                <a:ea typeface="微软雅黑" panose="020B0503020204020204" pitchFamily="34" charset="-122"/>
              </a:rPr>
              <a:t>、</a:t>
            </a:r>
            <a:r>
              <a:rPr lang="en-US" altLang="zh-CN" sz="1500">
                <a:solidFill>
                  <a:schemeClr val="accent2"/>
                </a:solidFill>
                <a:latin typeface="微软雅黑" panose="020B0503020204020204" pitchFamily="34" charset="-122"/>
                <a:ea typeface="微软雅黑" panose="020B0503020204020204" pitchFamily="34" charset="-122"/>
              </a:rPr>
              <a:t>RegWr=1</a:t>
            </a:r>
            <a:r>
              <a:rPr lang="zh-CN" altLang="en-US" sz="1500">
                <a:solidFill>
                  <a:schemeClr val="accent2"/>
                </a:solidFill>
                <a:latin typeface="微软雅黑" panose="020B0503020204020204" pitchFamily="34" charset="-122"/>
                <a:ea typeface="微软雅黑" panose="020B0503020204020204" pitchFamily="34" charset="-122"/>
              </a:rPr>
              <a:t>。</a:t>
            </a:r>
            <a:r>
              <a:rPr lang="zh-CN" altLang="en-US" sz="1500">
                <a:solidFill>
                  <a:srgbClr val="C00000"/>
                </a:solidFill>
                <a:latin typeface="微软雅黑" panose="020B0503020204020204" pitchFamily="34" charset="-122"/>
                <a:ea typeface="微软雅黑" panose="020B0503020204020204" pitchFamily="34" charset="-122"/>
              </a:rPr>
              <a:t>其他指令呢？</a:t>
            </a:r>
            <a:endParaRPr lang="en-US" altLang="zh-CN" sz="1500">
              <a:solidFill>
                <a:schemeClr val="accent2"/>
              </a:solidFill>
              <a:latin typeface="微软雅黑" panose="020B0503020204020204" pitchFamily="34" charset="-122"/>
              <a:ea typeface="微软雅黑" panose="020B0503020204020204" pitchFamily="34" charset="-122"/>
            </a:endParaRPr>
          </a:p>
        </p:txBody>
      </p:sp>
      <p:sp>
        <p:nvSpPr>
          <p:cNvPr id="65555" name="Rectangle 203">
            <a:extLst>
              <a:ext uri="{FF2B5EF4-FFF2-40B4-BE49-F238E27FC236}">
                <a16:creationId xmlns:a16="http://schemas.microsoft.com/office/drawing/2014/main" id="{8019472C-45F7-016E-7DDA-F4EACE3B008E}"/>
              </a:ext>
            </a:extLst>
          </p:cNvPr>
          <p:cNvSpPr>
            <a:spLocks noChangeArrowheads="1"/>
          </p:cNvSpPr>
          <p:nvPr/>
        </p:nvSpPr>
        <p:spPr bwMode="auto">
          <a:xfrm>
            <a:off x="8197850" y="2706688"/>
            <a:ext cx="935038" cy="113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700" u="sng">
                <a:solidFill>
                  <a:schemeClr val="accent2"/>
                </a:solidFill>
                <a:latin typeface="Arial" panose="020B0604020202020204" pitchFamily="34" charset="0"/>
                <a:ea typeface="黑体" panose="02010609060101010101" pitchFamily="49" charset="-122"/>
              </a:rPr>
              <a:t>RegWr</a:t>
            </a:r>
            <a:r>
              <a:rPr lang="zh-CN" altLang="en-US" sz="1700">
                <a:solidFill>
                  <a:schemeClr val="accent2"/>
                </a:solidFill>
                <a:latin typeface="Arial" panose="020B0604020202020204" pitchFamily="34" charset="0"/>
                <a:ea typeface="黑体" panose="02010609060101010101" pitchFamily="49" charset="-122"/>
              </a:rPr>
              <a:t>是</a:t>
            </a:r>
            <a:r>
              <a:rPr lang="en-US" altLang="zh-CN" sz="1700">
                <a:solidFill>
                  <a:schemeClr val="accent2"/>
                </a:solidFill>
                <a:latin typeface="Arial" panose="020B0604020202020204" pitchFamily="34" charset="0"/>
                <a:ea typeface="黑体" panose="02010609060101010101" pitchFamily="49" charset="-122"/>
              </a:rPr>
              <a:t>WB</a:t>
            </a:r>
            <a:r>
              <a:rPr lang="zh-CN" altLang="en-US" sz="1700">
                <a:solidFill>
                  <a:schemeClr val="accent2"/>
                </a:solidFill>
                <a:latin typeface="Arial" panose="020B0604020202020204" pitchFamily="34" charset="0"/>
                <a:ea typeface="黑体" panose="02010609060101010101" pitchFamily="49" charset="-122"/>
              </a:rPr>
              <a:t>段的控制信号</a:t>
            </a:r>
          </a:p>
        </p:txBody>
      </p:sp>
      <p:sp>
        <p:nvSpPr>
          <p:cNvPr id="65556" name="Line 204">
            <a:extLst>
              <a:ext uri="{FF2B5EF4-FFF2-40B4-BE49-F238E27FC236}">
                <a16:creationId xmlns:a16="http://schemas.microsoft.com/office/drawing/2014/main" id="{053179EC-75F7-6367-1495-704067BB47C0}"/>
              </a:ext>
            </a:extLst>
          </p:cNvPr>
          <p:cNvSpPr>
            <a:spLocks noChangeShapeType="1"/>
          </p:cNvSpPr>
          <p:nvPr/>
        </p:nvSpPr>
        <p:spPr bwMode="auto">
          <a:xfrm flipH="1" flipV="1">
            <a:off x="3957638" y="2444750"/>
            <a:ext cx="4313237" cy="515938"/>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3" name="Rectangle 116">
            <a:extLst>
              <a:ext uri="{FF2B5EF4-FFF2-40B4-BE49-F238E27FC236}">
                <a16:creationId xmlns:a16="http://schemas.microsoft.com/office/drawing/2014/main" id="{DB33B691-6B5D-3760-2741-D7A6D9F5B4D6}"/>
              </a:ext>
            </a:extLst>
          </p:cNvPr>
          <p:cNvSpPr>
            <a:spLocks noChangeArrowheads="1"/>
          </p:cNvSpPr>
          <p:nvPr/>
        </p:nvSpPr>
        <p:spPr bwMode="auto">
          <a:xfrm>
            <a:off x="65088" y="6443663"/>
            <a:ext cx="8994775"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en-US" altLang="zh-CN" sz="1500">
                <a:solidFill>
                  <a:srgbClr val="C00000"/>
                </a:solidFill>
                <a:latin typeface="微软雅黑" panose="020B0503020204020204" pitchFamily="34" charset="-122"/>
                <a:ea typeface="微软雅黑" panose="020B0503020204020204" pitchFamily="34" charset="-122"/>
              </a:rPr>
              <a:t>R-</a:t>
            </a:r>
            <a:r>
              <a:rPr lang="zh-CN" altLang="en-US" sz="1500">
                <a:solidFill>
                  <a:srgbClr val="C00000"/>
                </a:solidFill>
                <a:latin typeface="微软雅黑" panose="020B0503020204020204" pitchFamily="34" charset="-122"/>
                <a:ea typeface="微软雅黑" panose="020B0503020204020204" pitchFamily="34" charset="-122"/>
              </a:rPr>
              <a:t>型、</a:t>
            </a:r>
            <a:r>
              <a:rPr lang="en-US" altLang="zh-CN" sz="1500">
                <a:solidFill>
                  <a:srgbClr val="C00000"/>
                </a:solidFill>
                <a:latin typeface="微软雅黑" panose="020B0503020204020204" pitchFamily="34" charset="-122"/>
                <a:ea typeface="微软雅黑" panose="020B0503020204020204" pitchFamily="34" charset="-122"/>
              </a:rPr>
              <a:t>I-</a:t>
            </a:r>
            <a:r>
              <a:rPr lang="zh-CN" altLang="en-US" sz="1500">
                <a:solidFill>
                  <a:srgbClr val="C00000"/>
                </a:solidFill>
                <a:latin typeface="微软雅黑" panose="020B0503020204020204" pitchFamily="34" charset="-122"/>
                <a:ea typeface="微软雅黑" panose="020B0503020204020204" pitchFamily="34" charset="-122"/>
              </a:rPr>
              <a:t>型运算、</a:t>
            </a:r>
            <a:r>
              <a:rPr lang="en-US" altLang="zh-CN" sz="1500">
                <a:solidFill>
                  <a:srgbClr val="C00000"/>
                </a:solidFill>
                <a:latin typeface="微软雅黑" panose="020B0503020204020204" pitchFamily="34" charset="-122"/>
                <a:ea typeface="微软雅黑" panose="020B0503020204020204" pitchFamily="34" charset="-122"/>
              </a:rPr>
              <a:t>U-</a:t>
            </a:r>
            <a:r>
              <a:rPr lang="zh-CN" altLang="en-US" sz="1500">
                <a:solidFill>
                  <a:srgbClr val="C00000"/>
                </a:solidFill>
                <a:latin typeface="微软雅黑" panose="020B0503020204020204" pitchFamily="34" charset="-122"/>
                <a:ea typeface="微软雅黑" panose="020B0503020204020204" pitchFamily="34" charset="-122"/>
              </a:rPr>
              <a:t>型、</a:t>
            </a:r>
            <a:r>
              <a:rPr lang="en-US" altLang="zh-CN" sz="1500">
                <a:solidFill>
                  <a:srgbClr val="C00000"/>
                </a:solidFill>
                <a:latin typeface="微软雅黑" panose="020B0503020204020204" pitchFamily="34" charset="-122"/>
                <a:ea typeface="微软雅黑" panose="020B0503020204020204" pitchFamily="34" charset="-122"/>
              </a:rPr>
              <a:t>J-</a:t>
            </a:r>
            <a:r>
              <a:rPr lang="zh-CN" altLang="en-US" sz="1500">
                <a:solidFill>
                  <a:srgbClr val="C00000"/>
                </a:solidFill>
                <a:latin typeface="微软雅黑" panose="020B0503020204020204" pitchFamily="34" charset="-122"/>
                <a:ea typeface="微软雅黑" panose="020B0503020204020204" pitchFamily="34" charset="-122"/>
              </a:rPr>
              <a:t>型</a:t>
            </a:r>
            <a:r>
              <a:rPr lang="en-US" altLang="zh-CN" sz="1500">
                <a:solidFill>
                  <a:srgbClr val="C00000"/>
                </a:solidFill>
                <a:latin typeface="微软雅黑" panose="020B0503020204020204" pitchFamily="34" charset="-122"/>
                <a:ea typeface="微软雅黑" panose="020B0503020204020204" pitchFamily="34" charset="-122"/>
              </a:rPr>
              <a:t>: </a:t>
            </a:r>
            <a:r>
              <a:rPr lang="en-US" altLang="zh-CN" sz="1500">
                <a:solidFill>
                  <a:schemeClr val="accent2"/>
                </a:solidFill>
                <a:latin typeface="微软雅黑" panose="020B0503020204020204" pitchFamily="34" charset="-122"/>
                <a:ea typeface="微软雅黑" panose="020B0503020204020204" pitchFamily="34" charset="-122"/>
              </a:rPr>
              <a:t>MemtoReg=0</a:t>
            </a:r>
            <a:r>
              <a:rPr lang="zh-CN" altLang="en-US" sz="1500">
                <a:solidFill>
                  <a:schemeClr val="accent2"/>
                </a:solidFill>
                <a:latin typeface="微软雅黑" panose="020B0503020204020204" pitchFamily="34" charset="-122"/>
                <a:ea typeface="微软雅黑" panose="020B0503020204020204" pitchFamily="34" charset="-122"/>
              </a:rPr>
              <a:t>、</a:t>
            </a:r>
            <a:r>
              <a:rPr lang="en-US" altLang="zh-CN" sz="1500">
                <a:solidFill>
                  <a:schemeClr val="accent2"/>
                </a:solidFill>
                <a:latin typeface="微软雅黑" panose="020B0503020204020204" pitchFamily="34" charset="-122"/>
                <a:ea typeface="微软雅黑" panose="020B0503020204020204" pitchFamily="34" charset="-122"/>
              </a:rPr>
              <a:t>RegWr=1 ; </a:t>
            </a:r>
            <a:r>
              <a:rPr lang="en-US" altLang="zh-CN" sz="1500">
                <a:solidFill>
                  <a:srgbClr val="C00000"/>
                </a:solidFill>
                <a:latin typeface="微软雅黑" panose="020B0503020204020204" pitchFamily="34" charset="-122"/>
                <a:ea typeface="微软雅黑" panose="020B0503020204020204" pitchFamily="34" charset="-122"/>
              </a:rPr>
              <a:t>B-</a:t>
            </a:r>
            <a:r>
              <a:rPr lang="zh-CN" altLang="en-US" sz="1500">
                <a:solidFill>
                  <a:srgbClr val="C00000"/>
                </a:solidFill>
                <a:latin typeface="微软雅黑" panose="020B0503020204020204" pitchFamily="34" charset="-122"/>
                <a:ea typeface="微软雅黑" panose="020B0503020204020204" pitchFamily="34" charset="-122"/>
              </a:rPr>
              <a:t>型、</a:t>
            </a:r>
            <a:r>
              <a:rPr lang="en-US" altLang="zh-CN" sz="1500">
                <a:solidFill>
                  <a:srgbClr val="C00000"/>
                </a:solidFill>
                <a:latin typeface="微软雅黑" panose="020B0503020204020204" pitchFamily="34" charset="-122"/>
                <a:ea typeface="微软雅黑" panose="020B0503020204020204" pitchFamily="34" charset="-122"/>
              </a:rPr>
              <a:t>S-</a:t>
            </a:r>
            <a:r>
              <a:rPr lang="zh-CN" altLang="en-US" sz="1500">
                <a:solidFill>
                  <a:srgbClr val="C00000"/>
                </a:solidFill>
                <a:latin typeface="微软雅黑" panose="020B0503020204020204" pitchFamily="34" charset="-122"/>
                <a:ea typeface="微软雅黑" panose="020B0503020204020204" pitchFamily="34" charset="-122"/>
              </a:rPr>
              <a:t>型</a:t>
            </a:r>
            <a:r>
              <a:rPr lang="en-US" altLang="zh-CN" sz="1500">
                <a:solidFill>
                  <a:srgbClr val="C00000"/>
                </a:solidFill>
                <a:latin typeface="微软雅黑" panose="020B0503020204020204" pitchFamily="34" charset="-122"/>
                <a:ea typeface="微软雅黑" panose="020B0503020204020204" pitchFamily="34" charset="-122"/>
              </a:rPr>
              <a:t>: </a:t>
            </a:r>
            <a:r>
              <a:rPr lang="en-US" altLang="zh-CN" sz="1500">
                <a:solidFill>
                  <a:schemeClr val="accent2"/>
                </a:solidFill>
                <a:latin typeface="微软雅黑" panose="020B0503020204020204" pitchFamily="34" charset="-122"/>
                <a:ea typeface="微软雅黑" panose="020B0503020204020204" pitchFamily="34" charset="-122"/>
              </a:rPr>
              <a:t>MemtoReg=x</a:t>
            </a:r>
            <a:r>
              <a:rPr lang="zh-CN" altLang="en-US" sz="1500">
                <a:solidFill>
                  <a:schemeClr val="accent2"/>
                </a:solidFill>
                <a:latin typeface="微软雅黑" panose="020B0503020204020204" pitchFamily="34" charset="-122"/>
                <a:ea typeface="微软雅黑" panose="020B0503020204020204" pitchFamily="34" charset="-122"/>
              </a:rPr>
              <a:t>、</a:t>
            </a:r>
            <a:r>
              <a:rPr lang="en-US" altLang="zh-CN" sz="1500">
                <a:solidFill>
                  <a:schemeClr val="accent2"/>
                </a:solidFill>
                <a:latin typeface="微软雅黑" panose="020B0503020204020204" pitchFamily="34" charset="-122"/>
                <a:ea typeface="微软雅黑" panose="020B0503020204020204" pitchFamily="34" charset="-122"/>
              </a:rPr>
              <a:t>RegWr=0</a:t>
            </a:r>
            <a:endParaRPr lang="zh-CN" altLang="en-US" sz="1500">
              <a:solidFill>
                <a:srgbClr val="C00000"/>
              </a:solidFill>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0032C78C-824F-A8A4-1948-DABCEF620429}"/>
              </a:ext>
            </a:extLst>
          </p:cNvPr>
          <p:cNvSpPr/>
          <p:nvPr/>
        </p:nvSpPr>
        <p:spPr bwMode="auto">
          <a:xfrm>
            <a:off x="4103688" y="2690813"/>
            <a:ext cx="2701925" cy="2847975"/>
          </a:xfrm>
          <a:prstGeom prst="rect">
            <a:avLst/>
          </a:prstGeom>
          <a:solidFill>
            <a:schemeClr val="bg1">
              <a:lumMod val="75000"/>
              <a:alpha val="76000"/>
            </a:schemeClr>
          </a:solidFill>
          <a:ln w="12700" cap="flat" cmpd="sng" algn="ctr">
            <a:solidFill>
              <a:schemeClr val="tx1"/>
            </a:solidFill>
            <a:prstDash val="solid"/>
            <a:round/>
            <a:headEnd type="none" w="med" len="med"/>
            <a:tailEnd type="none" w="med" len="med"/>
          </a:ln>
          <a:effectLst/>
        </p:spPr>
        <p:txBody>
          <a:bodyPr/>
          <a:lstStyle/>
          <a:p>
            <a:pPr eaLnBrk="0" hangingPunct="0">
              <a:defRPr/>
            </a:pPr>
            <a:endParaRPr lang="zh-CN" altLang="en-US">
              <a:ea typeface="宋体" panose="02010600030101010101" pitchFamily="2" charset="-122"/>
            </a:endParaRPr>
          </a:p>
        </p:txBody>
      </p:sp>
      <p:sp>
        <p:nvSpPr>
          <p:cNvPr id="25" name="矩形 24">
            <a:extLst>
              <a:ext uri="{FF2B5EF4-FFF2-40B4-BE49-F238E27FC236}">
                <a16:creationId xmlns:a16="http://schemas.microsoft.com/office/drawing/2014/main" id="{A4F3A398-49AF-B4C2-6277-6EC0011191CA}"/>
              </a:ext>
            </a:extLst>
          </p:cNvPr>
          <p:cNvSpPr/>
          <p:nvPr/>
        </p:nvSpPr>
        <p:spPr bwMode="auto">
          <a:xfrm>
            <a:off x="520700" y="2657475"/>
            <a:ext cx="2274888" cy="2978150"/>
          </a:xfrm>
          <a:prstGeom prst="rect">
            <a:avLst/>
          </a:prstGeom>
          <a:solidFill>
            <a:schemeClr val="bg1">
              <a:lumMod val="75000"/>
              <a:alpha val="76000"/>
            </a:schemeClr>
          </a:solidFill>
          <a:ln w="12700" cap="flat" cmpd="sng" algn="ctr">
            <a:solidFill>
              <a:schemeClr val="tx1"/>
            </a:solidFill>
            <a:prstDash val="solid"/>
            <a:round/>
            <a:headEnd type="none" w="med" len="med"/>
            <a:tailEnd type="none" w="med" len="med"/>
          </a:ln>
          <a:effectLst/>
        </p:spPr>
        <p:txBody>
          <a:bodyPr/>
          <a:lstStyle/>
          <a:p>
            <a:pPr eaLnBrk="0" hangingPunct="0">
              <a:defRPr/>
            </a:pPr>
            <a:endParaRPr lang="zh-CN" altLang="en-US">
              <a:ea typeface="宋体" panose="02010600030101010101" pitchFamily="2" charset="-122"/>
            </a:endParaRPr>
          </a:p>
        </p:txBody>
      </p:sp>
      <p:sp>
        <p:nvSpPr>
          <p:cNvPr id="55501" name="Text Box 205">
            <a:extLst>
              <a:ext uri="{FF2B5EF4-FFF2-40B4-BE49-F238E27FC236}">
                <a16:creationId xmlns:a16="http://schemas.microsoft.com/office/drawing/2014/main" id="{53BA8D9A-9268-824E-982F-883B10E57986}"/>
              </a:ext>
            </a:extLst>
          </p:cNvPr>
          <p:cNvSpPr txBox="1">
            <a:spLocks noChangeArrowheads="1"/>
          </p:cNvSpPr>
          <p:nvPr/>
        </p:nvSpPr>
        <p:spPr bwMode="auto">
          <a:xfrm>
            <a:off x="65088" y="4498975"/>
            <a:ext cx="16938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1800">
                <a:solidFill>
                  <a:srgbClr val="008000"/>
                </a:solidFill>
                <a:latin typeface="微软雅黑" panose="020B0503020204020204" pitchFamily="34" charset="-122"/>
                <a:ea typeface="微软雅黑" panose="020B0503020204020204" pitchFamily="34" charset="-122"/>
              </a:rPr>
              <a:t>该阶段有反向数据流，可能会引起冒险！以后介绍。</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9"/>
                                        </p:tgtEl>
                                        <p:attrNameLst>
                                          <p:attrName>style.visibility</p:attrName>
                                        </p:attrNameLst>
                                      </p:cBhvr>
                                      <p:to>
                                        <p:strVal val="visible"/>
                                      </p:to>
                                    </p:set>
                                    <p:animEffect transition="in" filter="blinds(horizontal)">
                                      <p:cBhvr>
                                        <p:cTn id="7" dur="500"/>
                                        <p:tgtEl>
                                          <p:spTgt spid="2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3"/>
                                        </p:tgtEl>
                                        <p:attrNameLst>
                                          <p:attrName>style.visibility</p:attrName>
                                        </p:attrNameLst>
                                      </p:cBhvr>
                                      <p:to>
                                        <p:strVal val="visible"/>
                                      </p:to>
                                    </p:set>
                                    <p:animEffect transition="in" filter="blinds(horizontal)">
                                      <p:cBhvr>
                                        <p:cTn id="12" dur="500"/>
                                        <p:tgtEl>
                                          <p:spTgt spid="2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5501"/>
                                        </p:tgtEl>
                                        <p:attrNameLst>
                                          <p:attrName>style.visibility</p:attrName>
                                        </p:attrNameLst>
                                      </p:cBhvr>
                                      <p:to>
                                        <p:strVal val="visible"/>
                                      </p:to>
                                    </p:set>
                                    <p:animEffect transition="in" filter="blinds(horizontal)">
                                      <p:cBhvr>
                                        <p:cTn id="17" dur="500"/>
                                        <p:tgtEl>
                                          <p:spTgt spid="555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randombar(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p:bldP spid="223" grpId="0"/>
      <p:bldP spid="5550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5" name="图片 1">
            <a:extLst>
              <a:ext uri="{FF2B5EF4-FFF2-40B4-BE49-F238E27FC236}">
                <a16:creationId xmlns:a16="http://schemas.microsoft.com/office/drawing/2014/main" id="{DFCFA9BC-7B8F-37E6-2467-99F35294FB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838" y="1633538"/>
            <a:ext cx="8407400" cy="480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6" name="Rectangle 2">
            <a:extLst>
              <a:ext uri="{FF2B5EF4-FFF2-40B4-BE49-F238E27FC236}">
                <a16:creationId xmlns:a16="http://schemas.microsoft.com/office/drawing/2014/main" id="{0D48F55F-569B-A112-28A6-9C9AB8E91323}"/>
              </a:ext>
            </a:extLst>
          </p:cNvPr>
          <p:cNvSpPr>
            <a:spLocks noGrp="1" noChangeArrowheads="1"/>
          </p:cNvSpPr>
          <p:nvPr>
            <p:ph type="title"/>
          </p:nvPr>
        </p:nvSpPr>
        <p:spPr>
          <a:xfrm>
            <a:off x="800100" y="228600"/>
            <a:ext cx="6626225" cy="368300"/>
          </a:xfrm>
        </p:spPr>
        <p:txBody>
          <a:bodyPr/>
          <a:lstStyle/>
          <a:p>
            <a:r>
              <a:rPr lang="zh-CN" altLang="en-US">
                <a:ea typeface="宋体" panose="02010600030101010101" pitchFamily="2" charset="-122"/>
              </a:rPr>
              <a:t>流水线中的</a:t>
            </a:r>
            <a:r>
              <a:rPr lang="en-US" altLang="zh-CN">
                <a:ea typeface="宋体" panose="02010600030101010101" pitchFamily="2" charset="-122"/>
              </a:rPr>
              <a:t>Control Signals</a:t>
            </a:r>
            <a:r>
              <a:rPr lang="zh-CN" altLang="en-US">
                <a:ea typeface="宋体" panose="02010600030101010101" pitchFamily="2" charset="-122"/>
              </a:rPr>
              <a:t>如何获得</a:t>
            </a:r>
            <a:r>
              <a:rPr lang="en-US" altLang="zh-CN">
                <a:ea typeface="宋体" panose="02010600030101010101" pitchFamily="2" charset="-122"/>
              </a:rPr>
              <a:t>?</a:t>
            </a:r>
          </a:p>
        </p:txBody>
      </p:sp>
      <p:sp>
        <p:nvSpPr>
          <p:cNvPr id="57517" name="Rectangle 173">
            <a:extLst>
              <a:ext uri="{FF2B5EF4-FFF2-40B4-BE49-F238E27FC236}">
                <a16:creationId xmlns:a16="http://schemas.microsoft.com/office/drawing/2014/main" id="{3F2633F9-3321-CEB8-4F2B-8D850F52768B}"/>
              </a:ext>
            </a:extLst>
          </p:cNvPr>
          <p:cNvSpPr>
            <a:spLocks noGrp="1" noChangeArrowheads="1"/>
          </p:cNvSpPr>
          <p:nvPr>
            <p:ph idx="1"/>
          </p:nvPr>
        </p:nvSpPr>
        <p:spPr>
          <a:xfrm>
            <a:off x="188913" y="685800"/>
            <a:ext cx="8421687" cy="928688"/>
          </a:xfrm>
        </p:spPr>
        <p:txBody>
          <a:bodyPr/>
          <a:lstStyle/>
          <a:p>
            <a:pPr>
              <a:spcBef>
                <a:spcPct val="10000"/>
              </a:spcBef>
            </a:pPr>
            <a:r>
              <a:rPr lang="zh-CN" altLang="en-US">
                <a:ea typeface="黑体" panose="02010609060101010101" pitchFamily="49" charset="-122"/>
              </a:rPr>
              <a:t>主要考察</a:t>
            </a:r>
            <a:r>
              <a:rPr lang="en-US" altLang="zh-CN">
                <a:ea typeface="黑体" panose="02010609060101010101" pitchFamily="49" charset="-122"/>
              </a:rPr>
              <a:t>: </a:t>
            </a:r>
            <a:r>
              <a:rPr lang="zh-CN" altLang="en-US">
                <a:ea typeface="黑体" panose="02010609060101010101" pitchFamily="49" charset="-122"/>
              </a:rPr>
              <a:t>第</a:t>
            </a:r>
            <a:r>
              <a:rPr lang="en-US" altLang="zh-CN">
                <a:ea typeface="黑体" panose="02010609060101010101" pitchFamily="49" charset="-122"/>
              </a:rPr>
              <a:t>N</a:t>
            </a:r>
            <a:r>
              <a:rPr lang="zh-CN" altLang="en-US">
                <a:ea typeface="黑体" panose="02010609060101010101" pitchFamily="49" charset="-122"/>
              </a:rPr>
              <a:t>阶段的控制信号，它取决于是</a:t>
            </a:r>
            <a:r>
              <a:rPr lang="zh-CN" altLang="en-US">
                <a:solidFill>
                  <a:schemeClr val="accent2"/>
                </a:solidFill>
                <a:ea typeface="黑体" panose="02010609060101010101" pitchFamily="49" charset="-122"/>
              </a:rPr>
              <a:t>某条指令的某个阶段</a:t>
            </a:r>
            <a:r>
              <a:rPr lang="zh-CN" altLang="en-US">
                <a:ea typeface="黑体" panose="02010609060101010101" pitchFamily="49" charset="-122"/>
              </a:rPr>
              <a:t>。</a:t>
            </a:r>
            <a:endParaRPr lang="en-US" altLang="zh-CN">
              <a:ea typeface="黑体" panose="02010609060101010101" pitchFamily="49" charset="-122"/>
            </a:endParaRPr>
          </a:p>
          <a:p>
            <a:pPr lvl="1">
              <a:lnSpc>
                <a:spcPct val="100000"/>
              </a:lnSpc>
              <a:spcBef>
                <a:spcPct val="10000"/>
              </a:spcBef>
            </a:pPr>
            <a:r>
              <a:rPr lang="en-US" altLang="zh-CN">
                <a:ea typeface="黑体" panose="02010609060101010101" pitchFamily="49" charset="-122"/>
              </a:rPr>
              <a:t>N  =  ID</a:t>
            </a:r>
            <a:r>
              <a:rPr lang="zh-CN" altLang="en-US">
                <a:ea typeface="黑体" panose="02010609060101010101" pitchFamily="49" charset="-122"/>
              </a:rPr>
              <a:t>、</a:t>
            </a:r>
            <a:r>
              <a:rPr lang="en-US" altLang="zh-CN">
                <a:ea typeface="黑体" panose="02010609060101010101" pitchFamily="49" charset="-122"/>
              </a:rPr>
              <a:t>EX</a:t>
            </a:r>
            <a:r>
              <a:rPr lang="zh-CN" altLang="en-US">
                <a:ea typeface="黑体" panose="02010609060101010101" pitchFamily="49" charset="-122"/>
              </a:rPr>
              <a:t>、</a:t>
            </a:r>
            <a:r>
              <a:rPr lang="en-US" altLang="zh-CN">
                <a:ea typeface="黑体" panose="02010609060101010101" pitchFamily="49" charset="-122"/>
              </a:rPr>
              <a:t>M</a:t>
            </a:r>
            <a:r>
              <a:rPr lang="zh-CN" altLang="en-US">
                <a:ea typeface="黑体" panose="02010609060101010101" pitchFamily="49" charset="-122"/>
              </a:rPr>
              <a:t>、</a:t>
            </a:r>
            <a:r>
              <a:rPr lang="en-US" altLang="zh-CN">
                <a:ea typeface="黑体" panose="02010609060101010101" pitchFamily="49" charset="-122"/>
              </a:rPr>
              <a:t>WB </a:t>
            </a:r>
            <a:r>
              <a:rPr lang="en-US" altLang="zh-CN">
                <a:solidFill>
                  <a:srgbClr val="CC0000"/>
                </a:solidFill>
                <a:ea typeface="黑体" panose="02010609060101010101" pitchFamily="49" charset="-122"/>
              </a:rPr>
              <a:t>(</a:t>
            </a:r>
            <a:r>
              <a:rPr lang="zh-CN" altLang="en-US">
                <a:solidFill>
                  <a:srgbClr val="CC0000"/>
                </a:solidFill>
                <a:ea typeface="黑体" panose="02010609060101010101" pitchFamily="49" charset="-122"/>
              </a:rPr>
              <a:t>只有这四个阶段有控制信号）</a:t>
            </a:r>
            <a:endParaRPr lang="en-US" altLang="zh-CN">
              <a:ea typeface="黑体" panose="02010609060101010101" pitchFamily="49" charset="-122"/>
            </a:endParaRPr>
          </a:p>
          <a:p>
            <a:pPr lvl="1">
              <a:lnSpc>
                <a:spcPct val="100000"/>
              </a:lnSpc>
              <a:spcBef>
                <a:spcPct val="10000"/>
              </a:spcBef>
            </a:pPr>
            <a:r>
              <a:rPr lang="zh-CN" altLang="en-US">
                <a:ea typeface="黑体" panose="02010609060101010101" pitchFamily="49" charset="-122"/>
              </a:rPr>
              <a:t>例</a:t>
            </a:r>
            <a:r>
              <a:rPr lang="en-US" altLang="zh-CN">
                <a:ea typeface="黑体" panose="02010609060101010101" pitchFamily="49" charset="-122"/>
              </a:rPr>
              <a:t>: Load</a:t>
            </a:r>
            <a:r>
              <a:rPr lang="zh-CN" altLang="en-US">
                <a:ea typeface="黑体" panose="02010609060101010101" pitchFamily="49" charset="-122"/>
              </a:rPr>
              <a:t>的</a:t>
            </a:r>
            <a:r>
              <a:rPr lang="en-US" altLang="zh-CN">
                <a:ea typeface="黑体" panose="02010609060101010101" pitchFamily="49" charset="-122"/>
              </a:rPr>
              <a:t>EX</a:t>
            </a:r>
            <a:r>
              <a:rPr lang="zh-CN" altLang="en-US">
                <a:ea typeface="黑体" panose="02010609060101010101" pitchFamily="49" charset="-122"/>
              </a:rPr>
              <a:t>段的控制信号 </a:t>
            </a:r>
            <a:r>
              <a:rPr lang="en-US" altLang="zh-CN">
                <a:ea typeface="黑体" panose="02010609060101010101" pitchFamily="49" charset="-122"/>
              </a:rPr>
              <a:t>= Func (Load’s EX)</a:t>
            </a:r>
          </a:p>
        </p:txBody>
      </p:sp>
      <p:sp>
        <p:nvSpPr>
          <p:cNvPr id="57520" name="AutoShape 176">
            <a:extLst>
              <a:ext uri="{FF2B5EF4-FFF2-40B4-BE49-F238E27FC236}">
                <a16:creationId xmlns:a16="http://schemas.microsoft.com/office/drawing/2014/main" id="{43A10656-A170-39F6-815A-E46749E0045D}"/>
              </a:ext>
            </a:extLst>
          </p:cNvPr>
          <p:cNvSpPr>
            <a:spLocks noChangeArrowheads="1"/>
          </p:cNvSpPr>
          <p:nvPr/>
        </p:nvSpPr>
        <p:spPr bwMode="auto">
          <a:xfrm>
            <a:off x="139700" y="5786438"/>
            <a:ext cx="2963863" cy="1071562"/>
          </a:xfrm>
          <a:prstGeom prst="cloudCallout">
            <a:avLst>
              <a:gd name="adj1" fmla="val 5134"/>
              <a:gd name="adj2" fmla="val -4187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sz="1800">
                <a:solidFill>
                  <a:srgbClr val="CC0000"/>
                </a:solidFill>
                <a:latin typeface="Arial" panose="020B0604020202020204" pitchFamily="34" charset="0"/>
                <a:ea typeface="黑体" panose="02010609060101010101" pitchFamily="49" charset="-122"/>
              </a:rPr>
              <a:t>为什么取指令阶段没有控制信号</a:t>
            </a:r>
            <a:r>
              <a:rPr lang="en-US" altLang="zh-CN" sz="1800">
                <a:solidFill>
                  <a:srgbClr val="CC0000"/>
                </a:solidFill>
                <a:latin typeface="Arial" panose="020B0604020202020204" pitchFamily="34" charset="0"/>
                <a:ea typeface="黑体" panose="02010609060101010101" pitchFamily="49" charset="-122"/>
              </a:rPr>
              <a:t>?</a:t>
            </a:r>
          </a:p>
        </p:txBody>
      </p:sp>
      <p:sp>
        <p:nvSpPr>
          <p:cNvPr id="57521" name="Rectangle 177">
            <a:extLst>
              <a:ext uri="{FF2B5EF4-FFF2-40B4-BE49-F238E27FC236}">
                <a16:creationId xmlns:a16="http://schemas.microsoft.com/office/drawing/2014/main" id="{9BDFF01A-CC70-9262-C834-496B0CC0E13A}"/>
              </a:ext>
            </a:extLst>
          </p:cNvPr>
          <p:cNvSpPr>
            <a:spLocks noChangeArrowheads="1"/>
          </p:cNvSpPr>
          <p:nvPr/>
        </p:nvSpPr>
        <p:spPr bwMode="auto">
          <a:xfrm>
            <a:off x="3052763" y="6438900"/>
            <a:ext cx="50053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en-US" altLang="zh-CN" sz="1900">
                <a:solidFill>
                  <a:schemeClr val="accent2"/>
                </a:solidFill>
                <a:latin typeface="Arial" panose="020B0604020202020204" pitchFamily="34" charset="0"/>
                <a:ea typeface="黑体" panose="02010609060101010101" pitchFamily="49" charset="-122"/>
              </a:rPr>
              <a:t>IF</a:t>
            </a:r>
            <a:r>
              <a:rPr lang="zh-CN" altLang="en-US" sz="1900">
                <a:solidFill>
                  <a:schemeClr val="accent2"/>
                </a:solidFill>
                <a:latin typeface="Arial" panose="020B0604020202020204" pitchFamily="34" charset="0"/>
                <a:ea typeface="黑体" panose="02010609060101010101" pitchFamily="49" charset="-122"/>
              </a:rPr>
              <a:t>阶段的功能对每条指令来说都一样</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7517">
                                            <p:txEl>
                                              <p:pRg st="0" end="0"/>
                                            </p:txEl>
                                          </p:spTgt>
                                        </p:tgtEl>
                                        <p:attrNameLst>
                                          <p:attrName>style.visibility</p:attrName>
                                        </p:attrNameLst>
                                      </p:cBhvr>
                                      <p:to>
                                        <p:strVal val="visible"/>
                                      </p:to>
                                    </p:set>
                                    <p:animEffect transition="in" filter="blinds(horizontal)">
                                      <p:cBhvr>
                                        <p:cTn id="7" dur="500"/>
                                        <p:tgtEl>
                                          <p:spTgt spid="5751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7517">
                                            <p:txEl>
                                              <p:pRg st="1" end="1"/>
                                            </p:txEl>
                                          </p:spTgt>
                                        </p:tgtEl>
                                        <p:attrNameLst>
                                          <p:attrName>style.visibility</p:attrName>
                                        </p:attrNameLst>
                                      </p:cBhvr>
                                      <p:to>
                                        <p:strVal val="visible"/>
                                      </p:to>
                                    </p:set>
                                    <p:animEffect transition="in" filter="blinds(horizontal)">
                                      <p:cBhvr>
                                        <p:cTn id="12" dur="500"/>
                                        <p:tgtEl>
                                          <p:spTgt spid="5751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7517">
                                            <p:txEl>
                                              <p:pRg st="2" end="2"/>
                                            </p:txEl>
                                          </p:spTgt>
                                        </p:tgtEl>
                                        <p:attrNameLst>
                                          <p:attrName>style.visibility</p:attrName>
                                        </p:attrNameLst>
                                      </p:cBhvr>
                                      <p:to>
                                        <p:strVal val="visible"/>
                                      </p:to>
                                    </p:set>
                                    <p:animEffect transition="in" filter="blinds(horizontal)">
                                      <p:cBhvr>
                                        <p:cTn id="17" dur="500"/>
                                        <p:tgtEl>
                                          <p:spTgt spid="5751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7520"/>
                                        </p:tgtEl>
                                        <p:attrNameLst>
                                          <p:attrName>style.visibility</p:attrName>
                                        </p:attrNameLst>
                                      </p:cBhvr>
                                      <p:to>
                                        <p:strVal val="visible"/>
                                      </p:to>
                                    </p:set>
                                    <p:animEffect transition="in" filter="checkerboard(across)">
                                      <p:cBhvr>
                                        <p:cTn id="22" dur="500"/>
                                        <p:tgtEl>
                                          <p:spTgt spid="575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7521"/>
                                        </p:tgtEl>
                                        <p:attrNameLst>
                                          <p:attrName>style.visibility</p:attrName>
                                        </p:attrNameLst>
                                      </p:cBhvr>
                                      <p:to>
                                        <p:strVal val="visible"/>
                                      </p:to>
                                    </p:set>
                                    <p:animEffect transition="in" filter="checkerboard(across)">
                                      <p:cBhvr>
                                        <p:cTn id="27" dur="500"/>
                                        <p:tgtEl>
                                          <p:spTgt spid="57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20" grpId="0" animBg="1"/>
      <p:bldP spid="5752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8E6A9F65-404E-4CA4-F6FA-A39FD777EAA6}"/>
              </a:ext>
            </a:extLst>
          </p:cNvPr>
          <p:cNvSpPr>
            <a:spLocks noGrp="1" noChangeArrowheads="1"/>
          </p:cNvSpPr>
          <p:nvPr>
            <p:ph type="title"/>
          </p:nvPr>
        </p:nvSpPr>
        <p:spPr>
          <a:xfrm>
            <a:off x="800100" y="149225"/>
            <a:ext cx="5330825" cy="368300"/>
          </a:xfrm>
        </p:spPr>
        <p:txBody>
          <a:bodyPr/>
          <a:lstStyle/>
          <a:p>
            <a:r>
              <a:rPr lang="en-US" altLang="zh-CN">
                <a:ea typeface="宋体" panose="02010600030101010101" pitchFamily="2" charset="-122"/>
              </a:rPr>
              <a:t>Load</a:t>
            </a:r>
            <a:r>
              <a:rPr lang="zh-CN" altLang="en-US">
                <a:ea typeface="宋体" panose="02010600030101010101" pitchFamily="2" charset="-122"/>
              </a:rPr>
              <a:t>指令</a:t>
            </a:r>
            <a:r>
              <a:rPr lang="en-US" altLang="zh-CN">
                <a:ea typeface="宋体" panose="02010600030101010101" pitchFamily="2" charset="-122"/>
              </a:rPr>
              <a:t>:</a:t>
            </a:r>
            <a:r>
              <a:rPr lang="zh-CN" altLang="en-US">
                <a:ea typeface="宋体" panose="02010600030101010101" pitchFamily="2" charset="-122"/>
              </a:rPr>
              <a:t>流水线中的控制信号</a:t>
            </a:r>
          </a:p>
        </p:txBody>
      </p:sp>
      <p:sp>
        <p:nvSpPr>
          <p:cNvPr id="59395" name="Rectangle 3">
            <a:extLst>
              <a:ext uri="{FF2B5EF4-FFF2-40B4-BE49-F238E27FC236}">
                <a16:creationId xmlns:a16="http://schemas.microsoft.com/office/drawing/2014/main" id="{8B53A092-CBCF-36F3-0615-0A35B04089E0}"/>
              </a:ext>
            </a:extLst>
          </p:cNvPr>
          <p:cNvSpPr>
            <a:spLocks noGrp="1" noChangeArrowheads="1"/>
          </p:cNvSpPr>
          <p:nvPr>
            <p:ph idx="1"/>
          </p:nvPr>
        </p:nvSpPr>
        <p:spPr>
          <a:xfrm>
            <a:off x="385763" y="615950"/>
            <a:ext cx="8262937" cy="1746250"/>
          </a:xfrm>
        </p:spPr>
        <p:txBody>
          <a:bodyPr/>
          <a:lstStyle/>
          <a:p>
            <a:pPr>
              <a:spcBef>
                <a:spcPct val="20000"/>
              </a:spcBef>
            </a:pPr>
            <a:r>
              <a:rPr lang="zh-CN" altLang="en-US" sz="1900">
                <a:ea typeface="黑体" panose="02010609060101010101" pitchFamily="49" charset="-122"/>
              </a:rPr>
              <a:t>在</a:t>
            </a:r>
            <a:r>
              <a:rPr lang="zh-CN" altLang="en-US" sz="1900">
                <a:solidFill>
                  <a:srgbClr val="CC0000"/>
                </a:solidFill>
                <a:ea typeface="黑体" panose="02010609060101010101" pitchFamily="49" charset="-122"/>
              </a:rPr>
              <a:t>取数</a:t>
            </a:r>
            <a:r>
              <a:rPr lang="en-US" altLang="zh-CN" sz="1900">
                <a:solidFill>
                  <a:srgbClr val="CC0000"/>
                </a:solidFill>
                <a:ea typeface="黑体" panose="02010609060101010101" pitchFamily="49" charset="-122"/>
              </a:rPr>
              <a:t>/</a:t>
            </a:r>
            <a:r>
              <a:rPr lang="zh-CN" altLang="en-US" sz="1900">
                <a:solidFill>
                  <a:srgbClr val="CC0000"/>
                </a:solidFill>
                <a:ea typeface="黑体" panose="02010609060101010101" pitchFamily="49" charset="-122"/>
              </a:rPr>
              <a:t>译码（</a:t>
            </a:r>
            <a:r>
              <a:rPr lang="en-US" altLang="zh-CN" sz="1900">
                <a:solidFill>
                  <a:srgbClr val="CC0000"/>
                </a:solidFill>
                <a:ea typeface="黑体" panose="02010609060101010101" pitchFamily="49" charset="-122"/>
              </a:rPr>
              <a:t>ID</a:t>
            </a:r>
            <a:r>
              <a:rPr lang="zh-CN" altLang="en-US" sz="1900">
                <a:solidFill>
                  <a:srgbClr val="CC0000"/>
                </a:solidFill>
                <a:ea typeface="黑体" panose="02010609060101010101" pitchFamily="49" charset="-122"/>
              </a:rPr>
              <a:t>）阶段</a:t>
            </a:r>
            <a:r>
              <a:rPr lang="zh-CN" altLang="en-US" sz="1900">
                <a:ea typeface="黑体" panose="02010609060101010101" pitchFamily="49" charset="-122"/>
              </a:rPr>
              <a:t>产生本指令所有控制信号</a:t>
            </a:r>
            <a:endParaRPr lang="en-US" altLang="zh-CN" sz="1900">
              <a:ea typeface="黑体" panose="02010609060101010101" pitchFamily="49" charset="-122"/>
            </a:endParaRPr>
          </a:p>
          <a:p>
            <a:pPr lvl="1">
              <a:spcBef>
                <a:spcPct val="20000"/>
              </a:spcBef>
            </a:pPr>
            <a:r>
              <a:rPr lang="en-US" altLang="zh-CN" sz="1900">
                <a:ea typeface="黑体" panose="02010609060101010101" pitchFamily="49" charset="-122"/>
              </a:rPr>
              <a:t>ID</a:t>
            </a:r>
            <a:r>
              <a:rPr lang="zh-CN" altLang="en-US" sz="1900">
                <a:ea typeface="黑体" panose="02010609060101010101" pitchFamily="49" charset="-122"/>
              </a:rPr>
              <a:t>信号 </a:t>
            </a:r>
            <a:r>
              <a:rPr lang="en-US" altLang="zh-CN" sz="1900">
                <a:ea typeface="黑体" panose="02010609060101010101" pitchFamily="49" charset="-122"/>
              </a:rPr>
              <a:t>(ExtOp) </a:t>
            </a:r>
            <a:r>
              <a:rPr lang="zh-CN" altLang="en-US" sz="1900">
                <a:ea typeface="黑体" panose="02010609060101010101" pitchFamily="49" charset="-122"/>
              </a:rPr>
              <a:t>在当前周期中使用</a:t>
            </a:r>
            <a:endParaRPr lang="en-US" altLang="zh-CN" sz="1900">
              <a:ea typeface="黑体" panose="02010609060101010101" pitchFamily="49" charset="-122"/>
            </a:endParaRPr>
          </a:p>
          <a:p>
            <a:pPr lvl="1">
              <a:lnSpc>
                <a:spcPct val="100000"/>
              </a:lnSpc>
              <a:spcBef>
                <a:spcPct val="20000"/>
              </a:spcBef>
            </a:pPr>
            <a:r>
              <a:rPr lang="en-US" altLang="zh-CN" sz="1900">
                <a:ea typeface="黑体" panose="02010609060101010101" pitchFamily="49" charset="-122"/>
              </a:rPr>
              <a:t>EX</a:t>
            </a:r>
            <a:r>
              <a:rPr lang="zh-CN" altLang="en-US" sz="1900">
                <a:ea typeface="黑体" panose="02010609060101010101" pitchFamily="49" charset="-122"/>
              </a:rPr>
              <a:t>信号 </a:t>
            </a:r>
            <a:r>
              <a:rPr lang="en-US" altLang="zh-CN" sz="1900">
                <a:ea typeface="黑体" panose="02010609060101010101" pitchFamily="49" charset="-122"/>
              </a:rPr>
              <a:t>(ALUAScr, ALUBSrc, ...) </a:t>
            </a:r>
            <a:r>
              <a:rPr lang="zh-CN" altLang="en-US" sz="1900">
                <a:ea typeface="黑体" panose="02010609060101010101" pitchFamily="49" charset="-122"/>
              </a:rPr>
              <a:t>在</a:t>
            </a:r>
            <a:r>
              <a:rPr lang="en-US" altLang="zh-CN" sz="1900">
                <a:ea typeface="黑体" panose="02010609060101010101" pitchFamily="49" charset="-122"/>
              </a:rPr>
              <a:t>1</a:t>
            </a:r>
            <a:r>
              <a:rPr lang="zh-CN" altLang="en-US" sz="1900">
                <a:ea typeface="黑体" panose="02010609060101010101" pitchFamily="49" charset="-122"/>
              </a:rPr>
              <a:t>个周期后使用</a:t>
            </a:r>
            <a:endParaRPr lang="en-US" altLang="zh-CN" sz="1900">
              <a:ea typeface="黑体" panose="02010609060101010101" pitchFamily="49" charset="-122"/>
            </a:endParaRPr>
          </a:p>
          <a:p>
            <a:pPr lvl="1">
              <a:lnSpc>
                <a:spcPct val="100000"/>
              </a:lnSpc>
              <a:spcBef>
                <a:spcPct val="20000"/>
              </a:spcBef>
            </a:pPr>
            <a:r>
              <a:rPr lang="en-US" altLang="zh-CN" sz="1900">
                <a:ea typeface="黑体" panose="02010609060101010101" pitchFamily="49" charset="-122"/>
              </a:rPr>
              <a:t>M</a:t>
            </a:r>
            <a:r>
              <a:rPr lang="zh-CN" altLang="en-US" sz="1900">
                <a:ea typeface="黑体" panose="02010609060101010101" pitchFamily="49" charset="-122"/>
              </a:rPr>
              <a:t>信号 </a:t>
            </a:r>
            <a:r>
              <a:rPr lang="en-US" altLang="zh-CN" sz="1900">
                <a:ea typeface="黑体" panose="02010609060101010101" pitchFamily="49" charset="-122"/>
              </a:rPr>
              <a:t>(MemWr,</a:t>
            </a:r>
            <a:r>
              <a:rPr lang="zh-CN" altLang="en-US" sz="1900">
                <a:ea typeface="黑体" panose="02010609060101010101" pitchFamily="49" charset="-122"/>
              </a:rPr>
              <a:t> </a:t>
            </a:r>
            <a:r>
              <a:rPr lang="en-US" altLang="zh-CN" sz="1900">
                <a:ea typeface="黑体" panose="02010609060101010101" pitchFamily="49" charset="-122"/>
              </a:rPr>
              <a:t>Branch, ...) </a:t>
            </a:r>
            <a:r>
              <a:rPr lang="zh-CN" altLang="en-US" sz="1900">
                <a:ea typeface="黑体" panose="02010609060101010101" pitchFamily="49" charset="-122"/>
              </a:rPr>
              <a:t>在</a:t>
            </a:r>
            <a:r>
              <a:rPr lang="en-US" altLang="zh-CN" sz="1900">
                <a:ea typeface="黑体" panose="02010609060101010101" pitchFamily="49" charset="-122"/>
              </a:rPr>
              <a:t>2</a:t>
            </a:r>
            <a:r>
              <a:rPr lang="zh-CN" altLang="en-US" sz="1900">
                <a:ea typeface="黑体" panose="02010609060101010101" pitchFamily="49" charset="-122"/>
              </a:rPr>
              <a:t>个周期后使用</a:t>
            </a:r>
            <a:endParaRPr lang="en-US" altLang="zh-CN" sz="1900">
              <a:ea typeface="黑体" panose="02010609060101010101" pitchFamily="49" charset="-122"/>
            </a:endParaRPr>
          </a:p>
          <a:p>
            <a:pPr lvl="1">
              <a:lnSpc>
                <a:spcPct val="100000"/>
              </a:lnSpc>
              <a:spcBef>
                <a:spcPct val="20000"/>
              </a:spcBef>
            </a:pPr>
            <a:r>
              <a:rPr lang="en-US" altLang="zh-CN" sz="1900">
                <a:ea typeface="黑体" panose="02010609060101010101" pitchFamily="49" charset="-122"/>
              </a:rPr>
              <a:t>WB</a:t>
            </a:r>
            <a:r>
              <a:rPr lang="zh-CN" altLang="en-US" sz="1900">
                <a:ea typeface="黑体" panose="02010609060101010101" pitchFamily="49" charset="-122"/>
              </a:rPr>
              <a:t>信号 </a:t>
            </a:r>
            <a:r>
              <a:rPr lang="en-US" altLang="zh-CN" sz="1900">
                <a:ea typeface="黑体" panose="02010609060101010101" pitchFamily="49" charset="-122"/>
              </a:rPr>
              <a:t>(MemtoReg, RegWr) </a:t>
            </a:r>
            <a:r>
              <a:rPr lang="zh-CN" altLang="en-US" sz="1900">
                <a:ea typeface="黑体" panose="02010609060101010101" pitchFamily="49" charset="-122"/>
              </a:rPr>
              <a:t>在</a:t>
            </a:r>
            <a:r>
              <a:rPr lang="en-US" altLang="zh-CN" sz="1900">
                <a:ea typeface="黑体" panose="02010609060101010101" pitchFamily="49" charset="-122"/>
              </a:rPr>
              <a:t>3</a:t>
            </a:r>
            <a:r>
              <a:rPr lang="zh-CN" altLang="en-US" sz="1900">
                <a:ea typeface="黑体" panose="02010609060101010101" pitchFamily="49" charset="-122"/>
              </a:rPr>
              <a:t>个周期后使用</a:t>
            </a:r>
            <a:endParaRPr lang="en-US" altLang="zh-CN" sz="1900">
              <a:ea typeface="黑体" panose="02010609060101010101" pitchFamily="49" charset="-122"/>
            </a:endParaRPr>
          </a:p>
        </p:txBody>
      </p:sp>
      <p:sp>
        <p:nvSpPr>
          <p:cNvPr id="59475" name="Text Box 83">
            <a:extLst>
              <a:ext uri="{FF2B5EF4-FFF2-40B4-BE49-F238E27FC236}">
                <a16:creationId xmlns:a16="http://schemas.microsoft.com/office/drawing/2014/main" id="{8A8518DB-BC3C-8740-53E7-03B1E7B452A5}"/>
              </a:ext>
            </a:extLst>
          </p:cNvPr>
          <p:cNvSpPr txBox="1">
            <a:spLocks noChangeArrowheads="1"/>
          </p:cNvSpPr>
          <p:nvPr/>
        </p:nvSpPr>
        <p:spPr bwMode="auto">
          <a:xfrm>
            <a:off x="636588" y="5802313"/>
            <a:ext cx="7953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10000"/>
              </a:spcBef>
            </a:pPr>
            <a:r>
              <a:rPr lang="zh-CN" altLang="en-US" sz="1800">
                <a:solidFill>
                  <a:srgbClr val="CC0000"/>
                </a:solidFill>
                <a:ea typeface="宋体" panose="02010600030101010101" pitchFamily="2" charset="-122"/>
              </a:rPr>
              <a:t> </a:t>
            </a:r>
            <a:r>
              <a:rPr lang="zh-CN" altLang="en-US" sz="2000">
                <a:solidFill>
                  <a:srgbClr val="CC0000"/>
                </a:solidFill>
                <a:latin typeface="Arial" panose="020B0604020202020204" pitchFamily="34" charset="0"/>
                <a:ea typeface="黑体" panose="02010609060101010101" pitchFamily="49" charset="-122"/>
              </a:rPr>
              <a:t>各流水段部件在一个时钟内完成</a:t>
            </a:r>
            <a:r>
              <a:rPr lang="zh-CN" altLang="en-US" sz="2000">
                <a:solidFill>
                  <a:schemeClr val="accent2"/>
                </a:solidFill>
                <a:latin typeface="Arial" panose="020B0604020202020204" pitchFamily="34" charset="0"/>
                <a:ea typeface="黑体" panose="02010609060101010101" pitchFamily="49" charset="-122"/>
              </a:rPr>
              <a:t>某条指令的某个阶段</a:t>
            </a:r>
            <a:r>
              <a:rPr lang="zh-CN" altLang="en-US" sz="2000">
                <a:solidFill>
                  <a:srgbClr val="CC0000"/>
                </a:solidFill>
                <a:latin typeface="Arial" panose="020B0604020202020204" pitchFamily="34" charset="0"/>
                <a:ea typeface="黑体" panose="02010609060101010101" pitchFamily="49" charset="-122"/>
              </a:rPr>
              <a:t>的工作！</a:t>
            </a:r>
          </a:p>
        </p:txBody>
      </p:sp>
      <p:sp>
        <p:nvSpPr>
          <p:cNvPr id="59477" name="Rectangle 85">
            <a:extLst>
              <a:ext uri="{FF2B5EF4-FFF2-40B4-BE49-F238E27FC236}">
                <a16:creationId xmlns:a16="http://schemas.microsoft.com/office/drawing/2014/main" id="{071AB2CF-B3F8-79B7-13A1-C955CF4E66A8}"/>
              </a:ext>
            </a:extLst>
          </p:cNvPr>
          <p:cNvSpPr>
            <a:spLocks noChangeArrowheads="1"/>
          </p:cNvSpPr>
          <p:nvPr/>
        </p:nvSpPr>
        <p:spPr bwMode="auto">
          <a:xfrm>
            <a:off x="6956425" y="1014413"/>
            <a:ext cx="20097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2000">
                <a:solidFill>
                  <a:srgbClr val="CC0000"/>
                </a:solidFill>
                <a:ea typeface="黑体" panose="02010609060101010101" pitchFamily="49" charset="-122"/>
              </a:rPr>
              <a:t>所以，控制信号也要保存在流水段寄存器中！</a:t>
            </a:r>
          </a:p>
        </p:txBody>
      </p:sp>
      <p:sp>
        <p:nvSpPr>
          <p:cNvPr id="59489" name="Text Box 97">
            <a:extLst>
              <a:ext uri="{FF2B5EF4-FFF2-40B4-BE49-F238E27FC236}">
                <a16:creationId xmlns:a16="http://schemas.microsoft.com/office/drawing/2014/main" id="{316A3CF9-B654-FD49-5E74-E0AA39225F61}"/>
              </a:ext>
            </a:extLst>
          </p:cNvPr>
          <p:cNvSpPr txBox="1">
            <a:spLocks noChangeArrowheads="1"/>
          </p:cNvSpPr>
          <p:nvPr/>
        </p:nvSpPr>
        <p:spPr bwMode="auto">
          <a:xfrm>
            <a:off x="498475" y="6157913"/>
            <a:ext cx="84677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ea typeface="黑体" panose="02010609060101010101" pitchFamily="49" charset="-122"/>
              </a:rPr>
              <a:t>在下个时钟到达时，把</a:t>
            </a:r>
            <a:r>
              <a:rPr lang="zh-CN" altLang="en-US" sz="1800">
                <a:solidFill>
                  <a:schemeClr val="accent1"/>
                </a:solidFill>
                <a:ea typeface="黑体" panose="02010609060101010101" pitchFamily="49" charset="-122"/>
              </a:rPr>
              <a:t>执行结果</a:t>
            </a:r>
            <a:r>
              <a:rPr lang="zh-CN" altLang="en-US" sz="1800">
                <a:ea typeface="黑体" panose="02010609060101010101" pitchFamily="49" charset="-122"/>
              </a:rPr>
              <a:t>以及</a:t>
            </a:r>
            <a:r>
              <a:rPr lang="zh-CN" altLang="en-US" sz="1800">
                <a:solidFill>
                  <a:schemeClr val="accent1"/>
                </a:solidFill>
                <a:ea typeface="黑体" panose="02010609060101010101" pitchFamily="49" charset="-122"/>
              </a:rPr>
              <a:t>前面传递来的后面各阶段要用到的所有数据</a:t>
            </a:r>
            <a:r>
              <a:rPr lang="zh-CN" altLang="en-US" sz="1800">
                <a:ea typeface="黑体" panose="02010609060101010101" pitchFamily="49" charset="-122"/>
              </a:rPr>
              <a:t>（如：指令、立即数、目的寄存器等）和</a:t>
            </a:r>
            <a:r>
              <a:rPr lang="zh-CN" altLang="en-US" sz="1800">
                <a:solidFill>
                  <a:schemeClr val="accent1"/>
                </a:solidFill>
                <a:ea typeface="黑体" panose="02010609060101010101" pitchFamily="49" charset="-122"/>
              </a:rPr>
              <a:t>控制信号</a:t>
            </a:r>
            <a:r>
              <a:rPr lang="zh-CN" altLang="en-US" sz="1800">
                <a:ea typeface="黑体" panose="02010609060101010101" pitchFamily="49" charset="-122"/>
              </a:rPr>
              <a:t>保存到流水线寄存器中！</a:t>
            </a:r>
          </a:p>
        </p:txBody>
      </p:sp>
      <p:grpSp>
        <p:nvGrpSpPr>
          <p:cNvPr id="2" name="组合 1">
            <a:extLst>
              <a:ext uri="{FF2B5EF4-FFF2-40B4-BE49-F238E27FC236}">
                <a16:creationId xmlns:a16="http://schemas.microsoft.com/office/drawing/2014/main" id="{B32EE57D-1780-0DCD-F403-0A9031AF25EA}"/>
              </a:ext>
            </a:extLst>
          </p:cNvPr>
          <p:cNvGrpSpPr>
            <a:grpSpLocks/>
          </p:cNvGrpSpPr>
          <p:nvPr/>
        </p:nvGrpSpPr>
        <p:grpSpPr bwMode="auto">
          <a:xfrm>
            <a:off x="522288" y="2308225"/>
            <a:ext cx="8432800" cy="3429000"/>
            <a:chOff x="522288" y="2308225"/>
            <a:chExt cx="8432800" cy="3429000"/>
          </a:xfrm>
        </p:grpSpPr>
        <p:grpSp>
          <p:nvGrpSpPr>
            <p:cNvPr id="69639" name="Group 84">
              <a:extLst>
                <a:ext uri="{FF2B5EF4-FFF2-40B4-BE49-F238E27FC236}">
                  <a16:creationId xmlns:a16="http://schemas.microsoft.com/office/drawing/2014/main" id="{5320AA02-589B-2D0A-6297-C0D4027A5F27}"/>
                </a:ext>
              </a:extLst>
            </p:cNvPr>
            <p:cNvGrpSpPr>
              <a:grpSpLocks/>
            </p:cNvGrpSpPr>
            <p:nvPr/>
          </p:nvGrpSpPr>
          <p:grpSpPr bwMode="auto">
            <a:xfrm>
              <a:off x="522288" y="2308225"/>
              <a:ext cx="8432800" cy="3429000"/>
              <a:chOff x="321" y="1672"/>
              <a:chExt cx="5312" cy="2160"/>
            </a:xfrm>
          </p:grpSpPr>
          <p:sp>
            <p:nvSpPr>
              <p:cNvPr id="69640" name="Rectangle 4">
                <a:extLst>
                  <a:ext uri="{FF2B5EF4-FFF2-40B4-BE49-F238E27FC236}">
                    <a16:creationId xmlns:a16="http://schemas.microsoft.com/office/drawing/2014/main" id="{763617DE-2DA8-67FE-5FFE-D9130E18FB18}"/>
                  </a:ext>
                </a:extLst>
              </p:cNvPr>
              <p:cNvSpPr>
                <a:spLocks noChangeArrowheads="1"/>
              </p:cNvSpPr>
              <p:nvPr/>
            </p:nvSpPr>
            <p:spPr bwMode="auto">
              <a:xfrm>
                <a:off x="338" y="2216"/>
                <a:ext cx="182" cy="16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69641" name="Rectangle 5">
                <a:extLst>
                  <a:ext uri="{FF2B5EF4-FFF2-40B4-BE49-F238E27FC236}">
                    <a16:creationId xmlns:a16="http://schemas.microsoft.com/office/drawing/2014/main" id="{21DB86EB-BD77-4DDB-18CC-6C03DFB2B154}"/>
                  </a:ext>
                </a:extLst>
              </p:cNvPr>
              <p:cNvSpPr>
                <a:spLocks noChangeArrowheads="1"/>
              </p:cNvSpPr>
              <p:nvPr/>
            </p:nvSpPr>
            <p:spPr bwMode="auto">
              <a:xfrm rot="5400000">
                <a:off x="-28" y="2898"/>
                <a:ext cx="90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IF/ID Register</a:t>
                </a:r>
              </a:p>
            </p:txBody>
          </p:sp>
          <p:sp>
            <p:nvSpPr>
              <p:cNvPr id="69642" name="Line 6">
                <a:extLst>
                  <a:ext uri="{FF2B5EF4-FFF2-40B4-BE49-F238E27FC236}">
                    <a16:creationId xmlns:a16="http://schemas.microsoft.com/office/drawing/2014/main" id="{C55D4AA4-F70C-10D9-ADE6-5234DAB7FF0B}"/>
                  </a:ext>
                </a:extLst>
              </p:cNvPr>
              <p:cNvSpPr>
                <a:spLocks noChangeShapeType="1"/>
              </p:cNvSpPr>
              <p:nvPr/>
            </p:nvSpPr>
            <p:spPr bwMode="auto">
              <a:xfrm>
                <a:off x="432" y="2024"/>
                <a:ext cx="0" cy="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3" name="Rectangle 7">
                <a:extLst>
                  <a:ext uri="{FF2B5EF4-FFF2-40B4-BE49-F238E27FC236}">
                    <a16:creationId xmlns:a16="http://schemas.microsoft.com/office/drawing/2014/main" id="{60F4C843-E64A-34D7-EFED-62F2B8476BA5}"/>
                  </a:ext>
                </a:extLst>
              </p:cNvPr>
              <p:cNvSpPr>
                <a:spLocks noChangeArrowheads="1"/>
              </p:cNvSpPr>
              <p:nvPr/>
            </p:nvSpPr>
            <p:spPr bwMode="auto">
              <a:xfrm>
                <a:off x="2114" y="2216"/>
                <a:ext cx="182" cy="16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69644" name="Rectangle 8">
                <a:extLst>
                  <a:ext uri="{FF2B5EF4-FFF2-40B4-BE49-F238E27FC236}">
                    <a16:creationId xmlns:a16="http://schemas.microsoft.com/office/drawing/2014/main" id="{77FF74ED-B75B-E6AD-54B1-656637175765}"/>
                  </a:ext>
                </a:extLst>
              </p:cNvPr>
              <p:cNvSpPr>
                <a:spLocks noChangeArrowheads="1"/>
              </p:cNvSpPr>
              <p:nvPr/>
            </p:nvSpPr>
            <p:spPr bwMode="auto">
              <a:xfrm rot="5400000">
                <a:off x="1732" y="2893"/>
                <a:ext cx="92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ID/Ex Register</a:t>
                </a:r>
              </a:p>
            </p:txBody>
          </p:sp>
          <p:sp>
            <p:nvSpPr>
              <p:cNvPr id="69645" name="Rectangle 9">
                <a:extLst>
                  <a:ext uri="{FF2B5EF4-FFF2-40B4-BE49-F238E27FC236}">
                    <a16:creationId xmlns:a16="http://schemas.microsoft.com/office/drawing/2014/main" id="{B4F16687-4AF0-9C2F-6630-D07D15F681BE}"/>
                  </a:ext>
                </a:extLst>
              </p:cNvPr>
              <p:cNvSpPr>
                <a:spLocks noChangeArrowheads="1"/>
              </p:cNvSpPr>
              <p:nvPr/>
            </p:nvSpPr>
            <p:spPr bwMode="auto">
              <a:xfrm>
                <a:off x="3362" y="2216"/>
                <a:ext cx="182" cy="16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69646" name="Rectangle 10">
                <a:extLst>
                  <a:ext uri="{FF2B5EF4-FFF2-40B4-BE49-F238E27FC236}">
                    <a16:creationId xmlns:a16="http://schemas.microsoft.com/office/drawing/2014/main" id="{02F9E1F0-F414-9A24-363F-333F5CB49791}"/>
                  </a:ext>
                </a:extLst>
              </p:cNvPr>
              <p:cNvSpPr>
                <a:spLocks noChangeArrowheads="1"/>
              </p:cNvSpPr>
              <p:nvPr/>
            </p:nvSpPr>
            <p:spPr bwMode="auto">
              <a:xfrm rot="5400000">
                <a:off x="2914" y="2850"/>
                <a:ext cx="107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Ex/Mem Register</a:t>
                </a:r>
              </a:p>
            </p:txBody>
          </p:sp>
          <p:sp>
            <p:nvSpPr>
              <p:cNvPr id="69647" name="Rectangle 11">
                <a:extLst>
                  <a:ext uri="{FF2B5EF4-FFF2-40B4-BE49-F238E27FC236}">
                    <a16:creationId xmlns:a16="http://schemas.microsoft.com/office/drawing/2014/main" id="{CA922E53-DB91-F2D9-5879-9427CEE39654}"/>
                  </a:ext>
                </a:extLst>
              </p:cNvPr>
              <p:cNvSpPr>
                <a:spLocks noChangeArrowheads="1"/>
              </p:cNvSpPr>
              <p:nvPr/>
            </p:nvSpPr>
            <p:spPr bwMode="auto">
              <a:xfrm>
                <a:off x="4658" y="2216"/>
                <a:ext cx="182" cy="16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69648" name="Rectangle 12">
                <a:extLst>
                  <a:ext uri="{FF2B5EF4-FFF2-40B4-BE49-F238E27FC236}">
                    <a16:creationId xmlns:a16="http://schemas.microsoft.com/office/drawing/2014/main" id="{F4CA085F-4B26-933E-DFD2-6234721A6772}"/>
                  </a:ext>
                </a:extLst>
              </p:cNvPr>
              <p:cNvSpPr>
                <a:spLocks noChangeArrowheads="1"/>
              </p:cNvSpPr>
              <p:nvPr/>
            </p:nvSpPr>
            <p:spPr bwMode="auto">
              <a:xfrm rot="5400000">
                <a:off x="4192" y="2898"/>
                <a:ext cx="110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Mem/Wr Register</a:t>
                </a:r>
              </a:p>
            </p:txBody>
          </p:sp>
          <p:sp>
            <p:nvSpPr>
              <p:cNvPr id="69649" name="Oval 13">
                <a:extLst>
                  <a:ext uri="{FF2B5EF4-FFF2-40B4-BE49-F238E27FC236}">
                    <a16:creationId xmlns:a16="http://schemas.microsoft.com/office/drawing/2014/main" id="{5F583D47-674E-386B-18F4-5631701FFDCF}"/>
                  </a:ext>
                </a:extLst>
              </p:cNvPr>
              <p:cNvSpPr>
                <a:spLocks noChangeArrowheads="1"/>
              </p:cNvSpPr>
              <p:nvPr/>
            </p:nvSpPr>
            <p:spPr bwMode="auto">
              <a:xfrm>
                <a:off x="392" y="2120"/>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69650" name="Line 14">
                <a:extLst>
                  <a:ext uri="{FF2B5EF4-FFF2-40B4-BE49-F238E27FC236}">
                    <a16:creationId xmlns:a16="http://schemas.microsoft.com/office/drawing/2014/main" id="{E201B8EC-0A28-F0F4-D807-B9F43EEE9E2C}"/>
                  </a:ext>
                </a:extLst>
              </p:cNvPr>
              <p:cNvSpPr>
                <a:spLocks noChangeShapeType="1"/>
              </p:cNvSpPr>
              <p:nvPr/>
            </p:nvSpPr>
            <p:spPr bwMode="auto">
              <a:xfrm>
                <a:off x="2208" y="2024"/>
                <a:ext cx="0" cy="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1" name="Oval 15">
                <a:extLst>
                  <a:ext uri="{FF2B5EF4-FFF2-40B4-BE49-F238E27FC236}">
                    <a16:creationId xmlns:a16="http://schemas.microsoft.com/office/drawing/2014/main" id="{AD200069-1F48-3A20-6327-CEF6B146208C}"/>
                  </a:ext>
                </a:extLst>
              </p:cNvPr>
              <p:cNvSpPr>
                <a:spLocks noChangeArrowheads="1"/>
              </p:cNvSpPr>
              <p:nvPr/>
            </p:nvSpPr>
            <p:spPr bwMode="auto">
              <a:xfrm>
                <a:off x="2168" y="2120"/>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69652" name="Line 16">
                <a:extLst>
                  <a:ext uri="{FF2B5EF4-FFF2-40B4-BE49-F238E27FC236}">
                    <a16:creationId xmlns:a16="http://schemas.microsoft.com/office/drawing/2014/main" id="{107AB404-C7FC-B88E-2C53-38CB55C72B98}"/>
                  </a:ext>
                </a:extLst>
              </p:cNvPr>
              <p:cNvSpPr>
                <a:spLocks noChangeShapeType="1"/>
              </p:cNvSpPr>
              <p:nvPr/>
            </p:nvSpPr>
            <p:spPr bwMode="auto">
              <a:xfrm>
                <a:off x="3456" y="2024"/>
                <a:ext cx="0" cy="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3" name="Oval 17">
                <a:extLst>
                  <a:ext uri="{FF2B5EF4-FFF2-40B4-BE49-F238E27FC236}">
                    <a16:creationId xmlns:a16="http://schemas.microsoft.com/office/drawing/2014/main" id="{C4C62A4F-12D1-1547-0C01-A3FC7F08BFD8}"/>
                  </a:ext>
                </a:extLst>
              </p:cNvPr>
              <p:cNvSpPr>
                <a:spLocks noChangeArrowheads="1"/>
              </p:cNvSpPr>
              <p:nvPr/>
            </p:nvSpPr>
            <p:spPr bwMode="auto">
              <a:xfrm>
                <a:off x="3416" y="2120"/>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69654" name="Line 18">
                <a:extLst>
                  <a:ext uri="{FF2B5EF4-FFF2-40B4-BE49-F238E27FC236}">
                    <a16:creationId xmlns:a16="http://schemas.microsoft.com/office/drawing/2014/main" id="{761A7BD2-121C-5E9D-723E-539EA1DA06D4}"/>
                  </a:ext>
                </a:extLst>
              </p:cNvPr>
              <p:cNvSpPr>
                <a:spLocks noChangeShapeType="1"/>
              </p:cNvSpPr>
              <p:nvPr/>
            </p:nvSpPr>
            <p:spPr bwMode="auto">
              <a:xfrm>
                <a:off x="4752" y="2024"/>
                <a:ext cx="0" cy="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5" name="Oval 19">
                <a:extLst>
                  <a:ext uri="{FF2B5EF4-FFF2-40B4-BE49-F238E27FC236}">
                    <a16:creationId xmlns:a16="http://schemas.microsoft.com/office/drawing/2014/main" id="{C4E50EDB-654F-8B4F-0953-1AA37F539702}"/>
                  </a:ext>
                </a:extLst>
              </p:cNvPr>
              <p:cNvSpPr>
                <a:spLocks noChangeArrowheads="1"/>
              </p:cNvSpPr>
              <p:nvPr/>
            </p:nvSpPr>
            <p:spPr bwMode="auto">
              <a:xfrm>
                <a:off x="4712" y="2120"/>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69656" name="Line 20">
                <a:extLst>
                  <a:ext uri="{FF2B5EF4-FFF2-40B4-BE49-F238E27FC236}">
                    <a16:creationId xmlns:a16="http://schemas.microsoft.com/office/drawing/2014/main" id="{5C5D872A-8852-9320-0983-C28D3C85695E}"/>
                  </a:ext>
                </a:extLst>
              </p:cNvPr>
              <p:cNvSpPr>
                <a:spLocks noChangeShapeType="1"/>
              </p:cNvSpPr>
              <p:nvPr/>
            </p:nvSpPr>
            <p:spPr bwMode="auto">
              <a:xfrm flipV="1">
                <a:off x="432" y="1672"/>
                <a:ext cx="0" cy="30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7" name="Line 21">
                <a:extLst>
                  <a:ext uri="{FF2B5EF4-FFF2-40B4-BE49-F238E27FC236}">
                    <a16:creationId xmlns:a16="http://schemas.microsoft.com/office/drawing/2014/main" id="{34C3DA2D-8BD4-13FF-7DAA-87695866D654}"/>
                  </a:ext>
                </a:extLst>
              </p:cNvPr>
              <p:cNvSpPr>
                <a:spLocks noChangeShapeType="1"/>
              </p:cNvSpPr>
              <p:nvPr/>
            </p:nvSpPr>
            <p:spPr bwMode="auto">
              <a:xfrm>
                <a:off x="528" y="1784"/>
                <a:ext cx="0" cy="176"/>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8" name="Line 22">
                <a:extLst>
                  <a:ext uri="{FF2B5EF4-FFF2-40B4-BE49-F238E27FC236}">
                    <a16:creationId xmlns:a16="http://schemas.microsoft.com/office/drawing/2014/main" id="{CED30D21-3705-FF23-8AF2-07B2C7BD9271}"/>
                  </a:ext>
                </a:extLst>
              </p:cNvPr>
              <p:cNvSpPr>
                <a:spLocks noChangeShapeType="1"/>
              </p:cNvSpPr>
              <p:nvPr/>
            </p:nvSpPr>
            <p:spPr bwMode="auto">
              <a:xfrm>
                <a:off x="536" y="1872"/>
                <a:ext cx="1664"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9" name="Line 23">
                <a:extLst>
                  <a:ext uri="{FF2B5EF4-FFF2-40B4-BE49-F238E27FC236}">
                    <a16:creationId xmlns:a16="http://schemas.microsoft.com/office/drawing/2014/main" id="{639F83B2-CF4C-C22E-E011-5E2FE6E9AEC2}"/>
                  </a:ext>
                </a:extLst>
              </p:cNvPr>
              <p:cNvSpPr>
                <a:spLocks noChangeShapeType="1"/>
              </p:cNvSpPr>
              <p:nvPr/>
            </p:nvSpPr>
            <p:spPr bwMode="auto">
              <a:xfrm>
                <a:off x="2304" y="1784"/>
                <a:ext cx="0" cy="176"/>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0" name="Line 24">
                <a:extLst>
                  <a:ext uri="{FF2B5EF4-FFF2-40B4-BE49-F238E27FC236}">
                    <a16:creationId xmlns:a16="http://schemas.microsoft.com/office/drawing/2014/main" id="{375546D3-964B-25E3-8132-FE6B552FCF6D}"/>
                  </a:ext>
                </a:extLst>
              </p:cNvPr>
              <p:cNvSpPr>
                <a:spLocks noChangeShapeType="1"/>
              </p:cNvSpPr>
              <p:nvPr/>
            </p:nvSpPr>
            <p:spPr bwMode="auto">
              <a:xfrm>
                <a:off x="2312" y="1872"/>
                <a:ext cx="1136"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1" name="Line 25">
                <a:extLst>
                  <a:ext uri="{FF2B5EF4-FFF2-40B4-BE49-F238E27FC236}">
                    <a16:creationId xmlns:a16="http://schemas.microsoft.com/office/drawing/2014/main" id="{168EE4BA-FC84-3951-239E-1A482D9CE08B}"/>
                  </a:ext>
                </a:extLst>
              </p:cNvPr>
              <p:cNvSpPr>
                <a:spLocks noChangeShapeType="1"/>
              </p:cNvSpPr>
              <p:nvPr/>
            </p:nvSpPr>
            <p:spPr bwMode="auto">
              <a:xfrm>
                <a:off x="3552" y="1784"/>
                <a:ext cx="0" cy="176"/>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2" name="Line 26">
                <a:extLst>
                  <a:ext uri="{FF2B5EF4-FFF2-40B4-BE49-F238E27FC236}">
                    <a16:creationId xmlns:a16="http://schemas.microsoft.com/office/drawing/2014/main" id="{9F11A630-E824-7760-7BE4-7EE3A6350631}"/>
                  </a:ext>
                </a:extLst>
              </p:cNvPr>
              <p:cNvSpPr>
                <a:spLocks noChangeShapeType="1"/>
              </p:cNvSpPr>
              <p:nvPr/>
            </p:nvSpPr>
            <p:spPr bwMode="auto">
              <a:xfrm>
                <a:off x="3560" y="1872"/>
                <a:ext cx="1184"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3" name="Line 27">
                <a:extLst>
                  <a:ext uri="{FF2B5EF4-FFF2-40B4-BE49-F238E27FC236}">
                    <a16:creationId xmlns:a16="http://schemas.microsoft.com/office/drawing/2014/main" id="{450F9C4A-6DB6-6DBB-85B6-DFE7C08F4305}"/>
                  </a:ext>
                </a:extLst>
              </p:cNvPr>
              <p:cNvSpPr>
                <a:spLocks noChangeShapeType="1"/>
              </p:cNvSpPr>
              <p:nvPr/>
            </p:nvSpPr>
            <p:spPr bwMode="auto">
              <a:xfrm>
                <a:off x="4848" y="1784"/>
                <a:ext cx="0" cy="176"/>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4" name="Rectangle 28">
                <a:extLst>
                  <a:ext uri="{FF2B5EF4-FFF2-40B4-BE49-F238E27FC236}">
                    <a16:creationId xmlns:a16="http://schemas.microsoft.com/office/drawing/2014/main" id="{F2248372-8AB4-B3F5-B76F-9034E19F6A09}"/>
                  </a:ext>
                </a:extLst>
              </p:cNvPr>
              <p:cNvSpPr>
                <a:spLocks noChangeArrowheads="1"/>
              </p:cNvSpPr>
              <p:nvPr/>
            </p:nvSpPr>
            <p:spPr bwMode="auto">
              <a:xfrm>
                <a:off x="1253" y="1680"/>
                <a:ext cx="25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ID</a:t>
                </a:r>
              </a:p>
            </p:txBody>
          </p:sp>
          <p:sp>
            <p:nvSpPr>
              <p:cNvPr id="69665" name="Rectangle 29">
                <a:extLst>
                  <a:ext uri="{FF2B5EF4-FFF2-40B4-BE49-F238E27FC236}">
                    <a16:creationId xmlns:a16="http://schemas.microsoft.com/office/drawing/2014/main" id="{2C9B208D-B194-0704-77C1-D01A4AC28AD8}"/>
                  </a:ext>
                </a:extLst>
              </p:cNvPr>
              <p:cNvSpPr>
                <a:spLocks noChangeArrowheads="1"/>
              </p:cNvSpPr>
              <p:nvPr/>
            </p:nvSpPr>
            <p:spPr bwMode="auto">
              <a:xfrm>
                <a:off x="2679" y="1680"/>
                <a:ext cx="39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EX</a:t>
                </a:r>
              </a:p>
            </p:txBody>
          </p:sp>
          <p:sp>
            <p:nvSpPr>
              <p:cNvPr id="69666" name="Rectangle 30">
                <a:extLst>
                  <a:ext uri="{FF2B5EF4-FFF2-40B4-BE49-F238E27FC236}">
                    <a16:creationId xmlns:a16="http://schemas.microsoft.com/office/drawing/2014/main" id="{F5970800-B59B-368B-8679-52148C90E3C4}"/>
                  </a:ext>
                </a:extLst>
              </p:cNvPr>
              <p:cNvSpPr>
                <a:spLocks noChangeArrowheads="1"/>
              </p:cNvSpPr>
              <p:nvPr/>
            </p:nvSpPr>
            <p:spPr bwMode="auto">
              <a:xfrm>
                <a:off x="4011" y="1680"/>
                <a:ext cx="23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a:t>
                </a:r>
              </a:p>
            </p:txBody>
          </p:sp>
          <p:sp>
            <p:nvSpPr>
              <p:cNvPr id="69667" name="Rectangle 31">
                <a:extLst>
                  <a:ext uri="{FF2B5EF4-FFF2-40B4-BE49-F238E27FC236}">
                    <a16:creationId xmlns:a16="http://schemas.microsoft.com/office/drawing/2014/main" id="{47E2488F-BEB0-104A-2D68-C00431AE2CC4}"/>
                  </a:ext>
                </a:extLst>
              </p:cNvPr>
              <p:cNvSpPr>
                <a:spLocks noChangeArrowheads="1"/>
              </p:cNvSpPr>
              <p:nvPr/>
            </p:nvSpPr>
            <p:spPr bwMode="auto">
              <a:xfrm>
                <a:off x="1329" y="2112"/>
                <a:ext cx="49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ExtOp</a:t>
                </a:r>
              </a:p>
            </p:txBody>
          </p:sp>
          <p:sp>
            <p:nvSpPr>
              <p:cNvPr id="69668" name="Rectangle 32">
                <a:extLst>
                  <a:ext uri="{FF2B5EF4-FFF2-40B4-BE49-F238E27FC236}">
                    <a16:creationId xmlns:a16="http://schemas.microsoft.com/office/drawing/2014/main" id="{3343D030-0B30-57D7-49C5-F36CD2183541}"/>
                  </a:ext>
                </a:extLst>
              </p:cNvPr>
              <p:cNvSpPr>
                <a:spLocks noChangeArrowheads="1"/>
              </p:cNvSpPr>
              <p:nvPr/>
            </p:nvSpPr>
            <p:spPr bwMode="auto">
              <a:xfrm>
                <a:off x="1428" y="2641"/>
                <a:ext cx="54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ALUctr</a:t>
                </a:r>
              </a:p>
            </p:txBody>
          </p:sp>
          <p:sp>
            <p:nvSpPr>
              <p:cNvPr id="69669" name="Rectangle 34">
                <a:extLst>
                  <a:ext uri="{FF2B5EF4-FFF2-40B4-BE49-F238E27FC236}">
                    <a16:creationId xmlns:a16="http://schemas.microsoft.com/office/drawing/2014/main" id="{ACBDC3BC-7867-D884-66D8-95E6E43CC89E}"/>
                  </a:ext>
                </a:extLst>
              </p:cNvPr>
              <p:cNvSpPr>
                <a:spLocks noChangeArrowheads="1"/>
              </p:cNvSpPr>
              <p:nvPr/>
            </p:nvSpPr>
            <p:spPr bwMode="auto">
              <a:xfrm>
                <a:off x="1415" y="2286"/>
                <a:ext cx="68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ALUASrc</a:t>
                </a:r>
              </a:p>
            </p:txBody>
          </p:sp>
          <p:sp>
            <p:nvSpPr>
              <p:cNvPr id="69670" name="Rectangle 35">
                <a:extLst>
                  <a:ext uri="{FF2B5EF4-FFF2-40B4-BE49-F238E27FC236}">
                    <a16:creationId xmlns:a16="http://schemas.microsoft.com/office/drawing/2014/main" id="{84F415F8-32D4-7DF3-4996-00E55A405086}"/>
                  </a:ext>
                </a:extLst>
              </p:cNvPr>
              <p:cNvSpPr>
                <a:spLocks noChangeArrowheads="1"/>
              </p:cNvSpPr>
              <p:nvPr/>
            </p:nvSpPr>
            <p:spPr bwMode="auto">
              <a:xfrm flipH="1">
                <a:off x="1444" y="3012"/>
                <a:ext cx="55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Branch</a:t>
                </a:r>
              </a:p>
            </p:txBody>
          </p:sp>
          <p:sp>
            <p:nvSpPr>
              <p:cNvPr id="69671" name="Rectangle 36">
                <a:extLst>
                  <a:ext uri="{FF2B5EF4-FFF2-40B4-BE49-F238E27FC236}">
                    <a16:creationId xmlns:a16="http://schemas.microsoft.com/office/drawing/2014/main" id="{AEC20083-BB5E-5FAA-FE18-26D5DCD592BD}"/>
                  </a:ext>
                </a:extLst>
              </p:cNvPr>
              <p:cNvSpPr>
                <a:spLocks noChangeArrowheads="1"/>
              </p:cNvSpPr>
              <p:nvPr/>
            </p:nvSpPr>
            <p:spPr bwMode="auto">
              <a:xfrm>
                <a:off x="1429" y="2831"/>
                <a:ext cx="62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MemWr</a:t>
                </a:r>
              </a:p>
            </p:txBody>
          </p:sp>
          <p:sp>
            <p:nvSpPr>
              <p:cNvPr id="69672" name="Rectangle 37">
                <a:extLst>
                  <a:ext uri="{FF2B5EF4-FFF2-40B4-BE49-F238E27FC236}">
                    <a16:creationId xmlns:a16="http://schemas.microsoft.com/office/drawing/2014/main" id="{451E511C-646A-9AE0-EB12-10D7E5F491EA}"/>
                  </a:ext>
                </a:extLst>
              </p:cNvPr>
              <p:cNvSpPr>
                <a:spLocks noChangeArrowheads="1"/>
              </p:cNvSpPr>
              <p:nvPr/>
            </p:nvSpPr>
            <p:spPr bwMode="auto">
              <a:xfrm>
                <a:off x="1407" y="3371"/>
                <a:ext cx="7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MemtoReg</a:t>
                </a:r>
              </a:p>
            </p:txBody>
          </p:sp>
          <p:sp>
            <p:nvSpPr>
              <p:cNvPr id="69673" name="Rectangle 38">
                <a:extLst>
                  <a:ext uri="{FF2B5EF4-FFF2-40B4-BE49-F238E27FC236}">
                    <a16:creationId xmlns:a16="http://schemas.microsoft.com/office/drawing/2014/main" id="{6C0CA39E-38D3-463C-CA6A-82958AEFDEF5}"/>
                  </a:ext>
                </a:extLst>
              </p:cNvPr>
              <p:cNvSpPr>
                <a:spLocks noChangeArrowheads="1"/>
              </p:cNvSpPr>
              <p:nvPr/>
            </p:nvSpPr>
            <p:spPr bwMode="auto">
              <a:xfrm>
                <a:off x="1461" y="3543"/>
                <a:ext cx="5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RegWr</a:t>
                </a:r>
              </a:p>
            </p:txBody>
          </p:sp>
          <p:sp>
            <p:nvSpPr>
              <p:cNvPr id="69674" name="Line 39">
                <a:extLst>
                  <a:ext uri="{FF2B5EF4-FFF2-40B4-BE49-F238E27FC236}">
                    <a16:creationId xmlns:a16="http://schemas.microsoft.com/office/drawing/2014/main" id="{8338BF71-5455-C3EE-B85D-5E6DA72CCADC}"/>
                  </a:ext>
                </a:extLst>
              </p:cNvPr>
              <p:cNvSpPr>
                <a:spLocks noChangeShapeType="1"/>
              </p:cNvSpPr>
              <p:nvPr/>
            </p:nvSpPr>
            <p:spPr bwMode="auto">
              <a:xfrm flipH="1">
                <a:off x="1328" y="3552"/>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75" name="Line 40">
                <a:extLst>
                  <a:ext uri="{FF2B5EF4-FFF2-40B4-BE49-F238E27FC236}">
                    <a16:creationId xmlns:a16="http://schemas.microsoft.com/office/drawing/2014/main" id="{76658222-4C54-3D5B-3280-588526F0924E}"/>
                  </a:ext>
                </a:extLst>
              </p:cNvPr>
              <p:cNvSpPr>
                <a:spLocks noChangeShapeType="1"/>
              </p:cNvSpPr>
              <p:nvPr/>
            </p:nvSpPr>
            <p:spPr bwMode="auto">
              <a:xfrm flipH="1">
                <a:off x="1312" y="2304"/>
                <a:ext cx="590" cy="0"/>
              </a:xfrm>
              <a:prstGeom prst="line">
                <a:avLst/>
              </a:prstGeom>
              <a:noFill/>
              <a:ln w="25400">
                <a:solidFill>
                  <a:srgbClr val="7030A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76" name="Line 41">
                <a:extLst>
                  <a:ext uri="{FF2B5EF4-FFF2-40B4-BE49-F238E27FC236}">
                    <a16:creationId xmlns:a16="http://schemas.microsoft.com/office/drawing/2014/main" id="{285F38E0-7401-A58A-621E-E90751F212E2}"/>
                  </a:ext>
                </a:extLst>
              </p:cNvPr>
              <p:cNvSpPr>
                <a:spLocks noChangeShapeType="1"/>
              </p:cNvSpPr>
              <p:nvPr/>
            </p:nvSpPr>
            <p:spPr bwMode="auto">
              <a:xfrm flipH="1">
                <a:off x="1324" y="2484"/>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77" name="Line 42">
                <a:extLst>
                  <a:ext uri="{FF2B5EF4-FFF2-40B4-BE49-F238E27FC236}">
                    <a16:creationId xmlns:a16="http://schemas.microsoft.com/office/drawing/2014/main" id="{3D8139FA-95B2-F66A-C355-CE39EE51ABB1}"/>
                  </a:ext>
                </a:extLst>
              </p:cNvPr>
              <p:cNvSpPr>
                <a:spLocks noChangeShapeType="1"/>
              </p:cNvSpPr>
              <p:nvPr/>
            </p:nvSpPr>
            <p:spPr bwMode="auto">
              <a:xfrm flipH="1">
                <a:off x="1320" y="2664"/>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78" name="Line 43">
                <a:extLst>
                  <a:ext uri="{FF2B5EF4-FFF2-40B4-BE49-F238E27FC236}">
                    <a16:creationId xmlns:a16="http://schemas.microsoft.com/office/drawing/2014/main" id="{BF15BDB5-1A04-6687-C3B7-E16CC65A8D49}"/>
                  </a:ext>
                </a:extLst>
              </p:cNvPr>
              <p:cNvSpPr>
                <a:spLocks noChangeShapeType="1"/>
              </p:cNvSpPr>
              <p:nvPr/>
            </p:nvSpPr>
            <p:spPr bwMode="auto">
              <a:xfrm flipH="1">
                <a:off x="1320" y="2838"/>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79" name="Line 44">
                <a:extLst>
                  <a:ext uri="{FF2B5EF4-FFF2-40B4-BE49-F238E27FC236}">
                    <a16:creationId xmlns:a16="http://schemas.microsoft.com/office/drawing/2014/main" id="{4E1F26B7-013F-5F80-2A9E-EA7062D26E84}"/>
                  </a:ext>
                </a:extLst>
              </p:cNvPr>
              <p:cNvSpPr>
                <a:spLocks noChangeShapeType="1"/>
              </p:cNvSpPr>
              <p:nvPr/>
            </p:nvSpPr>
            <p:spPr bwMode="auto">
              <a:xfrm flipH="1">
                <a:off x="1324" y="3036"/>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80" name="Line 45">
                <a:extLst>
                  <a:ext uri="{FF2B5EF4-FFF2-40B4-BE49-F238E27FC236}">
                    <a16:creationId xmlns:a16="http://schemas.microsoft.com/office/drawing/2014/main" id="{A5228419-02C2-5DE2-958F-1169A775C224}"/>
                  </a:ext>
                </a:extLst>
              </p:cNvPr>
              <p:cNvSpPr>
                <a:spLocks noChangeShapeType="1"/>
              </p:cNvSpPr>
              <p:nvPr/>
            </p:nvSpPr>
            <p:spPr bwMode="auto">
              <a:xfrm flipH="1">
                <a:off x="1324" y="3198"/>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81" name="Line 46">
                <a:extLst>
                  <a:ext uri="{FF2B5EF4-FFF2-40B4-BE49-F238E27FC236}">
                    <a16:creationId xmlns:a16="http://schemas.microsoft.com/office/drawing/2014/main" id="{8085C79C-C46A-2D80-FD96-AD06BC40EEA3}"/>
                  </a:ext>
                </a:extLst>
              </p:cNvPr>
              <p:cNvSpPr>
                <a:spLocks noChangeShapeType="1"/>
              </p:cNvSpPr>
              <p:nvPr/>
            </p:nvSpPr>
            <p:spPr bwMode="auto">
              <a:xfrm flipH="1">
                <a:off x="1328" y="3744"/>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82" name="Rectangle 47">
                <a:extLst>
                  <a:ext uri="{FF2B5EF4-FFF2-40B4-BE49-F238E27FC236}">
                    <a16:creationId xmlns:a16="http://schemas.microsoft.com/office/drawing/2014/main" id="{2B247216-9CD4-EF6A-C7D3-E3098CCA69A7}"/>
                  </a:ext>
                </a:extLst>
              </p:cNvPr>
              <p:cNvSpPr>
                <a:spLocks noChangeArrowheads="1"/>
              </p:cNvSpPr>
              <p:nvPr/>
            </p:nvSpPr>
            <p:spPr bwMode="auto">
              <a:xfrm>
                <a:off x="752" y="2216"/>
                <a:ext cx="560" cy="16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69683" name="Rectangle 48">
                <a:extLst>
                  <a:ext uri="{FF2B5EF4-FFF2-40B4-BE49-F238E27FC236}">
                    <a16:creationId xmlns:a16="http://schemas.microsoft.com/office/drawing/2014/main" id="{57003BD3-99E6-55EF-794F-9CB60B0F22E1}"/>
                  </a:ext>
                </a:extLst>
              </p:cNvPr>
              <p:cNvSpPr>
                <a:spLocks noChangeArrowheads="1"/>
              </p:cNvSpPr>
              <p:nvPr/>
            </p:nvSpPr>
            <p:spPr bwMode="auto">
              <a:xfrm>
                <a:off x="807" y="2640"/>
                <a:ext cx="541"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Main</a:t>
                </a:r>
              </a:p>
              <a:p>
                <a:pPr algn="ctr" eaLnBrk="0" hangingPunct="0"/>
                <a:r>
                  <a:rPr lang="en-US" altLang="zh-CN">
                    <a:ea typeface="宋体" panose="02010600030101010101" pitchFamily="2" charset="-122"/>
                  </a:rPr>
                  <a:t>Control</a:t>
                </a:r>
              </a:p>
            </p:txBody>
          </p:sp>
          <p:sp>
            <p:nvSpPr>
              <p:cNvPr id="69684" name="Line 49">
                <a:extLst>
                  <a:ext uri="{FF2B5EF4-FFF2-40B4-BE49-F238E27FC236}">
                    <a16:creationId xmlns:a16="http://schemas.microsoft.com/office/drawing/2014/main" id="{F9894F15-1B2C-F6FD-F148-18B1A964AA4A}"/>
                  </a:ext>
                </a:extLst>
              </p:cNvPr>
              <p:cNvSpPr>
                <a:spLocks noChangeShapeType="1"/>
              </p:cNvSpPr>
              <p:nvPr/>
            </p:nvSpPr>
            <p:spPr bwMode="auto">
              <a:xfrm>
                <a:off x="536" y="2976"/>
                <a:ext cx="224"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85" name="Rectangle 51">
                <a:extLst>
                  <a:ext uri="{FF2B5EF4-FFF2-40B4-BE49-F238E27FC236}">
                    <a16:creationId xmlns:a16="http://schemas.microsoft.com/office/drawing/2014/main" id="{5E35C0C1-A186-C0E4-404F-CCF6CE28395F}"/>
                  </a:ext>
                </a:extLst>
              </p:cNvPr>
              <p:cNvSpPr>
                <a:spLocks noChangeArrowheads="1"/>
              </p:cNvSpPr>
              <p:nvPr/>
            </p:nvSpPr>
            <p:spPr bwMode="auto">
              <a:xfrm>
                <a:off x="2323" y="2494"/>
                <a:ext cx="6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ALUBsrc</a:t>
                </a:r>
              </a:p>
            </p:txBody>
          </p:sp>
          <p:sp>
            <p:nvSpPr>
              <p:cNvPr id="69686" name="Rectangle 52">
                <a:extLst>
                  <a:ext uri="{FF2B5EF4-FFF2-40B4-BE49-F238E27FC236}">
                    <a16:creationId xmlns:a16="http://schemas.microsoft.com/office/drawing/2014/main" id="{ECBECFF2-A353-D0A6-5963-002926F498BF}"/>
                  </a:ext>
                </a:extLst>
              </p:cNvPr>
              <p:cNvSpPr>
                <a:spLocks noChangeArrowheads="1"/>
              </p:cNvSpPr>
              <p:nvPr/>
            </p:nvSpPr>
            <p:spPr bwMode="auto">
              <a:xfrm>
                <a:off x="2333" y="2699"/>
                <a:ext cx="54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ALUctr</a:t>
                </a:r>
              </a:p>
            </p:txBody>
          </p:sp>
          <p:sp>
            <p:nvSpPr>
              <p:cNvPr id="69687" name="Rectangle 53">
                <a:extLst>
                  <a:ext uri="{FF2B5EF4-FFF2-40B4-BE49-F238E27FC236}">
                    <a16:creationId xmlns:a16="http://schemas.microsoft.com/office/drawing/2014/main" id="{FEB6B478-A741-C3E1-36F8-C18672A6CCCC}"/>
                  </a:ext>
                </a:extLst>
              </p:cNvPr>
              <p:cNvSpPr>
                <a:spLocks noChangeArrowheads="1"/>
              </p:cNvSpPr>
              <p:nvPr/>
            </p:nvSpPr>
            <p:spPr bwMode="auto">
              <a:xfrm>
                <a:off x="2319" y="2304"/>
                <a:ext cx="68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ALUASrc</a:t>
                </a:r>
              </a:p>
            </p:txBody>
          </p:sp>
          <p:sp>
            <p:nvSpPr>
              <p:cNvPr id="69688" name="Line 54">
                <a:extLst>
                  <a:ext uri="{FF2B5EF4-FFF2-40B4-BE49-F238E27FC236}">
                    <a16:creationId xmlns:a16="http://schemas.microsoft.com/office/drawing/2014/main" id="{C2AABB66-B478-3FCB-BC35-DD7CA8FFE159}"/>
                  </a:ext>
                </a:extLst>
              </p:cNvPr>
              <p:cNvSpPr>
                <a:spLocks noChangeShapeType="1"/>
              </p:cNvSpPr>
              <p:nvPr/>
            </p:nvSpPr>
            <p:spPr bwMode="auto">
              <a:xfrm flipH="1" flipV="1">
                <a:off x="2304" y="3383"/>
                <a:ext cx="1066"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89" name="Line 55">
                <a:extLst>
                  <a:ext uri="{FF2B5EF4-FFF2-40B4-BE49-F238E27FC236}">
                    <a16:creationId xmlns:a16="http://schemas.microsoft.com/office/drawing/2014/main" id="{FA82F866-6D8F-6851-8AD7-C78F2E09A827}"/>
                  </a:ext>
                </a:extLst>
              </p:cNvPr>
              <p:cNvSpPr>
                <a:spLocks noChangeShapeType="1"/>
              </p:cNvSpPr>
              <p:nvPr/>
            </p:nvSpPr>
            <p:spPr bwMode="auto">
              <a:xfrm flipH="1">
                <a:off x="2296" y="2484"/>
                <a:ext cx="784"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90" name="Line 56">
                <a:extLst>
                  <a:ext uri="{FF2B5EF4-FFF2-40B4-BE49-F238E27FC236}">
                    <a16:creationId xmlns:a16="http://schemas.microsoft.com/office/drawing/2014/main" id="{49316E5C-93C8-A18B-D2B5-87D0030FFD27}"/>
                  </a:ext>
                </a:extLst>
              </p:cNvPr>
              <p:cNvSpPr>
                <a:spLocks noChangeShapeType="1"/>
              </p:cNvSpPr>
              <p:nvPr/>
            </p:nvSpPr>
            <p:spPr bwMode="auto">
              <a:xfrm flipH="1">
                <a:off x="2296" y="2688"/>
                <a:ext cx="784"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91" name="Line 57">
                <a:extLst>
                  <a:ext uri="{FF2B5EF4-FFF2-40B4-BE49-F238E27FC236}">
                    <a16:creationId xmlns:a16="http://schemas.microsoft.com/office/drawing/2014/main" id="{B62328DB-71C8-8177-60B3-A89068477088}"/>
                  </a:ext>
                </a:extLst>
              </p:cNvPr>
              <p:cNvSpPr>
                <a:spLocks noChangeShapeType="1"/>
              </p:cNvSpPr>
              <p:nvPr/>
            </p:nvSpPr>
            <p:spPr bwMode="auto">
              <a:xfrm flipH="1">
                <a:off x="2296" y="2880"/>
                <a:ext cx="784"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92" name="Rectangle 58">
                <a:extLst>
                  <a:ext uri="{FF2B5EF4-FFF2-40B4-BE49-F238E27FC236}">
                    <a16:creationId xmlns:a16="http://schemas.microsoft.com/office/drawing/2014/main" id="{454762A5-6950-FAA9-70A5-5F7CCD67DE39}"/>
                  </a:ext>
                </a:extLst>
              </p:cNvPr>
              <p:cNvSpPr>
                <a:spLocks noChangeArrowheads="1"/>
              </p:cNvSpPr>
              <p:nvPr/>
            </p:nvSpPr>
            <p:spPr bwMode="auto">
              <a:xfrm>
                <a:off x="4865" y="3367"/>
                <a:ext cx="7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MemtoReg</a:t>
                </a:r>
              </a:p>
            </p:txBody>
          </p:sp>
          <p:sp>
            <p:nvSpPr>
              <p:cNvPr id="69693" name="Rectangle 59">
                <a:extLst>
                  <a:ext uri="{FF2B5EF4-FFF2-40B4-BE49-F238E27FC236}">
                    <a16:creationId xmlns:a16="http://schemas.microsoft.com/office/drawing/2014/main" id="{65622FAB-370A-7343-147C-D73455E4020C}"/>
                  </a:ext>
                </a:extLst>
              </p:cNvPr>
              <p:cNvSpPr>
                <a:spLocks noChangeArrowheads="1"/>
              </p:cNvSpPr>
              <p:nvPr/>
            </p:nvSpPr>
            <p:spPr bwMode="auto">
              <a:xfrm>
                <a:off x="4864" y="3551"/>
                <a:ext cx="5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RegWr</a:t>
                </a:r>
              </a:p>
            </p:txBody>
          </p:sp>
          <p:sp>
            <p:nvSpPr>
              <p:cNvPr id="69694" name="Line 60">
                <a:extLst>
                  <a:ext uri="{FF2B5EF4-FFF2-40B4-BE49-F238E27FC236}">
                    <a16:creationId xmlns:a16="http://schemas.microsoft.com/office/drawing/2014/main" id="{6855C001-7606-7CD1-2DA4-E3503109163A}"/>
                  </a:ext>
                </a:extLst>
              </p:cNvPr>
              <p:cNvSpPr>
                <a:spLocks noChangeShapeType="1"/>
              </p:cNvSpPr>
              <p:nvPr/>
            </p:nvSpPr>
            <p:spPr bwMode="auto">
              <a:xfrm flipH="1">
                <a:off x="4840" y="3572"/>
                <a:ext cx="784" cy="0"/>
              </a:xfrm>
              <a:prstGeom prst="line">
                <a:avLst/>
              </a:prstGeom>
              <a:noFill/>
              <a:ln w="25400">
                <a:solidFill>
                  <a:schemeClr val="fo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95" name="Line 61">
                <a:extLst>
                  <a:ext uri="{FF2B5EF4-FFF2-40B4-BE49-F238E27FC236}">
                    <a16:creationId xmlns:a16="http://schemas.microsoft.com/office/drawing/2014/main" id="{5C9B33CA-12CF-BE23-AA48-76C8C35E5300}"/>
                  </a:ext>
                </a:extLst>
              </p:cNvPr>
              <p:cNvSpPr>
                <a:spLocks noChangeShapeType="1"/>
              </p:cNvSpPr>
              <p:nvPr/>
            </p:nvSpPr>
            <p:spPr bwMode="auto">
              <a:xfrm flipH="1">
                <a:off x="4840" y="3744"/>
                <a:ext cx="784" cy="0"/>
              </a:xfrm>
              <a:prstGeom prst="line">
                <a:avLst/>
              </a:prstGeom>
              <a:noFill/>
              <a:ln w="25400">
                <a:solidFill>
                  <a:schemeClr val="fo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96" name="Rectangle 62">
                <a:extLst>
                  <a:ext uri="{FF2B5EF4-FFF2-40B4-BE49-F238E27FC236}">
                    <a16:creationId xmlns:a16="http://schemas.microsoft.com/office/drawing/2014/main" id="{CC7BF480-2B65-90A2-E768-9004AE097DA3}"/>
                  </a:ext>
                </a:extLst>
              </p:cNvPr>
              <p:cNvSpPr>
                <a:spLocks noChangeArrowheads="1"/>
              </p:cNvSpPr>
              <p:nvPr/>
            </p:nvSpPr>
            <p:spPr bwMode="auto">
              <a:xfrm>
                <a:off x="2481" y="3371"/>
                <a:ext cx="7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MemtoReg</a:t>
                </a:r>
              </a:p>
            </p:txBody>
          </p:sp>
          <p:sp>
            <p:nvSpPr>
              <p:cNvPr id="69697" name="Rectangle 63">
                <a:extLst>
                  <a:ext uri="{FF2B5EF4-FFF2-40B4-BE49-F238E27FC236}">
                    <a16:creationId xmlns:a16="http://schemas.microsoft.com/office/drawing/2014/main" id="{F36F41FD-CC2B-EF39-AEAA-4BE192C3673A}"/>
                  </a:ext>
                </a:extLst>
              </p:cNvPr>
              <p:cNvSpPr>
                <a:spLocks noChangeArrowheads="1"/>
              </p:cNvSpPr>
              <p:nvPr/>
            </p:nvSpPr>
            <p:spPr bwMode="auto">
              <a:xfrm>
                <a:off x="2485" y="3555"/>
                <a:ext cx="5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RegWr</a:t>
                </a:r>
              </a:p>
            </p:txBody>
          </p:sp>
          <p:sp>
            <p:nvSpPr>
              <p:cNvPr id="69698" name="Line 64">
                <a:extLst>
                  <a:ext uri="{FF2B5EF4-FFF2-40B4-BE49-F238E27FC236}">
                    <a16:creationId xmlns:a16="http://schemas.microsoft.com/office/drawing/2014/main" id="{A78C607D-09ED-1665-A8B1-5BCE16481665}"/>
                  </a:ext>
                </a:extLst>
              </p:cNvPr>
              <p:cNvSpPr>
                <a:spLocks noChangeShapeType="1"/>
              </p:cNvSpPr>
              <p:nvPr/>
            </p:nvSpPr>
            <p:spPr bwMode="auto">
              <a:xfrm flipH="1">
                <a:off x="2296" y="3552"/>
                <a:ext cx="1072"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699" name="Line 65">
                <a:extLst>
                  <a:ext uri="{FF2B5EF4-FFF2-40B4-BE49-F238E27FC236}">
                    <a16:creationId xmlns:a16="http://schemas.microsoft.com/office/drawing/2014/main" id="{0637EED7-1334-5B7C-06AB-763E06575BF9}"/>
                  </a:ext>
                </a:extLst>
              </p:cNvPr>
              <p:cNvSpPr>
                <a:spLocks noChangeShapeType="1"/>
              </p:cNvSpPr>
              <p:nvPr/>
            </p:nvSpPr>
            <p:spPr bwMode="auto">
              <a:xfrm flipH="1">
                <a:off x="2296" y="3744"/>
                <a:ext cx="1072"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700" name="Rectangle 66">
                <a:extLst>
                  <a:ext uri="{FF2B5EF4-FFF2-40B4-BE49-F238E27FC236}">
                    <a16:creationId xmlns:a16="http://schemas.microsoft.com/office/drawing/2014/main" id="{AB3B4B99-1EF7-90B9-D76A-36E3FA1618A2}"/>
                  </a:ext>
                </a:extLst>
              </p:cNvPr>
              <p:cNvSpPr>
                <a:spLocks noChangeArrowheads="1"/>
              </p:cNvSpPr>
              <p:nvPr/>
            </p:nvSpPr>
            <p:spPr bwMode="auto">
              <a:xfrm>
                <a:off x="3761" y="3371"/>
                <a:ext cx="7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MemtoReg</a:t>
                </a:r>
              </a:p>
            </p:txBody>
          </p:sp>
          <p:sp>
            <p:nvSpPr>
              <p:cNvPr id="69701" name="Rectangle 67">
                <a:extLst>
                  <a:ext uri="{FF2B5EF4-FFF2-40B4-BE49-F238E27FC236}">
                    <a16:creationId xmlns:a16="http://schemas.microsoft.com/office/drawing/2014/main" id="{429D1EB3-4C92-38BB-E47D-DF5D95C8D2DA}"/>
                  </a:ext>
                </a:extLst>
              </p:cNvPr>
              <p:cNvSpPr>
                <a:spLocks noChangeArrowheads="1"/>
              </p:cNvSpPr>
              <p:nvPr/>
            </p:nvSpPr>
            <p:spPr bwMode="auto">
              <a:xfrm>
                <a:off x="3773" y="3563"/>
                <a:ext cx="5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RegWr</a:t>
                </a:r>
              </a:p>
            </p:txBody>
          </p:sp>
          <p:sp>
            <p:nvSpPr>
              <p:cNvPr id="69702" name="Line 68">
                <a:extLst>
                  <a:ext uri="{FF2B5EF4-FFF2-40B4-BE49-F238E27FC236}">
                    <a16:creationId xmlns:a16="http://schemas.microsoft.com/office/drawing/2014/main" id="{52BCD88A-23F3-6FE6-2C53-BE1A10E76CDB}"/>
                  </a:ext>
                </a:extLst>
              </p:cNvPr>
              <p:cNvSpPr>
                <a:spLocks noChangeShapeType="1"/>
              </p:cNvSpPr>
              <p:nvPr/>
            </p:nvSpPr>
            <p:spPr bwMode="auto">
              <a:xfrm flipH="1">
                <a:off x="3544" y="3568"/>
                <a:ext cx="1120" cy="0"/>
              </a:xfrm>
              <a:prstGeom prst="line">
                <a:avLst/>
              </a:prstGeom>
              <a:noFill/>
              <a:ln w="25400">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703" name="Line 69">
                <a:extLst>
                  <a:ext uri="{FF2B5EF4-FFF2-40B4-BE49-F238E27FC236}">
                    <a16:creationId xmlns:a16="http://schemas.microsoft.com/office/drawing/2014/main" id="{5618C94C-F68F-666D-6225-64231E97BA33}"/>
                  </a:ext>
                </a:extLst>
              </p:cNvPr>
              <p:cNvSpPr>
                <a:spLocks noChangeShapeType="1"/>
              </p:cNvSpPr>
              <p:nvPr/>
            </p:nvSpPr>
            <p:spPr bwMode="auto">
              <a:xfrm flipH="1">
                <a:off x="3544" y="3744"/>
                <a:ext cx="1120" cy="0"/>
              </a:xfrm>
              <a:prstGeom prst="line">
                <a:avLst/>
              </a:prstGeom>
              <a:noFill/>
              <a:ln w="25400">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704" name="Rectangle 70">
                <a:extLst>
                  <a:ext uri="{FF2B5EF4-FFF2-40B4-BE49-F238E27FC236}">
                    <a16:creationId xmlns:a16="http://schemas.microsoft.com/office/drawing/2014/main" id="{5585AAA5-1632-D9FB-F869-C8485B289A76}"/>
                  </a:ext>
                </a:extLst>
              </p:cNvPr>
              <p:cNvSpPr>
                <a:spLocks noChangeArrowheads="1"/>
              </p:cNvSpPr>
              <p:nvPr/>
            </p:nvSpPr>
            <p:spPr bwMode="auto">
              <a:xfrm flipH="1">
                <a:off x="2462" y="3012"/>
                <a:ext cx="55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Branch</a:t>
                </a:r>
              </a:p>
            </p:txBody>
          </p:sp>
          <p:sp>
            <p:nvSpPr>
              <p:cNvPr id="69705" name="Rectangle 71">
                <a:extLst>
                  <a:ext uri="{FF2B5EF4-FFF2-40B4-BE49-F238E27FC236}">
                    <a16:creationId xmlns:a16="http://schemas.microsoft.com/office/drawing/2014/main" id="{492FCC64-389D-3EB1-4379-9370C03C6E51}"/>
                  </a:ext>
                </a:extLst>
              </p:cNvPr>
              <p:cNvSpPr>
                <a:spLocks noChangeArrowheads="1"/>
              </p:cNvSpPr>
              <p:nvPr/>
            </p:nvSpPr>
            <p:spPr bwMode="auto">
              <a:xfrm>
                <a:off x="2471" y="2861"/>
                <a:ext cx="64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MemWr</a:t>
                </a:r>
              </a:p>
            </p:txBody>
          </p:sp>
          <p:sp>
            <p:nvSpPr>
              <p:cNvPr id="69706" name="Line 72">
                <a:extLst>
                  <a:ext uri="{FF2B5EF4-FFF2-40B4-BE49-F238E27FC236}">
                    <a16:creationId xmlns:a16="http://schemas.microsoft.com/office/drawing/2014/main" id="{FE1D21CB-82BD-852D-9865-231619854954}"/>
                  </a:ext>
                </a:extLst>
              </p:cNvPr>
              <p:cNvSpPr>
                <a:spLocks noChangeShapeType="1"/>
              </p:cNvSpPr>
              <p:nvPr/>
            </p:nvSpPr>
            <p:spPr bwMode="auto">
              <a:xfrm flipH="1">
                <a:off x="2296" y="3042"/>
                <a:ext cx="1072"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707" name="Line 73">
                <a:extLst>
                  <a:ext uri="{FF2B5EF4-FFF2-40B4-BE49-F238E27FC236}">
                    <a16:creationId xmlns:a16="http://schemas.microsoft.com/office/drawing/2014/main" id="{CF55061C-F93E-E060-EE3F-2CCF3038CB3A}"/>
                  </a:ext>
                </a:extLst>
              </p:cNvPr>
              <p:cNvSpPr>
                <a:spLocks noChangeShapeType="1"/>
              </p:cNvSpPr>
              <p:nvPr/>
            </p:nvSpPr>
            <p:spPr bwMode="auto">
              <a:xfrm flipH="1">
                <a:off x="2296" y="3204"/>
                <a:ext cx="1072"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708" name="Rectangle 74">
                <a:extLst>
                  <a:ext uri="{FF2B5EF4-FFF2-40B4-BE49-F238E27FC236}">
                    <a16:creationId xmlns:a16="http://schemas.microsoft.com/office/drawing/2014/main" id="{FC61AF04-62E5-5888-4A19-07C5624A40E3}"/>
                  </a:ext>
                </a:extLst>
              </p:cNvPr>
              <p:cNvSpPr>
                <a:spLocks noChangeArrowheads="1"/>
              </p:cNvSpPr>
              <p:nvPr/>
            </p:nvSpPr>
            <p:spPr bwMode="auto">
              <a:xfrm flipH="1">
                <a:off x="3608" y="3024"/>
                <a:ext cx="55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Branch</a:t>
                </a:r>
              </a:p>
            </p:txBody>
          </p:sp>
          <p:sp>
            <p:nvSpPr>
              <p:cNvPr id="69709" name="Rectangle 75">
                <a:extLst>
                  <a:ext uri="{FF2B5EF4-FFF2-40B4-BE49-F238E27FC236}">
                    <a16:creationId xmlns:a16="http://schemas.microsoft.com/office/drawing/2014/main" id="{5A7ECC67-7DB0-EA2F-EC27-3EB38FF7E50A}"/>
                  </a:ext>
                </a:extLst>
              </p:cNvPr>
              <p:cNvSpPr>
                <a:spLocks noChangeArrowheads="1"/>
              </p:cNvSpPr>
              <p:nvPr/>
            </p:nvSpPr>
            <p:spPr bwMode="auto">
              <a:xfrm>
                <a:off x="3608" y="2849"/>
                <a:ext cx="63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MemWr</a:t>
                </a:r>
              </a:p>
            </p:txBody>
          </p:sp>
          <p:sp>
            <p:nvSpPr>
              <p:cNvPr id="69710" name="Line 76">
                <a:extLst>
                  <a:ext uri="{FF2B5EF4-FFF2-40B4-BE49-F238E27FC236}">
                    <a16:creationId xmlns:a16="http://schemas.microsoft.com/office/drawing/2014/main" id="{7E0996F2-0A94-CA59-5CC1-C5362709A931}"/>
                  </a:ext>
                </a:extLst>
              </p:cNvPr>
              <p:cNvSpPr>
                <a:spLocks noChangeShapeType="1"/>
              </p:cNvSpPr>
              <p:nvPr/>
            </p:nvSpPr>
            <p:spPr bwMode="auto">
              <a:xfrm flipH="1">
                <a:off x="3544" y="3052"/>
                <a:ext cx="784" cy="0"/>
              </a:xfrm>
              <a:prstGeom prst="line">
                <a:avLst/>
              </a:prstGeom>
              <a:noFill/>
              <a:ln w="25400">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711" name="Line 77">
                <a:extLst>
                  <a:ext uri="{FF2B5EF4-FFF2-40B4-BE49-F238E27FC236}">
                    <a16:creationId xmlns:a16="http://schemas.microsoft.com/office/drawing/2014/main" id="{9C2BF7B9-BD59-68C5-BFFD-7F1E909CA82F}"/>
                  </a:ext>
                </a:extLst>
              </p:cNvPr>
              <p:cNvSpPr>
                <a:spLocks noChangeShapeType="1"/>
              </p:cNvSpPr>
              <p:nvPr/>
            </p:nvSpPr>
            <p:spPr bwMode="auto">
              <a:xfrm flipH="1">
                <a:off x="3544" y="3228"/>
                <a:ext cx="784" cy="0"/>
              </a:xfrm>
              <a:prstGeom prst="line">
                <a:avLst/>
              </a:prstGeom>
              <a:noFill/>
              <a:ln w="25400">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712" name="Line 78">
                <a:extLst>
                  <a:ext uri="{FF2B5EF4-FFF2-40B4-BE49-F238E27FC236}">
                    <a16:creationId xmlns:a16="http://schemas.microsoft.com/office/drawing/2014/main" id="{ED1A66C7-DC5E-344E-8311-489B43B30B00}"/>
                  </a:ext>
                </a:extLst>
              </p:cNvPr>
              <p:cNvSpPr>
                <a:spLocks noChangeShapeType="1"/>
              </p:cNvSpPr>
              <p:nvPr/>
            </p:nvSpPr>
            <p:spPr bwMode="auto">
              <a:xfrm flipV="1">
                <a:off x="2208" y="1672"/>
                <a:ext cx="0" cy="30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3" name="Line 79">
                <a:extLst>
                  <a:ext uri="{FF2B5EF4-FFF2-40B4-BE49-F238E27FC236}">
                    <a16:creationId xmlns:a16="http://schemas.microsoft.com/office/drawing/2014/main" id="{98DFA4DC-EE30-96C1-4411-3EB3ED432E5A}"/>
                  </a:ext>
                </a:extLst>
              </p:cNvPr>
              <p:cNvSpPr>
                <a:spLocks noChangeShapeType="1"/>
              </p:cNvSpPr>
              <p:nvPr/>
            </p:nvSpPr>
            <p:spPr bwMode="auto">
              <a:xfrm flipV="1">
                <a:off x="3456" y="1672"/>
                <a:ext cx="0" cy="30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4" name="Line 80">
                <a:extLst>
                  <a:ext uri="{FF2B5EF4-FFF2-40B4-BE49-F238E27FC236}">
                    <a16:creationId xmlns:a16="http://schemas.microsoft.com/office/drawing/2014/main" id="{268B8C45-CE56-CCB0-FEDF-DEA01A3E1944}"/>
                  </a:ext>
                </a:extLst>
              </p:cNvPr>
              <p:cNvSpPr>
                <a:spLocks noChangeShapeType="1"/>
              </p:cNvSpPr>
              <p:nvPr/>
            </p:nvSpPr>
            <p:spPr bwMode="auto">
              <a:xfrm flipV="1">
                <a:off x="4752" y="1672"/>
                <a:ext cx="0" cy="30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5" name="Rectangle 81">
                <a:extLst>
                  <a:ext uri="{FF2B5EF4-FFF2-40B4-BE49-F238E27FC236}">
                    <a16:creationId xmlns:a16="http://schemas.microsoft.com/office/drawing/2014/main" id="{95229B47-D3B2-C014-731B-1E9EAB38B8D9}"/>
                  </a:ext>
                </a:extLst>
              </p:cNvPr>
              <p:cNvSpPr>
                <a:spLocks noChangeArrowheads="1"/>
              </p:cNvSpPr>
              <p:nvPr/>
            </p:nvSpPr>
            <p:spPr bwMode="auto">
              <a:xfrm>
                <a:off x="5044" y="1677"/>
                <a:ext cx="33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WB</a:t>
                </a:r>
              </a:p>
            </p:txBody>
          </p:sp>
          <p:sp>
            <p:nvSpPr>
              <p:cNvPr id="69716" name="Line 82">
                <a:extLst>
                  <a:ext uri="{FF2B5EF4-FFF2-40B4-BE49-F238E27FC236}">
                    <a16:creationId xmlns:a16="http://schemas.microsoft.com/office/drawing/2014/main" id="{A0D1700B-C6FE-DB5B-6D40-C7EB7646522B}"/>
                  </a:ext>
                </a:extLst>
              </p:cNvPr>
              <p:cNvSpPr>
                <a:spLocks noChangeShapeType="1"/>
              </p:cNvSpPr>
              <p:nvPr/>
            </p:nvSpPr>
            <p:spPr bwMode="auto">
              <a:xfrm>
                <a:off x="4856" y="1872"/>
                <a:ext cx="64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9717" name="Rectangle 32">
              <a:extLst>
                <a:ext uri="{FF2B5EF4-FFF2-40B4-BE49-F238E27FC236}">
                  <a16:creationId xmlns:a16="http://schemas.microsoft.com/office/drawing/2014/main" id="{B759BD1D-FD83-C5F4-58B3-8C320F1B9E3F}"/>
                </a:ext>
              </a:extLst>
            </p:cNvPr>
            <p:cNvSpPr>
              <a:spLocks noChangeArrowheads="1"/>
            </p:cNvSpPr>
            <p:nvPr/>
          </p:nvSpPr>
          <p:spPr bwMode="auto">
            <a:xfrm>
              <a:off x="2266950" y="3579813"/>
              <a:ext cx="10810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ALUBSrc</a:t>
              </a:r>
            </a:p>
          </p:txBody>
        </p:sp>
        <p:sp>
          <p:nvSpPr>
            <p:cNvPr id="69718" name="Line 45">
              <a:extLst>
                <a:ext uri="{FF2B5EF4-FFF2-40B4-BE49-F238E27FC236}">
                  <a16:creationId xmlns:a16="http://schemas.microsoft.com/office/drawing/2014/main" id="{0EEF6444-6F69-5710-7B0B-8549BCA95B0F}"/>
                </a:ext>
              </a:extLst>
            </p:cNvPr>
            <p:cNvSpPr>
              <a:spLocks noChangeShapeType="1"/>
            </p:cNvSpPr>
            <p:nvPr/>
          </p:nvSpPr>
          <p:spPr bwMode="auto">
            <a:xfrm flipH="1">
              <a:off x="2117725" y="5024438"/>
              <a:ext cx="1244600"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9719" name="Rectangle 38">
              <a:extLst>
                <a:ext uri="{FF2B5EF4-FFF2-40B4-BE49-F238E27FC236}">
                  <a16:creationId xmlns:a16="http://schemas.microsoft.com/office/drawing/2014/main" id="{42D47AD4-1AD1-E760-4258-7BD5CE1AB536}"/>
                </a:ext>
              </a:extLst>
            </p:cNvPr>
            <p:cNvSpPr>
              <a:spLocks noChangeArrowheads="1"/>
            </p:cNvSpPr>
            <p:nvPr/>
          </p:nvSpPr>
          <p:spPr bwMode="auto">
            <a:xfrm>
              <a:off x="2295525" y="4700588"/>
              <a:ext cx="730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Jump</a:t>
              </a:r>
            </a:p>
          </p:txBody>
        </p:sp>
        <p:sp>
          <p:nvSpPr>
            <p:cNvPr id="69720" name="Rectangle 31">
              <a:extLst>
                <a:ext uri="{FF2B5EF4-FFF2-40B4-BE49-F238E27FC236}">
                  <a16:creationId xmlns:a16="http://schemas.microsoft.com/office/drawing/2014/main" id="{00009FFE-487C-C24F-03D9-206F6640F81E}"/>
                </a:ext>
              </a:extLst>
            </p:cNvPr>
            <p:cNvSpPr>
              <a:spLocks noChangeArrowheads="1"/>
            </p:cNvSpPr>
            <p:nvPr/>
          </p:nvSpPr>
          <p:spPr bwMode="auto">
            <a:xfrm>
              <a:off x="3941763" y="4724400"/>
              <a:ext cx="7302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Jump</a:t>
              </a:r>
            </a:p>
          </p:txBody>
        </p:sp>
        <p:sp>
          <p:nvSpPr>
            <p:cNvPr id="69721" name="Rectangle 31">
              <a:extLst>
                <a:ext uri="{FF2B5EF4-FFF2-40B4-BE49-F238E27FC236}">
                  <a16:creationId xmlns:a16="http://schemas.microsoft.com/office/drawing/2014/main" id="{FD1766E4-B8F5-9154-A5DE-21F84F341A7B}"/>
                </a:ext>
              </a:extLst>
            </p:cNvPr>
            <p:cNvSpPr>
              <a:spLocks noChangeArrowheads="1"/>
            </p:cNvSpPr>
            <p:nvPr/>
          </p:nvSpPr>
          <p:spPr bwMode="auto">
            <a:xfrm>
              <a:off x="5718175" y="4730750"/>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Jump</a:t>
              </a:r>
            </a:p>
          </p:txBody>
        </p:sp>
        <p:sp>
          <p:nvSpPr>
            <p:cNvPr id="69722" name="Line 77">
              <a:extLst>
                <a:ext uri="{FF2B5EF4-FFF2-40B4-BE49-F238E27FC236}">
                  <a16:creationId xmlns:a16="http://schemas.microsoft.com/office/drawing/2014/main" id="{03E48CB1-DA9D-0386-9433-EE895B2DD93E}"/>
                </a:ext>
              </a:extLst>
            </p:cNvPr>
            <p:cNvSpPr>
              <a:spLocks noChangeShapeType="1"/>
            </p:cNvSpPr>
            <p:nvPr/>
          </p:nvSpPr>
          <p:spPr bwMode="auto">
            <a:xfrm flipH="1">
              <a:off x="5645150" y="5041900"/>
              <a:ext cx="1244600" cy="0"/>
            </a:xfrm>
            <a:prstGeom prst="line">
              <a:avLst/>
            </a:prstGeom>
            <a:noFill/>
            <a:ln w="25400">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Effect transition="in" filter="blinds(horizontal)">
                                      <p:cBhvr>
                                        <p:cTn id="7" dur="500"/>
                                        <p:tgtEl>
                                          <p:spTgt spid="593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9395">
                                            <p:txEl>
                                              <p:pRg st="1" end="1"/>
                                            </p:txEl>
                                          </p:spTgt>
                                        </p:tgtEl>
                                        <p:attrNameLst>
                                          <p:attrName>style.visibility</p:attrName>
                                        </p:attrNameLst>
                                      </p:cBhvr>
                                      <p:to>
                                        <p:strVal val="visible"/>
                                      </p:to>
                                    </p:set>
                                    <p:animEffect transition="in" filter="blinds(horizontal)">
                                      <p:cBhvr>
                                        <p:cTn id="12" dur="500"/>
                                        <p:tgtEl>
                                          <p:spTgt spid="593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9395">
                                            <p:txEl>
                                              <p:pRg st="2" end="2"/>
                                            </p:txEl>
                                          </p:spTgt>
                                        </p:tgtEl>
                                        <p:attrNameLst>
                                          <p:attrName>style.visibility</p:attrName>
                                        </p:attrNameLst>
                                      </p:cBhvr>
                                      <p:to>
                                        <p:strVal val="visible"/>
                                      </p:to>
                                    </p:set>
                                    <p:animEffect transition="in" filter="blinds(horizontal)">
                                      <p:cBhvr>
                                        <p:cTn id="17" dur="500"/>
                                        <p:tgtEl>
                                          <p:spTgt spid="593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9395">
                                            <p:txEl>
                                              <p:pRg st="3" end="3"/>
                                            </p:txEl>
                                          </p:spTgt>
                                        </p:tgtEl>
                                        <p:attrNameLst>
                                          <p:attrName>style.visibility</p:attrName>
                                        </p:attrNameLst>
                                      </p:cBhvr>
                                      <p:to>
                                        <p:strVal val="visible"/>
                                      </p:to>
                                    </p:set>
                                    <p:animEffect transition="in" filter="blinds(horizontal)">
                                      <p:cBhvr>
                                        <p:cTn id="22" dur="500"/>
                                        <p:tgtEl>
                                          <p:spTgt spid="593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9395">
                                            <p:txEl>
                                              <p:pRg st="4" end="4"/>
                                            </p:txEl>
                                          </p:spTgt>
                                        </p:tgtEl>
                                        <p:attrNameLst>
                                          <p:attrName>style.visibility</p:attrName>
                                        </p:attrNameLst>
                                      </p:cBhvr>
                                      <p:to>
                                        <p:strVal val="visible"/>
                                      </p:to>
                                    </p:set>
                                    <p:animEffect transition="in" filter="blinds(horizontal)">
                                      <p:cBhvr>
                                        <p:cTn id="27" dur="500"/>
                                        <p:tgtEl>
                                          <p:spTgt spid="5939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9477"/>
                                        </p:tgtEl>
                                        <p:attrNameLst>
                                          <p:attrName>style.visibility</p:attrName>
                                        </p:attrNameLst>
                                      </p:cBhvr>
                                      <p:to>
                                        <p:strVal val="visible"/>
                                      </p:to>
                                    </p:set>
                                    <p:animEffect transition="in" filter="checkerboard(across)">
                                      <p:cBhvr>
                                        <p:cTn id="32" dur="500"/>
                                        <p:tgtEl>
                                          <p:spTgt spid="5947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randombar(horizontal)">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9475"/>
                                        </p:tgtEl>
                                        <p:attrNameLst>
                                          <p:attrName>style.visibility</p:attrName>
                                        </p:attrNameLst>
                                      </p:cBhvr>
                                      <p:to>
                                        <p:strVal val="visible"/>
                                      </p:to>
                                    </p:set>
                                    <p:animEffect transition="in" filter="checkerboard(across)">
                                      <p:cBhvr>
                                        <p:cTn id="42" dur="500"/>
                                        <p:tgtEl>
                                          <p:spTgt spid="5947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9489"/>
                                        </p:tgtEl>
                                        <p:attrNameLst>
                                          <p:attrName>style.visibility</p:attrName>
                                        </p:attrNameLst>
                                      </p:cBhvr>
                                      <p:to>
                                        <p:strVal val="visible"/>
                                      </p:to>
                                    </p:set>
                                    <p:animEffect transition="in" filter="blinds(horizontal)">
                                      <p:cBhvr>
                                        <p:cTn id="47" dur="500"/>
                                        <p:tgtEl>
                                          <p:spTgt spid="59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75" grpId="0"/>
      <p:bldP spid="59477" grpId="0"/>
      <p:bldP spid="5948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3B75E335-EFAD-4674-713E-6AD4F2D4A297}"/>
              </a:ext>
            </a:extLst>
          </p:cNvPr>
          <p:cNvSpPr>
            <a:spLocks noGrp="1" noChangeArrowheads="1"/>
          </p:cNvSpPr>
          <p:nvPr>
            <p:ph type="title"/>
          </p:nvPr>
        </p:nvSpPr>
        <p:spPr>
          <a:xfrm>
            <a:off x="800100" y="207963"/>
            <a:ext cx="6626225" cy="368300"/>
          </a:xfrm>
        </p:spPr>
        <p:txBody>
          <a:bodyPr/>
          <a:lstStyle/>
          <a:p>
            <a:r>
              <a:rPr lang="zh-CN" altLang="en-US">
                <a:ea typeface="宋体" panose="02010600030101010101" pitchFamily="2" charset="-122"/>
              </a:rPr>
              <a:t>流水线中的</a:t>
            </a:r>
            <a:r>
              <a:rPr lang="en-US" altLang="zh-CN">
                <a:ea typeface="宋体" panose="02010600030101010101" pitchFamily="2" charset="-122"/>
              </a:rPr>
              <a:t>Control Signals</a:t>
            </a:r>
          </a:p>
        </p:txBody>
      </p:sp>
      <p:sp>
        <p:nvSpPr>
          <p:cNvPr id="190467" name="Rectangle 3">
            <a:extLst>
              <a:ext uri="{FF2B5EF4-FFF2-40B4-BE49-F238E27FC236}">
                <a16:creationId xmlns:a16="http://schemas.microsoft.com/office/drawing/2014/main" id="{F79F3334-C7DE-EEA2-0192-005552661565}"/>
              </a:ext>
            </a:extLst>
          </p:cNvPr>
          <p:cNvSpPr>
            <a:spLocks noGrp="1" noChangeArrowheads="1"/>
          </p:cNvSpPr>
          <p:nvPr>
            <p:ph idx="1"/>
          </p:nvPr>
        </p:nvSpPr>
        <p:spPr>
          <a:xfrm>
            <a:off x="185738" y="685800"/>
            <a:ext cx="8931275" cy="6029325"/>
          </a:xfrm>
        </p:spPr>
        <p:txBody>
          <a:bodyPr/>
          <a:lstStyle/>
          <a:p>
            <a:pPr>
              <a:lnSpc>
                <a:spcPct val="114000"/>
              </a:lnSpc>
              <a:spcBef>
                <a:spcPct val="15000"/>
              </a:spcBef>
            </a:pPr>
            <a:r>
              <a:rPr lang="zh-CN" altLang="en-US" sz="1900">
                <a:ea typeface="黑体" panose="02010609060101010101" pitchFamily="49" charset="-122"/>
              </a:rPr>
              <a:t>通过对前面流水线数据通路的分析，得知：</a:t>
            </a:r>
          </a:p>
          <a:p>
            <a:pPr lvl="1">
              <a:lnSpc>
                <a:spcPct val="114000"/>
              </a:lnSpc>
              <a:spcBef>
                <a:spcPct val="15000"/>
              </a:spcBef>
            </a:pPr>
            <a:r>
              <a:rPr lang="en-US" altLang="zh-CN" sz="1900">
                <a:ea typeface="黑体" panose="02010609060101010101" pitchFamily="49" charset="-122"/>
              </a:rPr>
              <a:t>PC</a:t>
            </a:r>
            <a:r>
              <a:rPr lang="zh-CN" altLang="en-US" sz="1900">
                <a:ea typeface="黑体" panose="02010609060101010101" pitchFamily="49" charset="-122"/>
              </a:rPr>
              <a:t>需要写使能吗？</a:t>
            </a:r>
          </a:p>
          <a:p>
            <a:pPr lvl="1">
              <a:lnSpc>
                <a:spcPct val="114000"/>
              </a:lnSpc>
              <a:spcBef>
                <a:spcPct val="15000"/>
              </a:spcBef>
            </a:pPr>
            <a:r>
              <a:rPr lang="zh-CN" altLang="en-US" sz="1900">
                <a:ea typeface="黑体" panose="02010609060101010101" pitchFamily="49" charset="-122"/>
              </a:rPr>
              <a:t>流水段寄存器需要写使能吗？</a:t>
            </a:r>
            <a:endParaRPr lang="en-US" altLang="zh-CN" sz="1900">
              <a:ea typeface="黑体" panose="02010609060101010101" pitchFamily="49" charset="-122"/>
            </a:endParaRPr>
          </a:p>
          <a:p>
            <a:pPr lvl="1">
              <a:lnSpc>
                <a:spcPct val="114000"/>
              </a:lnSpc>
              <a:spcBef>
                <a:spcPct val="15000"/>
              </a:spcBef>
            </a:pPr>
            <a:r>
              <a:rPr lang="en-US" altLang="zh-CN" sz="1900">
                <a:ea typeface="黑体" panose="02010609060101010101" pitchFamily="49" charset="-122"/>
              </a:rPr>
              <a:t>IF</a:t>
            </a:r>
            <a:r>
              <a:rPr lang="zh-CN" altLang="en-US" sz="1900">
                <a:ea typeface="黑体" panose="02010609060101010101" pitchFamily="49" charset="-122"/>
              </a:rPr>
              <a:t>阶段没有控制信号</a:t>
            </a:r>
            <a:endParaRPr lang="en-US" altLang="zh-CN" sz="1900">
              <a:ea typeface="黑体" panose="02010609060101010101" pitchFamily="49" charset="-122"/>
            </a:endParaRPr>
          </a:p>
          <a:p>
            <a:pPr lvl="1">
              <a:lnSpc>
                <a:spcPct val="114000"/>
              </a:lnSpc>
              <a:spcBef>
                <a:spcPct val="15000"/>
              </a:spcBef>
            </a:pPr>
            <a:r>
              <a:rPr lang="en-US" altLang="zh-CN" sz="1900">
                <a:ea typeface="黑体" panose="02010609060101010101" pitchFamily="49" charset="-122"/>
              </a:rPr>
              <a:t>ID</a:t>
            </a:r>
            <a:r>
              <a:rPr lang="zh-CN" altLang="en-US" sz="1900">
                <a:ea typeface="黑体" panose="02010609060101010101" pitchFamily="49" charset="-122"/>
              </a:rPr>
              <a:t>阶段</a:t>
            </a:r>
            <a:r>
              <a:rPr lang="en-US" altLang="zh-CN" sz="1900">
                <a:ea typeface="黑体" panose="02010609060101010101" pitchFamily="49" charset="-122"/>
              </a:rPr>
              <a:t>  </a:t>
            </a:r>
            <a:r>
              <a:rPr lang="en-US" altLang="zh-CN" sz="1900">
                <a:solidFill>
                  <a:srgbClr val="008000"/>
                </a:solidFill>
                <a:ea typeface="黑体" panose="02010609060101010101" pitchFamily="49" charset="-122"/>
              </a:rPr>
              <a:t>ExtOp (</a:t>
            </a:r>
            <a:r>
              <a:rPr lang="zh-CN" altLang="en-US" sz="1900">
                <a:solidFill>
                  <a:srgbClr val="008000"/>
                </a:solidFill>
                <a:ea typeface="黑体" panose="02010609060101010101" pitchFamily="49" charset="-122"/>
              </a:rPr>
              <a:t>扩展操作</a:t>
            </a:r>
            <a:r>
              <a:rPr lang="en-US" altLang="zh-CN" sz="1900">
                <a:solidFill>
                  <a:srgbClr val="008000"/>
                </a:solidFill>
                <a:ea typeface="黑体" panose="02010609060101010101" pitchFamily="49" charset="-122"/>
              </a:rPr>
              <a:t>)</a:t>
            </a:r>
            <a:r>
              <a:rPr lang="zh-CN" altLang="en-US" sz="1900">
                <a:solidFill>
                  <a:srgbClr val="008000"/>
                </a:solidFill>
                <a:ea typeface="黑体" panose="02010609060101010101" pitchFamily="49" charset="-122"/>
              </a:rPr>
              <a:t>：除</a:t>
            </a:r>
            <a:r>
              <a:rPr lang="en-US" altLang="zh-CN" sz="1900">
                <a:solidFill>
                  <a:srgbClr val="008000"/>
                </a:solidFill>
                <a:ea typeface="黑体" panose="02010609060101010101" pitchFamily="49" charset="-122"/>
              </a:rPr>
              <a:t>R-</a:t>
            </a:r>
            <a:r>
              <a:rPr lang="zh-CN" altLang="en-US" sz="1900">
                <a:solidFill>
                  <a:srgbClr val="008000"/>
                </a:solidFill>
                <a:ea typeface="黑体" panose="02010609060101010101" pitchFamily="49" charset="-122"/>
              </a:rPr>
              <a:t>型外的所有指令都需要控制</a:t>
            </a:r>
            <a:endParaRPr lang="en-US" altLang="zh-CN" sz="1900">
              <a:solidFill>
                <a:srgbClr val="008000"/>
              </a:solidFill>
              <a:ea typeface="黑体" panose="02010609060101010101" pitchFamily="49" charset="-122"/>
            </a:endParaRPr>
          </a:p>
          <a:p>
            <a:pPr lvl="1">
              <a:lnSpc>
                <a:spcPct val="114000"/>
              </a:lnSpc>
              <a:spcBef>
                <a:spcPct val="15000"/>
              </a:spcBef>
            </a:pPr>
            <a:r>
              <a:rPr lang="en-US" altLang="zh-CN" sz="1900">
                <a:ea typeface="黑体" panose="02010609060101010101" pitchFamily="49" charset="-122"/>
              </a:rPr>
              <a:t>EX</a:t>
            </a:r>
            <a:r>
              <a:rPr lang="zh-CN" altLang="en-US" sz="1900">
                <a:ea typeface="黑体" panose="02010609060101010101" pitchFamily="49" charset="-122"/>
              </a:rPr>
              <a:t>阶段的控制信号有三个</a:t>
            </a:r>
          </a:p>
          <a:p>
            <a:pPr lvl="2">
              <a:lnSpc>
                <a:spcPct val="114000"/>
              </a:lnSpc>
              <a:spcBef>
                <a:spcPct val="15000"/>
              </a:spcBef>
            </a:pPr>
            <a:r>
              <a:rPr lang="en-US" altLang="zh-CN" sz="1900">
                <a:solidFill>
                  <a:srgbClr val="008000"/>
                </a:solidFill>
                <a:ea typeface="黑体" panose="02010609060101010101" pitchFamily="49" charset="-122"/>
              </a:rPr>
              <a:t>ALUASrc (ALU</a:t>
            </a:r>
            <a:r>
              <a:rPr lang="zh-CN" altLang="en-US" sz="1900">
                <a:solidFill>
                  <a:srgbClr val="008000"/>
                </a:solidFill>
                <a:ea typeface="黑体" panose="02010609060101010101" pitchFamily="49" charset="-122"/>
              </a:rPr>
              <a:t>的</a:t>
            </a:r>
            <a:r>
              <a:rPr lang="en-US" altLang="zh-CN" sz="1900">
                <a:solidFill>
                  <a:srgbClr val="008000"/>
                </a:solidFill>
                <a:ea typeface="黑体" panose="02010609060101010101" pitchFamily="49" charset="-122"/>
              </a:rPr>
              <a:t>A</a:t>
            </a:r>
            <a:r>
              <a:rPr lang="zh-CN" altLang="en-US" sz="1900">
                <a:solidFill>
                  <a:srgbClr val="008000"/>
                </a:solidFill>
                <a:ea typeface="黑体" panose="02010609060101010101" pitchFamily="49" charset="-122"/>
              </a:rPr>
              <a:t>口来源</a:t>
            </a:r>
            <a:r>
              <a:rPr lang="en-US" altLang="zh-CN" sz="1900">
                <a:solidFill>
                  <a:srgbClr val="008000"/>
                </a:solidFill>
                <a:ea typeface="黑体" panose="02010609060101010101" pitchFamily="49" charset="-122"/>
              </a:rPr>
              <a:t>)</a:t>
            </a:r>
            <a:r>
              <a:rPr lang="zh-CN" altLang="en-US" sz="1900">
                <a:solidFill>
                  <a:srgbClr val="008000"/>
                </a:solidFill>
                <a:ea typeface="黑体" panose="02010609060101010101" pitchFamily="49" charset="-122"/>
              </a:rPr>
              <a:t>：</a:t>
            </a:r>
            <a:r>
              <a:rPr lang="en-US" altLang="zh-CN" sz="1900">
                <a:solidFill>
                  <a:srgbClr val="CC0000"/>
                </a:solidFill>
                <a:ea typeface="黑体" panose="02010609060101010101" pitchFamily="49" charset="-122"/>
              </a:rPr>
              <a:t>1- </a:t>
            </a:r>
            <a:r>
              <a:rPr lang="zh-CN" altLang="en-US" sz="1900">
                <a:solidFill>
                  <a:srgbClr val="CC0000"/>
                </a:solidFill>
                <a:ea typeface="黑体" panose="02010609060101010101" pitchFamily="49" charset="-122"/>
              </a:rPr>
              <a:t>来源于</a:t>
            </a:r>
            <a:r>
              <a:rPr lang="en-US" altLang="zh-CN" sz="1900">
                <a:solidFill>
                  <a:srgbClr val="CC0000"/>
                </a:solidFill>
                <a:ea typeface="黑体" panose="02010609060101010101" pitchFamily="49" charset="-122"/>
              </a:rPr>
              <a:t>PC</a:t>
            </a:r>
            <a:r>
              <a:rPr lang="zh-CN" altLang="en-US" sz="1900">
                <a:solidFill>
                  <a:srgbClr val="CC0000"/>
                </a:solidFill>
                <a:ea typeface="黑体" panose="02010609060101010101" pitchFamily="49" charset="-122"/>
              </a:rPr>
              <a:t>；</a:t>
            </a:r>
            <a:r>
              <a:rPr lang="en-US" altLang="zh-CN" sz="1900">
                <a:solidFill>
                  <a:srgbClr val="CC0000"/>
                </a:solidFill>
                <a:ea typeface="黑体" panose="02010609060101010101" pitchFamily="49" charset="-122"/>
              </a:rPr>
              <a:t>0- </a:t>
            </a:r>
            <a:r>
              <a:rPr lang="zh-CN" altLang="en-US" sz="1900">
                <a:solidFill>
                  <a:srgbClr val="CC0000"/>
                </a:solidFill>
                <a:ea typeface="黑体" panose="02010609060101010101" pitchFamily="49" charset="-122"/>
              </a:rPr>
              <a:t>来源于</a:t>
            </a:r>
            <a:r>
              <a:rPr lang="en-US" altLang="zh-CN" sz="1900">
                <a:solidFill>
                  <a:srgbClr val="CC0000"/>
                </a:solidFill>
                <a:ea typeface="黑体" panose="02010609060101010101" pitchFamily="49" charset="-122"/>
              </a:rPr>
              <a:t>BusA</a:t>
            </a:r>
          </a:p>
          <a:p>
            <a:pPr lvl="2">
              <a:lnSpc>
                <a:spcPct val="114000"/>
              </a:lnSpc>
              <a:spcBef>
                <a:spcPct val="15000"/>
              </a:spcBef>
            </a:pPr>
            <a:r>
              <a:rPr lang="en-US" altLang="zh-CN" sz="1900">
                <a:solidFill>
                  <a:srgbClr val="008000"/>
                </a:solidFill>
                <a:ea typeface="黑体" panose="02010609060101010101" pitchFamily="49" charset="-122"/>
              </a:rPr>
              <a:t>ALUBSrc (ALU</a:t>
            </a:r>
            <a:r>
              <a:rPr lang="zh-CN" altLang="en-US" sz="1900">
                <a:solidFill>
                  <a:srgbClr val="008000"/>
                </a:solidFill>
                <a:ea typeface="黑体" panose="02010609060101010101" pitchFamily="49" charset="-122"/>
              </a:rPr>
              <a:t>的</a:t>
            </a:r>
            <a:r>
              <a:rPr lang="en-US" altLang="zh-CN" sz="1900">
                <a:solidFill>
                  <a:srgbClr val="008000"/>
                </a:solidFill>
                <a:ea typeface="黑体" panose="02010609060101010101" pitchFamily="49" charset="-122"/>
              </a:rPr>
              <a:t>B</a:t>
            </a:r>
            <a:r>
              <a:rPr lang="zh-CN" altLang="en-US" sz="1900">
                <a:solidFill>
                  <a:srgbClr val="008000"/>
                </a:solidFill>
                <a:ea typeface="黑体" panose="02010609060101010101" pitchFamily="49" charset="-122"/>
              </a:rPr>
              <a:t>口来源</a:t>
            </a:r>
            <a:r>
              <a:rPr lang="en-US" altLang="zh-CN" sz="1900">
                <a:solidFill>
                  <a:srgbClr val="008000"/>
                </a:solidFill>
                <a:ea typeface="黑体" panose="02010609060101010101" pitchFamily="49" charset="-122"/>
              </a:rPr>
              <a:t>)</a:t>
            </a:r>
            <a:r>
              <a:rPr lang="zh-CN" altLang="en-US" sz="1900">
                <a:solidFill>
                  <a:srgbClr val="008000"/>
                </a:solidFill>
                <a:ea typeface="黑体" panose="02010609060101010101" pitchFamily="49" charset="-122"/>
              </a:rPr>
              <a:t>：</a:t>
            </a:r>
            <a:r>
              <a:rPr lang="en-US" altLang="zh-CN" sz="1900">
                <a:solidFill>
                  <a:srgbClr val="CC0000"/>
                </a:solidFill>
                <a:ea typeface="黑体" panose="02010609060101010101" pitchFamily="49" charset="-122"/>
              </a:rPr>
              <a:t>0- BusB</a:t>
            </a:r>
            <a:r>
              <a:rPr lang="zh-CN" altLang="en-US" sz="1900">
                <a:solidFill>
                  <a:srgbClr val="CC0000"/>
                </a:solidFill>
                <a:ea typeface="黑体" panose="02010609060101010101" pitchFamily="49" charset="-122"/>
              </a:rPr>
              <a:t>；</a:t>
            </a:r>
            <a:r>
              <a:rPr lang="en-US" altLang="zh-CN" sz="1900">
                <a:solidFill>
                  <a:srgbClr val="CC0000"/>
                </a:solidFill>
                <a:ea typeface="黑体" panose="02010609060101010101" pitchFamily="49" charset="-122"/>
              </a:rPr>
              <a:t>1- </a:t>
            </a:r>
            <a:r>
              <a:rPr lang="zh-CN" altLang="en-US" sz="1900">
                <a:solidFill>
                  <a:srgbClr val="CC0000"/>
                </a:solidFill>
                <a:ea typeface="黑体" panose="02010609060101010101" pitchFamily="49" charset="-122"/>
              </a:rPr>
              <a:t>“</a:t>
            </a:r>
            <a:r>
              <a:rPr lang="en-US" altLang="zh-CN" sz="1900">
                <a:solidFill>
                  <a:srgbClr val="CC0000"/>
                </a:solidFill>
                <a:ea typeface="黑体" panose="02010609060101010101" pitchFamily="49" charset="-122"/>
              </a:rPr>
              <a:t>4</a:t>
            </a:r>
            <a:r>
              <a:rPr lang="zh-CN" altLang="en-US" sz="1900">
                <a:solidFill>
                  <a:srgbClr val="CC0000"/>
                </a:solidFill>
                <a:ea typeface="黑体" panose="02010609060101010101" pitchFamily="49" charset="-122"/>
              </a:rPr>
              <a:t>”；</a:t>
            </a:r>
            <a:r>
              <a:rPr lang="en-US" altLang="zh-CN" sz="1900">
                <a:solidFill>
                  <a:srgbClr val="CC0000"/>
                </a:solidFill>
                <a:ea typeface="黑体" panose="02010609060101010101" pitchFamily="49" charset="-122"/>
              </a:rPr>
              <a:t>2- Imm</a:t>
            </a:r>
          </a:p>
          <a:p>
            <a:pPr lvl="2">
              <a:lnSpc>
                <a:spcPct val="114000"/>
              </a:lnSpc>
              <a:spcBef>
                <a:spcPct val="15000"/>
              </a:spcBef>
            </a:pPr>
            <a:r>
              <a:rPr lang="en-US" altLang="zh-CN" sz="1900">
                <a:solidFill>
                  <a:srgbClr val="008000"/>
                </a:solidFill>
                <a:ea typeface="黑体" panose="02010609060101010101" pitchFamily="49" charset="-122"/>
              </a:rPr>
              <a:t>ALUctr (</a:t>
            </a:r>
            <a:r>
              <a:rPr lang="zh-CN" altLang="en-US" sz="1900">
                <a:solidFill>
                  <a:srgbClr val="008000"/>
                </a:solidFill>
                <a:ea typeface="黑体" panose="02010609060101010101" pitchFamily="49" charset="-122"/>
              </a:rPr>
              <a:t>控制</a:t>
            </a:r>
            <a:r>
              <a:rPr lang="en-US" altLang="zh-CN" sz="1900">
                <a:solidFill>
                  <a:srgbClr val="008000"/>
                </a:solidFill>
                <a:ea typeface="黑体" panose="02010609060101010101" pitchFamily="49" charset="-122"/>
              </a:rPr>
              <a:t>ALU</a:t>
            </a:r>
            <a:r>
              <a:rPr lang="zh-CN" altLang="en-US" sz="1900">
                <a:solidFill>
                  <a:srgbClr val="008000"/>
                </a:solidFill>
                <a:ea typeface="黑体" panose="02010609060101010101" pitchFamily="49" charset="-122"/>
              </a:rPr>
              <a:t>执行不同的操作</a:t>
            </a:r>
            <a:r>
              <a:rPr lang="en-US" altLang="zh-CN" sz="1900">
                <a:solidFill>
                  <a:srgbClr val="008000"/>
                </a:solidFill>
                <a:ea typeface="黑体" panose="02010609060101010101" pitchFamily="49" charset="-122"/>
              </a:rPr>
              <a:t>) </a:t>
            </a:r>
            <a:r>
              <a:rPr lang="zh-CN" altLang="en-US" sz="1900">
                <a:solidFill>
                  <a:srgbClr val="008000"/>
                </a:solidFill>
                <a:ea typeface="黑体" panose="02010609060101010101" pitchFamily="49" charset="-122"/>
              </a:rPr>
              <a:t>：</a:t>
            </a:r>
            <a:r>
              <a:rPr lang="en-US" altLang="zh-CN" sz="1900">
                <a:solidFill>
                  <a:srgbClr val="008000"/>
                </a:solidFill>
                <a:ea typeface="黑体" panose="02010609060101010101" pitchFamily="49" charset="-122"/>
              </a:rPr>
              <a:t> </a:t>
            </a:r>
            <a:r>
              <a:rPr lang="en-US" altLang="zh-CN" sz="1900">
                <a:solidFill>
                  <a:srgbClr val="CC0000"/>
                </a:solidFill>
                <a:ea typeface="黑体" panose="02010609060101010101" pitchFamily="49" charset="-122"/>
              </a:rPr>
              <a:t>4</a:t>
            </a:r>
            <a:r>
              <a:rPr lang="zh-CN" altLang="en-US" sz="1900">
                <a:solidFill>
                  <a:srgbClr val="CC0000"/>
                </a:solidFill>
                <a:ea typeface="黑体" panose="02010609060101010101" pitchFamily="49" charset="-122"/>
              </a:rPr>
              <a:t>位编码</a:t>
            </a:r>
            <a:endParaRPr lang="en-US" altLang="zh-CN" sz="1900">
              <a:solidFill>
                <a:srgbClr val="CC0000"/>
              </a:solidFill>
              <a:ea typeface="黑体" panose="02010609060101010101" pitchFamily="49" charset="-122"/>
            </a:endParaRPr>
          </a:p>
          <a:p>
            <a:pPr lvl="1">
              <a:lnSpc>
                <a:spcPct val="114000"/>
              </a:lnSpc>
              <a:spcBef>
                <a:spcPct val="15000"/>
              </a:spcBef>
            </a:pPr>
            <a:r>
              <a:rPr lang="en-US" altLang="zh-CN" sz="1900">
                <a:ea typeface="黑体" panose="02010609060101010101" pitchFamily="49" charset="-122"/>
              </a:rPr>
              <a:t>M</a:t>
            </a:r>
            <a:r>
              <a:rPr lang="zh-CN" altLang="en-US" sz="1900">
                <a:ea typeface="黑体" panose="02010609060101010101" pitchFamily="49" charset="-122"/>
              </a:rPr>
              <a:t>阶段的控制信号有三个</a:t>
            </a:r>
          </a:p>
          <a:p>
            <a:pPr lvl="2">
              <a:lnSpc>
                <a:spcPct val="114000"/>
              </a:lnSpc>
              <a:spcBef>
                <a:spcPct val="15000"/>
              </a:spcBef>
            </a:pPr>
            <a:r>
              <a:rPr lang="en-US" altLang="zh-CN" sz="1900">
                <a:solidFill>
                  <a:srgbClr val="008000"/>
                </a:solidFill>
                <a:ea typeface="黑体" panose="02010609060101010101" pitchFamily="49" charset="-122"/>
              </a:rPr>
              <a:t>MemWr (DM</a:t>
            </a:r>
            <a:r>
              <a:rPr lang="zh-CN" altLang="en-US" sz="1900">
                <a:solidFill>
                  <a:srgbClr val="008000"/>
                </a:solidFill>
                <a:ea typeface="黑体" panose="02010609060101010101" pitchFamily="49" charset="-122"/>
              </a:rPr>
              <a:t>的写信号</a:t>
            </a:r>
            <a:r>
              <a:rPr lang="en-US" altLang="zh-CN" sz="1900">
                <a:solidFill>
                  <a:srgbClr val="008000"/>
                </a:solidFill>
                <a:ea typeface="黑体" panose="02010609060101010101" pitchFamily="49" charset="-122"/>
              </a:rPr>
              <a:t>)</a:t>
            </a:r>
            <a:r>
              <a:rPr lang="zh-CN" altLang="en-US" sz="1900">
                <a:solidFill>
                  <a:srgbClr val="008000"/>
                </a:solidFill>
                <a:ea typeface="黑体" panose="02010609060101010101" pitchFamily="49" charset="-122"/>
              </a:rPr>
              <a:t>：</a:t>
            </a:r>
            <a:r>
              <a:rPr lang="en-US" altLang="zh-CN" sz="1900">
                <a:solidFill>
                  <a:srgbClr val="CC0000"/>
                </a:solidFill>
                <a:ea typeface="黑体" panose="02010609060101010101" pitchFamily="49" charset="-122"/>
              </a:rPr>
              <a:t>Store</a:t>
            </a:r>
            <a:r>
              <a:rPr lang="zh-CN" altLang="en-US" sz="1900">
                <a:solidFill>
                  <a:srgbClr val="CC0000"/>
                </a:solidFill>
                <a:ea typeface="黑体" panose="02010609060101010101" pitchFamily="49" charset="-122"/>
              </a:rPr>
              <a:t>指令时为</a:t>
            </a:r>
            <a:r>
              <a:rPr lang="en-US" altLang="zh-CN" sz="1900">
                <a:solidFill>
                  <a:srgbClr val="CC0000"/>
                </a:solidFill>
                <a:ea typeface="黑体" panose="02010609060101010101" pitchFamily="49" charset="-122"/>
              </a:rPr>
              <a:t>1</a:t>
            </a:r>
            <a:r>
              <a:rPr lang="zh-CN" altLang="en-US" sz="1900">
                <a:solidFill>
                  <a:srgbClr val="CC0000"/>
                </a:solidFill>
                <a:ea typeface="黑体" panose="02010609060101010101" pitchFamily="49" charset="-122"/>
              </a:rPr>
              <a:t>，其他指令为</a:t>
            </a:r>
            <a:r>
              <a:rPr lang="en-US" altLang="zh-CN" sz="1900">
                <a:solidFill>
                  <a:srgbClr val="CC0000"/>
                </a:solidFill>
                <a:ea typeface="黑体" panose="02010609060101010101" pitchFamily="49" charset="-122"/>
              </a:rPr>
              <a:t>0</a:t>
            </a:r>
          </a:p>
          <a:p>
            <a:pPr lvl="2">
              <a:lnSpc>
                <a:spcPct val="114000"/>
              </a:lnSpc>
              <a:spcBef>
                <a:spcPct val="15000"/>
              </a:spcBef>
            </a:pPr>
            <a:r>
              <a:rPr lang="en-US" altLang="zh-CN" sz="1900">
                <a:solidFill>
                  <a:srgbClr val="008000"/>
                </a:solidFill>
                <a:ea typeface="黑体" panose="02010609060101010101" pitchFamily="49" charset="-122"/>
              </a:rPr>
              <a:t>Branch (</a:t>
            </a:r>
            <a:r>
              <a:rPr lang="zh-CN" altLang="en-US" sz="1900">
                <a:solidFill>
                  <a:srgbClr val="008000"/>
                </a:solidFill>
                <a:ea typeface="黑体" panose="02010609060101010101" pitchFamily="49" charset="-122"/>
              </a:rPr>
              <a:t>是否为</a:t>
            </a:r>
            <a:r>
              <a:rPr lang="en-US" altLang="zh-CN" sz="1900">
                <a:solidFill>
                  <a:srgbClr val="008000"/>
                </a:solidFill>
                <a:ea typeface="黑体" panose="02010609060101010101" pitchFamily="49" charset="-122"/>
              </a:rPr>
              <a:t>B-</a:t>
            </a:r>
            <a:r>
              <a:rPr lang="zh-CN" altLang="en-US" sz="1900">
                <a:solidFill>
                  <a:srgbClr val="008000"/>
                </a:solidFill>
                <a:ea typeface="黑体" panose="02010609060101010101" pitchFamily="49" charset="-122"/>
              </a:rPr>
              <a:t>型指令</a:t>
            </a:r>
            <a:r>
              <a:rPr lang="en-US" altLang="zh-CN" sz="1900">
                <a:solidFill>
                  <a:srgbClr val="008000"/>
                </a:solidFill>
                <a:ea typeface="黑体" panose="02010609060101010101" pitchFamily="49" charset="-122"/>
              </a:rPr>
              <a:t>)</a:t>
            </a:r>
            <a:r>
              <a:rPr lang="zh-CN" altLang="en-US" sz="1900">
                <a:solidFill>
                  <a:srgbClr val="008000"/>
                </a:solidFill>
                <a:ea typeface="黑体" panose="02010609060101010101" pitchFamily="49" charset="-122"/>
              </a:rPr>
              <a:t>：</a:t>
            </a:r>
            <a:r>
              <a:rPr lang="en-US" altLang="zh-CN" sz="1900">
                <a:solidFill>
                  <a:srgbClr val="CC0000"/>
                </a:solidFill>
                <a:ea typeface="黑体" panose="02010609060101010101" pitchFamily="49" charset="-122"/>
              </a:rPr>
              <a:t>B-</a:t>
            </a:r>
            <a:r>
              <a:rPr lang="zh-CN" altLang="en-US" sz="1900">
                <a:solidFill>
                  <a:srgbClr val="CC0000"/>
                </a:solidFill>
                <a:ea typeface="黑体" panose="02010609060101010101" pitchFamily="49" charset="-122"/>
              </a:rPr>
              <a:t>型指令时为</a:t>
            </a:r>
            <a:r>
              <a:rPr lang="en-US" altLang="zh-CN" sz="1900">
                <a:solidFill>
                  <a:srgbClr val="CC0000"/>
                </a:solidFill>
                <a:ea typeface="黑体" panose="02010609060101010101" pitchFamily="49" charset="-122"/>
              </a:rPr>
              <a:t>1</a:t>
            </a:r>
            <a:r>
              <a:rPr lang="zh-CN" altLang="en-US" sz="1900">
                <a:solidFill>
                  <a:srgbClr val="CC0000"/>
                </a:solidFill>
                <a:ea typeface="黑体" panose="02010609060101010101" pitchFamily="49" charset="-122"/>
              </a:rPr>
              <a:t>，其他指令为</a:t>
            </a:r>
            <a:r>
              <a:rPr lang="en-US" altLang="zh-CN" sz="1900">
                <a:solidFill>
                  <a:srgbClr val="CC0000"/>
                </a:solidFill>
                <a:ea typeface="黑体" panose="02010609060101010101" pitchFamily="49" charset="-122"/>
              </a:rPr>
              <a:t>0</a:t>
            </a:r>
          </a:p>
          <a:p>
            <a:pPr lvl="2">
              <a:lnSpc>
                <a:spcPct val="114000"/>
              </a:lnSpc>
              <a:spcBef>
                <a:spcPct val="15000"/>
              </a:spcBef>
            </a:pPr>
            <a:r>
              <a:rPr lang="en-US" altLang="zh-CN" sz="1900">
                <a:solidFill>
                  <a:srgbClr val="008000"/>
                </a:solidFill>
                <a:ea typeface="黑体" panose="02010609060101010101" pitchFamily="49" charset="-122"/>
              </a:rPr>
              <a:t>Jump(</a:t>
            </a:r>
            <a:r>
              <a:rPr lang="zh-CN" altLang="en-US" sz="1900">
                <a:solidFill>
                  <a:srgbClr val="008000"/>
                </a:solidFill>
                <a:ea typeface="黑体" panose="02010609060101010101" pitchFamily="49" charset="-122"/>
              </a:rPr>
              <a:t>是否为</a:t>
            </a:r>
            <a:r>
              <a:rPr lang="en-US" altLang="zh-CN" sz="1900">
                <a:solidFill>
                  <a:srgbClr val="008000"/>
                </a:solidFill>
                <a:ea typeface="黑体" panose="02010609060101010101" pitchFamily="49" charset="-122"/>
              </a:rPr>
              <a:t>J-</a:t>
            </a:r>
            <a:r>
              <a:rPr lang="zh-CN" altLang="en-US" sz="1900">
                <a:solidFill>
                  <a:srgbClr val="008000"/>
                </a:solidFill>
                <a:ea typeface="黑体" panose="02010609060101010101" pitchFamily="49" charset="-122"/>
              </a:rPr>
              <a:t>型指令</a:t>
            </a:r>
            <a:r>
              <a:rPr lang="en-US" altLang="zh-CN" sz="1900">
                <a:solidFill>
                  <a:srgbClr val="008000"/>
                </a:solidFill>
                <a:ea typeface="黑体" panose="02010609060101010101" pitchFamily="49" charset="-122"/>
              </a:rPr>
              <a:t>)</a:t>
            </a:r>
            <a:r>
              <a:rPr lang="zh-CN" altLang="en-US" sz="1900">
                <a:solidFill>
                  <a:srgbClr val="008000"/>
                </a:solidFill>
                <a:ea typeface="黑体" panose="02010609060101010101" pitchFamily="49" charset="-122"/>
              </a:rPr>
              <a:t>：</a:t>
            </a:r>
            <a:r>
              <a:rPr lang="en-US" altLang="zh-CN" sz="1900">
                <a:solidFill>
                  <a:srgbClr val="CC0000"/>
                </a:solidFill>
                <a:ea typeface="黑体" panose="02010609060101010101" pitchFamily="49" charset="-122"/>
              </a:rPr>
              <a:t>J-</a:t>
            </a:r>
            <a:r>
              <a:rPr lang="zh-CN" altLang="en-US" sz="1900">
                <a:solidFill>
                  <a:srgbClr val="CC0000"/>
                </a:solidFill>
                <a:ea typeface="黑体" panose="02010609060101010101" pitchFamily="49" charset="-122"/>
              </a:rPr>
              <a:t>型指令时为</a:t>
            </a:r>
            <a:r>
              <a:rPr lang="en-US" altLang="zh-CN" sz="1900">
                <a:solidFill>
                  <a:srgbClr val="CC0000"/>
                </a:solidFill>
                <a:ea typeface="黑体" panose="02010609060101010101" pitchFamily="49" charset="-122"/>
              </a:rPr>
              <a:t>1</a:t>
            </a:r>
            <a:r>
              <a:rPr lang="zh-CN" altLang="en-US" sz="1900">
                <a:solidFill>
                  <a:srgbClr val="CC0000"/>
                </a:solidFill>
                <a:ea typeface="黑体" panose="02010609060101010101" pitchFamily="49" charset="-122"/>
              </a:rPr>
              <a:t>，其他指令为</a:t>
            </a:r>
            <a:r>
              <a:rPr lang="en-US" altLang="zh-CN" sz="1900">
                <a:solidFill>
                  <a:srgbClr val="CC0000"/>
                </a:solidFill>
                <a:ea typeface="黑体" panose="02010609060101010101" pitchFamily="49" charset="-122"/>
              </a:rPr>
              <a:t>0</a:t>
            </a:r>
          </a:p>
          <a:p>
            <a:pPr lvl="1">
              <a:lnSpc>
                <a:spcPct val="114000"/>
              </a:lnSpc>
              <a:spcBef>
                <a:spcPct val="15000"/>
              </a:spcBef>
            </a:pPr>
            <a:r>
              <a:rPr lang="en-US" altLang="zh-CN" sz="1900">
                <a:ea typeface="黑体" panose="02010609060101010101" pitchFamily="49" charset="-122"/>
              </a:rPr>
              <a:t>Wr</a:t>
            </a:r>
            <a:r>
              <a:rPr lang="zh-CN" altLang="en-US" sz="1900">
                <a:ea typeface="黑体" panose="02010609060101010101" pitchFamily="49" charset="-122"/>
              </a:rPr>
              <a:t>阶段的控制信号有两个</a:t>
            </a:r>
            <a:endParaRPr lang="en-US" altLang="zh-CN" sz="1900" b="0" u="sng">
              <a:solidFill>
                <a:schemeClr val="tx1"/>
              </a:solidFill>
              <a:ea typeface="黑体" panose="02010609060101010101" pitchFamily="49" charset="-122"/>
            </a:endParaRPr>
          </a:p>
          <a:p>
            <a:pPr lvl="2">
              <a:lnSpc>
                <a:spcPct val="114000"/>
              </a:lnSpc>
              <a:spcBef>
                <a:spcPct val="15000"/>
              </a:spcBef>
            </a:pPr>
            <a:r>
              <a:rPr lang="en-US" altLang="zh-CN" sz="1900">
                <a:solidFill>
                  <a:srgbClr val="008000"/>
                </a:solidFill>
                <a:ea typeface="黑体" panose="02010609060101010101" pitchFamily="49" charset="-122"/>
              </a:rPr>
              <a:t>MemtoReg (</a:t>
            </a:r>
            <a:r>
              <a:rPr lang="zh-CN" altLang="en-US" sz="1900">
                <a:solidFill>
                  <a:srgbClr val="008000"/>
                </a:solidFill>
                <a:ea typeface="黑体" panose="02010609060101010101" pitchFamily="49" charset="-122"/>
              </a:rPr>
              <a:t>寄存器的写入源</a:t>
            </a:r>
            <a:r>
              <a:rPr lang="en-US" altLang="zh-CN" sz="1900">
                <a:solidFill>
                  <a:srgbClr val="008000"/>
                </a:solidFill>
                <a:ea typeface="黑体" panose="02010609060101010101" pitchFamily="49" charset="-122"/>
              </a:rPr>
              <a:t>)</a:t>
            </a:r>
            <a:r>
              <a:rPr lang="zh-CN" altLang="en-US" sz="1900">
                <a:solidFill>
                  <a:srgbClr val="008000"/>
                </a:solidFill>
                <a:ea typeface="黑体" panose="02010609060101010101" pitchFamily="49" charset="-122"/>
              </a:rPr>
              <a:t>：</a:t>
            </a:r>
            <a:r>
              <a:rPr lang="en-US" altLang="zh-CN" sz="1900">
                <a:solidFill>
                  <a:srgbClr val="CC0000"/>
                </a:solidFill>
                <a:ea typeface="黑体" panose="02010609060101010101" pitchFamily="49" charset="-122"/>
              </a:rPr>
              <a:t>1- ALU</a:t>
            </a:r>
            <a:r>
              <a:rPr lang="zh-CN" altLang="en-US" sz="1900">
                <a:solidFill>
                  <a:srgbClr val="CC0000"/>
                </a:solidFill>
                <a:ea typeface="黑体" panose="02010609060101010101" pitchFamily="49" charset="-122"/>
              </a:rPr>
              <a:t>输出；</a:t>
            </a:r>
            <a:r>
              <a:rPr lang="en-US" altLang="zh-CN" sz="1900">
                <a:solidFill>
                  <a:srgbClr val="CC0000"/>
                </a:solidFill>
                <a:ea typeface="黑体" panose="02010609060101010101" pitchFamily="49" charset="-122"/>
              </a:rPr>
              <a:t>0- DM</a:t>
            </a:r>
            <a:r>
              <a:rPr lang="zh-CN" altLang="en-US" sz="1900">
                <a:solidFill>
                  <a:srgbClr val="CC0000"/>
                </a:solidFill>
                <a:ea typeface="黑体" panose="02010609060101010101" pitchFamily="49" charset="-122"/>
              </a:rPr>
              <a:t>输出</a:t>
            </a:r>
            <a:endParaRPr lang="zh-CN" altLang="en-US" sz="1900">
              <a:solidFill>
                <a:srgbClr val="008000"/>
              </a:solidFill>
              <a:ea typeface="黑体" panose="02010609060101010101" pitchFamily="49" charset="-122"/>
            </a:endParaRPr>
          </a:p>
          <a:p>
            <a:pPr lvl="2">
              <a:lnSpc>
                <a:spcPct val="114000"/>
              </a:lnSpc>
              <a:spcBef>
                <a:spcPct val="15000"/>
              </a:spcBef>
            </a:pPr>
            <a:r>
              <a:rPr lang="en-US" altLang="zh-CN" sz="1900">
                <a:solidFill>
                  <a:srgbClr val="008000"/>
                </a:solidFill>
                <a:ea typeface="黑体" panose="02010609060101010101" pitchFamily="49" charset="-122"/>
              </a:rPr>
              <a:t>RegWr (</a:t>
            </a:r>
            <a:r>
              <a:rPr lang="zh-CN" altLang="en-US" sz="1900">
                <a:solidFill>
                  <a:srgbClr val="008000"/>
                </a:solidFill>
                <a:ea typeface="黑体" panose="02010609060101010101" pitchFamily="49" charset="-122"/>
              </a:rPr>
              <a:t>寄存器堆写信号</a:t>
            </a:r>
            <a:r>
              <a:rPr lang="en-US" altLang="zh-CN" sz="1900">
                <a:solidFill>
                  <a:srgbClr val="008000"/>
                </a:solidFill>
                <a:ea typeface="黑体" panose="02010609060101010101" pitchFamily="49" charset="-122"/>
              </a:rPr>
              <a:t>)</a:t>
            </a:r>
            <a:r>
              <a:rPr lang="zh-CN" altLang="en-US" sz="1900">
                <a:solidFill>
                  <a:srgbClr val="008000"/>
                </a:solidFill>
                <a:ea typeface="黑体" panose="02010609060101010101" pitchFamily="49" charset="-122"/>
              </a:rPr>
              <a:t>：</a:t>
            </a:r>
            <a:r>
              <a:rPr lang="zh-CN" altLang="en-US" sz="1900">
                <a:solidFill>
                  <a:srgbClr val="CC0000"/>
                </a:solidFill>
                <a:ea typeface="黑体" panose="02010609060101010101" pitchFamily="49" charset="-122"/>
              </a:rPr>
              <a:t>结果写寄存器的指令都为</a:t>
            </a:r>
            <a:r>
              <a:rPr lang="en-US" altLang="zh-CN" sz="1900">
                <a:solidFill>
                  <a:srgbClr val="CC0000"/>
                </a:solidFill>
                <a:ea typeface="黑体" panose="02010609060101010101" pitchFamily="49" charset="-122"/>
              </a:rPr>
              <a:t>1</a:t>
            </a:r>
            <a:r>
              <a:rPr lang="zh-CN" altLang="en-US" sz="1900">
                <a:solidFill>
                  <a:srgbClr val="CC0000"/>
                </a:solidFill>
                <a:ea typeface="黑体" panose="02010609060101010101" pitchFamily="49" charset="-122"/>
              </a:rPr>
              <a:t>，其他指令为</a:t>
            </a:r>
            <a:r>
              <a:rPr lang="en-US" altLang="zh-CN" sz="1900">
                <a:solidFill>
                  <a:srgbClr val="CC0000"/>
                </a:solidFill>
                <a:ea typeface="黑体" panose="02010609060101010101" pitchFamily="49" charset="-122"/>
              </a:rPr>
              <a:t>0</a:t>
            </a:r>
            <a:endParaRPr lang="zh-CN" altLang="en-US" sz="1900">
              <a:solidFill>
                <a:srgbClr val="CC0000"/>
              </a:solidFill>
              <a:ea typeface="黑体" panose="02010609060101010101" pitchFamily="49" charset="-122"/>
            </a:endParaRPr>
          </a:p>
        </p:txBody>
      </p:sp>
      <p:sp>
        <p:nvSpPr>
          <p:cNvPr id="190645" name="Rectangle 181">
            <a:extLst>
              <a:ext uri="{FF2B5EF4-FFF2-40B4-BE49-F238E27FC236}">
                <a16:creationId xmlns:a16="http://schemas.microsoft.com/office/drawing/2014/main" id="{2AEE0534-708A-102E-B1E9-8863356F5162}"/>
              </a:ext>
            </a:extLst>
          </p:cNvPr>
          <p:cNvSpPr>
            <a:spLocks noChangeArrowheads="1"/>
          </p:cNvSpPr>
          <p:nvPr/>
        </p:nvSpPr>
        <p:spPr bwMode="auto">
          <a:xfrm>
            <a:off x="2611438" y="1058863"/>
            <a:ext cx="40274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lvl="1" eaLnBrk="0" hangingPunct="0">
              <a:lnSpc>
                <a:spcPct val="120000"/>
              </a:lnSpc>
              <a:spcBef>
                <a:spcPct val="15000"/>
              </a:spcBef>
            </a:pPr>
            <a:r>
              <a:rPr lang="zh-CN" altLang="en-US" sz="1800">
                <a:solidFill>
                  <a:schemeClr val="accent1"/>
                </a:solidFill>
                <a:latin typeface="Arial" panose="020B0604020202020204" pitchFamily="34" charset="0"/>
                <a:ea typeface="黑体" panose="02010609060101010101" pitchFamily="49" charset="-122"/>
              </a:rPr>
              <a:t>每个时钟都会改变</a:t>
            </a:r>
            <a:r>
              <a:rPr lang="en-US" altLang="zh-CN" sz="1800">
                <a:solidFill>
                  <a:schemeClr val="accent1"/>
                </a:solidFill>
                <a:latin typeface="Arial" panose="020B0604020202020204" pitchFamily="34" charset="0"/>
                <a:ea typeface="黑体" panose="02010609060101010101" pitchFamily="49" charset="-122"/>
              </a:rPr>
              <a:t>PC</a:t>
            </a:r>
            <a:r>
              <a:rPr lang="zh-CN" altLang="en-US" sz="1800">
                <a:solidFill>
                  <a:schemeClr val="accent1"/>
                </a:solidFill>
                <a:latin typeface="Arial" panose="020B0604020202020204" pitchFamily="34" charset="0"/>
                <a:ea typeface="黑体" panose="02010609060101010101" pitchFamily="49" charset="-122"/>
              </a:rPr>
              <a:t>，故不需要</a:t>
            </a:r>
            <a:r>
              <a:rPr lang="en-US" altLang="zh-CN" sz="1800">
                <a:solidFill>
                  <a:schemeClr val="accent1"/>
                </a:solidFill>
                <a:latin typeface="Arial" panose="020B0604020202020204" pitchFamily="34" charset="0"/>
                <a:ea typeface="黑体" panose="02010609060101010101" pitchFamily="49" charset="-122"/>
              </a:rPr>
              <a:t>!</a:t>
            </a:r>
          </a:p>
        </p:txBody>
      </p:sp>
      <p:sp>
        <p:nvSpPr>
          <p:cNvPr id="190646" name="Rectangle 182">
            <a:extLst>
              <a:ext uri="{FF2B5EF4-FFF2-40B4-BE49-F238E27FC236}">
                <a16:creationId xmlns:a16="http://schemas.microsoft.com/office/drawing/2014/main" id="{4A5F296E-F38E-3B47-0513-6BDAA70E1ECA}"/>
              </a:ext>
            </a:extLst>
          </p:cNvPr>
          <p:cNvSpPr>
            <a:spLocks noChangeArrowheads="1"/>
          </p:cNvSpPr>
          <p:nvPr/>
        </p:nvSpPr>
        <p:spPr bwMode="auto">
          <a:xfrm>
            <a:off x="3749675" y="1463675"/>
            <a:ext cx="50911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lvl="1" eaLnBrk="0" hangingPunct="0">
              <a:lnSpc>
                <a:spcPct val="120000"/>
              </a:lnSpc>
              <a:spcBef>
                <a:spcPct val="15000"/>
              </a:spcBef>
            </a:pPr>
            <a:r>
              <a:rPr lang="zh-CN" altLang="en-US" sz="1800">
                <a:solidFill>
                  <a:schemeClr val="accent1"/>
                </a:solidFill>
                <a:latin typeface="Arial" panose="020B0604020202020204" pitchFamily="34" charset="0"/>
                <a:ea typeface="黑体" panose="02010609060101010101" pitchFamily="49" charset="-122"/>
              </a:rPr>
              <a:t>每个时钟都会改变流水段寄存器，故不需要</a:t>
            </a:r>
            <a:r>
              <a:rPr lang="en-US" altLang="zh-CN" sz="1800">
                <a:solidFill>
                  <a:schemeClr val="accent1"/>
                </a:solidFill>
                <a:latin typeface="Arial" panose="020B0604020202020204" pitchFamily="34" charset="0"/>
                <a:ea typeface="黑体" panose="02010609060101010101" pitchFamily="49" charset="-122"/>
              </a:rPr>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0467">
                                            <p:txEl>
                                              <p:pRg st="1" end="1"/>
                                            </p:txEl>
                                          </p:spTgt>
                                        </p:tgtEl>
                                        <p:attrNameLst>
                                          <p:attrName>style.visibility</p:attrName>
                                        </p:attrNameLst>
                                      </p:cBhvr>
                                      <p:to>
                                        <p:strVal val="visible"/>
                                      </p:to>
                                    </p:set>
                                    <p:animEffect transition="in" filter="blinds(horizontal)">
                                      <p:cBhvr>
                                        <p:cTn id="7" dur="500"/>
                                        <p:tgtEl>
                                          <p:spTgt spid="1904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0645">
                                            <p:txEl>
                                              <p:pRg st="0" end="0"/>
                                            </p:txEl>
                                          </p:spTgt>
                                        </p:tgtEl>
                                        <p:attrNameLst>
                                          <p:attrName>style.visibility</p:attrName>
                                        </p:attrNameLst>
                                      </p:cBhvr>
                                      <p:to>
                                        <p:strVal val="visible"/>
                                      </p:to>
                                    </p:set>
                                    <p:animEffect transition="in" filter="blinds(horizontal)">
                                      <p:cBhvr>
                                        <p:cTn id="12" dur="500"/>
                                        <p:tgtEl>
                                          <p:spTgt spid="19064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90467">
                                            <p:txEl>
                                              <p:pRg st="2" end="2"/>
                                            </p:txEl>
                                          </p:spTgt>
                                        </p:tgtEl>
                                        <p:attrNameLst>
                                          <p:attrName>style.visibility</p:attrName>
                                        </p:attrNameLst>
                                      </p:cBhvr>
                                      <p:to>
                                        <p:strVal val="visible"/>
                                      </p:to>
                                    </p:set>
                                    <p:animEffect transition="in" filter="blinds(horizontal)">
                                      <p:cBhvr>
                                        <p:cTn id="17" dur="500"/>
                                        <p:tgtEl>
                                          <p:spTgt spid="1904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90646">
                                            <p:txEl>
                                              <p:pRg st="0" end="0"/>
                                            </p:txEl>
                                          </p:spTgt>
                                        </p:tgtEl>
                                        <p:attrNameLst>
                                          <p:attrName>style.visibility</p:attrName>
                                        </p:attrNameLst>
                                      </p:cBhvr>
                                      <p:to>
                                        <p:strVal val="visible"/>
                                      </p:to>
                                    </p:set>
                                    <p:animEffect transition="in" filter="blinds(horizontal)">
                                      <p:cBhvr>
                                        <p:cTn id="22" dur="500"/>
                                        <p:tgtEl>
                                          <p:spTgt spid="19064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90467">
                                            <p:txEl>
                                              <p:pRg st="3" end="3"/>
                                            </p:txEl>
                                          </p:spTgt>
                                        </p:tgtEl>
                                        <p:attrNameLst>
                                          <p:attrName>style.visibility</p:attrName>
                                        </p:attrNameLst>
                                      </p:cBhvr>
                                      <p:to>
                                        <p:strVal val="visible"/>
                                      </p:to>
                                    </p:set>
                                    <p:animEffect transition="in" filter="blinds(horizontal)">
                                      <p:cBhvr>
                                        <p:cTn id="27" dur="500"/>
                                        <p:tgtEl>
                                          <p:spTgt spid="190467">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90467">
                                            <p:txEl>
                                              <p:pRg st="4" end="4"/>
                                            </p:txEl>
                                          </p:spTgt>
                                        </p:tgtEl>
                                        <p:attrNameLst>
                                          <p:attrName>style.visibility</p:attrName>
                                        </p:attrNameLst>
                                      </p:cBhvr>
                                      <p:to>
                                        <p:strVal val="visible"/>
                                      </p:to>
                                    </p:set>
                                    <p:animEffect transition="in" filter="blinds(horizontal)">
                                      <p:cBhvr>
                                        <p:cTn id="32" dur="500"/>
                                        <p:tgtEl>
                                          <p:spTgt spid="190467">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90467">
                                            <p:txEl>
                                              <p:pRg st="5" end="5"/>
                                            </p:txEl>
                                          </p:spTgt>
                                        </p:tgtEl>
                                        <p:attrNameLst>
                                          <p:attrName>style.visibility</p:attrName>
                                        </p:attrNameLst>
                                      </p:cBhvr>
                                      <p:to>
                                        <p:strVal val="visible"/>
                                      </p:to>
                                    </p:set>
                                    <p:animEffect transition="in" filter="blinds(horizontal)">
                                      <p:cBhvr>
                                        <p:cTn id="37" dur="500"/>
                                        <p:tgtEl>
                                          <p:spTgt spid="190467">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90467">
                                            <p:txEl>
                                              <p:pRg st="6" end="6"/>
                                            </p:txEl>
                                          </p:spTgt>
                                        </p:tgtEl>
                                        <p:attrNameLst>
                                          <p:attrName>style.visibility</p:attrName>
                                        </p:attrNameLst>
                                      </p:cBhvr>
                                      <p:to>
                                        <p:strVal val="visible"/>
                                      </p:to>
                                    </p:set>
                                    <p:animEffect transition="in" filter="blinds(horizontal)">
                                      <p:cBhvr>
                                        <p:cTn id="42" dur="500"/>
                                        <p:tgtEl>
                                          <p:spTgt spid="190467">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90467">
                                            <p:txEl>
                                              <p:pRg st="7" end="7"/>
                                            </p:txEl>
                                          </p:spTgt>
                                        </p:tgtEl>
                                        <p:attrNameLst>
                                          <p:attrName>style.visibility</p:attrName>
                                        </p:attrNameLst>
                                      </p:cBhvr>
                                      <p:to>
                                        <p:strVal val="visible"/>
                                      </p:to>
                                    </p:set>
                                    <p:animEffect transition="in" filter="blinds(horizontal)">
                                      <p:cBhvr>
                                        <p:cTn id="47" dur="500"/>
                                        <p:tgtEl>
                                          <p:spTgt spid="190467">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190467">
                                            <p:txEl>
                                              <p:pRg st="8" end="8"/>
                                            </p:txEl>
                                          </p:spTgt>
                                        </p:tgtEl>
                                        <p:attrNameLst>
                                          <p:attrName>style.visibility</p:attrName>
                                        </p:attrNameLst>
                                      </p:cBhvr>
                                      <p:to>
                                        <p:strVal val="visible"/>
                                      </p:to>
                                    </p:set>
                                    <p:animEffect transition="in" filter="blinds(horizontal)">
                                      <p:cBhvr>
                                        <p:cTn id="52" dur="500"/>
                                        <p:tgtEl>
                                          <p:spTgt spid="190467">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190467">
                                            <p:txEl>
                                              <p:pRg st="9" end="9"/>
                                            </p:txEl>
                                          </p:spTgt>
                                        </p:tgtEl>
                                        <p:attrNameLst>
                                          <p:attrName>style.visibility</p:attrName>
                                        </p:attrNameLst>
                                      </p:cBhvr>
                                      <p:to>
                                        <p:strVal val="visible"/>
                                      </p:to>
                                    </p:set>
                                    <p:animEffect transition="in" filter="blinds(horizontal)">
                                      <p:cBhvr>
                                        <p:cTn id="57" dur="500"/>
                                        <p:tgtEl>
                                          <p:spTgt spid="190467">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190467">
                                            <p:txEl>
                                              <p:pRg st="10" end="10"/>
                                            </p:txEl>
                                          </p:spTgt>
                                        </p:tgtEl>
                                        <p:attrNameLst>
                                          <p:attrName>style.visibility</p:attrName>
                                        </p:attrNameLst>
                                      </p:cBhvr>
                                      <p:to>
                                        <p:strVal val="visible"/>
                                      </p:to>
                                    </p:set>
                                    <p:animEffect transition="in" filter="blinds(horizontal)">
                                      <p:cBhvr>
                                        <p:cTn id="62" dur="500"/>
                                        <p:tgtEl>
                                          <p:spTgt spid="190467">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190467">
                                            <p:txEl>
                                              <p:pRg st="11" end="11"/>
                                            </p:txEl>
                                          </p:spTgt>
                                        </p:tgtEl>
                                        <p:attrNameLst>
                                          <p:attrName>style.visibility</p:attrName>
                                        </p:attrNameLst>
                                      </p:cBhvr>
                                      <p:to>
                                        <p:strVal val="visible"/>
                                      </p:to>
                                    </p:set>
                                    <p:animEffect transition="in" filter="blinds(horizontal)">
                                      <p:cBhvr>
                                        <p:cTn id="67" dur="500"/>
                                        <p:tgtEl>
                                          <p:spTgt spid="190467">
                                            <p:txEl>
                                              <p:pRg st="11" end="1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190467">
                                            <p:txEl>
                                              <p:pRg st="12" end="12"/>
                                            </p:txEl>
                                          </p:spTgt>
                                        </p:tgtEl>
                                        <p:attrNameLst>
                                          <p:attrName>style.visibility</p:attrName>
                                        </p:attrNameLst>
                                      </p:cBhvr>
                                      <p:to>
                                        <p:strVal val="visible"/>
                                      </p:to>
                                    </p:set>
                                    <p:animEffect transition="in" filter="blinds(horizontal)">
                                      <p:cBhvr>
                                        <p:cTn id="72" dur="500"/>
                                        <p:tgtEl>
                                          <p:spTgt spid="190467">
                                            <p:txEl>
                                              <p:pRg st="12" end="12"/>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190467">
                                            <p:txEl>
                                              <p:pRg st="13" end="13"/>
                                            </p:txEl>
                                          </p:spTgt>
                                        </p:tgtEl>
                                        <p:attrNameLst>
                                          <p:attrName>style.visibility</p:attrName>
                                        </p:attrNameLst>
                                      </p:cBhvr>
                                      <p:to>
                                        <p:strVal val="visible"/>
                                      </p:to>
                                    </p:set>
                                    <p:animEffect transition="in" filter="blinds(horizontal)">
                                      <p:cBhvr>
                                        <p:cTn id="77" dur="500"/>
                                        <p:tgtEl>
                                          <p:spTgt spid="190467">
                                            <p:txEl>
                                              <p:pRg st="13" end="13"/>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190467">
                                            <p:txEl>
                                              <p:pRg st="14" end="14"/>
                                            </p:txEl>
                                          </p:spTgt>
                                        </p:tgtEl>
                                        <p:attrNameLst>
                                          <p:attrName>style.visibility</p:attrName>
                                        </p:attrNameLst>
                                      </p:cBhvr>
                                      <p:to>
                                        <p:strVal val="visible"/>
                                      </p:to>
                                    </p:set>
                                    <p:animEffect transition="in" filter="blinds(horizontal)">
                                      <p:cBhvr>
                                        <p:cTn id="82" dur="500"/>
                                        <p:tgtEl>
                                          <p:spTgt spid="190467">
                                            <p:txEl>
                                              <p:pRg st="14" end="14"/>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190467">
                                            <p:txEl>
                                              <p:pRg st="15" end="15"/>
                                            </p:txEl>
                                          </p:spTgt>
                                        </p:tgtEl>
                                        <p:attrNameLst>
                                          <p:attrName>style.visibility</p:attrName>
                                        </p:attrNameLst>
                                      </p:cBhvr>
                                      <p:to>
                                        <p:strVal val="visible"/>
                                      </p:to>
                                    </p:set>
                                    <p:animEffect transition="in" filter="blinds(horizontal)">
                                      <p:cBhvr>
                                        <p:cTn id="87" dur="500"/>
                                        <p:tgtEl>
                                          <p:spTgt spid="190467">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583BA14C-B508-AA11-E96F-5A0493004DF0}"/>
              </a:ext>
            </a:extLst>
          </p:cNvPr>
          <p:cNvSpPr>
            <a:spLocks noGrp="1" noChangeArrowheads="1"/>
          </p:cNvSpPr>
          <p:nvPr>
            <p:ph type="title"/>
          </p:nvPr>
        </p:nvSpPr>
        <p:spPr>
          <a:xfrm>
            <a:off x="800100" y="228600"/>
            <a:ext cx="6862763" cy="371475"/>
          </a:xfrm>
        </p:spPr>
        <p:txBody>
          <a:bodyPr/>
          <a:lstStyle/>
          <a:p>
            <a:r>
              <a:rPr lang="zh-CN" altLang="en-US">
                <a:ea typeface="宋体" panose="02010600030101010101" pitchFamily="2" charset="-122"/>
              </a:rPr>
              <a:t>控制逻辑的设计</a:t>
            </a:r>
          </a:p>
        </p:txBody>
      </p:sp>
      <p:sp>
        <p:nvSpPr>
          <p:cNvPr id="186371" name="Rectangle 3">
            <a:extLst>
              <a:ext uri="{FF2B5EF4-FFF2-40B4-BE49-F238E27FC236}">
                <a16:creationId xmlns:a16="http://schemas.microsoft.com/office/drawing/2014/main" id="{A56E5B6A-52CF-2121-5D3D-230BA2418E3C}"/>
              </a:ext>
            </a:extLst>
          </p:cNvPr>
          <p:cNvSpPr>
            <a:spLocks noGrp="1" noChangeArrowheads="1"/>
          </p:cNvSpPr>
          <p:nvPr>
            <p:ph idx="1"/>
          </p:nvPr>
        </p:nvSpPr>
        <p:spPr>
          <a:xfrm>
            <a:off x="184150" y="830263"/>
            <a:ext cx="8775700" cy="4530725"/>
          </a:xfrm>
        </p:spPr>
        <p:txBody>
          <a:bodyPr/>
          <a:lstStyle/>
          <a:p>
            <a:pPr>
              <a:spcBef>
                <a:spcPct val="35000"/>
              </a:spcBef>
            </a:pPr>
            <a:r>
              <a:rPr lang="zh-CN" altLang="en-US" sz="1900">
                <a:ea typeface="黑体" panose="02010609060101010101" pitchFamily="49" charset="-122"/>
              </a:rPr>
              <a:t>流水线控制逻辑的设计</a:t>
            </a:r>
          </a:p>
          <a:p>
            <a:pPr lvl="1">
              <a:lnSpc>
                <a:spcPct val="100000"/>
              </a:lnSpc>
              <a:spcBef>
                <a:spcPct val="35000"/>
              </a:spcBef>
            </a:pPr>
            <a:r>
              <a:rPr lang="zh-CN" altLang="en-US" sz="1900">
                <a:ea typeface="黑体" panose="02010609060101010101" pitchFamily="49" charset="-122"/>
              </a:rPr>
              <a:t>每条指令的控制信号在该指令执行期间变不变？</a:t>
            </a:r>
            <a:endParaRPr lang="en-US" altLang="zh-CN" sz="1900">
              <a:ea typeface="黑体" panose="02010609060101010101" pitchFamily="49" charset="-122"/>
            </a:endParaRPr>
          </a:p>
          <a:p>
            <a:pPr lvl="1">
              <a:lnSpc>
                <a:spcPct val="100000"/>
              </a:lnSpc>
              <a:spcBef>
                <a:spcPct val="35000"/>
              </a:spcBef>
              <a:buFontTx/>
              <a:buNone/>
            </a:pPr>
            <a:r>
              <a:rPr lang="zh-CN" altLang="en-US" sz="1900">
                <a:solidFill>
                  <a:srgbClr val="008000"/>
                </a:solidFill>
                <a:ea typeface="黑体" panose="02010609060101010101" pitchFamily="49" charset="-122"/>
              </a:rPr>
              <a:t>（单周期和多周期时各是怎样的情况？）</a:t>
            </a:r>
          </a:p>
          <a:p>
            <a:pPr lvl="1">
              <a:lnSpc>
                <a:spcPct val="100000"/>
              </a:lnSpc>
              <a:spcBef>
                <a:spcPct val="35000"/>
              </a:spcBef>
            </a:pPr>
            <a:r>
              <a:rPr lang="zh-CN" altLang="en-US" sz="1900">
                <a:ea typeface="黑体" panose="02010609060101010101" pitchFamily="49" charset="-122"/>
              </a:rPr>
              <a:t>与单周期还是多周期的控制逻辑设计类似？</a:t>
            </a:r>
          </a:p>
          <a:p>
            <a:pPr lvl="1">
              <a:lnSpc>
                <a:spcPct val="100000"/>
              </a:lnSpc>
              <a:spcBef>
                <a:spcPct val="35000"/>
              </a:spcBef>
              <a:buFontTx/>
              <a:buNone/>
            </a:pPr>
            <a:r>
              <a:rPr lang="zh-CN" altLang="en-US" sz="1900">
                <a:solidFill>
                  <a:srgbClr val="008000"/>
                </a:solidFill>
                <a:ea typeface="黑体" panose="02010609060101010101" pitchFamily="49" charset="-122"/>
              </a:rPr>
              <a:t>（单周期和多周期控制逻辑各是怎样设计的？）</a:t>
            </a:r>
          </a:p>
          <a:p>
            <a:pPr lvl="1">
              <a:lnSpc>
                <a:spcPct val="100000"/>
              </a:lnSpc>
              <a:spcBef>
                <a:spcPct val="35000"/>
              </a:spcBef>
            </a:pPr>
            <a:r>
              <a:rPr lang="zh-CN" altLang="en-US" sz="1900">
                <a:ea typeface="黑体" panose="02010609060101010101" pitchFamily="49" charset="-122"/>
              </a:rPr>
              <a:t>设计过程</a:t>
            </a:r>
          </a:p>
          <a:p>
            <a:pPr lvl="2">
              <a:lnSpc>
                <a:spcPct val="100000"/>
              </a:lnSpc>
              <a:spcBef>
                <a:spcPct val="35000"/>
              </a:spcBef>
            </a:pPr>
            <a:r>
              <a:rPr lang="zh-CN" altLang="en-US" sz="1900">
                <a:ea typeface="黑体" panose="02010609060101010101" pitchFamily="49" charset="-122"/>
              </a:rPr>
              <a:t>用真值表建立指令和控制信号之间的关系</a:t>
            </a:r>
          </a:p>
          <a:p>
            <a:pPr lvl="2">
              <a:lnSpc>
                <a:spcPct val="100000"/>
              </a:lnSpc>
              <a:spcBef>
                <a:spcPct val="35000"/>
              </a:spcBef>
            </a:pPr>
            <a:r>
              <a:rPr lang="zh-CN" altLang="en-US" sz="1900">
                <a:ea typeface="黑体" panose="02010609060101010101" pitchFamily="49" charset="-122"/>
              </a:rPr>
              <a:t>写出每个控制信号的逻辑表达式</a:t>
            </a:r>
          </a:p>
          <a:p>
            <a:pPr lvl="1">
              <a:lnSpc>
                <a:spcPct val="100000"/>
              </a:lnSpc>
              <a:spcBef>
                <a:spcPct val="35000"/>
              </a:spcBef>
            </a:pPr>
            <a:r>
              <a:rPr lang="zh-CN" altLang="en-US" sz="1900">
                <a:ea typeface="黑体" panose="02010609060101010101" pitchFamily="49" charset="-122"/>
              </a:rPr>
              <a:t>控制逻辑的输出（控制信号）在</a:t>
            </a:r>
            <a:r>
              <a:rPr lang="en-US" altLang="zh-CN" sz="1900">
                <a:ea typeface="黑体" panose="02010609060101010101" pitchFamily="49" charset="-122"/>
              </a:rPr>
              <a:t>ID</a:t>
            </a:r>
            <a:r>
              <a:rPr lang="zh-CN" altLang="en-US" sz="1900">
                <a:ea typeface="黑体" panose="02010609060101010101" pitchFamily="49" charset="-122"/>
              </a:rPr>
              <a:t>阶段生成，并存放在</a:t>
            </a:r>
            <a:r>
              <a:rPr lang="en-US" altLang="zh-CN" sz="1900">
                <a:ea typeface="黑体" panose="02010609060101010101" pitchFamily="49" charset="-122"/>
              </a:rPr>
              <a:t>ID/EX</a:t>
            </a:r>
            <a:r>
              <a:rPr lang="zh-CN" altLang="en-US" sz="1900">
                <a:ea typeface="黑体" panose="02010609060101010101" pitchFamily="49" charset="-122"/>
              </a:rPr>
              <a:t>流水段寄存器中，然后每来一个时钟跟着指令传送到下一级流水段寄存器</a:t>
            </a:r>
          </a:p>
          <a:p>
            <a:pPr lvl="1">
              <a:lnSpc>
                <a:spcPct val="100000"/>
              </a:lnSpc>
              <a:spcBef>
                <a:spcPct val="35000"/>
              </a:spcBef>
            </a:pPr>
            <a:r>
              <a:rPr lang="zh-CN" altLang="en-US" sz="1900">
                <a:ea typeface="黑体" panose="02010609060101010101" pitchFamily="49" charset="-122"/>
              </a:rPr>
              <a:t>某时刻在不同阶段同时执行不同指令，不同的指令得到不同控制信号</a:t>
            </a:r>
          </a:p>
          <a:p>
            <a:pPr lvl="2"/>
            <a:endParaRPr lang="zh-CN" altLang="en-US">
              <a:ea typeface="宋体" panose="02010600030101010101" pitchFamily="2" charset="-122"/>
            </a:endParaRPr>
          </a:p>
        </p:txBody>
      </p:sp>
      <p:sp>
        <p:nvSpPr>
          <p:cNvPr id="186372" name="Text Box 4">
            <a:extLst>
              <a:ext uri="{FF2B5EF4-FFF2-40B4-BE49-F238E27FC236}">
                <a16:creationId xmlns:a16="http://schemas.microsoft.com/office/drawing/2014/main" id="{F4573B70-5AC3-4FC1-DE98-39166F2D2047}"/>
              </a:ext>
            </a:extLst>
          </p:cNvPr>
          <p:cNvSpPr txBox="1">
            <a:spLocks noChangeArrowheads="1"/>
          </p:cNvSpPr>
          <p:nvPr/>
        </p:nvSpPr>
        <p:spPr bwMode="auto">
          <a:xfrm>
            <a:off x="800100" y="5594350"/>
            <a:ext cx="7188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latin typeface="Arial" panose="020B0604020202020204" pitchFamily="34" charset="0"/>
                <a:ea typeface="黑体" panose="02010609060101010101" pitchFamily="49" charset="-122"/>
              </a:rPr>
              <a:t>忘记单周期和多周期控制器设计的同学，复习一下！</a:t>
            </a:r>
          </a:p>
        </p:txBody>
      </p:sp>
      <p:sp>
        <p:nvSpPr>
          <p:cNvPr id="186374" name="Text Box 6">
            <a:extLst>
              <a:ext uri="{FF2B5EF4-FFF2-40B4-BE49-F238E27FC236}">
                <a16:creationId xmlns:a16="http://schemas.microsoft.com/office/drawing/2014/main" id="{CF5219F6-A1EF-4E76-6C20-596AB0610E22}"/>
              </a:ext>
            </a:extLst>
          </p:cNvPr>
          <p:cNvSpPr txBox="1">
            <a:spLocks noChangeArrowheads="1"/>
          </p:cNvSpPr>
          <p:nvPr/>
        </p:nvSpPr>
        <p:spPr bwMode="auto">
          <a:xfrm>
            <a:off x="6386513" y="1231900"/>
            <a:ext cx="1276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solidFill>
                  <a:schemeClr val="accent1"/>
                </a:solidFill>
                <a:latin typeface="黑体" panose="02010609060101010101" pitchFamily="49" charset="-122"/>
                <a:ea typeface="黑体" panose="02010609060101010101" pitchFamily="49" charset="-122"/>
              </a:rPr>
              <a:t>不变！</a:t>
            </a:r>
          </a:p>
        </p:txBody>
      </p:sp>
      <p:sp>
        <p:nvSpPr>
          <p:cNvPr id="186375" name="Text Box 7">
            <a:extLst>
              <a:ext uri="{FF2B5EF4-FFF2-40B4-BE49-F238E27FC236}">
                <a16:creationId xmlns:a16="http://schemas.microsoft.com/office/drawing/2014/main" id="{6ACDA41F-BDD0-CA04-BCBA-8B53B3CA3994}"/>
              </a:ext>
            </a:extLst>
          </p:cNvPr>
          <p:cNvSpPr txBox="1">
            <a:spLocks noChangeArrowheads="1"/>
          </p:cNvSpPr>
          <p:nvPr/>
        </p:nvSpPr>
        <p:spPr bwMode="auto">
          <a:xfrm>
            <a:off x="5986463" y="2003425"/>
            <a:ext cx="1276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solidFill>
                  <a:schemeClr val="accent1"/>
                </a:solidFill>
                <a:latin typeface="黑体" panose="02010609060101010101" pitchFamily="49" charset="-122"/>
                <a:ea typeface="黑体" panose="02010609060101010101" pitchFamily="49" charset="-122"/>
              </a:rPr>
              <a:t>单周期！</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6371">
                                            <p:txEl>
                                              <p:pRg st="1" end="1"/>
                                            </p:txEl>
                                          </p:spTgt>
                                        </p:tgtEl>
                                        <p:attrNameLst>
                                          <p:attrName>style.visibility</p:attrName>
                                        </p:attrNameLst>
                                      </p:cBhvr>
                                      <p:to>
                                        <p:strVal val="visible"/>
                                      </p:to>
                                    </p:set>
                                    <p:animEffect transition="in" filter="blinds(horizontal)">
                                      <p:cBhvr>
                                        <p:cTn id="7" dur="500"/>
                                        <p:tgtEl>
                                          <p:spTgt spid="1863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86371">
                                            <p:txEl>
                                              <p:charRg st="33" end="55"/>
                                            </p:txEl>
                                          </p:spTgt>
                                        </p:tgtEl>
                                        <p:attrNameLst>
                                          <p:attrName>style.visibility</p:attrName>
                                        </p:attrNameLst>
                                      </p:cBhvr>
                                      <p:to>
                                        <p:strVal val="visible"/>
                                      </p:to>
                                    </p:set>
                                    <p:animEffect transition="in" filter="blinds(horizontal)">
                                      <p:cBhvr>
                                        <p:cTn id="12" dur="500"/>
                                        <p:tgtEl>
                                          <p:spTgt spid="186371">
                                            <p:txEl>
                                              <p:charRg st="33" end="5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6374"/>
                                        </p:tgtEl>
                                        <p:attrNameLst>
                                          <p:attrName>style.visibility</p:attrName>
                                        </p:attrNameLst>
                                      </p:cBhvr>
                                      <p:to>
                                        <p:strVal val="visible"/>
                                      </p:to>
                                    </p:set>
                                    <p:animEffect transition="in" filter="blinds(horizontal)">
                                      <p:cBhvr>
                                        <p:cTn id="17" dur="500"/>
                                        <p:tgtEl>
                                          <p:spTgt spid="1863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86371">
                                            <p:txEl>
                                              <p:charRg st="55" end="75"/>
                                            </p:txEl>
                                          </p:spTgt>
                                        </p:tgtEl>
                                        <p:attrNameLst>
                                          <p:attrName>style.visibility</p:attrName>
                                        </p:attrNameLst>
                                      </p:cBhvr>
                                      <p:to>
                                        <p:strVal val="visible"/>
                                      </p:to>
                                    </p:set>
                                    <p:animEffect transition="in" filter="blinds(horizontal)">
                                      <p:cBhvr>
                                        <p:cTn id="22" dur="500"/>
                                        <p:tgtEl>
                                          <p:spTgt spid="186371">
                                            <p:txEl>
                                              <p:charRg st="55" end="7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86371">
                                            <p:txEl>
                                              <p:charRg st="75" end="100"/>
                                            </p:txEl>
                                          </p:spTgt>
                                        </p:tgtEl>
                                        <p:attrNameLst>
                                          <p:attrName>style.visibility</p:attrName>
                                        </p:attrNameLst>
                                      </p:cBhvr>
                                      <p:to>
                                        <p:strVal val="visible"/>
                                      </p:to>
                                    </p:set>
                                    <p:animEffect transition="in" filter="blinds(horizontal)">
                                      <p:cBhvr>
                                        <p:cTn id="27" dur="500"/>
                                        <p:tgtEl>
                                          <p:spTgt spid="186371">
                                            <p:txEl>
                                              <p:charRg st="75" end="10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6375"/>
                                        </p:tgtEl>
                                        <p:attrNameLst>
                                          <p:attrName>style.visibility</p:attrName>
                                        </p:attrNameLst>
                                      </p:cBhvr>
                                      <p:to>
                                        <p:strVal val="visible"/>
                                      </p:to>
                                    </p:set>
                                    <p:animEffect transition="in" filter="blinds(horizontal)">
                                      <p:cBhvr>
                                        <p:cTn id="32" dur="500"/>
                                        <p:tgtEl>
                                          <p:spTgt spid="1863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86371">
                                            <p:txEl>
                                              <p:charRg st="100" end="105"/>
                                            </p:txEl>
                                          </p:spTgt>
                                        </p:tgtEl>
                                        <p:attrNameLst>
                                          <p:attrName>style.visibility</p:attrName>
                                        </p:attrNameLst>
                                      </p:cBhvr>
                                      <p:to>
                                        <p:strVal val="visible"/>
                                      </p:to>
                                    </p:set>
                                    <p:animEffect transition="in" filter="blinds(horizontal)">
                                      <p:cBhvr>
                                        <p:cTn id="37" dur="500"/>
                                        <p:tgtEl>
                                          <p:spTgt spid="186371">
                                            <p:txEl>
                                              <p:charRg st="100" end="10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86371">
                                            <p:txEl>
                                              <p:charRg st="105" end="124"/>
                                            </p:txEl>
                                          </p:spTgt>
                                        </p:tgtEl>
                                        <p:attrNameLst>
                                          <p:attrName>style.visibility</p:attrName>
                                        </p:attrNameLst>
                                      </p:cBhvr>
                                      <p:to>
                                        <p:strVal val="visible"/>
                                      </p:to>
                                    </p:set>
                                    <p:animEffect transition="in" filter="blinds(horizontal)">
                                      <p:cBhvr>
                                        <p:cTn id="42" dur="500"/>
                                        <p:tgtEl>
                                          <p:spTgt spid="186371">
                                            <p:txEl>
                                              <p:charRg st="105" end="124"/>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86371">
                                            <p:txEl>
                                              <p:charRg st="124" end="139"/>
                                            </p:txEl>
                                          </p:spTgt>
                                        </p:tgtEl>
                                        <p:attrNameLst>
                                          <p:attrName>style.visibility</p:attrName>
                                        </p:attrNameLst>
                                      </p:cBhvr>
                                      <p:to>
                                        <p:strVal val="visible"/>
                                      </p:to>
                                    </p:set>
                                    <p:animEffect transition="in" filter="blinds(horizontal)">
                                      <p:cBhvr>
                                        <p:cTn id="47" dur="500"/>
                                        <p:tgtEl>
                                          <p:spTgt spid="186371">
                                            <p:txEl>
                                              <p:charRg st="124" end="139"/>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186371">
                                            <p:txEl>
                                              <p:charRg st="139" end="202"/>
                                            </p:txEl>
                                          </p:spTgt>
                                        </p:tgtEl>
                                        <p:attrNameLst>
                                          <p:attrName>style.visibility</p:attrName>
                                        </p:attrNameLst>
                                      </p:cBhvr>
                                      <p:to>
                                        <p:strVal val="visible"/>
                                      </p:to>
                                    </p:set>
                                    <p:animEffect transition="in" filter="blinds(horizontal)">
                                      <p:cBhvr>
                                        <p:cTn id="52" dur="500"/>
                                        <p:tgtEl>
                                          <p:spTgt spid="186371">
                                            <p:txEl>
                                              <p:charRg st="139" end="202"/>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186371">
                                            <p:txEl>
                                              <p:charRg st="202" end="228"/>
                                            </p:txEl>
                                          </p:spTgt>
                                        </p:tgtEl>
                                        <p:attrNameLst>
                                          <p:attrName>style.visibility</p:attrName>
                                        </p:attrNameLst>
                                      </p:cBhvr>
                                      <p:to>
                                        <p:strVal val="visible"/>
                                      </p:to>
                                    </p:set>
                                    <p:animEffect transition="in" filter="blinds(horizontal)">
                                      <p:cBhvr>
                                        <p:cTn id="57" dur="500"/>
                                        <p:tgtEl>
                                          <p:spTgt spid="186371">
                                            <p:txEl>
                                              <p:charRg st="202" end="228"/>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86372"/>
                                        </p:tgtEl>
                                        <p:attrNameLst>
                                          <p:attrName>style.visibility</p:attrName>
                                        </p:attrNameLst>
                                      </p:cBhvr>
                                      <p:to>
                                        <p:strVal val="visible"/>
                                      </p:to>
                                    </p:set>
                                    <p:animEffect transition="in" filter="blinds(horizontal)">
                                      <p:cBhvr>
                                        <p:cTn id="62" dur="500"/>
                                        <p:tgtEl>
                                          <p:spTgt spid="186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p:bldP spid="186374" grpId="0"/>
      <p:bldP spid="18637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61E0CD8E-9B24-B6FF-450F-172AE50C351E}"/>
              </a:ext>
            </a:extLst>
          </p:cNvPr>
          <p:cNvSpPr>
            <a:spLocks noGrp="1" noChangeArrowheads="1"/>
          </p:cNvSpPr>
          <p:nvPr>
            <p:ph type="title"/>
          </p:nvPr>
        </p:nvSpPr>
        <p:spPr>
          <a:xfrm>
            <a:off x="800100" y="228600"/>
            <a:ext cx="7747000" cy="368300"/>
          </a:xfrm>
        </p:spPr>
        <p:txBody>
          <a:bodyPr/>
          <a:lstStyle/>
          <a:p>
            <a:r>
              <a:rPr lang="zh-CN" altLang="en-US">
                <a:ea typeface="宋体" panose="02010600030101010101" pitchFamily="2" charset="-122"/>
              </a:rPr>
              <a:t>流水线举例：考察流水线</a:t>
            </a:r>
            <a:r>
              <a:rPr lang="en-US" altLang="zh-CN">
                <a:ea typeface="宋体" panose="02010600030101010101" pitchFamily="2" charset="-122"/>
              </a:rPr>
              <a:t>DataPath</a:t>
            </a:r>
            <a:r>
              <a:rPr lang="zh-CN" altLang="en-US">
                <a:ea typeface="宋体" panose="02010600030101010101" pitchFamily="2" charset="-122"/>
              </a:rPr>
              <a:t>的数据流动情况</a:t>
            </a:r>
          </a:p>
        </p:txBody>
      </p:sp>
      <p:grpSp>
        <p:nvGrpSpPr>
          <p:cNvPr id="74754" name="Group 155">
            <a:extLst>
              <a:ext uri="{FF2B5EF4-FFF2-40B4-BE49-F238E27FC236}">
                <a16:creationId xmlns:a16="http://schemas.microsoft.com/office/drawing/2014/main" id="{EBAA39B0-C6BB-50D4-837C-101F2748F23A}"/>
              </a:ext>
            </a:extLst>
          </p:cNvPr>
          <p:cNvGrpSpPr>
            <a:grpSpLocks/>
          </p:cNvGrpSpPr>
          <p:nvPr/>
        </p:nvGrpSpPr>
        <p:grpSpPr bwMode="auto">
          <a:xfrm>
            <a:off x="876300" y="685800"/>
            <a:ext cx="7556500" cy="317500"/>
            <a:chOff x="624" y="424"/>
            <a:chExt cx="4224" cy="208"/>
          </a:xfrm>
        </p:grpSpPr>
        <p:sp>
          <p:nvSpPr>
            <p:cNvPr id="74755" name="Line 47">
              <a:extLst>
                <a:ext uri="{FF2B5EF4-FFF2-40B4-BE49-F238E27FC236}">
                  <a16:creationId xmlns:a16="http://schemas.microsoft.com/office/drawing/2014/main" id="{F06112AB-33E4-8EE3-2E7B-533BF0C7F5FF}"/>
                </a:ext>
              </a:extLst>
            </p:cNvPr>
            <p:cNvSpPr>
              <a:spLocks noChangeShapeType="1"/>
            </p:cNvSpPr>
            <p:nvPr/>
          </p:nvSpPr>
          <p:spPr bwMode="auto">
            <a:xfrm flipV="1">
              <a:off x="624" y="4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56" name="Line 48">
              <a:extLst>
                <a:ext uri="{FF2B5EF4-FFF2-40B4-BE49-F238E27FC236}">
                  <a16:creationId xmlns:a16="http://schemas.microsoft.com/office/drawing/2014/main" id="{14A9BE89-2BC8-4D45-5086-BA7F8F3F517A}"/>
                </a:ext>
              </a:extLst>
            </p:cNvPr>
            <p:cNvSpPr>
              <a:spLocks noChangeShapeType="1"/>
            </p:cNvSpPr>
            <p:nvPr/>
          </p:nvSpPr>
          <p:spPr bwMode="auto">
            <a:xfrm flipV="1">
              <a:off x="1152" y="4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57" name="Line 51">
              <a:extLst>
                <a:ext uri="{FF2B5EF4-FFF2-40B4-BE49-F238E27FC236}">
                  <a16:creationId xmlns:a16="http://schemas.microsoft.com/office/drawing/2014/main" id="{26C8EDA8-E0F9-FCEF-3D03-CB6EC27E04C9}"/>
                </a:ext>
              </a:extLst>
            </p:cNvPr>
            <p:cNvSpPr>
              <a:spLocks noChangeShapeType="1"/>
            </p:cNvSpPr>
            <p:nvPr/>
          </p:nvSpPr>
          <p:spPr bwMode="auto">
            <a:xfrm flipV="1">
              <a:off x="1680" y="4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58" name="Line 52">
              <a:extLst>
                <a:ext uri="{FF2B5EF4-FFF2-40B4-BE49-F238E27FC236}">
                  <a16:creationId xmlns:a16="http://schemas.microsoft.com/office/drawing/2014/main" id="{73B7DC7D-92D2-5D3F-06DB-E1870AFEF2E4}"/>
                </a:ext>
              </a:extLst>
            </p:cNvPr>
            <p:cNvSpPr>
              <a:spLocks noChangeShapeType="1"/>
            </p:cNvSpPr>
            <p:nvPr/>
          </p:nvSpPr>
          <p:spPr bwMode="auto">
            <a:xfrm flipV="1">
              <a:off x="2208" y="4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59" name="Line 53">
              <a:extLst>
                <a:ext uri="{FF2B5EF4-FFF2-40B4-BE49-F238E27FC236}">
                  <a16:creationId xmlns:a16="http://schemas.microsoft.com/office/drawing/2014/main" id="{7A4E744D-17E7-FB8F-21C9-977FB748898B}"/>
                </a:ext>
              </a:extLst>
            </p:cNvPr>
            <p:cNvSpPr>
              <a:spLocks noChangeShapeType="1"/>
            </p:cNvSpPr>
            <p:nvPr/>
          </p:nvSpPr>
          <p:spPr bwMode="auto">
            <a:xfrm flipV="1">
              <a:off x="2736" y="4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0" name="Line 54">
              <a:extLst>
                <a:ext uri="{FF2B5EF4-FFF2-40B4-BE49-F238E27FC236}">
                  <a16:creationId xmlns:a16="http://schemas.microsoft.com/office/drawing/2014/main" id="{794D340C-69F9-1AFB-9583-B270F784A12A}"/>
                </a:ext>
              </a:extLst>
            </p:cNvPr>
            <p:cNvSpPr>
              <a:spLocks noChangeShapeType="1"/>
            </p:cNvSpPr>
            <p:nvPr/>
          </p:nvSpPr>
          <p:spPr bwMode="auto">
            <a:xfrm flipV="1">
              <a:off x="3264" y="4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1" name="Line 55">
              <a:extLst>
                <a:ext uri="{FF2B5EF4-FFF2-40B4-BE49-F238E27FC236}">
                  <a16:creationId xmlns:a16="http://schemas.microsoft.com/office/drawing/2014/main" id="{9CAA8901-E90F-6575-41FB-148CA5E8C8D4}"/>
                </a:ext>
              </a:extLst>
            </p:cNvPr>
            <p:cNvSpPr>
              <a:spLocks noChangeShapeType="1"/>
            </p:cNvSpPr>
            <p:nvPr/>
          </p:nvSpPr>
          <p:spPr bwMode="auto">
            <a:xfrm flipV="1">
              <a:off x="3792" y="4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2" name="Line 56">
              <a:extLst>
                <a:ext uri="{FF2B5EF4-FFF2-40B4-BE49-F238E27FC236}">
                  <a16:creationId xmlns:a16="http://schemas.microsoft.com/office/drawing/2014/main" id="{F57664CA-DC52-F6E4-E357-5EA163D2F0BE}"/>
                </a:ext>
              </a:extLst>
            </p:cNvPr>
            <p:cNvSpPr>
              <a:spLocks noChangeShapeType="1"/>
            </p:cNvSpPr>
            <p:nvPr/>
          </p:nvSpPr>
          <p:spPr bwMode="auto">
            <a:xfrm flipV="1">
              <a:off x="4320" y="4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3" name="Line 57">
              <a:extLst>
                <a:ext uri="{FF2B5EF4-FFF2-40B4-BE49-F238E27FC236}">
                  <a16:creationId xmlns:a16="http://schemas.microsoft.com/office/drawing/2014/main" id="{40BA9683-5581-8E82-4D30-A3CDAA5A91E6}"/>
                </a:ext>
              </a:extLst>
            </p:cNvPr>
            <p:cNvSpPr>
              <a:spLocks noChangeShapeType="1"/>
            </p:cNvSpPr>
            <p:nvPr/>
          </p:nvSpPr>
          <p:spPr bwMode="auto">
            <a:xfrm flipV="1">
              <a:off x="4848" y="424"/>
              <a:ext cx="0" cy="20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4764" name="Rectangle 139">
            <a:extLst>
              <a:ext uri="{FF2B5EF4-FFF2-40B4-BE49-F238E27FC236}">
                <a16:creationId xmlns:a16="http://schemas.microsoft.com/office/drawing/2014/main" id="{A894CAA4-5801-0F9D-23DF-693980E605A2}"/>
              </a:ext>
            </a:extLst>
          </p:cNvPr>
          <p:cNvSpPr>
            <a:spLocks noChangeArrowheads="1"/>
          </p:cNvSpPr>
          <p:nvPr/>
        </p:nvSpPr>
        <p:spPr bwMode="auto">
          <a:xfrm>
            <a:off x="3844925" y="3886200"/>
            <a:ext cx="8747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solidFill>
                  <a:schemeClr val="accent2"/>
                </a:solidFill>
                <a:latin typeface="Arial" panose="020B0604020202020204" pitchFamily="34" charset="0"/>
                <a:ea typeface="宋体" panose="02010600030101010101" pitchFamily="2" charset="-122"/>
              </a:rPr>
              <a:t>End</a:t>
            </a:r>
            <a:r>
              <a:rPr lang="en-US" altLang="zh-CN">
                <a:solidFill>
                  <a:schemeClr val="accent2"/>
                </a:solidFill>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of</a:t>
            </a:r>
          </a:p>
          <a:p>
            <a:pPr algn="ctr" eaLnBrk="0" hangingPunct="0"/>
            <a:r>
              <a:rPr lang="en-US" altLang="zh-CN">
                <a:solidFill>
                  <a:schemeClr val="accent2"/>
                </a:solidFill>
                <a:latin typeface="Arial" panose="020B0604020202020204" pitchFamily="34" charset="0"/>
                <a:ea typeface="宋体" panose="02010600030101010101" pitchFamily="2" charset="-122"/>
              </a:rPr>
              <a:t>Cycle</a:t>
            </a:r>
            <a:r>
              <a:rPr lang="en-US" altLang="zh-CN">
                <a:solidFill>
                  <a:schemeClr val="accent2"/>
                </a:solidFill>
                <a:ea typeface="宋体" panose="02010600030101010101" pitchFamily="2" charset="-122"/>
              </a:rPr>
              <a:t> 4</a:t>
            </a:r>
          </a:p>
        </p:txBody>
      </p:sp>
      <p:sp>
        <p:nvSpPr>
          <p:cNvPr id="74765" name="Rectangle 140">
            <a:extLst>
              <a:ext uri="{FF2B5EF4-FFF2-40B4-BE49-F238E27FC236}">
                <a16:creationId xmlns:a16="http://schemas.microsoft.com/office/drawing/2014/main" id="{F3794F78-1879-764A-473F-23390744EC74}"/>
              </a:ext>
            </a:extLst>
          </p:cNvPr>
          <p:cNvSpPr>
            <a:spLocks noChangeArrowheads="1"/>
          </p:cNvSpPr>
          <p:nvPr/>
        </p:nvSpPr>
        <p:spPr bwMode="auto">
          <a:xfrm>
            <a:off x="4749800" y="3886200"/>
            <a:ext cx="8921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solidFill>
                  <a:schemeClr val="accent2"/>
                </a:solidFill>
                <a:latin typeface="Arial" panose="020B0604020202020204" pitchFamily="34" charset="0"/>
                <a:ea typeface="宋体" panose="02010600030101010101" pitchFamily="2" charset="-122"/>
              </a:rPr>
              <a:t>End of</a:t>
            </a:r>
          </a:p>
          <a:p>
            <a:pPr algn="ctr" eaLnBrk="0" hangingPunct="0"/>
            <a:r>
              <a:rPr lang="en-US" altLang="zh-CN">
                <a:solidFill>
                  <a:schemeClr val="accent2"/>
                </a:solidFill>
                <a:latin typeface="Arial" panose="020B0604020202020204" pitchFamily="34" charset="0"/>
                <a:ea typeface="宋体" panose="02010600030101010101" pitchFamily="2" charset="-122"/>
              </a:rPr>
              <a:t>Cycle 5</a:t>
            </a:r>
          </a:p>
        </p:txBody>
      </p:sp>
      <p:sp>
        <p:nvSpPr>
          <p:cNvPr id="74766" name="Rectangle 141">
            <a:extLst>
              <a:ext uri="{FF2B5EF4-FFF2-40B4-BE49-F238E27FC236}">
                <a16:creationId xmlns:a16="http://schemas.microsoft.com/office/drawing/2014/main" id="{47166B92-25A7-46B0-270C-FE5DF9A9E56D}"/>
              </a:ext>
            </a:extLst>
          </p:cNvPr>
          <p:cNvSpPr>
            <a:spLocks noChangeArrowheads="1"/>
          </p:cNvSpPr>
          <p:nvPr/>
        </p:nvSpPr>
        <p:spPr bwMode="auto">
          <a:xfrm>
            <a:off x="5668963" y="3886200"/>
            <a:ext cx="8858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solidFill>
                  <a:schemeClr val="accent2"/>
                </a:solidFill>
                <a:latin typeface="Arial" panose="020B0604020202020204" pitchFamily="34" charset="0"/>
                <a:ea typeface="宋体" panose="02010600030101010101" pitchFamily="2" charset="-122"/>
              </a:rPr>
              <a:t>End</a:t>
            </a:r>
            <a:r>
              <a:rPr lang="en-US" altLang="zh-CN">
                <a:solidFill>
                  <a:schemeClr val="accent2"/>
                </a:solidFill>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of</a:t>
            </a:r>
          </a:p>
          <a:p>
            <a:pPr algn="ctr" eaLnBrk="0" hangingPunct="0"/>
            <a:r>
              <a:rPr lang="en-US" altLang="zh-CN">
                <a:solidFill>
                  <a:schemeClr val="accent2"/>
                </a:solidFill>
                <a:latin typeface="Arial" panose="020B0604020202020204" pitchFamily="34" charset="0"/>
                <a:ea typeface="宋体" panose="02010600030101010101" pitchFamily="2" charset="-122"/>
              </a:rPr>
              <a:t>Cycle</a:t>
            </a:r>
            <a:r>
              <a:rPr lang="en-US" altLang="zh-CN">
                <a:solidFill>
                  <a:schemeClr val="accent2"/>
                </a:solidFill>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6</a:t>
            </a:r>
          </a:p>
        </p:txBody>
      </p:sp>
      <p:sp>
        <p:nvSpPr>
          <p:cNvPr id="74767" name="Rectangle 142">
            <a:extLst>
              <a:ext uri="{FF2B5EF4-FFF2-40B4-BE49-F238E27FC236}">
                <a16:creationId xmlns:a16="http://schemas.microsoft.com/office/drawing/2014/main" id="{18F1A7A9-CD07-C5E6-2292-3CF7FF17DD0E}"/>
              </a:ext>
            </a:extLst>
          </p:cNvPr>
          <p:cNvSpPr>
            <a:spLocks noChangeArrowheads="1"/>
          </p:cNvSpPr>
          <p:nvPr/>
        </p:nvSpPr>
        <p:spPr bwMode="auto">
          <a:xfrm>
            <a:off x="6502400" y="3886200"/>
            <a:ext cx="8921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solidFill>
                  <a:schemeClr val="accent2"/>
                </a:solidFill>
                <a:latin typeface="Arial" panose="020B0604020202020204" pitchFamily="34" charset="0"/>
                <a:ea typeface="宋体" panose="02010600030101010101" pitchFamily="2" charset="-122"/>
              </a:rPr>
              <a:t>End</a:t>
            </a:r>
            <a:r>
              <a:rPr lang="en-US" altLang="zh-CN">
                <a:solidFill>
                  <a:schemeClr val="accent2"/>
                </a:solidFill>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of</a:t>
            </a:r>
          </a:p>
          <a:p>
            <a:pPr algn="ctr" eaLnBrk="0" hangingPunct="0"/>
            <a:r>
              <a:rPr lang="en-US" altLang="zh-CN">
                <a:solidFill>
                  <a:schemeClr val="accent2"/>
                </a:solidFill>
                <a:latin typeface="Arial" panose="020B0604020202020204" pitchFamily="34" charset="0"/>
                <a:ea typeface="宋体" panose="02010600030101010101" pitchFamily="2" charset="-122"/>
              </a:rPr>
              <a:t>Cycle 7</a:t>
            </a:r>
          </a:p>
        </p:txBody>
      </p:sp>
      <p:grpSp>
        <p:nvGrpSpPr>
          <p:cNvPr id="74768" name="Group 150">
            <a:extLst>
              <a:ext uri="{FF2B5EF4-FFF2-40B4-BE49-F238E27FC236}">
                <a16:creationId xmlns:a16="http://schemas.microsoft.com/office/drawing/2014/main" id="{2FFD582D-3518-5DAC-FE9C-F299282E4DEF}"/>
              </a:ext>
            </a:extLst>
          </p:cNvPr>
          <p:cNvGrpSpPr>
            <a:grpSpLocks/>
          </p:cNvGrpSpPr>
          <p:nvPr/>
        </p:nvGrpSpPr>
        <p:grpSpPr bwMode="auto">
          <a:xfrm>
            <a:off x="0" y="685800"/>
            <a:ext cx="8966200" cy="3213100"/>
            <a:chOff x="135" y="432"/>
            <a:chExt cx="4993" cy="2024"/>
          </a:xfrm>
        </p:grpSpPr>
        <p:sp>
          <p:nvSpPr>
            <p:cNvPr id="74769" name="Rectangle 3">
              <a:extLst>
                <a:ext uri="{FF2B5EF4-FFF2-40B4-BE49-F238E27FC236}">
                  <a16:creationId xmlns:a16="http://schemas.microsoft.com/office/drawing/2014/main" id="{9D1BC1AC-005C-8506-BFA4-4A3105591C76}"/>
                </a:ext>
              </a:extLst>
            </p:cNvPr>
            <p:cNvSpPr>
              <a:spLocks noChangeArrowheads="1"/>
            </p:cNvSpPr>
            <p:nvPr/>
          </p:nvSpPr>
          <p:spPr bwMode="auto">
            <a:xfrm>
              <a:off x="135" y="672"/>
              <a:ext cx="40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Clock</a:t>
              </a:r>
            </a:p>
          </p:txBody>
        </p:sp>
        <p:grpSp>
          <p:nvGrpSpPr>
            <p:cNvPr id="74770" name="Group 8">
              <a:extLst>
                <a:ext uri="{FF2B5EF4-FFF2-40B4-BE49-F238E27FC236}">
                  <a16:creationId xmlns:a16="http://schemas.microsoft.com/office/drawing/2014/main" id="{818255C0-253C-254C-BDBB-54966316D2FB}"/>
                </a:ext>
              </a:extLst>
            </p:cNvPr>
            <p:cNvGrpSpPr>
              <a:grpSpLocks/>
            </p:cNvGrpSpPr>
            <p:nvPr/>
          </p:nvGrpSpPr>
          <p:grpSpPr bwMode="auto">
            <a:xfrm>
              <a:off x="624" y="664"/>
              <a:ext cx="520" cy="160"/>
              <a:chOff x="624" y="664"/>
              <a:chExt cx="520" cy="160"/>
            </a:xfrm>
          </p:grpSpPr>
          <p:sp>
            <p:nvSpPr>
              <p:cNvPr id="74771" name="Line 4">
                <a:extLst>
                  <a:ext uri="{FF2B5EF4-FFF2-40B4-BE49-F238E27FC236}">
                    <a16:creationId xmlns:a16="http://schemas.microsoft.com/office/drawing/2014/main" id="{025EE470-5903-337F-B7D0-8EC848583966}"/>
                  </a:ext>
                </a:extLst>
              </p:cNvPr>
              <p:cNvSpPr>
                <a:spLocks noChangeShapeType="1"/>
              </p:cNvSpPr>
              <p:nvPr/>
            </p:nvSpPr>
            <p:spPr bwMode="auto">
              <a:xfrm>
                <a:off x="632"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2" name="Line 5">
                <a:extLst>
                  <a:ext uri="{FF2B5EF4-FFF2-40B4-BE49-F238E27FC236}">
                    <a16:creationId xmlns:a16="http://schemas.microsoft.com/office/drawing/2014/main" id="{58A46F67-56D9-AEF3-9439-02BC910FB8E3}"/>
                  </a:ext>
                </a:extLst>
              </p:cNvPr>
              <p:cNvSpPr>
                <a:spLocks noChangeShapeType="1"/>
              </p:cNvSpPr>
              <p:nvPr/>
            </p:nvSpPr>
            <p:spPr bwMode="auto">
              <a:xfrm>
                <a:off x="624"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3" name="Line 6">
                <a:extLst>
                  <a:ext uri="{FF2B5EF4-FFF2-40B4-BE49-F238E27FC236}">
                    <a16:creationId xmlns:a16="http://schemas.microsoft.com/office/drawing/2014/main" id="{B6700317-69FB-CEFC-155D-DED14E42C004}"/>
                  </a:ext>
                </a:extLst>
              </p:cNvPr>
              <p:cNvSpPr>
                <a:spLocks noChangeShapeType="1"/>
              </p:cNvSpPr>
              <p:nvPr/>
            </p:nvSpPr>
            <p:spPr bwMode="auto">
              <a:xfrm flipV="1">
                <a:off x="912"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4" name="Line 7">
                <a:extLst>
                  <a:ext uri="{FF2B5EF4-FFF2-40B4-BE49-F238E27FC236}">
                    <a16:creationId xmlns:a16="http://schemas.microsoft.com/office/drawing/2014/main" id="{866D8C0F-CA68-4B60-1CE7-A435225102F0}"/>
                  </a:ext>
                </a:extLst>
              </p:cNvPr>
              <p:cNvSpPr>
                <a:spLocks noChangeShapeType="1"/>
              </p:cNvSpPr>
              <p:nvPr/>
            </p:nvSpPr>
            <p:spPr bwMode="auto">
              <a:xfrm>
                <a:off x="920"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775" name="Group 13">
              <a:extLst>
                <a:ext uri="{FF2B5EF4-FFF2-40B4-BE49-F238E27FC236}">
                  <a16:creationId xmlns:a16="http://schemas.microsoft.com/office/drawing/2014/main" id="{B746FF2E-FF61-FB22-6821-066EB81168E4}"/>
                </a:ext>
              </a:extLst>
            </p:cNvPr>
            <p:cNvGrpSpPr>
              <a:grpSpLocks/>
            </p:cNvGrpSpPr>
            <p:nvPr/>
          </p:nvGrpSpPr>
          <p:grpSpPr bwMode="auto">
            <a:xfrm>
              <a:off x="1152" y="664"/>
              <a:ext cx="520" cy="160"/>
              <a:chOff x="1152" y="664"/>
              <a:chExt cx="520" cy="160"/>
            </a:xfrm>
          </p:grpSpPr>
          <p:sp>
            <p:nvSpPr>
              <p:cNvPr id="74776" name="Line 9">
                <a:extLst>
                  <a:ext uri="{FF2B5EF4-FFF2-40B4-BE49-F238E27FC236}">
                    <a16:creationId xmlns:a16="http://schemas.microsoft.com/office/drawing/2014/main" id="{3B9D0E5F-306F-8C0C-779B-3F2204845C29}"/>
                  </a:ext>
                </a:extLst>
              </p:cNvPr>
              <p:cNvSpPr>
                <a:spLocks noChangeShapeType="1"/>
              </p:cNvSpPr>
              <p:nvPr/>
            </p:nvSpPr>
            <p:spPr bwMode="auto">
              <a:xfrm>
                <a:off x="1160"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7" name="Line 10">
                <a:extLst>
                  <a:ext uri="{FF2B5EF4-FFF2-40B4-BE49-F238E27FC236}">
                    <a16:creationId xmlns:a16="http://schemas.microsoft.com/office/drawing/2014/main" id="{7C206A9E-D504-2311-DD41-7FB6D0735932}"/>
                  </a:ext>
                </a:extLst>
              </p:cNvPr>
              <p:cNvSpPr>
                <a:spLocks noChangeShapeType="1"/>
              </p:cNvSpPr>
              <p:nvPr/>
            </p:nvSpPr>
            <p:spPr bwMode="auto">
              <a:xfrm>
                <a:off x="1152"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8" name="Line 11">
                <a:extLst>
                  <a:ext uri="{FF2B5EF4-FFF2-40B4-BE49-F238E27FC236}">
                    <a16:creationId xmlns:a16="http://schemas.microsoft.com/office/drawing/2014/main" id="{A4CEE220-CA26-F4BC-FCEB-AFE3F9833652}"/>
                  </a:ext>
                </a:extLst>
              </p:cNvPr>
              <p:cNvSpPr>
                <a:spLocks noChangeShapeType="1"/>
              </p:cNvSpPr>
              <p:nvPr/>
            </p:nvSpPr>
            <p:spPr bwMode="auto">
              <a:xfrm flipV="1">
                <a:off x="1440"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9" name="Line 12">
                <a:extLst>
                  <a:ext uri="{FF2B5EF4-FFF2-40B4-BE49-F238E27FC236}">
                    <a16:creationId xmlns:a16="http://schemas.microsoft.com/office/drawing/2014/main" id="{597CD775-B01E-1B27-F7FF-02532F8A037F}"/>
                  </a:ext>
                </a:extLst>
              </p:cNvPr>
              <p:cNvSpPr>
                <a:spLocks noChangeShapeType="1"/>
              </p:cNvSpPr>
              <p:nvPr/>
            </p:nvSpPr>
            <p:spPr bwMode="auto">
              <a:xfrm>
                <a:off x="1448"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780" name="Group 18">
              <a:extLst>
                <a:ext uri="{FF2B5EF4-FFF2-40B4-BE49-F238E27FC236}">
                  <a16:creationId xmlns:a16="http://schemas.microsoft.com/office/drawing/2014/main" id="{EFA190C0-B24B-EC81-27A0-044A490FE1A5}"/>
                </a:ext>
              </a:extLst>
            </p:cNvPr>
            <p:cNvGrpSpPr>
              <a:grpSpLocks/>
            </p:cNvGrpSpPr>
            <p:nvPr/>
          </p:nvGrpSpPr>
          <p:grpSpPr bwMode="auto">
            <a:xfrm>
              <a:off x="1680" y="664"/>
              <a:ext cx="520" cy="160"/>
              <a:chOff x="1680" y="664"/>
              <a:chExt cx="520" cy="160"/>
            </a:xfrm>
          </p:grpSpPr>
          <p:sp>
            <p:nvSpPr>
              <p:cNvPr id="74781" name="Line 14">
                <a:extLst>
                  <a:ext uri="{FF2B5EF4-FFF2-40B4-BE49-F238E27FC236}">
                    <a16:creationId xmlns:a16="http://schemas.microsoft.com/office/drawing/2014/main" id="{F3224935-0C99-DF7A-A7FF-E900CF206004}"/>
                  </a:ext>
                </a:extLst>
              </p:cNvPr>
              <p:cNvSpPr>
                <a:spLocks noChangeShapeType="1"/>
              </p:cNvSpPr>
              <p:nvPr/>
            </p:nvSpPr>
            <p:spPr bwMode="auto">
              <a:xfrm>
                <a:off x="1688"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2" name="Line 15">
                <a:extLst>
                  <a:ext uri="{FF2B5EF4-FFF2-40B4-BE49-F238E27FC236}">
                    <a16:creationId xmlns:a16="http://schemas.microsoft.com/office/drawing/2014/main" id="{120585C0-55FA-3139-4E93-A3B7AF2FB806}"/>
                  </a:ext>
                </a:extLst>
              </p:cNvPr>
              <p:cNvSpPr>
                <a:spLocks noChangeShapeType="1"/>
              </p:cNvSpPr>
              <p:nvPr/>
            </p:nvSpPr>
            <p:spPr bwMode="auto">
              <a:xfrm>
                <a:off x="1680"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3" name="Line 16">
                <a:extLst>
                  <a:ext uri="{FF2B5EF4-FFF2-40B4-BE49-F238E27FC236}">
                    <a16:creationId xmlns:a16="http://schemas.microsoft.com/office/drawing/2014/main" id="{CB0ABBAF-0145-E62B-2A79-E96726D97C28}"/>
                  </a:ext>
                </a:extLst>
              </p:cNvPr>
              <p:cNvSpPr>
                <a:spLocks noChangeShapeType="1"/>
              </p:cNvSpPr>
              <p:nvPr/>
            </p:nvSpPr>
            <p:spPr bwMode="auto">
              <a:xfrm flipV="1">
                <a:off x="1968"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4" name="Line 17">
                <a:extLst>
                  <a:ext uri="{FF2B5EF4-FFF2-40B4-BE49-F238E27FC236}">
                    <a16:creationId xmlns:a16="http://schemas.microsoft.com/office/drawing/2014/main" id="{59C8BC93-3C33-7E75-7BAC-6CF854EA644A}"/>
                  </a:ext>
                </a:extLst>
              </p:cNvPr>
              <p:cNvSpPr>
                <a:spLocks noChangeShapeType="1"/>
              </p:cNvSpPr>
              <p:nvPr/>
            </p:nvSpPr>
            <p:spPr bwMode="auto">
              <a:xfrm>
                <a:off x="1976"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785" name="Group 23">
              <a:extLst>
                <a:ext uri="{FF2B5EF4-FFF2-40B4-BE49-F238E27FC236}">
                  <a16:creationId xmlns:a16="http://schemas.microsoft.com/office/drawing/2014/main" id="{6261E494-A0E3-37A0-7DB3-673E5F5261A3}"/>
                </a:ext>
              </a:extLst>
            </p:cNvPr>
            <p:cNvGrpSpPr>
              <a:grpSpLocks/>
            </p:cNvGrpSpPr>
            <p:nvPr/>
          </p:nvGrpSpPr>
          <p:grpSpPr bwMode="auto">
            <a:xfrm>
              <a:off x="2208" y="664"/>
              <a:ext cx="520" cy="160"/>
              <a:chOff x="2208" y="664"/>
              <a:chExt cx="520" cy="160"/>
            </a:xfrm>
          </p:grpSpPr>
          <p:sp>
            <p:nvSpPr>
              <p:cNvPr id="74786" name="Line 19">
                <a:extLst>
                  <a:ext uri="{FF2B5EF4-FFF2-40B4-BE49-F238E27FC236}">
                    <a16:creationId xmlns:a16="http://schemas.microsoft.com/office/drawing/2014/main" id="{A03A352E-62E5-DCD3-606C-E685CD612D7D}"/>
                  </a:ext>
                </a:extLst>
              </p:cNvPr>
              <p:cNvSpPr>
                <a:spLocks noChangeShapeType="1"/>
              </p:cNvSpPr>
              <p:nvPr/>
            </p:nvSpPr>
            <p:spPr bwMode="auto">
              <a:xfrm>
                <a:off x="2216"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7" name="Line 20">
                <a:extLst>
                  <a:ext uri="{FF2B5EF4-FFF2-40B4-BE49-F238E27FC236}">
                    <a16:creationId xmlns:a16="http://schemas.microsoft.com/office/drawing/2014/main" id="{48479978-FE44-08B4-11A6-9EFA0D449441}"/>
                  </a:ext>
                </a:extLst>
              </p:cNvPr>
              <p:cNvSpPr>
                <a:spLocks noChangeShapeType="1"/>
              </p:cNvSpPr>
              <p:nvPr/>
            </p:nvSpPr>
            <p:spPr bwMode="auto">
              <a:xfrm>
                <a:off x="2208"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8" name="Line 21">
                <a:extLst>
                  <a:ext uri="{FF2B5EF4-FFF2-40B4-BE49-F238E27FC236}">
                    <a16:creationId xmlns:a16="http://schemas.microsoft.com/office/drawing/2014/main" id="{F0D6BF50-8B10-39F2-54A9-71AD4DF6982B}"/>
                  </a:ext>
                </a:extLst>
              </p:cNvPr>
              <p:cNvSpPr>
                <a:spLocks noChangeShapeType="1"/>
              </p:cNvSpPr>
              <p:nvPr/>
            </p:nvSpPr>
            <p:spPr bwMode="auto">
              <a:xfrm flipV="1">
                <a:off x="2496"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9" name="Line 22">
                <a:extLst>
                  <a:ext uri="{FF2B5EF4-FFF2-40B4-BE49-F238E27FC236}">
                    <a16:creationId xmlns:a16="http://schemas.microsoft.com/office/drawing/2014/main" id="{4D05D943-5A41-3CA1-D2B6-1F79C2BC9C5D}"/>
                  </a:ext>
                </a:extLst>
              </p:cNvPr>
              <p:cNvSpPr>
                <a:spLocks noChangeShapeType="1"/>
              </p:cNvSpPr>
              <p:nvPr/>
            </p:nvSpPr>
            <p:spPr bwMode="auto">
              <a:xfrm>
                <a:off x="2504"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790" name="Group 28">
              <a:extLst>
                <a:ext uri="{FF2B5EF4-FFF2-40B4-BE49-F238E27FC236}">
                  <a16:creationId xmlns:a16="http://schemas.microsoft.com/office/drawing/2014/main" id="{2A04B97E-9F0F-270B-0846-AFD7C82C054D}"/>
                </a:ext>
              </a:extLst>
            </p:cNvPr>
            <p:cNvGrpSpPr>
              <a:grpSpLocks/>
            </p:cNvGrpSpPr>
            <p:nvPr/>
          </p:nvGrpSpPr>
          <p:grpSpPr bwMode="auto">
            <a:xfrm>
              <a:off x="2736" y="664"/>
              <a:ext cx="520" cy="160"/>
              <a:chOff x="2736" y="664"/>
              <a:chExt cx="520" cy="160"/>
            </a:xfrm>
          </p:grpSpPr>
          <p:sp>
            <p:nvSpPr>
              <p:cNvPr id="74791" name="Line 24">
                <a:extLst>
                  <a:ext uri="{FF2B5EF4-FFF2-40B4-BE49-F238E27FC236}">
                    <a16:creationId xmlns:a16="http://schemas.microsoft.com/office/drawing/2014/main" id="{E3BBBEC2-A30B-46E8-8FBF-B54655D51DC9}"/>
                  </a:ext>
                </a:extLst>
              </p:cNvPr>
              <p:cNvSpPr>
                <a:spLocks noChangeShapeType="1"/>
              </p:cNvSpPr>
              <p:nvPr/>
            </p:nvSpPr>
            <p:spPr bwMode="auto">
              <a:xfrm>
                <a:off x="2744"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92" name="Line 25">
                <a:extLst>
                  <a:ext uri="{FF2B5EF4-FFF2-40B4-BE49-F238E27FC236}">
                    <a16:creationId xmlns:a16="http://schemas.microsoft.com/office/drawing/2014/main" id="{200E38DD-F735-0F97-5E4B-A09900C8441E}"/>
                  </a:ext>
                </a:extLst>
              </p:cNvPr>
              <p:cNvSpPr>
                <a:spLocks noChangeShapeType="1"/>
              </p:cNvSpPr>
              <p:nvPr/>
            </p:nvSpPr>
            <p:spPr bwMode="auto">
              <a:xfrm>
                <a:off x="2736"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93" name="Line 26">
                <a:extLst>
                  <a:ext uri="{FF2B5EF4-FFF2-40B4-BE49-F238E27FC236}">
                    <a16:creationId xmlns:a16="http://schemas.microsoft.com/office/drawing/2014/main" id="{22542FB4-3559-5D59-A3AE-29FE3756ABC3}"/>
                  </a:ext>
                </a:extLst>
              </p:cNvPr>
              <p:cNvSpPr>
                <a:spLocks noChangeShapeType="1"/>
              </p:cNvSpPr>
              <p:nvPr/>
            </p:nvSpPr>
            <p:spPr bwMode="auto">
              <a:xfrm flipV="1">
                <a:off x="3024"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94" name="Line 27">
                <a:extLst>
                  <a:ext uri="{FF2B5EF4-FFF2-40B4-BE49-F238E27FC236}">
                    <a16:creationId xmlns:a16="http://schemas.microsoft.com/office/drawing/2014/main" id="{D9B9DFC5-9F9B-3987-8398-BE195B7AC15D}"/>
                  </a:ext>
                </a:extLst>
              </p:cNvPr>
              <p:cNvSpPr>
                <a:spLocks noChangeShapeType="1"/>
              </p:cNvSpPr>
              <p:nvPr/>
            </p:nvSpPr>
            <p:spPr bwMode="auto">
              <a:xfrm>
                <a:off x="3032"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795" name="Group 33">
              <a:extLst>
                <a:ext uri="{FF2B5EF4-FFF2-40B4-BE49-F238E27FC236}">
                  <a16:creationId xmlns:a16="http://schemas.microsoft.com/office/drawing/2014/main" id="{C91CB456-75E1-D03C-40C9-6CDB983D9A59}"/>
                </a:ext>
              </a:extLst>
            </p:cNvPr>
            <p:cNvGrpSpPr>
              <a:grpSpLocks/>
            </p:cNvGrpSpPr>
            <p:nvPr/>
          </p:nvGrpSpPr>
          <p:grpSpPr bwMode="auto">
            <a:xfrm>
              <a:off x="3264" y="664"/>
              <a:ext cx="520" cy="160"/>
              <a:chOff x="3264" y="664"/>
              <a:chExt cx="520" cy="160"/>
            </a:xfrm>
          </p:grpSpPr>
          <p:sp>
            <p:nvSpPr>
              <p:cNvPr id="74796" name="Line 29">
                <a:extLst>
                  <a:ext uri="{FF2B5EF4-FFF2-40B4-BE49-F238E27FC236}">
                    <a16:creationId xmlns:a16="http://schemas.microsoft.com/office/drawing/2014/main" id="{ADC2F816-C1AC-0A90-194D-65C67E16DF0B}"/>
                  </a:ext>
                </a:extLst>
              </p:cNvPr>
              <p:cNvSpPr>
                <a:spLocks noChangeShapeType="1"/>
              </p:cNvSpPr>
              <p:nvPr/>
            </p:nvSpPr>
            <p:spPr bwMode="auto">
              <a:xfrm>
                <a:off x="3272"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97" name="Line 30">
                <a:extLst>
                  <a:ext uri="{FF2B5EF4-FFF2-40B4-BE49-F238E27FC236}">
                    <a16:creationId xmlns:a16="http://schemas.microsoft.com/office/drawing/2014/main" id="{E1D631AE-A7E1-E832-B9A5-3296876104FD}"/>
                  </a:ext>
                </a:extLst>
              </p:cNvPr>
              <p:cNvSpPr>
                <a:spLocks noChangeShapeType="1"/>
              </p:cNvSpPr>
              <p:nvPr/>
            </p:nvSpPr>
            <p:spPr bwMode="auto">
              <a:xfrm>
                <a:off x="3264"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98" name="Line 31">
                <a:extLst>
                  <a:ext uri="{FF2B5EF4-FFF2-40B4-BE49-F238E27FC236}">
                    <a16:creationId xmlns:a16="http://schemas.microsoft.com/office/drawing/2014/main" id="{D830E0BE-86EC-335E-D483-39BA1019F9BD}"/>
                  </a:ext>
                </a:extLst>
              </p:cNvPr>
              <p:cNvSpPr>
                <a:spLocks noChangeShapeType="1"/>
              </p:cNvSpPr>
              <p:nvPr/>
            </p:nvSpPr>
            <p:spPr bwMode="auto">
              <a:xfrm flipV="1">
                <a:off x="3552"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99" name="Line 32">
                <a:extLst>
                  <a:ext uri="{FF2B5EF4-FFF2-40B4-BE49-F238E27FC236}">
                    <a16:creationId xmlns:a16="http://schemas.microsoft.com/office/drawing/2014/main" id="{02364A12-4FC6-2FEB-24E4-AB11EBACDFB6}"/>
                  </a:ext>
                </a:extLst>
              </p:cNvPr>
              <p:cNvSpPr>
                <a:spLocks noChangeShapeType="1"/>
              </p:cNvSpPr>
              <p:nvPr/>
            </p:nvSpPr>
            <p:spPr bwMode="auto">
              <a:xfrm>
                <a:off x="3560"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800" name="Group 38">
              <a:extLst>
                <a:ext uri="{FF2B5EF4-FFF2-40B4-BE49-F238E27FC236}">
                  <a16:creationId xmlns:a16="http://schemas.microsoft.com/office/drawing/2014/main" id="{5E8C204D-2664-14BA-6A82-A1450AAA4A7C}"/>
                </a:ext>
              </a:extLst>
            </p:cNvPr>
            <p:cNvGrpSpPr>
              <a:grpSpLocks/>
            </p:cNvGrpSpPr>
            <p:nvPr/>
          </p:nvGrpSpPr>
          <p:grpSpPr bwMode="auto">
            <a:xfrm>
              <a:off x="3792" y="664"/>
              <a:ext cx="520" cy="160"/>
              <a:chOff x="3792" y="664"/>
              <a:chExt cx="520" cy="160"/>
            </a:xfrm>
          </p:grpSpPr>
          <p:sp>
            <p:nvSpPr>
              <p:cNvPr id="74801" name="Line 34">
                <a:extLst>
                  <a:ext uri="{FF2B5EF4-FFF2-40B4-BE49-F238E27FC236}">
                    <a16:creationId xmlns:a16="http://schemas.microsoft.com/office/drawing/2014/main" id="{4B54D4A0-919B-5460-7024-E4C0BA76CE88}"/>
                  </a:ext>
                </a:extLst>
              </p:cNvPr>
              <p:cNvSpPr>
                <a:spLocks noChangeShapeType="1"/>
              </p:cNvSpPr>
              <p:nvPr/>
            </p:nvSpPr>
            <p:spPr bwMode="auto">
              <a:xfrm>
                <a:off x="3800"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02" name="Line 35">
                <a:extLst>
                  <a:ext uri="{FF2B5EF4-FFF2-40B4-BE49-F238E27FC236}">
                    <a16:creationId xmlns:a16="http://schemas.microsoft.com/office/drawing/2014/main" id="{FEBA4474-A101-AC67-C54D-8A2473E688C5}"/>
                  </a:ext>
                </a:extLst>
              </p:cNvPr>
              <p:cNvSpPr>
                <a:spLocks noChangeShapeType="1"/>
              </p:cNvSpPr>
              <p:nvPr/>
            </p:nvSpPr>
            <p:spPr bwMode="auto">
              <a:xfrm>
                <a:off x="3792"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03" name="Line 36">
                <a:extLst>
                  <a:ext uri="{FF2B5EF4-FFF2-40B4-BE49-F238E27FC236}">
                    <a16:creationId xmlns:a16="http://schemas.microsoft.com/office/drawing/2014/main" id="{A280CD79-E3D4-EFD7-0FDD-86A5033B0723}"/>
                  </a:ext>
                </a:extLst>
              </p:cNvPr>
              <p:cNvSpPr>
                <a:spLocks noChangeShapeType="1"/>
              </p:cNvSpPr>
              <p:nvPr/>
            </p:nvSpPr>
            <p:spPr bwMode="auto">
              <a:xfrm flipV="1">
                <a:off x="4080"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04" name="Line 37">
                <a:extLst>
                  <a:ext uri="{FF2B5EF4-FFF2-40B4-BE49-F238E27FC236}">
                    <a16:creationId xmlns:a16="http://schemas.microsoft.com/office/drawing/2014/main" id="{FB372522-DBDC-EC8B-F0F3-A6CC16B40B60}"/>
                  </a:ext>
                </a:extLst>
              </p:cNvPr>
              <p:cNvSpPr>
                <a:spLocks noChangeShapeType="1"/>
              </p:cNvSpPr>
              <p:nvPr/>
            </p:nvSpPr>
            <p:spPr bwMode="auto">
              <a:xfrm>
                <a:off x="4088"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805" name="Group 43">
              <a:extLst>
                <a:ext uri="{FF2B5EF4-FFF2-40B4-BE49-F238E27FC236}">
                  <a16:creationId xmlns:a16="http://schemas.microsoft.com/office/drawing/2014/main" id="{80588A2F-6623-5D1A-72AB-21C4A6542A50}"/>
                </a:ext>
              </a:extLst>
            </p:cNvPr>
            <p:cNvGrpSpPr>
              <a:grpSpLocks/>
            </p:cNvGrpSpPr>
            <p:nvPr/>
          </p:nvGrpSpPr>
          <p:grpSpPr bwMode="auto">
            <a:xfrm>
              <a:off x="4320" y="664"/>
              <a:ext cx="520" cy="160"/>
              <a:chOff x="4320" y="664"/>
              <a:chExt cx="520" cy="160"/>
            </a:xfrm>
          </p:grpSpPr>
          <p:sp>
            <p:nvSpPr>
              <p:cNvPr id="74806" name="Line 39">
                <a:extLst>
                  <a:ext uri="{FF2B5EF4-FFF2-40B4-BE49-F238E27FC236}">
                    <a16:creationId xmlns:a16="http://schemas.microsoft.com/office/drawing/2014/main" id="{7680C0EF-924A-F6DA-E060-32719D7F5089}"/>
                  </a:ext>
                </a:extLst>
              </p:cNvPr>
              <p:cNvSpPr>
                <a:spLocks noChangeShapeType="1"/>
              </p:cNvSpPr>
              <p:nvPr/>
            </p:nvSpPr>
            <p:spPr bwMode="auto">
              <a:xfrm>
                <a:off x="4328"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07" name="Line 40">
                <a:extLst>
                  <a:ext uri="{FF2B5EF4-FFF2-40B4-BE49-F238E27FC236}">
                    <a16:creationId xmlns:a16="http://schemas.microsoft.com/office/drawing/2014/main" id="{FD67AEA9-D120-3A66-4AA1-35DE41E7F5EB}"/>
                  </a:ext>
                </a:extLst>
              </p:cNvPr>
              <p:cNvSpPr>
                <a:spLocks noChangeShapeType="1"/>
              </p:cNvSpPr>
              <p:nvPr/>
            </p:nvSpPr>
            <p:spPr bwMode="auto">
              <a:xfrm>
                <a:off x="4320"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08" name="Line 41">
                <a:extLst>
                  <a:ext uri="{FF2B5EF4-FFF2-40B4-BE49-F238E27FC236}">
                    <a16:creationId xmlns:a16="http://schemas.microsoft.com/office/drawing/2014/main" id="{F433E976-35E8-4F5C-4274-2A72B62FD424}"/>
                  </a:ext>
                </a:extLst>
              </p:cNvPr>
              <p:cNvSpPr>
                <a:spLocks noChangeShapeType="1"/>
              </p:cNvSpPr>
              <p:nvPr/>
            </p:nvSpPr>
            <p:spPr bwMode="auto">
              <a:xfrm flipV="1">
                <a:off x="4608"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09" name="Line 42">
                <a:extLst>
                  <a:ext uri="{FF2B5EF4-FFF2-40B4-BE49-F238E27FC236}">
                    <a16:creationId xmlns:a16="http://schemas.microsoft.com/office/drawing/2014/main" id="{1E8DD666-784E-24D3-82E8-CED22B0FA388}"/>
                  </a:ext>
                </a:extLst>
              </p:cNvPr>
              <p:cNvSpPr>
                <a:spLocks noChangeShapeType="1"/>
              </p:cNvSpPr>
              <p:nvPr/>
            </p:nvSpPr>
            <p:spPr bwMode="auto">
              <a:xfrm>
                <a:off x="4616"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4810" name="Line 44">
              <a:extLst>
                <a:ext uri="{FF2B5EF4-FFF2-40B4-BE49-F238E27FC236}">
                  <a16:creationId xmlns:a16="http://schemas.microsoft.com/office/drawing/2014/main" id="{0ECE7D3F-9A06-ACED-9831-8B185012FD49}"/>
                </a:ext>
              </a:extLst>
            </p:cNvPr>
            <p:cNvSpPr>
              <a:spLocks noChangeShapeType="1"/>
            </p:cNvSpPr>
            <p:nvPr/>
          </p:nvSpPr>
          <p:spPr bwMode="auto">
            <a:xfrm>
              <a:off x="392"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11" name="Line 45">
              <a:extLst>
                <a:ext uri="{FF2B5EF4-FFF2-40B4-BE49-F238E27FC236}">
                  <a16:creationId xmlns:a16="http://schemas.microsoft.com/office/drawing/2014/main" id="{9F43D703-394C-B81D-F8D7-50CA02808F4F}"/>
                </a:ext>
              </a:extLst>
            </p:cNvPr>
            <p:cNvSpPr>
              <a:spLocks noChangeShapeType="1"/>
            </p:cNvSpPr>
            <p:nvPr/>
          </p:nvSpPr>
          <p:spPr bwMode="auto">
            <a:xfrm>
              <a:off x="4856"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12" name="Line 46">
              <a:extLst>
                <a:ext uri="{FF2B5EF4-FFF2-40B4-BE49-F238E27FC236}">
                  <a16:creationId xmlns:a16="http://schemas.microsoft.com/office/drawing/2014/main" id="{572A1970-DB8B-0981-7D42-171F0BB9E77A}"/>
                </a:ext>
              </a:extLst>
            </p:cNvPr>
            <p:cNvSpPr>
              <a:spLocks noChangeShapeType="1"/>
            </p:cNvSpPr>
            <p:nvPr/>
          </p:nvSpPr>
          <p:spPr bwMode="auto">
            <a:xfrm>
              <a:off x="4848"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13" name="Rectangle 49">
              <a:extLst>
                <a:ext uri="{FF2B5EF4-FFF2-40B4-BE49-F238E27FC236}">
                  <a16:creationId xmlns:a16="http://schemas.microsoft.com/office/drawing/2014/main" id="{FB90B75B-0A68-E7E3-20C4-A154FF726347}"/>
                </a:ext>
              </a:extLst>
            </p:cNvPr>
            <p:cNvSpPr>
              <a:spLocks noChangeArrowheads="1"/>
            </p:cNvSpPr>
            <p:nvPr/>
          </p:nvSpPr>
          <p:spPr bwMode="auto">
            <a:xfrm>
              <a:off x="663" y="432"/>
              <a:ext cx="45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a:t>
              </a:r>
            </a:p>
          </p:txBody>
        </p:sp>
        <p:sp>
          <p:nvSpPr>
            <p:cNvPr id="74814" name="Rectangle 50">
              <a:extLst>
                <a:ext uri="{FF2B5EF4-FFF2-40B4-BE49-F238E27FC236}">
                  <a16:creationId xmlns:a16="http://schemas.microsoft.com/office/drawing/2014/main" id="{8A826980-1AD4-79A8-52D2-7154E47BA283}"/>
                </a:ext>
              </a:extLst>
            </p:cNvPr>
            <p:cNvSpPr>
              <a:spLocks noChangeArrowheads="1"/>
            </p:cNvSpPr>
            <p:nvPr/>
          </p:nvSpPr>
          <p:spPr bwMode="auto">
            <a:xfrm>
              <a:off x="1143" y="432"/>
              <a:ext cx="45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2</a:t>
              </a:r>
            </a:p>
          </p:txBody>
        </p:sp>
        <p:sp>
          <p:nvSpPr>
            <p:cNvPr id="74815" name="Rectangle 58">
              <a:extLst>
                <a:ext uri="{FF2B5EF4-FFF2-40B4-BE49-F238E27FC236}">
                  <a16:creationId xmlns:a16="http://schemas.microsoft.com/office/drawing/2014/main" id="{FD1D4A1B-49B5-59CD-9CD9-E1D184692679}"/>
                </a:ext>
              </a:extLst>
            </p:cNvPr>
            <p:cNvSpPr>
              <a:spLocks noChangeArrowheads="1"/>
            </p:cNvSpPr>
            <p:nvPr/>
          </p:nvSpPr>
          <p:spPr bwMode="auto">
            <a:xfrm>
              <a:off x="1719" y="432"/>
              <a:ext cx="45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3</a:t>
              </a:r>
            </a:p>
          </p:txBody>
        </p:sp>
        <p:sp>
          <p:nvSpPr>
            <p:cNvPr id="74816" name="Rectangle 59">
              <a:extLst>
                <a:ext uri="{FF2B5EF4-FFF2-40B4-BE49-F238E27FC236}">
                  <a16:creationId xmlns:a16="http://schemas.microsoft.com/office/drawing/2014/main" id="{925ECD54-753A-EBE9-5474-AE3007DF08E0}"/>
                </a:ext>
              </a:extLst>
            </p:cNvPr>
            <p:cNvSpPr>
              <a:spLocks noChangeArrowheads="1"/>
            </p:cNvSpPr>
            <p:nvPr/>
          </p:nvSpPr>
          <p:spPr bwMode="auto">
            <a:xfrm>
              <a:off x="2199" y="432"/>
              <a:ext cx="45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4</a:t>
              </a:r>
            </a:p>
          </p:txBody>
        </p:sp>
        <p:sp>
          <p:nvSpPr>
            <p:cNvPr id="74817" name="Rectangle 60">
              <a:extLst>
                <a:ext uri="{FF2B5EF4-FFF2-40B4-BE49-F238E27FC236}">
                  <a16:creationId xmlns:a16="http://schemas.microsoft.com/office/drawing/2014/main" id="{2295539A-B8D7-3858-B2F2-D81F94A4B711}"/>
                </a:ext>
              </a:extLst>
            </p:cNvPr>
            <p:cNvSpPr>
              <a:spLocks noChangeArrowheads="1"/>
            </p:cNvSpPr>
            <p:nvPr/>
          </p:nvSpPr>
          <p:spPr bwMode="auto">
            <a:xfrm>
              <a:off x="2727" y="432"/>
              <a:ext cx="45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5</a:t>
              </a:r>
            </a:p>
          </p:txBody>
        </p:sp>
        <p:sp>
          <p:nvSpPr>
            <p:cNvPr id="74818" name="Rectangle 61">
              <a:extLst>
                <a:ext uri="{FF2B5EF4-FFF2-40B4-BE49-F238E27FC236}">
                  <a16:creationId xmlns:a16="http://schemas.microsoft.com/office/drawing/2014/main" id="{902D2839-0B07-0DC4-4650-93B41BE70798}"/>
                </a:ext>
              </a:extLst>
            </p:cNvPr>
            <p:cNvSpPr>
              <a:spLocks noChangeArrowheads="1"/>
            </p:cNvSpPr>
            <p:nvPr/>
          </p:nvSpPr>
          <p:spPr bwMode="auto">
            <a:xfrm>
              <a:off x="3255" y="432"/>
              <a:ext cx="45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6</a:t>
              </a:r>
            </a:p>
          </p:txBody>
        </p:sp>
        <p:sp>
          <p:nvSpPr>
            <p:cNvPr id="74819" name="Rectangle 62">
              <a:extLst>
                <a:ext uri="{FF2B5EF4-FFF2-40B4-BE49-F238E27FC236}">
                  <a16:creationId xmlns:a16="http://schemas.microsoft.com/office/drawing/2014/main" id="{FC1E527D-98A2-FFBA-913A-2B7A751AE662}"/>
                </a:ext>
              </a:extLst>
            </p:cNvPr>
            <p:cNvSpPr>
              <a:spLocks noChangeArrowheads="1"/>
            </p:cNvSpPr>
            <p:nvPr/>
          </p:nvSpPr>
          <p:spPr bwMode="auto">
            <a:xfrm>
              <a:off x="3783" y="432"/>
              <a:ext cx="45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7</a:t>
              </a:r>
            </a:p>
          </p:txBody>
        </p:sp>
        <p:sp>
          <p:nvSpPr>
            <p:cNvPr id="74820" name="Rectangle 63">
              <a:extLst>
                <a:ext uri="{FF2B5EF4-FFF2-40B4-BE49-F238E27FC236}">
                  <a16:creationId xmlns:a16="http://schemas.microsoft.com/office/drawing/2014/main" id="{775D0A2A-F80A-AE77-37AF-4B3329F39AB8}"/>
                </a:ext>
              </a:extLst>
            </p:cNvPr>
            <p:cNvSpPr>
              <a:spLocks noChangeArrowheads="1"/>
            </p:cNvSpPr>
            <p:nvPr/>
          </p:nvSpPr>
          <p:spPr bwMode="auto">
            <a:xfrm>
              <a:off x="4311" y="432"/>
              <a:ext cx="47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a:ea typeface="宋体" panose="02010600030101010101" pitchFamily="2" charset="-122"/>
                </a:rPr>
                <a:t>Cycle 8</a:t>
              </a:r>
            </a:p>
          </p:txBody>
        </p:sp>
        <p:grpSp>
          <p:nvGrpSpPr>
            <p:cNvPr id="74821" name="Group 79">
              <a:extLst>
                <a:ext uri="{FF2B5EF4-FFF2-40B4-BE49-F238E27FC236}">
                  <a16:creationId xmlns:a16="http://schemas.microsoft.com/office/drawing/2014/main" id="{6EB96BB9-10F1-5CF2-CFB0-A2E398B39D09}"/>
                </a:ext>
              </a:extLst>
            </p:cNvPr>
            <p:cNvGrpSpPr>
              <a:grpSpLocks/>
            </p:cNvGrpSpPr>
            <p:nvPr/>
          </p:nvGrpSpPr>
          <p:grpSpPr bwMode="auto">
            <a:xfrm>
              <a:off x="632" y="960"/>
              <a:ext cx="2624" cy="212"/>
              <a:chOff x="632" y="960"/>
              <a:chExt cx="2624" cy="212"/>
            </a:xfrm>
          </p:grpSpPr>
          <p:grpSp>
            <p:nvGrpSpPr>
              <p:cNvPr id="74822" name="Group 66">
                <a:extLst>
                  <a:ext uri="{FF2B5EF4-FFF2-40B4-BE49-F238E27FC236}">
                    <a16:creationId xmlns:a16="http://schemas.microsoft.com/office/drawing/2014/main" id="{4ACA7EE6-CF9C-AED4-6F4E-C5C99631A2BF}"/>
                  </a:ext>
                </a:extLst>
              </p:cNvPr>
              <p:cNvGrpSpPr>
                <a:grpSpLocks/>
              </p:cNvGrpSpPr>
              <p:nvPr/>
            </p:nvGrpSpPr>
            <p:grpSpPr bwMode="auto">
              <a:xfrm>
                <a:off x="632" y="960"/>
                <a:ext cx="512" cy="212"/>
                <a:chOff x="632" y="960"/>
                <a:chExt cx="512" cy="212"/>
              </a:xfrm>
            </p:grpSpPr>
            <p:sp>
              <p:nvSpPr>
                <p:cNvPr id="74823" name="Rectangle 64">
                  <a:extLst>
                    <a:ext uri="{FF2B5EF4-FFF2-40B4-BE49-F238E27FC236}">
                      <a16:creationId xmlns:a16="http://schemas.microsoft.com/office/drawing/2014/main" id="{43D19202-857E-DD04-01CC-3980353C1AAE}"/>
                    </a:ext>
                  </a:extLst>
                </p:cNvPr>
                <p:cNvSpPr>
                  <a:spLocks noChangeArrowheads="1"/>
                </p:cNvSpPr>
                <p:nvPr/>
              </p:nvSpPr>
              <p:spPr bwMode="auto">
                <a:xfrm>
                  <a:off x="632"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24" name="Rectangle 65">
                  <a:extLst>
                    <a:ext uri="{FF2B5EF4-FFF2-40B4-BE49-F238E27FC236}">
                      <a16:creationId xmlns:a16="http://schemas.microsoft.com/office/drawing/2014/main" id="{5668BDA0-FC7A-05D7-8AA2-539DD30FD6B4}"/>
                    </a:ext>
                  </a:extLst>
                </p:cNvPr>
                <p:cNvSpPr>
                  <a:spLocks noChangeArrowheads="1"/>
                </p:cNvSpPr>
                <p:nvPr/>
              </p:nvSpPr>
              <p:spPr bwMode="auto">
                <a:xfrm>
                  <a:off x="757" y="960"/>
                  <a:ext cx="2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a:t>
                  </a:r>
                </a:p>
              </p:txBody>
            </p:sp>
          </p:grpSp>
          <p:grpSp>
            <p:nvGrpSpPr>
              <p:cNvPr id="74825" name="Group 69">
                <a:extLst>
                  <a:ext uri="{FF2B5EF4-FFF2-40B4-BE49-F238E27FC236}">
                    <a16:creationId xmlns:a16="http://schemas.microsoft.com/office/drawing/2014/main" id="{D01808A2-9609-DF81-2BC1-451ED2AB1A7E}"/>
                  </a:ext>
                </a:extLst>
              </p:cNvPr>
              <p:cNvGrpSpPr>
                <a:grpSpLocks/>
              </p:cNvGrpSpPr>
              <p:nvPr/>
            </p:nvGrpSpPr>
            <p:grpSpPr bwMode="auto">
              <a:xfrm>
                <a:off x="1143" y="960"/>
                <a:ext cx="529" cy="212"/>
                <a:chOff x="1143" y="960"/>
                <a:chExt cx="529" cy="212"/>
              </a:xfrm>
            </p:grpSpPr>
            <p:sp>
              <p:nvSpPr>
                <p:cNvPr id="74826" name="Rectangle 67">
                  <a:extLst>
                    <a:ext uri="{FF2B5EF4-FFF2-40B4-BE49-F238E27FC236}">
                      <a16:creationId xmlns:a16="http://schemas.microsoft.com/office/drawing/2014/main" id="{EA0CD88B-2262-FF4F-3CE2-11C599A3E889}"/>
                    </a:ext>
                  </a:extLst>
                </p:cNvPr>
                <p:cNvSpPr>
                  <a:spLocks noChangeArrowheads="1"/>
                </p:cNvSpPr>
                <p:nvPr/>
              </p:nvSpPr>
              <p:spPr bwMode="auto">
                <a:xfrm>
                  <a:off x="1160"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27" name="Rectangle 68">
                  <a:extLst>
                    <a:ext uri="{FF2B5EF4-FFF2-40B4-BE49-F238E27FC236}">
                      <a16:creationId xmlns:a16="http://schemas.microsoft.com/office/drawing/2014/main" id="{AA3E382E-1CE7-5579-D80A-E45325F1F323}"/>
                    </a:ext>
                  </a:extLst>
                </p:cNvPr>
                <p:cNvSpPr>
                  <a:spLocks noChangeArrowheads="1"/>
                </p:cNvSpPr>
                <p:nvPr/>
              </p:nvSpPr>
              <p:spPr bwMode="auto">
                <a:xfrm>
                  <a:off x="1143" y="960"/>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ID</a:t>
                  </a:r>
                </a:p>
              </p:txBody>
            </p:sp>
          </p:grpSp>
          <p:grpSp>
            <p:nvGrpSpPr>
              <p:cNvPr id="74828" name="Group 72">
                <a:extLst>
                  <a:ext uri="{FF2B5EF4-FFF2-40B4-BE49-F238E27FC236}">
                    <a16:creationId xmlns:a16="http://schemas.microsoft.com/office/drawing/2014/main" id="{510E1728-B8ED-6B38-51E2-4EC7D0AFE843}"/>
                  </a:ext>
                </a:extLst>
              </p:cNvPr>
              <p:cNvGrpSpPr>
                <a:grpSpLocks/>
              </p:cNvGrpSpPr>
              <p:nvPr/>
            </p:nvGrpSpPr>
            <p:grpSpPr bwMode="auto">
              <a:xfrm>
                <a:off x="1688" y="960"/>
                <a:ext cx="512" cy="212"/>
                <a:chOff x="1688" y="960"/>
                <a:chExt cx="512" cy="212"/>
              </a:xfrm>
            </p:grpSpPr>
            <p:sp>
              <p:nvSpPr>
                <p:cNvPr id="74829" name="Rectangle 70">
                  <a:extLst>
                    <a:ext uri="{FF2B5EF4-FFF2-40B4-BE49-F238E27FC236}">
                      <a16:creationId xmlns:a16="http://schemas.microsoft.com/office/drawing/2014/main" id="{ACE1D22E-F828-B590-5FFE-7A306CC044D6}"/>
                    </a:ext>
                  </a:extLst>
                </p:cNvPr>
                <p:cNvSpPr>
                  <a:spLocks noChangeArrowheads="1"/>
                </p:cNvSpPr>
                <p:nvPr/>
              </p:nvSpPr>
              <p:spPr bwMode="auto">
                <a:xfrm>
                  <a:off x="1688"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30" name="Rectangle 71">
                  <a:extLst>
                    <a:ext uri="{FF2B5EF4-FFF2-40B4-BE49-F238E27FC236}">
                      <a16:creationId xmlns:a16="http://schemas.microsoft.com/office/drawing/2014/main" id="{1435891C-2475-9160-77FC-0188B55A66B0}"/>
                    </a:ext>
                  </a:extLst>
                </p:cNvPr>
                <p:cNvSpPr>
                  <a:spLocks noChangeArrowheads="1"/>
                </p:cNvSpPr>
                <p:nvPr/>
              </p:nvSpPr>
              <p:spPr bwMode="auto">
                <a:xfrm>
                  <a:off x="1767" y="960"/>
                  <a:ext cx="31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EX</a:t>
                  </a:r>
                </a:p>
              </p:txBody>
            </p:sp>
          </p:grpSp>
          <p:grpSp>
            <p:nvGrpSpPr>
              <p:cNvPr id="74831" name="Group 75">
                <a:extLst>
                  <a:ext uri="{FF2B5EF4-FFF2-40B4-BE49-F238E27FC236}">
                    <a16:creationId xmlns:a16="http://schemas.microsoft.com/office/drawing/2014/main" id="{C6C95787-5B07-01FB-061E-88BFEFAF88F6}"/>
                  </a:ext>
                </a:extLst>
              </p:cNvPr>
              <p:cNvGrpSpPr>
                <a:grpSpLocks/>
              </p:cNvGrpSpPr>
              <p:nvPr/>
            </p:nvGrpSpPr>
            <p:grpSpPr bwMode="auto">
              <a:xfrm>
                <a:off x="2216" y="960"/>
                <a:ext cx="512" cy="212"/>
                <a:chOff x="2216" y="960"/>
                <a:chExt cx="512" cy="212"/>
              </a:xfrm>
            </p:grpSpPr>
            <p:sp>
              <p:nvSpPr>
                <p:cNvPr id="74832" name="Rectangle 73">
                  <a:extLst>
                    <a:ext uri="{FF2B5EF4-FFF2-40B4-BE49-F238E27FC236}">
                      <a16:creationId xmlns:a16="http://schemas.microsoft.com/office/drawing/2014/main" id="{57C923C5-3584-F4F6-B38A-B965E10B6B06}"/>
                    </a:ext>
                  </a:extLst>
                </p:cNvPr>
                <p:cNvSpPr>
                  <a:spLocks noChangeArrowheads="1"/>
                </p:cNvSpPr>
                <p:nvPr/>
              </p:nvSpPr>
              <p:spPr bwMode="auto">
                <a:xfrm>
                  <a:off x="2216"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33" name="Rectangle 74">
                  <a:extLst>
                    <a:ext uri="{FF2B5EF4-FFF2-40B4-BE49-F238E27FC236}">
                      <a16:creationId xmlns:a16="http://schemas.microsoft.com/office/drawing/2014/main" id="{057B593B-A439-7598-B4E8-E0DF31ABF3D0}"/>
                    </a:ext>
                  </a:extLst>
                </p:cNvPr>
                <p:cNvSpPr>
                  <a:spLocks noChangeArrowheads="1"/>
                </p:cNvSpPr>
                <p:nvPr/>
              </p:nvSpPr>
              <p:spPr bwMode="auto">
                <a:xfrm>
                  <a:off x="2295" y="960"/>
                  <a:ext cx="2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M</a:t>
                  </a:r>
                </a:p>
              </p:txBody>
            </p:sp>
          </p:grpSp>
          <p:grpSp>
            <p:nvGrpSpPr>
              <p:cNvPr id="74834" name="Group 78">
                <a:extLst>
                  <a:ext uri="{FF2B5EF4-FFF2-40B4-BE49-F238E27FC236}">
                    <a16:creationId xmlns:a16="http://schemas.microsoft.com/office/drawing/2014/main" id="{575EDB6F-C580-3440-59B2-BD6B4AEF8263}"/>
                  </a:ext>
                </a:extLst>
              </p:cNvPr>
              <p:cNvGrpSpPr>
                <a:grpSpLocks/>
              </p:cNvGrpSpPr>
              <p:nvPr/>
            </p:nvGrpSpPr>
            <p:grpSpPr bwMode="auto">
              <a:xfrm>
                <a:off x="2744" y="960"/>
                <a:ext cx="512" cy="212"/>
                <a:chOff x="2744" y="960"/>
                <a:chExt cx="512" cy="212"/>
              </a:xfrm>
            </p:grpSpPr>
            <p:sp>
              <p:nvSpPr>
                <p:cNvPr id="74835" name="Rectangle 76">
                  <a:extLst>
                    <a:ext uri="{FF2B5EF4-FFF2-40B4-BE49-F238E27FC236}">
                      <a16:creationId xmlns:a16="http://schemas.microsoft.com/office/drawing/2014/main" id="{9C8DD4BA-9128-4486-EE02-EF3DDE419D95}"/>
                    </a:ext>
                  </a:extLst>
                </p:cNvPr>
                <p:cNvSpPr>
                  <a:spLocks noChangeArrowheads="1"/>
                </p:cNvSpPr>
                <p:nvPr/>
              </p:nvSpPr>
              <p:spPr bwMode="auto">
                <a:xfrm>
                  <a:off x="2744"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36" name="Rectangle 77">
                  <a:extLst>
                    <a:ext uri="{FF2B5EF4-FFF2-40B4-BE49-F238E27FC236}">
                      <a16:creationId xmlns:a16="http://schemas.microsoft.com/office/drawing/2014/main" id="{4A178D72-D320-A531-6BBD-6CB96CA7CBFD}"/>
                    </a:ext>
                  </a:extLst>
                </p:cNvPr>
                <p:cNvSpPr>
                  <a:spLocks noChangeArrowheads="1"/>
                </p:cNvSpPr>
                <p:nvPr/>
              </p:nvSpPr>
              <p:spPr bwMode="auto">
                <a:xfrm>
                  <a:off x="2823" y="960"/>
                  <a:ext cx="2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WB</a:t>
                  </a:r>
                </a:p>
              </p:txBody>
            </p:sp>
          </p:grpSp>
        </p:grpSp>
        <p:sp>
          <p:nvSpPr>
            <p:cNvPr id="74837" name="Rectangle 80">
              <a:extLst>
                <a:ext uri="{FF2B5EF4-FFF2-40B4-BE49-F238E27FC236}">
                  <a16:creationId xmlns:a16="http://schemas.microsoft.com/office/drawing/2014/main" id="{C1BED639-1934-5BB6-6655-67DBF46BAA97}"/>
                </a:ext>
              </a:extLst>
            </p:cNvPr>
            <p:cNvSpPr>
              <a:spLocks noChangeArrowheads="1"/>
            </p:cNvSpPr>
            <p:nvPr/>
          </p:nvSpPr>
          <p:spPr bwMode="auto">
            <a:xfrm>
              <a:off x="135" y="960"/>
              <a:ext cx="49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0: </a:t>
              </a:r>
              <a:r>
                <a:rPr lang="en-US" altLang="zh-CN">
                  <a:latin typeface="Arial" panose="020B0604020202020204" pitchFamily="34" charset="0"/>
                  <a:ea typeface="宋体" panose="02010600030101010101" pitchFamily="2" charset="-122"/>
                </a:rPr>
                <a:t>Load</a:t>
              </a:r>
            </a:p>
          </p:txBody>
        </p:sp>
        <p:grpSp>
          <p:nvGrpSpPr>
            <p:cNvPr id="74838" name="Group 96">
              <a:extLst>
                <a:ext uri="{FF2B5EF4-FFF2-40B4-BE49-F238E27FC236}">
                  <a16:creationId xmlns:a16="http://schemas.microsoft.com/office/drawing/2014/main" id="{0E849991-43BA-7E3A-1A0D-2FEEA8AB719D}"/>
                </a:ext>
              </a:extLst>
            </p:cNvPr>
            <p:cNvGrpSpPr>
              <a:grpSpLocks/>
            </p:cNvGrpSpPr>
            <p:nvPr/>
          </p:nvGrpSpPr>
          <p:grpSpPr bwMode="auto">
            <a:xfrm>
              <a:off x="1160" y="1248"/>
              <a:ext cx="2624" cy="212"/>
              <a:chOff x="1160" y="1248"/>
              <a:chExt cx="2624" cy="212"/>
            </a:xfrm>
          </p:grpSpPr>
          <p:grpSp>
            <p:nvGrpSpPr>
              <p:cNvPr id="74839" name="Group 83">
                <a:extLst>
                  <a:ext uri="{FF2B5EF4-FFF2-40B4-BE49-F238E27FC236}">
                    <a16:creationId xmlns:a16="http://schemas.microsoft.com/office/drawing/2014/main" id="{BA2EE5FD-FAD6-63AF-48D0-A099C01727D9}"/>
                  </a:ext>
                </a:extLst>
              </p:cNvPr>
              <p:cNvGrpSpPr>
                <a:grpSpLocks/>
              </p:cNvGrpSpPr>
              <p:nvPr/>
            </p:nvGrpSpPr>
            <p:grpSpPr bwMode="auto">
              <a:xfrm>
                <a:off x="1160" y="1248"/>
                <a:ext cx="512" cy="212"/>
                <a:chOff x="1160" y="1248"/>
                <a:chExt cx="512" cy="212"/>
              </a:xfrm>
            </p:grpSpPr>
            <p:sp>
              <p:nvSpPr>
                <p:cNvPr id="74840" name="Rectangle 81">
                  <a:extLst>
                    <a:ext uri="{FF2B5EF4-FFF2-40B4-BE49-F238E27FC236}">
                      <a16:creationId xmlns:a16="http://schemas.microsoft.com/office/drawing/2014/main" id="{61755C0D-9990-00C5-7DB8-4732613656A2}"/>
                    </a:ext>
                  </a:extLst>
                </p:cNvPr>
                <p:cNvSpPr>
                  <a:spLocks noChangeArrowheads="1"/>
                </p:cNvSpPr>
                <p:nvPr/>
              </p:nvSpPr>
              <p:spPr bwMode="auto">
                <a:xfrm>
                  <a:off x="1160"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41" name="Rectangle 82">
                  <a:extLst>
                    <a:ext uri="{FF2B5EF4-FFF2-40B4-BE49-F238E27FC236}">
                      <a16:creationId xmlns:a16="http://schemas.microsoft.com/office/drawing/2014/main" id="{B7AAE0FD-CACC-B7A5-1927-08A3AE5D2F95}"/>
                    </a:ext>
                  </a:extLst>
                </p:cNvPr>
                <p:cNvSpPr>
                  <a:spLocks noChangeArrowheads="1"/>
                </p:cNvSpPr>
                <p:nvPr/>
              </p:nvSpPr>
              <p:spPr bwMode="auto">
                <a:xfrm>
                  <a:off x="1201" y="1248"/>
                  <a:ext cx="33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IF</a:t>
                  </a:r>
                </a:p>
              </p:txBody>
            </p:sp>
          </p:grpSp>
          <p:grpSp>
            <p:nvGrpSpPr>
              <p:cNvPr id="74842" name="Group 86">
                <a:extLst>
                  <a:ext uri="{FF2B5EF4-FFF2-40B4-BE49-F238E27FC236}">
                    <a16:creationId xmlns:a16="http://schemas.microsoft.com/office/drawing/2014/main" id="{C645A154-5041-68CE-FD46-5124E81379EA}"/>
                  </a:ext>
                </a:extLst>
              </p:cNvPr>
              <p:cNvGrpSpPr>
                <a:grpSpLocks/>
              </p:cNvGrpSpPr>
              <p:nvPr/>
            </p:nvGrpSpPr>
            <p:grpSpPr bwMode="auto">
              <a:xfrm>
                <a:off x="1671" y="1248"/>
                <a:ext cx="529" cy="212"/>
                <a:chOff x="1671" y="1248"/>
                <a:chExt cx="529" cy="212"/>
              </a:xfrm>
            </p:grpSpPr>
            <p:sp>
              <p:nvSpPr>
                <p:cNvPr id="74843" name="Rectangle 84">
                  <a:extLst>
                    <a:ext uri="{FF2B5EF4-FFF2-40B4-BE49-F238E27FC236}">
                      <a16:creationId xmlns:a16="http://schemas.microsoft.com/office/drawing/2014/main" id="{8AB43788-E8B1-1209-39EF-A2D1A6505C36}"/>
                    </a:ext>
                  </a:extLst>
                </p:cNvPr>
                <p:cNvSpPr>
                  <a:spLocks noChangeArrowheads="1"/>
                </p:cNvSpPr>
                <p:nvPr/>
              </p:nvSpPr>
              <p:spPr bwMode="auto">
                <a:xfrm>
                  <a:off x="1688"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44" name="Rectangle 85">
                  <a:extLst>
                    <a:ext uri="{FF2B5EF4-FFF2-40B4-BE49-F238E27FC236}">
                      <a16:creationId xmlns:a16="http://schemas.microsoft.com/office/drawing/2014/main" id="{024E104D-5F53-F249-78E9-4687A56454C5}"/>
                    </a:ext>
                  </a:extLst>
                </p:cNvPr>
                <p:cNvSpPr>
                  <a:spLocks noChangeArrowheads="1"/>
                </p:cNvSpPr>
                <p:nvPr/>
              </p:nvSpPr>
              <p:spPr bwMode="auto">
                <a:xfrm>
                  <a:off x="1671" y="1248"/>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ID</a:t>
                  </a:r>
                </a:p>
              </p:txBody>
            </p:sp>
          </p:grpSp>
          <p:grpSp>
            <p:nvGrpSpPr>
              <p:cNvPr id="74845" name="Group 89">
                <a:extLst>
                  <a:ext uri="{FF2B5EF4-FFF2-40B4-BE49-F238E27FC236}">
                    <a16:creationId xmlns:a16="http://schemas.microsoft.com/office/drawing/2014/main" id="{980A3D9D-CEE4-43A1-2B54-2CE51F27E4F2}"/>
                  </a:ext>
                </a:extLst>
              </p:cNvPr>
              <p:cNvGrpSpPr>
                <a:grpSpLocks/>
              </p:cNvGrpSpPr>
              <p:nvPr/>
            </p:nvGrpSpPr>
            <p:grpSpPr bwMode="auto">
              <a:xfrm>
                <a:off x="2216" y="1248"/>
                <a:ext cx="512" cy="212"/>
                <a:chOff x="2216" y="1248"/>
                <a:chExt cx="512" cy="212"/>
              </a:xfrm>
            </p:grpSpPr>
            <p:sp>
              <p:nvSpPr>
                <p:cNvPr id="74846" name="Rectangle 87">
                  <a:extLst>
                    <a:ext uri="{FF2B5EF4-FFF2-40B4-BE49-F238E27FC236}">
                      <a16:creationId xmlns:a16="http://schemas.microsoft.com/office/drawing/2014/main" id="{66E92575-AF01-90B8-D62B-9ED3FBC17261}"/>
                    </a:ext>
                  </a:extLst>
                </p:cNvPr>
                <p:cNvSpPr>
                  <a:spLocks noChangeArrowheads="1"/>
                </p:cNvSpPr>
                <p:nvPr/>
              </p:nvSpPr>
              <p:spPr bwMode="auto">
                <a:xfrm>
                  <a:off x="2216"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47" name="Rectangle 88">
                  <a:extLst>
                    <a:ext uri="{FF2B5EF4-FFF2-40B4-BE49-F238E27FC236}">
                      <a16:creationId xmlns:a16="http://schemas.microsoft.com/office/drawing/2014/main" id="{23B2616F-EDC1-5246-DD72-E33AB8D22D89}"/>
                    </a:ext>
                  </a:extLst>
                </p:cNvPr>
                <p:cNvSpPr>
                  <a:spLocks noChangeArrowheads="1"/>
                </p:cNvSpPr>
                <p:nvPr/>
              </p:nvSpPr>
              <p:spPr bwMode="auto">
                <a:xfrm>
                  <a:off x="2295" y="1248"/>
                  <a:ext cx="34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EX</a:t>
                  </a:r>
                </a:p>
              </p:txBody>
            </p:sp>
          </p:grpSp>
          <p:grpSp>
            <p:nvGrpSpPr>
              <p:cNvPr id="74848" name="Group 92">
                <a:extLst>
                  <a:ext uri="{FF2B5EF4-FFF2-40B4-BE49-F238E27FC236}">
                    <a16:creationId xmlns:a16="http://schemas.microsoft.com/office/drawing/2014/main" id="{5C82BB7B-01DB-50DC-7EB0-BAF0550F9423}"/>
                  </a:ext>
                </a:extLst>
              </p:cNvPr>
              <p:cNvGrpSpPr>
                <a:grpSpLocks/>
              </p:cNvGrpSpPr>
              <p:nvPr/>
            </p:nvGrpSpPr>
            <p:grpSpPr bwMode="auto">
              <a:xfrm>
                <a:off x="2744" y="1248"/>
                <a:ext cx="512" cy="212"/>
                <a:chOff x="2744" y="1248"/>
                <a:chExt cx="512" cy="212"/>
              </a:xfrm>
            </p:grpSpPr>
            <p:sp>
              <p:nvSpPr>
                <p:cNvPr id="74849" name="Rectangle 90">
                  <a:extLst>
                    <a:ext uri="{FF2B5EF4-FFF2-40B4-BE49-F238E27FC236}">
                      <a16:creationId xmlns:a16="http://schemas.microsoft.com/office/drawing/2014/main" id="{FA505DCD-53B8-17B7-A6F8-9CD4D208AB21}"/>
                    </a:ext>
                  </a:extLst>
                </p:cNvPr>
                <p:cNvSpPr>
                  <a:spLocks noChangeArrowheads="1"/>
                </p:cNvSpPr>
                <p:nvPr/>
              </p:nvSpPr>
              <p:spPr bwMode="auto">
                <a:xfrm>
                  <a:off x="2744"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50" name="Rectangle 91">
                  <a:extLst>
                    <a:ext uri="{FF2B5EF4-FFF2-40B4-BE49-F238E27FC236}">
                      <a16:creationId xmlns:a16="http://schemas.microsoft.com/office/drawing/2014/main" id="{F67CA553-1383-09DF-41AA-270773477A52}"/>
                    </a:ext>
                  </a:extLst>
                </p:cNvPr>
                <p:cNvSpPr>
                  <a:spLocks noChangeArrowheads="1"/>
                </p:cNvSpPr>
                <p:nvPr/>
              </p:nvSpPr>
              <p:spPr bwMode="auto">
                <a:xfrm>
                  <a:off x="2823" y="1248"/>
                  <a:ext cx="2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M</a:t>
                  </a:r>
                </a:p>
              </p:txBody>
            </p:sp>
          </p:grpSp>
          <p:grpSp>
            <p:nvGrpSpPr>
              <p:cNvPr id="74851" name="Group 95">
                <a:extLst>
                  <a:ext uri="{FF2B5EF4-FFF2-40B4-BE49-F238E27FC236}">
                    <a16:creationId xmlns:a16="http://schemas.microsoft.com/office/drawing/2014/main" id="{E2B116ED-F4F3-F068-F320-69CB5290B8B9}"/>
                  </a:ext>
                </a:extLst>
              </p:cNvPr>
              <p:cNvGrpSpPr>
                <a:grpSpLocks/>
              </p:cNvGrpSpPr>
              <p:nvPr/>
            </p:nvGrpSpPr>
            <p:grpSpPr bwMode="auto">
              <a:xfrm>
                <a:off x="3272" y="1248"/>
                <a:ext cx="512" cy="212"/>
                <a:chOff x="3272" y="1248"/>
                <a:chExt cx="512" cy="212"/>
              </a:xfrm>
            </p:grpSpPr>
            <p:sp>
              <p:nvSpPr>
                <p:cNvPr id="74852" name="Rectangle 93">
                  <a:extLst>
                    <a:ext uri="{FF2B5EF4-FFF2-40B4-BE49-F238E27FC236}">
                      <a16:creationId xmlns:a16="http://schemas.microsoft.com/office/drawing/2014/main" id="{2E8FCC45-1E22-5C18-ED86-22339FD0080A}"/>
                    </a:ext>
                  </a:extLst>
                </p:cNvPr>
                <p:cNvSpPr>
                  <a:spLocks noChangeArrowheads="1"/>
                </p:cNvSpPr>
                <p:nvPr/>
              </p:nvSpPr>
              <p:spPr bwMode="auto">
                <a:xfrm>
                  <a:off x="3272"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53" name="Rectangle 94">
                  <a:extLst>
                    <a:ext uri="{FF2B5EF4-FFF2-40B4-BE49-F238E27FC236}">
                      <a16:creationId xmlns:a16="http://schemas.microsoft.com/office/drawing/2014/main" id="{22AAC330-0384-5C30-B561-862921E3762F}"/>
                    </a:ext>
                  </a:extLst>
                </p:cNvPr>
                <p:cNvSpPr>
                  <a:spLocks noChangeArrowheads="1"/>
                </p:cNvSpPr>
                <p:nvPr/>
              </p:nvSpPr>
              <p:spPr bwMode="auto">
                <a:xfrm>
                  <a:off x="3351" y="1248"/>
                  <a:ext cx="2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WB</a:t>
                  </a:r>
                </a:p>
              </p:txBody>
            </p:sp>
          </p:grpSp>
        </p:grpSp>
        <p:sp>
          <p:nvSpPr>
            <p:cNvPr id="74854" name="Rectangle 97">
              <a:extLst>
                <a:ext uri="{FF2B5EF4-FFF2-40B4-BE49-F238E27FC236}">
                  <a16:creationId xmlns:a16="http://schemas.microsoft.com/office/drawing/2014/main" id="{2EABE3D2-B9D6-03D0-EE69-76C6B14C19B3}"/>
                </a:ext>
              </a:extLst>
            </p:cNvPr>
            <p:cNvSpPr>
              <a:spLocks noChangeArrowheads="1"/>
            </p:cNvSpPr>
            <p:nvPr/>
          </p:nvSpPr>
          <p:spPr bwMode="auto">
            <a:xfrm>
              <a:off x="567" y="1248"/>
              <a:ext cx="57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4: </a:t>
              </a:r>
              <a:r>
                <a:rPr lang="en-US" altLang="zh-CN">
                  <a:latin typeface="Arial" panose="020B0604020202020204" pitchFamily="34" charset="0"/>
                  <a:ea typeface="宋体" panose="02010600030101010101" pitchFamily="2" charset="-122"/>
                </a:rPr>
                <a:t>R-type</a:t>
              </a:r>
            </a:p>
          </p:txBody>
        </p:sp>
        <p:grpSp>
          <p:nvGrpSpPr>
            <p:cNvPr id="74855" name="Group 113">
              <a:extLst>
                <a:ext uri="{FF2B5EF4-FFF2-40B4-BE49-F238E27FC236}">
                  <a16:creationId xmlns:a16="http://schemas.microsoft.com/office/drawing/2014/main" id="{7FDE169D-6342-82CD-4AC0-1E7AF2D773DF}"/>
                </a:ext>
              </a:extLst>
            </p:cNvPr>
            <p:cNvGrpSpPr>
              <a:grpSpLocks/>
            </p:cNvGrpSpPr>
            <p:nvPr/>
          </p:nvGrpSpPr>
          <p:grpSpPr bwMode="auto">
            <a:xfrm>
              <a:off x="1688" y="1536"/>
              <a:ext cx="2624" cy="212"/>
              <a:chOff x="1688" y="1536"/>
              <a:chExt cx="2624" cy="212"/>
            </a:xfrm>
          </p:grpSpPr>
          <p:grpSp>
            <p:nvGrpSpPr>
              <p:cNvPr id="74856" name="Group 100">
                <a:extLst>
                  <a:ext uri="{FF2B5EF4-FFF2-40B4-BE49-F238E27FC236}">
                    <a16:creationId xmlns:a16="http://schemas.microsoft.com/office/drawing/2014/main" id="{0CA95C13-4090-D547-9E9C-A653591AAB93}"/>
                  </a:ext>
                </a:extLst>
              </p:cNvPr>
              <p:cNvGrpSpPr>
                <a:grpSpLocks/>
              </p:cNvGrpSpPr>
              <p:nvPr/>
            </p:nvGrpSpPr>
            <p:grpSpPr bwMode="auto">
              <a:xfrm>
                <a:off x="1688" y="1536"/>
                <a:ext cx="512" cy="212"/>
                <a:chOff x="1688" y="1536"/>
                <a:chExt cx="512" cy="212"/>
              </a:xfrm>
            </p:grpSpPr>
            <p:sp>
              <p:nvSpPr>
                <p:cNvPr id="74857" name="Rectangle 98">
                  <a:extLst>
                    <a:ext uri="{FF2B5EF4-FFF2-40B4-BE49-F238E27FC236}">
                      <a16:creationId xmlns:a16="http://schemas.microsoft.com/office/drawing/2014/main" id="{773A1C29-FED8-4B61-CF3F-2A39C2C84F57}"/>
                    </a:ext>
                  </a:extLst>
                </p:cNvPr>
                <p:cNvSpPr>
                  <a:spLocks noChangeArrowheads="1"/>
                </p:cNvSpPr>
                <p:nvPr/>
              </p:nvSpPr>
              <p:spPr bwMode="auto">
                <a:xfrm>
                  <a:off x="1688"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58" name="Rectangle 99">
                  <a:extLst>
                    <a:ext uri="{FF2B5EF4-FFF2-40B4-BE49-F238E27FC236}">
                      <a16:creationId xmlns:a16="http://schemas.microsoft.com/office/drawing/2014/main" id="{3041E99F-71CC-820E-3DE2-BD176A48D96A}"/>
                    </a:ext>
                  </a:extLst>
                </p:cNvPr>
                <p:cNvSpPr>
                  <a:spLocks noChangeArrowheads="1"/>
                </p:cNvSpPr>
                <p:nvPr/>
              </p:nvSpPr>
              <p:spPr bwMode="auto">
                <a:xfrm>
                  <a:off x="1729" y="1536"/>
                  <a:ext cx="33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IF</a:t>
                  </a:r>
                </a:p>
              </p:txBody>
            </p:sp>
          </p:grpSp>
          <p:grpSp>
            <p:nvGrpSpPr>
              <p:cNvPr id="74859" name="Group 103">
                <a:extLst>
                  <a:ext uri="{FF2B5EF4-FFF2-40B4-BE49-F238E27FC236}">
                    <a16:creationId xmlns:a16="http://schemas.microsoft.com/office/drawing/2014/main" id="{E3AF012C-A801-F6E0-DC39-91F9DD277805}"/>
                  </a:ext>
                </a:extLst>
              </p:cNvPr>
              <p:cNvGrpSpPr>
                <a:grpSpLocks/>
              </p:cNvGrpSpPr>
              <p:nvPr/>
            </p:nvGrpSpPr>
            <p:grpSpPr bwMode="auto">
              <a:xfrm>
                <a:off x="2199" y="1536"/>
                <a:ext cx="529" cy="212"/>
                <a:chOff x="2199" y="1536"/>
                <a:chExt cx="529" cy="212"/>
              </a:xfrm>
            </p:grpSpPr>
            <p:sp>
              <p:nvSpPr>
                <p:cNvPr id="74860" name="Rectangle 101">
                  <a:extLst>
                    <a:ext uri="{FF2B5EF4-FFF2-40B4-BE49-F238E27FC236}">
                      <a16:creationId xmlns:a16="http://schemas.microsoft.com/office/drawing/2014/main" id="{E2808A1D-73B9-8734-99A8-7C0B7622B452}"/>
                    </a:ext>
                  </a:extLst>
                </p:cNvPr>
                <p:cNvSpPr>
                  <a:spLocks noChangeArrowheads="1"/>
                </p:cNvSpPr>
                <p:nvPr/>
              </p:nvSpPr>
              <p:spPr bwMode="auto">
                <a:xfrm>
                  <a:off x="2216"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61" name="Rectangle 102">
                  <a:extLst>
                    <a:ext uri="{FF2B5EF4-FFF2-40B4-BE49-F238E27FC236}">
                      <a16:creationId xmlns:a16="http://schemas.microsoft.com/office/drawing/2014/main" id="{30C77781-4F0C-62B9-EEAF-4820382FB750}"/>
                    </a:ext>
                  </a:extLst>
                </p:cNvPr>
                <p:cNvSpPr>
                  <a:spLocks noChangeArrowheads="1"/>
                </p:cNvSpPr>
                <p:nvPr/>
              </p:nvSpPr>
              <p:spPr bwMode="auto">
                <a:xfrm>
                  <a:off x="2199" y="1536"/>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ID</a:t>
                  </a:r>
                </a:p>
              </p:txBody>
            </p:sp>
          </p:grpSp>
          <p:grpSp>
            <p:nvGrpSpPr>
              <p:cNvPr id="74862" name="Group 106">
                <a:extLst>
                  <a:ext uri="{FF2B5EF4-FFF2-40B4-BE49-F238E27FC236}">
                    <a16:creationId xmlns:a16="http://schemas.microsoft.com/office/drawing/2014/main" id="{F60DDA02-A07A-9DCE-0E17-852B690C5F32}"/>
                  </a:ext>
                </a:extLst>
              </p:cNvPr>
              <p:cNvGrpSpPr>
                <a:grpSpLocks/>
              </p:cNvGrpSpPr>
              <p:nvPr/>
            </p:nvGrpSpPr>
            <p:grpSpPr bwMode="auto">
              <a:xfrm>
                <a:off x="2744" y="1536"/>
                <a:ext cx="512" cy="212"/>
                <a:chOff x="2744" y="1536"/>
                <a:chExt cx="512" cy="212"/>
              </a:xfrm>
            </p:grpSpPr>
            <p:sp>
              <p:nvSpPr>
                <p:cNvPr id="74863" name="Rectangle 104">
                  <a:extLst>
                    <a:ext uri="{FF2B5EF4-FFF2-40B4-BE49-F238E27FC236}">
                      <a16:creationId xmlns:a16="http://schemas.microsoft.com/office/drawing/2014/main" id="{CF3951BD-52C4-566B-5E90-BF9AC9438633}"/>
                    </a:ext>
                  </a:extLst>
                </p:cNvPr>
                <p:cNvSpPr>
                  <a:spLocks noChangeArrowheads="1"/>
                </p:cNvSpPr>
                <p:nvPr/>
              </p:nvSpPr>
              <p:spPr bwMode="auto">
                <a:xfrm>
                  <a:off x="2744"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64" name="Rectangle 105">
                  <a:extLst>
                    <a:ext uri="{FF2B5EF4-FFF2-40B4-BE49-F238E27FC236}">
                      <a16:creationId xmlns:a16="http://schemas.microsoft.com/office/drawing/2014/main" id="{A05BB9D3-95C9-1992-D16F-B25E974A9B6A}"/>
                    </a:ext>
                  </a:extLst>
                </p:cNvPr>
                <p:cNvSpPr>
                  <a:spLocks noChangeArrowheads="1"/>
                </p:cNvSpPr>
                <p:nvPr/>
              </p:nvSpPr>
              <p:spPr bwMode="auto">
                <a:xfrm>
                  <a:off x="2823" y="1536"/>
                  <a:ext cx="31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EX</a:t>
                  </a:r>
                </a:p>
              </p:txBody>
            </p:sp>
          </p:grpSp>
          <p:grpSp>
            <p:nvGrpSpPr>
              <p:cNvPr id="74865" name="Group 109">
                <a:extLst>
                  <a:ext uri="{FF2B5EF4-FFF2-40B4-BE49-F238E27FC236}">
                    <a16:creationId xmlns:a16="http://schemas.microsoft.com/office/drawing/2014/main" id="{DDBE8C68-FD8F-383C-70E9-129895ECE8DB}"/>
                  </a:ext>
                </a:extLst>
              </p:cNvPr>
              <p:cNvGrpSpPr>
                <a:grpSpLocks/>
              </p:cNvGrpSpPr>
              <p:nvPr/>
            </p:nvGrpSpPr>
            <p:grpSpPr bwMode="auto">
              <a:xfrm>
                <a:off x="3272" y="1536"/>
                <a:ext cx="512" cy="212"/>
                <a:chOff x="3272" y="1536"/>
                <a:chExt cx="512" cy="212"/>
              </a:xfrm>
            </p:grpSpPr>
            <p:sp>
              <p:nvSpPr>
                <p:cNvPr id="74866" name="Rectangle 107">
                  <a:extLst>
                    <a:ext uri="{FF2B5EF4-FFF2-40B4-BE49-F238E27FC236}">
                      <a16:creationId xmlns:a16="http://schemas.microsoft.com/office/drawing/2014/main" id="{E08A296F-CBAD-FB6E-1D55-A8A5EE17280A}"/>
                    </a:ext>
                  </a:extLst>
                </p:cNvPr>
                <p:cNvSpPr>
                  <a:spLocks noChangeArrowheads="1"/>
                </p:cNvSpPr>
                <p:nvPr/>
              </p:nvSpPr>
              <p:spPr bwMode="auto">
                <a:xfrm>
                  <a:off x="3272"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67" name="Rectangle 108">
                  <a:extLst>
                    <a:ext uri="{FF2B5EF4-FFF2-40B4-BE49-F238E27FC236}">
                      <a16:creationId xmlns:a16="http://schemas.microsoft.com/office/drawing/2014/main" id="{229D42AC-DCEE-2E85-DFDF-6CD281A1B936}"/>
                    </a:ext>
                  </a:extLst>
                </p:cNvPr>
                <p:cNvSpPr>
                  <a:spLocks noChangeArrowheads="1"/>
                </p:cNvSpPr>
                <p:nvPr/>
              </p:nvSpPr>
              <p:spPr bwMode="auto">
                <a:xfrm>
                  <a:off x="3351" y="1536"/>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M</a:t>
                  </a:r>
                </a:p>
              </p:txBody>
            </p:sp>
          </p:grpSp>
          <p:grpSp>
            <p:nvGrpSpPr>
              <p:cNvPr id="74868" name="Group 112">
                <a:extLst>
                  <a:ext uri="{FF2B5EF4-FFF2-40B4-BE49-F238E27FC236}">
                    <a16:creationId xmlns:a16="http://schemas.microsoft.com/office/drawing/2014/main" id="{EFBAC61C-C370-297D-737F-CB09D7016881}"/>
                  </a:ext>
                </a:extLst>
              </p:cNvPr>
              <p:cNvGrpSpPr>
                <a:grpSpLocks/>
              </p:cNvGrpSpPr>
              <p:nvPr/>
            </p:nvGrpSpPr>
            <p:grpSpPr bwMode="auto">
              <a:xfrm>
                <a:off x="3800" y="1536"/>
                <a:ext cx="512" cy="212"/>
                <a:chOff x="3800" y="1536"/>
                <a:chExt cx="512" cy="212"/>
              </a:xfrm>
            </p:grpSpPr>
            <p:sp>
              <p:nvSpPr>
                <p:cNvPr id="74869" name="Rectangle 110">
                  <a:extLst>
                    <a:ext uri="{FF2B5EF4-FFF2-40B4-BE49-F238E27FC236}">
                      <a16:creationId xmlns:a16="http://schemas.microsoft.com/office/drawing/2014/main" id="{2E900847-C5FF-B667-525C-FCB0D515ADD6}"/>
                    </a:ext>
                  </a:extLst>
                </p:cNvPr>
                <p:cNvSpPr>
                  <a:spLocks noChangeArrowheads="1"/>
                </p:cNvSpPr>
                <p:nvPr/>
              </p:nvSpPr>
              <p:spPr bwMode="auto">
                <a:xfrm>
                  <a:off x="3800"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70" name="Rectangle 111">
                  <a:extLst>
                    <a:ext uri="{FF2B5EF4-FFF2-40B4-BE49-F238E27FC236}">
                      <a16:creationId xmlns:a16="http://schemas.microsoft.com/office/drawing/2014/main" id="{1A26B516-D19A-C088-BCF7-F3D02BE0802E}"/>
                    </a:ext>
                  </a:extLst>
                </p:cNvPr>
                <p:cNvSpPr>
                  <a:spLocks noChangeArrowheads="1"/>
                </p:cNvSpPr>
                <p:nvPr/>
              </p:nvSpPr>
              <p:spPr bwMode="auto">
                <a:xfrm>
                  <a:off x="3879" y="1536"/>
                  <a:ext cx="2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WB</a:t>
                  </a:r>
                </a:p>
              </p:txBody>
            </p:sp>
          </p:grpSp>
        </p:grpSp>
        <p:sp>
          <p:nvSpPr>
            <p:cNvPr id="74871" name="Rectangle 114">
              <a:extLst>
                <a:ext uri="{FF2B5EF4-FFF2-40B4-BE49-F238E27FC236}">
                  <a16:creationId xmlns:a16="http://schemas.microsoft.com/office/drawing/2014/main" id="{59B33058-264F-583C-CC04-9C790251F000}"/>
                </a:ext>
              </a:extLst>
            </p:cNvPr>
            <p:cNvSpPr>
              <a:spLocks noChangeArrowheads="1"/>
            </p:cNvSpPr>
            <p:nvPr/>
          </p:nvSpPr>
          <p:spPr bwMode="auto">
            <a:xfrm>
              <a:off x="1173" y="1536"/>
              <a:ext cx="51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8: </a:t>
              </a:r>
              <a:r>
                <a:rPr lang="en-US" altLang="zh-CN">
                  <a:latin typeface="Arial" panose="020B0604020202020204" pitchFamily="34" charset="0"/>
                  <a:ea typeface="宋体" panose="02010600030101010101" pitchFamily="2" charset="-122"/>
                </a:rPr>
                <a:t>Store</a:t>
              </a:r>
            </a:p>
          </p:txBody>
        </p:sp>
        <p:grpSp>
          <p:nvGrpSpPr>
            <p:cNvPr id="74872" name="Group 130">
              <a:extLst>
                <a:ext uri="{FF2B5EF4-FFF2-40B4-BE49-F238E27FC236}">
                  <a16:creationId xmlns:a16="http://schemas.microsoft.com/office/drawing/2014/main" id="{47178519-3288-4753-6B75-2719913E45EF}"/>
                </a:ext>
              </a:extLst>
            </p:cNvPr>
            <p:cNvGrpSpPr>
              <a:grpSpLocks/>
            </p:cNvGrpSpPr>
            <p:nvPr/>
          </p:nvGrpSpPr>
          <p:grpSpPr bwMode="auto">
            <a:xfrm>
              <a:off x="2216" y="1824"/>
              <a:ext cx="2624" cy="212"/>
              <a:chOff x="2216" y="1824"/>
              <a:chExt cx="2624" cy="212"/>
            </a:xfrm>
          </p:grpSpPr>
          <p:grpSp>
            <p:nvGrpSpPr>
              <p:cNvPr id="74873" name="Group 117">
                <a:extLst>
                  <a:ext uri="{FF2B5EF4-FFF2-40B4-BE49-F238E27FC236}">
                    <a16:creationId xmlns:a16="http://schemas.microsoft.com/office/drawing/2014/main" id="{9E0A8995-3205-458B-C85C-76E3C87236B7}"/>
                  </a:ext>
                </a:extLst>
              </p:cNvPr>
              <p:cNvGrpSpPr>
                <a:grpSpLocks/>
              </p:cNvGrpSpPr>
              <p:nvPr/>
            </p:nvGrpSpPr>
            <p:grpSpPr bwMode="auto">
              <a:xfrm>
                <a:off x="2216" y="1824"/>
                <a:ext cx="512" cy="212"/>
                <a:chOff x="2216" y="1824"/>
                <a:chExt cx="512" cy="212"/>
              </a:xfrm>
            </p:grpSpPr>
            <p:sp>
              <p:nvSpPr>
                <p:cNvPr id="74874" name="Rectangle 115">
                  <a:extLst>
                    <a:ext uri="{FF2B5EF4-FFF2-40B4-BE49-F238E27FC236}">
                      <a16:creationId xmlns:a16="http://schemas.microsoft.com/office/drawing/2014/main" id="{CD29EE98-7A19-69D8-D1F5-30A617607272}"/>
                    </a:ext>
                  </a:extLst>
                </p:cNvPr>
                <p:cNvSpPr>
                  <a:spLocks noChangeArrowheads="1"/>
                </p:cNvSpPr>
                <p:nvPr/>
              </p:nvSpPr>
              <p:spPr bwMode="auto">
                <a:xfrm>
                  <a:off x="2216"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75" name="Rectangle 116">
                  <a:extLst>
                    <a:ext uri="{FF2B5EF4-FFF2-40B4-BE49-F238E27FC236}">
                      <a16:creationId xmlns:a16="http://schemas.microsoft.com/office/drawing/2014/main" id="{36339CCB-C589-D417-E67F-5327D3095F77}"/>
                    </a:ext>
                  </a:extLst>
                </p:cNvPr>
                <p:cNvSpPr>
                  <a:spLocks noChangeArrowheads="1"/>
                </p:cNvSpPr>
                <p:nvPr/>
              </p:nvSpPr>
              <p:spPr bwMode="auto">
                <a:xfrm>
                  <a:off x="2257" y="1824"/>
                  <a:ext cx="33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IF</a:t>
                  </a:r>
                </a:p>
              </p:txBody>
            </p:sp>
          </p:grpSp>
          <p:grpSp>
            <p:nvGrpSpPr>
              <p:cNvPr id="74876" name="Group 120">
                <a:extLst>
                  <a:ext uri="{FF2B5EF4-FFF2-40B4-BE49-F238E27FC236}">
                    <a16:creationId xmlns:a16="http://schemas.microsoft.com/office/drawing/2014/main" id="{C12618B3-6FC4-57A3-8D9D-8862BCA7134C}"/>
                  </a:ext>
                </a:extLst>
              </p:cNvPr>
              <p:cNvGrpSpPr>
                <a:grpSpLocks/>
              </p:cNvGrpSpPr>
              <p:nvPr/>
            </p:nvGrpSpPr>
            <p:grpSpPr bwMode="auto">
              <a:xfrm>
                <a:off x="2727" y="1824"/>
                <a:ext cx="529" cy="212"/>
                <a:chOff x="2727" y="1824"/>
                <a:chExt cx="529" cy="212"/>
              </a:xfrm>
            </p:grpSpPr>
            <p:sp>
              <p:nvSpPr>
                <p:cNvPr id="74877" name="Rectangle 118">
                  <a:extLst>
                    <a:ext uri="{FF2B5EF4-FFF2-40B4-BE49-F238E27FC236}">
                      <a16:creationId xmlns:a16="http://schemas.microsoft.com/office/drawing/2014/main" id="{78611A89-BB22-E82F-CFD2-195F89F26907}"/>
                    </a:ext>
                  </a:extLst>
                </p:cNvPr>
                <p:cNvSpPr>
                  <a:spLocks noChangeArrowheads="1"/>
                </p:cNvSpPr>
                <p:nvPr/>
              </p:nvSpPr>
              <p:spPr bwMode="auto">
                <a:xfrm>
                  <a:off x="2744"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78" name="Rectangle 119">
                  <a:extLst>
                    <a:ext uri="{FF2B5EF4-FFF2-40B4-BE49-F238E27FC236}">
                      <a16:creationId xmlns:a16="http://schemas.microsoft.com/office/drawing/2014/main" id="{64DB486C-F16D-6ECB-0F9B-0B241BF71756}"/>
                    </a:ext>
                  </a:extLst>
                </p:cNvPr>
                <p:cNvSpPr>
                  <a:spLocks noChangeArrowheads="1"/>
                </p:cNvSpPr>
                <p:nvPr/>
              </p:nvSpPr>
              <p:spPr bwMode="auto">
                <a:xfrm>
                  <a:off x="2727" y="1824"/>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ID</a:t>
                  </a:r>
                </a:p>
              </p:txBody>
            </p:sp>
          </p:grpSp>
          <p:grpSp>
            <p:nvGrpSpPr>
              <p:cNvPr id="74879" name="Group 123">
                <a:extLst>
                  <a:ext uri="{FF2B5EF4-FFF2-40B4-BE49-F238E27FC236}">
                    <a16:creationId xmlns:a16="http://schemas.microsoft.com/office/drawing/2014/main" id="{F25349B3-5A01-9290-0844-1B0BD815C7C9}"/>
                  </a:ext>
                </a:extLst>
              </p:cNvPr>
              <p:cNvGrpSpPr>
                <a:grpSpLocks/>
              </p:cNvGrpSpPr>
              <p:nvPr/>
            </p:nvGrpSpPr>
            <p:grpSpPr bwMode="auto">
              <a:xfrm>
                <a:off x="3272" y="1824"/>
                <a:ext cx="512" cy="212"/>
                <a:chOff x="3272" y="1824"/>
                <a:chExt cx="512" cy="212"/>
              </a:xfrm>
            </p:grpSpPr>
            <p:sp>
              <p:nvSpPr>
                <p:cNvPr id="74880" name="Rectangle 121">
                  <a:extLst>
                    <a:ext uri="{FF2B5EF4-FFF2-40B4-BE49-F238E27FC236}">
                      <a16:creationId xmlns:a16="http://schemas.microsoft.com/office/drawing/2014/main" id="{67AC97F2-E3E3-FC6F-37AB-C6CF6303BDF8}"/>
                    </a:ext>
                  </a:extLst>
                </p:cNvPr>
                <p:cNvSpPr>
                  <a:spLocks noChangeArrowheads="1"/>
                </p:cNvSpPr>
                <p:nvPr/>
              </p:nvSpPr>
              <p:spPr bwMode="auto">
                <a:xfrm>
                  <a:off x="3272"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81" name="Rectangle 122">
                  <a:extLst>
                    <a:ext uri="{FF2B5EF4-FFF2-40B4-BE49-F238E27FC236}">
                      <a16:creationId xmlns:a16="http://schemas.microsoft.com/office/drawing/2014/main" id="{4EF32CC4-147D-8E0F-F985-6AD8CC262285}"/>
                    </a:ext>
                  </a:extLst>
                </p:cNvPr>
                <p:cNvSpPr>
                  <a:spLocks noChangeArrowheads="1"/>
                </p:cNvSpPr>
                <p:nvPr/>
              </p:nvSpPr>
              <p:spPr bwMode="auto">
                <a:xfrm>
                  <a:off x="3351" y="1824"/>
                  <a:ext cx="31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EX</a:t>
                  </a:r>
                </a:p>
              </p:txBody>
            </p:sp>
          </p:grpSp>
          <p:grpSp>
            <p:nvGrpSpPr>
              <p:cNvPr id="74882" name="Group 126">
                <a:extLst>
                  <a:ext uri="{FF2B5EF4-FFF2-40B4-BE49-F238E27FC236}">
                    <a16:creationId xmlns:a16="http://schemas.microsoft.com/office/drawing/2014/main" id="{E6C7444A-FAAE-A579-8D51-2AE378E0AFAE}"/>
                  </a:ext>
                </a:extLst>
              </p:cNvPr>
              <p:cNvGrpSpPr>
                <a:grpSpLocks/>
              </p:cNvGrpSpPr>
              <p:nvPr/>
            </p:nvGrpSpPr>
            <p:grpSpPr bwMode="auto">
              <a:xfrm>
                <a:off x="3800" y="1824"/>
                <a:ext cx="512" cy="212"/>
                <a:chOff x="3800" y="1824"/>
                <a:chExt cx="512" cy="212"/>
              </a:xfrm>
            </p:grpSpPr>
            <p:sp>
              <p:nvSpPr>
                <p:cNvPr id="74883" name="Rectangle 124">
                  <a:extLst>
                    <a:ext uri="{FF2B5EF4-FFF2-40B4-BE49-F238E27FC236}">
                      <a16:creationId xmlns:a16="http://schemas.microsoft.com/office/drawing/2014/main" id="{A855800B-9017-D9E2-461A-C9430943D282}"/>
                    </a:ext>
                  </a:extLst>
                </p:cNvPr>
                <p:cNvSpPr>
                  <a:spLocks noChangeArrowheads="1"/>
                </p:cNvSpPr>
                <p:nvPr/>
              </p:nvSpPr>
              <p:spPr bwMode="auto">
                <a:xfrm>
                  <a:off x="3800"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84" name="Rectangle 125">
                  <a:extLst>
                    <a:ext uri="{FF2B5EF4-FFF2-40B4-BE49-F238E27FC236}">
                      <a16:creationId xmlns:a16="http://schemas.microsoft.com/office/drawing/2014/main" id="{02A7AC31-CEA8-8A93-1209-80A7D8A8CD58}"/>
                    </a:ext>
                  </a:extLst>
                </p:cNvPr>
                <p:cNvSpPr>
                  <a:spLocks noChangeArrowheads="1"/>
                </p:cNvSpPr>
                <p:nvPr/>
              </p:nvSpPr>
              <p:spPr bwMode="auto">
                <a:xfrm>
                  <a:off x="3879" y="1824"/>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M</a:t>
                  </a:r>
                </a:p>
              </p:txBody>
            </p:sp>
          </p:grpSp>
          <p:grpSp>
            <p:nvGrpSpPr>
              <p:cNvPr id="74885" name="Group 129">
                <a:extLst>
                  <a:ext uri="{FF2B5EF4-FFF2-40B4-BE49-F238E27FC236}">
                    <a16:creationId xmlns:a16="http://schemas.microsoft.com/office/drawing/2014/main" id="{1FA09AE9-BD4E-D6ED-6527-909508931C64}"/>
                  </a:ext>
                </a:extLst>
              </p:cNvPr>
              <p:cNvGrpSpPr>
                <a:grpSpLocks/>
              </p:cNvGrpSpPr>
              <p:nvPr/>
            </p:nvGrpSpPr>
            <p:grpSpPr bwMode="auto">
              <a:xfrm>
                <a:off x="4328" y="1824"/>
                <a:ext cx="512" cy="212"/>
                <a:chOff x="4328" y="1824"/>
                <a:chExt cx="512" cy="212"/>
              </a:xfrm>
            </p:grpSpPr>
            <p:sp>
              <p:nvSpPr>
                <p:cNvPr id="74886" name="Rectangle 127">
                  <a:extLst>
                    <a:ext uri="{FF2B5EF4-FFF2-40B4-BE49-F238E27FC236}">
                      <a16:creationId xmlns:a16="http://schemas.microsoft.com/office/drawing/2014/main" id="{D9D648FE-E62A-5433-A4BD-43F5A621316F}"/>
                    </a:ext>
                  </a:extLst>
                </p:cNvPr>
                <p:cNvSpPr>
                  <a:spLocks noChangeArrowheads="1"/>
                </p:cNvSpPr>
                <p:nvPr/>
              </p:nvSpPr>
              <p:spPr bwMode="auto">
                <a:xfrm>
                  <a:off x="4328"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87" name="Rectangle 128">
                  <a:extLst>
                    <a:ext uri="{FF2B5EF4-FFF2-40B4-BE49-F238E27FC236}">
                      <a16:creationId xmlns:a16="http://schemas.microsoft.com/office/drawing/2014/main" id="{9B4D225A-8F11-779D-DD9F-F2C3B6D77EA8}"/>
                    </a:ext>
                  </a:extLst>
                </p:cNvPr>
                <p:cNvSpPr>
                  <a:spLocks noChangeArrowheads="1"/>
                </p:cNvSpPr>
                <p:nvPr/>
              </p:nvSpPr>
              <p:spPr bwMode="auto">
                <a:xfrm>
                  <a:off x="4407" y="1824"/>
                  <a:ext cx="2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WB</a:t>
                  </a:r>
                </a:p>
              </p:txBody>
            </p:sp>
          </p:grpSp>
        </p:grpSp>
        <p:sp>
          <p:nvSpPr>
            <p:cNvPr id="74888" name="Rectangle 131">
              <a:extLst>
                <a:ext uri="{FF2B5EF4-FFF2-40B4-BE49-F238E27FC236}">
                  <a16:creationId xmlns:a16="http://schemas.microsoft.com/office/drawing/2014/main" id="{30070FF9-0C01-C845-3D6B-7751069BD62C}"/>
                </a:ext>
              </a:extLst>
            </p:cNvPr>
            <p:cNvSpPr>
              <a:spLocks noChangeArrowheads="1"/>
            </p:cNvSpPr>
            <p:nvPr/>
          </p:nvSpPr>
          <p:spPr bwMode="auto">
            <a:xfrm>
              <a:off x="855" y="1824"/>
              <a:ext cx="151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zh-CN" altLang="en-US">
                  <a:latin typeface="Arial" panose="020B0604020202020204" pitchFamily="34" charset="0"/>
                  <a:ea typeface="宋体" panose="02010600030101010101" pitchFamily="2" charset="-122"/>
                </a:rPr>
                <a:t>12: </a:t>
              </a:r>
              <a:r>
                <a:rPr lang="en-US" altLang="zh-CN">
                  <a:latin typeface="Arial" panose="020B0604020202020204" pitchFamily="34" charset="0"/>
                  <a:ea typeface="宋体" panose="02010600030101010101" pitchFamily="2" charset="-122"/>
                </a:rPr>
                <a:t>Beq (target is 1000)</a:t>
              </a:r>
            </a:p>
          </p:txBody>
        </p:sp>
        <p:sp>
          <p:nvSpPr>
            <p:cNvPr id="74889" name="Line 132">
              <a:extLst>
                <a:ext uri="{FF2B5EF4-FFF2-40B4-BE49-F238E27FC236}">
                  <a16:creationId xmlns:a16="http://schemas.microsoft.com/office/drawing/2014/main" id="{970C94EF-23D9-4950-068E-78233B9735B1}"/>
                </a:ext>
              </a:extLst>
            </p:cNvPr>
            <p:cNvSpPr>
              <a:spLocks noChangeShapeType="1"/>
            </p:cNvSpPr>
            <p:nvPr/>
          </p:nvSpPr>
          <p:spPr bwMode="auto">
            <a:xfrm flipV="1">
              <a:off x="3792" y="856"/>
              <a:ext cx="0" cy="352"/>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90" name="Line 133">
              <a:extLst>
                <a:ext uri="{FF2B5EF4-FFF2-40B4-BE49-F238E27FC236}">
                  <a16:creationId xmlns:a16="http://schemas.microsoft.com/office/drawing/2014/main" id="{2149019D-2AC5-7AD6-FA1C-CEF8EDA62918}"/>
                </a:ext>
              </a:extLst>
            </p:cNvPr>
            <p:cNvSpPr>
              <a:spLocks noChangeShapeType="1"/>
            </p:cNvSpPr>
            <p:nvPr/>
          </p:nvSpPr>
          <p:spPr bwMode="auto">
            <a:xfrm flipV="1">
              <a:off x="4320" y="856"/>
              <a:ext cx="0" cy="64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91" name="Line 134">
              <a:extLst>
                <a:ext uri="{FF2B5EF4-FFF2-40B4-BE49-F238E27FC236}">
                  <a16:creationId xmlns:a16="http://schemas.microsoft.com/office/drawing/2014/main" id="{5FB178C1-FD98-F005-0147-BDCCF35DCF5A}"/>
                </a:ext>
              </a:extLst>
            </p:cNvPr>
            <p:cNvSpPr>
              <a:spLocks noChangeShapeType="1"/>
            </p:cNvSpPr>
            <p:nvPr/>
          </p:nvSpPr>
          <p:spPr bwMode="auto">
            <a:xfrm flipV="1">
              <a:off x="4848" y="856"/>
              <a:ext cx="0" cy="92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92" name="Oval 135">
              <a:extLst>
                <a:ext uri="{FF2B5EF4-FFF2-40B4-BE49-F238E27FC236}">
                  <a16:creationId xmlns:a16="http://schemas.microsoft.com/office/drawing/2014/main" id="{724C6D96-8A3F-A8DB-6402-62CC42A50E8C}"/>
                </a:ext>
              </a:extLst>
            </p:cNvPr>
            <p:cNvSpPr>
              <a:spLocks noChangeArrowheads="1"/>
            </p:cNvSpPr>
            <p:nvPr/>
          </p:nvSpPr>
          <p:spPr bwMode="auto">
            <a:xfrm>
              <a:off x="2692" y="628"/>
              <a:ext cx="88" cy="157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93" name="Oval 136">
              <a:extLst>
                <a:ext uri="{FF2B5EF4-FFF2-40B4-BE49-F238E27FC236}">
                  <a16:creationId xmlns:a16="http://schemas.microsoft.com/office/drawing/2014/main" id="{5CAAAFE5-CB86-0940-04C2-4F488A53790B}"/>
                </a:ext>
              </a:extLst>
            </p:cNvPr>
            <p:cNvSpPr>
              <a:spLocks noChangeArrowheads="1"/>
            </p:cNvSpPr>
            <p:nvPr/>
          </p:nvSpPr>
          <p:spPr bwMode="auto">
            <a:xfrm>
              <a:off x="3220" y="628"/>
              <a:ext cx="88" cy="157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94" name="Oval 137">
              <a:extLst>
                <a:ext uri="{FF2B5EF4-FFF2-40B4-BE49-F238E27FC236}">
                  <a16:creationId xmlns:a16="http://schemas.microsoft.com/office/drawing/2014/main" id="{C2E418CD-7EF4-F7E1-7151-32E4E21DA083}"/>
                </a:ext>
              </a:extLst>
            </p:cNvPr>
            <p:cNvSpPr>
              <a:spLocks noChangeArrowheads="1"/>
            </p:cNvSpPr>
            <p:nvPr/>
          </p:nvSpPr>
          <p:spPr bwMode="auto">
            <a:xfrm>
              <a:off x="3748" y="628"/>
              <a:ext cx="88" cy="157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95" name="Oval 138">
              <a:extLst>
                <a:ext uri="{FF2B5EF4-FFF2-40B4-BE49-F238E27FC236}">
                  <a16:creationId xmlns:a16="http://schemas.microsoft.com/office/drawing/2014/main" id="{7929331B-07D2-3B9F-075C-CF1E848BB9A8}"/>
                </a:ext>
              </a:extLst>
            </p:cNvPr>
            <p:cNvSpPr>
              <a:spLocks noChangeArrowheads="1"/>
            </p:cNvSpPr>
            <p:nvPr/>
          </p:nvSpPr>
          <p:spPr bwMode="auto">
            <a:xfrm>
              <a:off x="4276" y="628"/>
              <a:ext cx="88" cy="157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896" name="Line 143">
              <a:extLst>
                <a:ext uri="{FF2B5EF4-FFF2-40B4-BE49-F238E27FC236}">
                  <a16:creationId xmlns:a16="http://schemas.microsoft.com/office/drawing/2014/main" id="{E4BA5ED4-0A23-4B7F-8C41-D2E5AC46C0E8}"/>
                </a:ext>
              </a:extLst>
            </p:cNvPr>
            <p:cNvSpPr>
              <a:spLocks noChangeShapeType="1"/>
            </p:cNvSpPr>
            <p:nvPr/>
          </p:nvSpPr>
          <p:spPr bwMode="auto">
            <a:xfrm flipV="1">
              <a:off x="2736" y="2200"/>
              <a:ext cx="0" cy="256"/>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897" name="Line 144">
              <a:extLst>
                <a:ext uri="{FF2B5EF4-FFF2-40B4-BE49-F238E27FC236}">
                  <a16:creationId xmlns:a16="http://schemas.microsoft.com/office/drawing/2014/main" id="{9BF7AF14-449A-E8C3-B9B7-6CB93DC84C7F}"/>
                </a:ext>
              </a:extLst>
            </p:cNvPr>
            <p:cNvSpPr>
              <a:spLocks noChangeShapeType="1"/>
            </p:cNvSpPr>
            <p:nvPr/>
          </p:nvSpPr>
          <p:spPr bwMode="auto">
            <a:xfrm flipV="1">
              <a:off x="3264" y="2200"/>
              <a:ext cx="0" cy="256"/>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898" name="Line 145">
              <a:extLst>
                <a:ext uri="{FF2B5EF4-FFF2-40B4-BE49-F238E27FC236}">
                  <a16:creationId xmlns:a16="http://schemas.microsoft.com/office/drawing/2014/main" id="{197AF935-D30C-3744-4D18-E6C8375FE2D5}"/>
                </a:ext>
              </a:extLst>
            </p:cNvPr>
            <p:cNvSpPr>
              <a:spLocks noChangeShapeType="1"/>
            </p:cNvSpPr>
            <p:nvPr/>
          </p:nvSpPr>
          <p:spPr bwMode="auto">
            <a:xfrm flipV="1">
              <a:off x="3792" y="2200"/>
              <a:ext cx="0" cy="256"/>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899" name="Line 146">
              <a:extLst>
                <a:ext uri="{FF2B5EF4-FFF2-40B4-BE49-F238E27FC236}">
                  <a16:creationId xmlns:a16="http://schemas.microsoft.com/office/drawing/2014/main" id="{4C0E96AD-9A68-9929-FC3E-2D77D16EC72F}"/>
                </a:ext>
              </a:extLst>
            </p:cNvPr>
            <p:cNvSpPr>
              <a:spLocks noChangeShapeType="1"/>
            </p:cNvSpPr>
            <p:nvPr/>
          </p:nvSpPr>
          <p:spPr bwMode="auto">
            <a:xfrm flipV="1">
              <a:off x="4320" y="2200"/>
              <a:ext cx="0" cy="256"/>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9779" name="Rectangle 147">
            <a:extLst>
              <a:ext uri="{FF2B5EF4-FFF2-40B4-BE49-F238E27FC236}">
                <a16:creationId xmlns:a16="http://schemas.microsoft.com/office/drawing/2014/main" id="{6E2DD301-77F8-B88E-BD71-57F045707030}"/>
              </a:ext>
            </a:extLst>
          </p:cNvPr>
          <p:cNvSpPr>
            <a:spLocks noGrp="1" noChangeArrowheads="1"/>
          </p:cNvSpPr>
          <p:nvPr>
            <p:ph idx="1"/>
          </p:nvPr>
        </p:nvSpPr>
        <p:spPr>
          <a:xfrm>
            <a:off x="342900" y="4572000"/>
            <a:ext cx="8191500" cy="1397000"/>
          </a:xfrm>
        </p:spPr>
        <p:txBody>
          <a:bodyPr/>
          <a:lstStyle/>
          <a:p>
            <a:r>
              <a:rPr lang="en-US" altLang="zh-CN">
                <a:solidFill>
                  <a:srgbClr val="CC0000"/>
                </a:solidFill>
                <a:ea typeface="宋体" panose="02010600030101010101" pitchFamily="2" charset="-122"/>
              </a:rPr>
              <a:t>End of Cycle 4: Load’s Mem, R-type’s Exec,  Store’s Reg,  Beq’s Ifetch</a:t>
            </a:r>
          </a:p>
          <a:p>
            <a:r>
              <a:rPr lang="en-US" altLang="zh-CN">
                <a:solidFill>
                  <a:srgbClr val="CC0000"/>
                </a:solidFill>
                <a:ea typeface="宋体" panose="02010600030101010101" pitchFamily="2" charset="-122"/>
              </a:rPr>
              <a:t>End of Cycle 5: Load’s Wr,     R-type’s Mem,  Store’s Exec, Beq’s Reg</a:t>
            </a:r>
          </a:p>
          <a:p>
            <a:r>
              <a:rPr lang="en-US" altLang="zh-CN">
                <a:solidFill>
                  <a:srgbClr val="CC0000"/>
                </a:solidFill>
                <a:ea typeface="宋体" panose="02010600030101010101" pitchFamily="2" charset="-122"/>
              </a:rPr>
              <a:t>End of Cycle 6:                         R-type’s Wr,    Store’s Mem, Beq’s Exec</a:t>
            </a:r>
          </a:p>
          <a:p>
            <a:r>
              <a:rPr lang="en-US" altLang="zh-CN">
                <a:solidFill>
                  <a:srgbClr val="CC0000"/>
                </a:solidFill>
                <a:ea typeface="宋体" panose="02010600030101010101" pitchFamily="2" charset="-122"/>
              </a:rPr>
              <a:t>End of Cycle 7:                                                  Store’s Wr,     Beq’s Mem</a:t>
            </a:r>
          </a:p>
        </p:txBody>
      </p:sp>
      <p:sp>
        <p:nvSpPr>
          <p:cNvPr id="74901" name="Rectangle 148">
            <a:extLst>
              <a:ext uri="{FF2B5EF4-FFF2-40B4-BE49-F238E27FC236}">
                <a16:creationId xmlns:a16="http://schemas.microsoft.com/office/drawing/2014/main" id="{288ED46A-9FC7-BAC0-377C-2AB735E63890}"/>
              </a:ext>
            </a:extLst>
          </p:cNvPr>
          <p:cNvSpPr>
            <a:spLocks noChangeArrowheads="1"/>
          </p:cNvSpPr>
          <p:nvPr/>
        </p:nvSpPr>
        <p:spPr bwMode="auto">
          <a:xfrm>
            <a:off x="1130300" y="3903663"/>
            <a:ext cx="6269038" cy="595312"/>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902" name="Text Box 149">
            <a:extLst>
              <a:ext uri="{FF2B5EF4-FFF2-40B4-BE49-F238E27FC236}">
                <a16:creationId xmlns:a16="http://schemas.microsoft.com/office/drawing/2014/main" id="{083EBDD7-4FB1-1CEA-F6CF-C3D808513568}"/>
              </a:ext>
            </a:extLst>
          </p:cNvPr>
          <p:cNvSpPr txBox="1">
            <a:spLocks noChangeArrowheads="1"/>
          </p:cNvSpPr>
          <p:nvPr/>
        </p:nvSpPr>
        <p:spPr bwMode="auto">
          <a:xfrm>
            <a:off x="1216025" y="4021138"/>
            <a:ext cx="2962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solidFill>
                  <a:schemeClr val="accent2"/>
                </a:solidFill>
                <a:ea typeface="黑体" panose="02010609060101010101" pitchFamily="49" charset="-122"/>
              </a:rPr>
              <a:t>考察以下几个点的情况：</a:t>
            </a:r>
          </a:p>
        </p:txBody>
      </p:sp>
      <p:sp>
        <p:nvSpPr>
          <p:cNvPr id="74903" name="Rectangle 152">
            <a:extLst>
              <a:ext uri="{FF2B5EF4-FFF2-40B4-BE49-F238E27FC236}">
                <a16:creationId xmlns:a16="http://schemas.microsoft.com/office/drawing/2014/main" id="{CCD11C33-C432-FEDA-24CB-E92F29AC5D8C}"/>
              </a:ext>
            </a:extLst>
          </p:cNvPr>
          <p:cNvSpPr>
            <a:spLocks noChangeArrowheads="1"/>
          </p:cNvSpPr>
          <p:nvPr/>
        </p:nvSpPr>
        <p:spPr bwMode="auto">
          <a:xfrm>
            <a:off x="4356100" y="3429000"/>
            <a:ext cx="4000500" cy="279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74904" name="Line 153">
            <a:extLst>
              <a:ext uri="{FF2B5EF4-FFF2-40B4-BE49-F238E27FC236}">
                <a16:creationId xmlns:a16="http://schemas.microsoft.com/office/drawing/2014/main" id="{563BC0E1-0719-A2A6-30D3-687F74062F52}"/>
              </a:ext>
            </a:extLst>
          </p:cNvPr>
          <p:cNvSpPr>
            <a:spLocks noChangeShapeType="1"/>
          </p:cNvSpPr>
          <p:nvPr/>
        </p:nvSpPr>
        <p:spPr bwMode="auto">
          <a:xfrm flipH="1">
            <a:off x="7683500" y="3441700"/>
            <a:ext cx="0" cy="254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86" name="Text Box 154">
            <a:extLst>
              <a:ext uri="{FF2B5EF4-FFF2-40B4-BE49-F238E27FC236}">
                <a16:creationId xmlns:a16="http://schemas.microsoft.com/office/drawing/2014/main" id="{2BDB3284-6684-C757-361A-D8D41C15C1A2}"/>
              </a:ext>
            </a:extLst>
          </p:cNvPr>
          <p:cNvSpPr txBox="1">
            <a:spLocks noChangeArrowheads="1"/>
          </p:cNvSpPr>
          <p:nvPr/>
        </p:nvSpPr>
        <p:spPr bwMode="auto">
          <a:xfrm>
            <a:off x="571500" y="6065838"/>
            <a:ext cx="8166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chemeClr val="accent2"/>
                </a:solidFill>
                <a:latin typeface="Arial" panose="020B0604020202020204" pitchFamily="34" charset="0"/>
                <a:ea typeface="黑体" panose="02010609060101010101" pitchFamily="49" charset="-122"/>
              </a:rPr>
              <a:t>说明：后面仅考察数据流动情况，控制信号随数据同步流动不再说明。</a:t>
            </a:r>
          </a:p>
        </p:txBody>
      </p:sp>
      <p:sp>
        <p:nvSpPr>
          <p:cNvPr id="156" name="内容占位符 2">
            <a:extLst>
              <a:ext uri="{FF2B5EF4-FFF2-40B4-BE49-F238E27FC236}">
                <a16:creationId xmlns:a16="http://schemas.microsoft.com/office/drawing/2014/main" id="{E57D5A6B-D07B-9B59-BC40-3A163BD80EAE}"/>
              </a:ext>
            </a:extLst>
          </p:cNvPr>
          <p:cNvSpPr txBox="1">
            <a:spLocks noChangeArrowheads="1"/>
          </p:cNvSpPr>
          <p:nvPr/>
        </p:nvSpPr>
        <p:spPr bwMode="auto">
          <a:xfrm>
            <a:off x="1766888" y="4891088"/>
            <a:ext cx="5564187" cy="912812"/>
          </a:xfrm>
          <a:prstGeom prst="rect">
            <a:avLst/>
          </a:prstGeom>
          <a:solidFill>
            <a:srgbClr val="FFC000"/>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203200" indent="-2032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a:spcBef>
                <a:spcPct val="30000"/>
              </a:spcBef>
              <a:buFont typeface="Times New Roman" panose="02020603050405020304" pitchFamily="18" charset="0"/>
              <a:buChar char="°"/>
            </a:pPr>
            <a:r>
              <a:rPr lang="zh-CN" altLang="en-US" sz="2800">
                <a:latin typeface="Arial" panose="020B0604020202020204" pitchFamily="34" charset="0"/>
                <a:ea typeface="宋体" panose="02010600030101010101" pitchFamily="2" charset="-122"/>
              </a:rPr>
              <a:t>注意：最开始的时刻，所有流水段寄存器初始化为</a:t>
            </a:r>
            <a:r>
              <a:rPr lang="en-US" altLang="zh-CN" sz="2800">
                <a:latin typeface="Arial" panose="020B0604020202020204" pitchFamily="34" charset="0"/>
                <a:ea typeface="宋体" panose="02010600030101010101" pitchFamily="2" charset="-122"/>
              </a:rPr>
              <a:t>0</a:t>
            </a:r>
            <a:r>
              <a:rPr lang="zh-CN" altLang="en-US" sz="2800">
                <a:latin typeface="Arial" panose="020B0604020202020204" pitchFamily="34" charset="0"/>
                <a:ea typeface="宋体" panose="02010600030101010101" pitchFamily="2" charset="-122"/>
              </a:rPr>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9779">
                                            <p:txEl>
                                              <p:pRg st="0" end="0"/>
                                            </p:txEl>
                                          </p:spTgt>
                                        </p:tgtEl>
                                        <p:attrNameLst>
                                          <p:attrName>style.visibility</p:attrName>
                                        </p:attrNameLst>
                                      </p:cBhvr>
                                      <p:to>
                                        <p:strVal val="visible"/>
                                      </p:to>
                                    </p:set>
                                    <p:animEffect transition="in" filter="blinds(horizontal)">
                                      <p:cBhvr>
                                        <p:cTn id="7" dur="500"/>
                                        <p:tgtEl>
                                          <p:spTgt spid="69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9779">
                                            <p:txEl>
                                              <p:pRg st="1" end="1"/>
                                            </p:txEl>
                                          </p:spTgt>
                                        </p:tgtEl>
                                        <p:attrNameLst>
                                          <p:attrName>style.visibility</p:attrName>
                                        </p:attrNameLst>
                                      </p:cBhvr>
                                      <p:to>
                                        <p:strVal val="visible"/>
                                      </p:to>
                                    </p:set>
                                    <p:animEffect transition="in" filter="blinds(horizontal)">
                                      <p:cBhvr>
                                        <p:cTn id="12" dur="500"/>
                                        <p:tgtEl>
                                          <p:spTgt spid="697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9779">
                                            <p:txEl>
                                              <p:pRg st="2" end="2"/>
                                            </p:txEl>
                                          </p:spTgt>
                                        </p:tgtEl>
                                        <p:attrNameLst>
                                          <p:attrName>style.visibility</p:attrName>
                                        </p:attrNameLst>
                                      </p:cBhvr>
                                      <p:to>
                                        <p:strVal val="visible"/>
                                      </p:to>
                                    </p:set>
                                    <p:animEffect transition="in" filter="blinds(horizontal)">
                                      <p:cBhvr>
                                        <p:cTn id="17" dur="500"/>
                                        <p:tgtEl>
                                          <p:spTgt spid="697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9779">
                                            <p:txEl>
                                              <p:pRg st="3" end="3"/>
                                            </p:txEl>
                                          </p:spTgt>
                                        </p:tgtEl>
                                        <p:attrNameLst>
                                          <p:attrName>style.visibility</p:attrName>
                                        </p:attrNameLst>
                                      </p:cBhvr>
                                      <p:to>
                                        <p:strVal val="visible"/>
                                      </p:to>
                                    </p:set>
                                    <p:animEffect transition="in" filter="blinds(horizontal)">
                                      <p:cBhvr>
                                        <p:cTn id="22" dur="500"/>
                                        <p:tgtEl>
                                          <p:spTgt spid="697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9786"/>
                                        </p:tgtEl>
                                        <p:attrNameLst>
                                          <p:attrName>style.visibility</p:attrName>
                                        </p:attrNameLst>
                                      </p:cBhvr>
                                      <p:to>
                                        <p:strVal val="visible"/>
                                      </p:to>
                                    </p:set>
                                    <p:animEffect transition="in" filter="blinds(horizontal)">
                                      <p:cBhvr>
                                        <p:cTn id="27" dur="500"/>
                                        <p:tgtEl>
                                          <p:spTgt spid="697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6"/>
                                        </p:tgtEl>
                                        <p:attrNameLst>
                                          <p:attrName>style.visibility</p:attrName>
                                        </p:attrNameLst>
                                      </p:cBhvr>
                                      <p:to>
                                        <p:strVal val="visible"/>
                                      </p:to>
                                    </p:set>
                                    <p:animEffect transition="in" filter="blinds(horizontal)">
                                      <p:cBhvr>
                                        <p:cTn id="32"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86" grpId="0"/>
      <p:bldP spid="156"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37E88B6D-51E4-6B99-B573-1F9E1912986C}"/>
              </a:ext>
            </a:extLst>
          </p:cNvPr>
          <p:cNvSpPr>
            <a:spLocks noGrp="1" noChangeArrowheads="1"/>
          </p:cNvSpPr>
          <p:nvPr>
            <p:ph type="title"/>
          </p:nvPr>
        </p:nvSpPr>
        <p:spPr>
          <a:xfrm>
            <a:off x="800100" y="228600"/>
            <a:ext cx="4840288" cy="373063"/>
          </a:xfrm>
        </p:spPr>
        <p:txBody>
          <a:bodyPr/>
          <a:lstStyle/>
          <a:p>
            <a:r>
              <a:rPr lang="zh-CN" altLang="en-US">
                <a:ea typeface="宋体" panose="02010600030101010101" pitchFamily="2" charset="-122"/>
              </a:rPr>
              <a:t>第一周期结束时的状态：</a:t>
            </a:r>
          </a:p>
        </p:txBody>
      </p:sp>
      <p:sp>
        <p:nvSpPr>
          <p:cNvPr id="76802" name="Rectangle 3">
            <a:extLst>
              <a:ext uri="{FF2B5EF4-FFF2-40B4-BE49-F238E27FC236}">
                <a16:creationId xmlns:a16="http://schemas.microsoft.com/office/drawing/2014/main" id="{762A84A2-7D2C-4F94-E89B-B87FDAAE3AD9}"/>
              </a:ext>
            </a:extLst>
          </p:cNvPr>
          <p:cNvSpPr>
            <a:spLocks noGrp="1" noChangeArrowheads="1"/>
          </p:cNvSpPr>
          <p:nvPr>
            <p:ph idx="1"/>
          </p:nvPr>
        </p:nvSpPr>
        <p:spPr>
          <a:xfrm>
            <a:off x="420688" y="833438"/>
            <a:ext cx="8191500" cy="325437"/>
          </a:xfrm>
        </p:spPr>
        <p:txBody>
          <a:bodyPr/>
          <a:lstStyle/>
          <a:p>
            <a:r>
              <a:rPr lang="zh-CN" altLang="en-US">
                <a:ea typeface="宋体" panose="02010600030101010101" pitchFamily="2" charset="-122"/>
              </a:rPr>
              <a:t>0: </a:t>
            </a:r>
            <a:r>
              <a:rPr lang="en-US" altLang="zh-CN">
                <a:ea typeface="宋体" panose="02010600030101010101" pitchFamily="2" charset="-122"/>
              </a:rPr>
              <a:t>Load’s IF</a:t>
            </a:r>
          </a:p>
        </p:txBody>
      </p:sp>
      <p:sp>
        <p:nvSpPr>
          <p:cNvPr id="76803" name="Rectangle 4">
            <a:extLst>
              <a:ext uri="{FF2B5EF4-FFF2-40B4-BE49-F238E27FC236}">
                <a16:creationId xmlns:a16="http://schemas.microsoft.com/office/drawing/2014/main" id="{B7CF541F-B585-0166-951A-0AE140B5C442}"/>
              </a:ext>
            </a:extLst>
          </p:cNvPr>
          <p:cNvSpPr>
            <a:spLocks noChangeArrowheads="1"/>
          </p:cNvSpPr>
          <p:nvPr/>
        </p:nvSpPr>
        <p:spPr bwMode="auto">
          <a:xfrm>
            <a:off x="22129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804" name="Rectangle 5">
            <a:extLst>
              <a:ext uri="{FF2B5EF4-FFF2-40B4-BE49-F238E27FC236}">
                <a16:creationId xmlns:a16="http://schemas.microsoft.com/office/drawing/2014/main" id="{71A708FD-D933-33DF-B78D-D0B7AEB6BB67}"/>
              </a:ext>
            </a:extLst>
          </p:cNvPr>
          <p:cNvSpPr>
            <a:spLocks noChangeArrowheads="1"/>
          </p:cNvSpPr>
          <p:nvPr/>
        </p:nvSpPr>
        <p:spPr bwMode="auto">
          <a:xfrm rot="5400000">
            <a:off x="1318419" y="4294982"/>
            <a:ext cx="2065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IF/ID</a:t>
            </a:r>
            <a:r>
              <a:rPr lang="en-US" altLang="zh-CN">
                <a:ea typeface="宋体" panose="02010600030101010101" pitchFamily="2" charset="-122"/>
              </a:rPr>
              <a:t>: Lw Instruction</a:t>
            </a:r>
          </a:p>
        </p:txBody>
      </p:sp>
      <p:sp>
        <p:nvSpPr>
          <p:cNvPr id="76805" name="Line 6">
            <a:extLst>
              <a:ext uri="{FF2B5EF4-FFF2-40B4-BE49-F238E27FC236}">
                <a16:creationId xmlns:a16="http://schemas.microsoft.com/office/drawing/2014/main" id="{F36FBE4E-CC9C-1590-6DC9-D25FDEE347C3}"/>
              </a:ext>
            </a:extLst>
          </p:cNvPr>
          <p:cNvSpPr>
            <a:spLocks noChangeShapeType="1"/>
          </p:cNvSpPr>
          <p:nvPr/>
        </p:nvSpPr>
        <p:spPr bwMode="auto">
          <a:xfrm>
            <a:off x="23622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06" name="Rectangle 7">
            <a:extLst>
              <a:ext uri="{FF2B5EF4-FFF2-40B4-BE49-F238E27FC236}">
                <a16:creationId xmlns:a16="http://schemas.microsoft.com/office/drawing/2014/main" id="{81880CFE-8439-4BFE-4BC4-C4F84140DFC5}"/>
              </a:ext>
            </a:extLst>
          </p:cNvPr>
          <p:cNvSpPr>
            <a:spLocks noChangeArrowheads="1"/>
          </p:cNvSpPr>
          <p:nvPr/>
        </p:nvSpPr>
        <p:spPr bwMode="auto">
          <a:xfrm>
            <a:off x="40417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807" name="Rectangle 8">
            <a:extLst>
              <a:ext uri="{FF2B5EF4-FFF2-40B4-BE49-F238E27FC236}">
                <a16:creationId xmlns:a16="http://schemas.microsoft.com/office/drawing/2014/main" id="{BC133D62-2D77-A527-44A7-FF8345CAFE47}"/>
              </a:ext>
            </a:extLst>
          </p:cNvPr>
          <p:cNvSpPr>
            <a:spLocks noChangeArrowheads="1"/>
          </p:cNvSpPr>
          <p:nvPr/>
        </p:nvSpPr>
        <p:spPr bwMode="auto">
          <a:xfrm rot="5400000">
            <a:off x="3006725" y="4370388"/>
            <a:ext cx="23495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ID/EX</a:t>
            </a:r>
            <a:r>
              <a:rPr lang="en-US" altLang="zh-CN">
                <a:ea typeface="宋体" panose="02010600030101010101" pitchFamily="2" charset="-122"/>
              </a:rPr>
              <a:t>: Store’s busA &amp; B</a:t>
            </a:r>
          </a:p>
        </p:txBody>
      </p:sp>
      <p:sp>
        <p:nvSpPr>
          <p:cNvPr id="76808" name="Rectangle 9">
            <a:extLst>
              <a:ext uri="{FF2B5EF4-FFF2-40B4-BE49-F238E27FC236}">
                <a16:creationId xmlns:a16="http://schemas.microsoft.com/office/drawing/2014/main" id="{AF96368B-C66F-E601-7DAC-36B8E832C247}"/>
              </a:ext>
            </a:extLst>
          </p:cNvPr>
          <p:cNvSpPr>
            <a:spLocks noChangeArrowheads="1"/>
          </p:cNvSpPr>
          <p:nvPr/>
        </p:nvSpPr>
        <p:spPr bwMode="auto">
          <a:xfrm>
            <a:off x="58705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809" name="Rectangle 10">
            <a:extLst>
              <a:ext uri="{FF2B5EF4-FFF2-40B4-BE49-F238E27FC236}">
                <a16:creationId xmlns:a16="http://schemas.microsoft.com/office/drawing/2014/main" id="{56CDF40C-7D13-0A86-3B6E-165448115DE6}"/>
              </a:ext>
            </a:extLst>
          </p:cNvPr>
          <p:cNvSpPr>
            <a:spLocks noChangeArrowheads="1"/>
          </p:cNvSpPr>
          <p:nvPr/>
        </p:nvSpPr>
        <p:spPr bwMode="auto">
          <a:xfrm rot="5400000">
            <a:off x="4932363" y="4370388"/>
            <a:ext cx="21526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EX/M</a:t>
            </a:r>
            <a:r>
              <a:rPr lang="en-US" altLang="zh-CN">
                <a:ea typeface="宋体" panose="02010600030101010101" pitchFamily="2" charset="-122"/>
              </a:rPr>
              <a:t>: R-type’s Result</a:t>
            </a:r>
          </a:p>
        </p:txBody>
      </p:sp>
      <p:sp>
        <p:nvSpPr>
          <p:cNvPr id="76810" name="Rectangle 11">
            <a:extLst>
              <a:ext uri="{FF2B5EF4-FFF2-40B4-BE49-F238E27FC236}">
                <a16:creationId xmlns:a16="http://schemas.microsoft.com/office/drawing/2014/main" id="{A58EF11E-F107-0C18-69B1-F6EA500D5CF0}"/>
              </a:ext>
            </a:extLst>
          </p:cNvPr>
          <p:cNvSpPr>
            <a:spLocks noChangeArrowheads="1"/>
          </p:cNvSpPr>
          <p:nvPr/>
        </p:nvSpPr>
        <p:spPr bwMode="auto">
          <a:xfrm>
            <a:off x="77755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811" name="Rectangle 12">
            <a:extLst>
              <a:ext uri="{FF2B5EF4-FFF2-40B4-BE49-F238E27FC236}">
                <a16:creationId xmlns:a16="http://schemas.microsoft.com/office/drawing/2014/main" id="{7CBCF629-254C-D5BB-A6E6-A1BE3BBC331B}"/>
              </a:ext>
            </a:extLst>
          </p:cNvPr>
          <p:cNvSpPr>
            <a:spLocks noChangeArrowheads="1"/>
          </p:cNvSpPr>
          <p:nvPr/>
        </p:nvSpPr>
        <p:spPr bwMode="auto">
          <a:xfrm rot="5400000">
            <a:off x="6940550" y="4368801"/>
            <a:ext cx="195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M/WB</a:t>
            </a:r>
            <a:r>
              <a:rPr lang="en-US" altLang="zh-CN">
                <a:ea typeface="宋体" panose="02010600030101010101" pitchFamily="2" charset="-122"/>
              </a:rPr>
              <a:t>: Load’s Dout</a:t>
            </a:r>
          </a:p>
        </p:txBody>
      </p:sp>
      <p:sp>
        <p:nvSpPr>
          <p:cNvPr id="76812" name="Rectangle 13">
            <a:extLst>
              <a:ext uri="{FF2B5EF4-FFF2-40B4-BE49-F238E27FC236}">
                <a16:creationId xmlns:a16="http://schemas.microsoft.com/office/drawing/2014/main" id="{3EAA6A37-3F49-CE7A-C55D-BA8309604F94}"/>
              </a:ext>
            </a:extLst>
          </p:cNvPr>
          <p:cNvSpPr>
            <a:spLocks noChangeArrowheads="1"/>
          </p:cNvSpPr>
          <p:nvPr/>
        </p:nvSpPr>
        <p:spPr bwMode="auto">
          <a:xfrm>
            <a:off x="688975" y="3365500"/>
            <a:ext cx="288925" cy="1117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813" name="Rectangle 14">
            <a:extLst>
              <a:ext uri="{FF2B5EF4-FFF2-40B4-BE49-F238E27FC236}">
                <a16:creationId xmlns:a16="http://schemas.microsoft.com/office/drawing/2014/main" id="{5FB09AF7-849F-ECC9-7643-B32D64300802}"/>
              </a:ext>
            </a:extLst>
          </p:cNvPr>
          <p:cNvSpPr>
            <a:spLocks noChangeArrowheads="1"/>
          </p:cNvSpPr>
          <p:nvPr/>
        </p:nvSpPr>
        <p:spPr bwMode="auto">
          <a:xfrm rot="5400000">
            <a:off x="436563" y="3754438"/>
            <a:ext cx="787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PC</a:t>
            </a:r>
            <a:r>
              <a:rPr lang="en-US" altLang="zh-CN">
                <a:ea typeface="宋体" panose="02010600030101010101" pitchFamily="2" charset="-122"/>
              </a:rPr>
              <a:t> = 4</a:t>
            </a:r>
          </a:p>
        </p:txBody>
      </p:sp>
      <p:sp>
        <p:nvSpPr>
          <p:cNvPr id="76814" name="Rectangle 15">
            <a:extLst>
              <a:ext uri="{FF2B5EF4-FFF2-40B4-BE49-F238E27FC236}">
                <a16:creationId xmlns:a16="http://schemas.microsoft.com/office/drawing/2014/main" id="{53262658-6237-94A9-666E-B91150BC6DEC}"/>
              </a:ext>
            </a:extLst>
          </p:cNvPr>
          <p:cNvSpPr>
            <a:spLocks noChangeArrowheads="1"/>
          </p:cNvSpPr>
          <p:nvPr/>
        </p:nvSpPr>
        <p:spPr bwMode="auto">
          <a:xfrm>
            <a:off x="6784975" y="3822700"/>
            <a:ext cx="636588" cy="127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815" name="Rectangle 16">
            <a:extLst>
              <a:ext uri="{FF2B5EF4-FFF2-40B4-BE49-F238E27FC236}">
                <a16:creationId xmlns:a16="http://schemas.microsoft.com/office/drawing/2014/main" id="{8A63F1EE-0D94-0FB6-2F39-FAAC623FDE8B}"/>
              </a:ext>
            </a:extLst>
          </p:cNvPr>
          <p:cNvSpPr>
            <a:spLocks noChangeArrowheads="1"/>
          </p:cNvSpPr>
          <p:nvPr/>
        </p:nvSpPr>
        <p:spPr bwMode="auto">
          <a:xfrm>
            <a:off x="6684963" y="3830638"/>
            <a:ext cx="7842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Data</a:t>
            </a:r>
          </a:p>
          <a:p>
            <a:pPr algn="ctr"/>
            <a:r>
              <a:rPr lang="en-US" altLang="zh-CN">
                <a:solidFill>
                  <a:schemeClr val="accent2"/>
                </a:solidFill>
                <a:latin typeface="Arial" panose="020B0604020202020204" pitchFamily="34" charset="0"/>
                <a:ea typeface="宋体" panose="02010600030101010101" pitchFamily="2" charset="-122"/>
              </a:rPr>
              <a:t>Mem</a:t>
            </a:r>
          </a:p>
        </p:txBody>
      </p:sp>
      <p:sp>
        <p:nvSpPr>
          <p:cNvPr id="76816" name="Rectangle 17">
            <a:extLst>
              <a:ext uri="{FF2B5EF4-FFF2-40B4-BE49-F238E27FC236}">
                <a16:creationId xmlns:a16="http://schemas.microsoft.com/office/drawing/2014/main" id="{3B75844A-1568-E8A7-E906-6DA1EC9CDD02}"/>
              </a:ext>
            </a:extLst>
          </p:cNvPr>
          <p:cNvSpPr>
            <a:spLocks noChangeArrowheads="1"/>
          </p:cNvSpPr>
          <p:nvPr/>
        </p:nvSpPr>
        <p:spPr bwMode="auto">
          <a:xfrm>
            <a:off x="6724650" y="459581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WA</a:t>
            </a:r>
          </a:p>
        </p:txBody>
      </p:sp>
      <p:sp>
        <p:nvSpPr>
          <p:cNvPr id="76817" name="Rectangle 18">
            <a:extLst>
              <a:ext uri="{FF2B5EF4-FFF2-40B4-BE49-F238E27FC236}">
                <a16:creationId xmlns:a16="http://schemas.microsoft.com/office/drawing/2014/main" id="{DFB49806-A25D-C328-D042-DF2148774F14}"/>
              </a:ext>
            </a:extLst>
          </p:cNvPr>
          <p:cNvSpPr>
            <a:spLocks noChangeArrowheads="1"/>
          </p:cNvSpPr>
          <p:nvPr/>
        </p:nvSpPr>
        <p:spPr bwMode="auto">
          <a:xfrm>
            <a:off x="6767513" y="4811713"/>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76818" name="Rectangle 19">
            <a:extLst>
              <a:ext uri="{FF2B5EF4-FFF2-40B4-BE49-F238E27FC236}">
                <a16:creationId xmlns:a16="http://schemas.microsoft.com/office/drawing/2014/main" id="{C9716A8D-2C3C-3B15-391A-289643B8AB91}"/>
              </a:ext>
            </a:extLst>
          </p:cNvPr>
          <p:cNvSpPr>
            <a:spLocks noChangeArrowheads="1"/>
          </p:cNvSpPr>
          <p:nvPr/>
        </p:nvSpPr>
        <p:spPr bwMode="auto">
          <a:xfrm>
            <a:off x="6696075" y="4352925"/>
            <a:ext cx="473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76819" name="Rectangle 20">
            <a:extLst>
              <a:ext uri="{FF2B5EF4-FFF2-40B4-BE49-F238E27FC236}">
                <a16:creationId xmlns:a16="http://schemas.microsoft.com/office/drawing/2014/main" id="{900386A1-9E47-D5B1-AB63-3A832D8C3656}"/>
              </a:ext>
            </a:extLst>
          </p:cNvPr>
          <p:cNvSpPr>
            <a:spLocks noChangeArrowheads="1"/>
          </p:cNvSpPr>
          <p:nvPr/>
        </p:nvSpPr>
        <p:spPr bwMode="auto">
          <a:xfrm>
            <a:off x="7031038" y="4367213"/>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Do</a:t>
            </a:r>
          </a:p>
        </p:txBody>
      </p:sp>
      <p:sp>
        <p:nvSpPr>
          <p:cNvPr id="76820" name="Rectangle 21">
            <a:extLst>
              <a:ext uri="{FF2B5EF4-FFF2-40B4-BE49-F238E27FC236}">
                <a16:creationId xmlns:a16="http://schemas.microsoft.com/office/drawing/2014/main" id="{44F53FB6-D503-2F67-D754-7CAC70731004}"/>
              </a:ext>
            </a:extLst>
          </p:cNvPr>
          <p:cNvSpPr>
            <a:spLocks noChangeArrowheads="1"/>
          </p:cNvSpPr>
          <p:nvPr/>
        </p:nvSpPr>
        <p:spPr bwMode="auto">
          <a:xfrm>
            <a:off x="1374775" y="3365500"/>
            <a:ext cx="365125" cy="2032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821" name="Rectangle 22">
            <a:extLst>
              <a:ext uri="{FF2B5EF4-FFF2-40B4-BE49-F238E27FC236}">
                <a16:creationId xmlns:a16="http://schemas.microsoft.com/office/drawing/2014/main" id="{848FE77D-CA42-CC31-1CEA-B6175ADDC201}"/>
              </a:ext>
            </a:extLst>
          </p:cNvPr>
          <p:cNvSpPr>
            <a:spLocks noChangeArrowheads="1"/>
          </p:cNvSpPr>
          <p:nvPr/>
        </p:nvSpPr>
        <p:spPr bwMode="auto">
          <a:xfrm rot="5400000">
            <a:off x="1266031" y="4429919"/>
            <a:ext cx="6334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IUnit</a:t>
            </a:r>
          </a:p>
        </p:txBody>
      </p:sp>
      <p:sp>
        <p:nvSpPr>
          <p:cNvPr id="76822" name="Rectangle 23">
            <a:extLst>
              <a:ext uri="{FF2B5EF4-FFF2-40B4-BE49-F238E27FC236}">
                <a16:creationId xmlns:a16="http://schemas.microsoft.com/office/drawing/2014/main" id="{96ACFDAD-04A7-9BB7-1BD0-D2A2C543A5A4}"/>
              </a:ext>
            </a:extLst>
          </p:cNvPr>
          <p:cNvSpPr>
            <a:spLocks noChangeArrowheads="1"/>
          </p:cNvSpPr>
          <p:nvPr/>
        </p:nvSpPr>
        <p:spPr bwMode="auto">
          <a:xfrm>
            <a:off x="1357313" y="3986213"/>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a:t>
            </a:r>
          </a:p>
        </p:txBody>
      </p:sp>
      <p:sp>
        <p:nvSpPr>
          <p:cNvPr id="76823" name="Rectangle 24">
            <a:extLst>
              <a:ext uri="{FF2B5EF4-FFF2-40B4-BE49-F238E27FC236}">
                <a16:creationId xmlns:a16="http://schemas.microsoft.com/office/drawing/2014/main" id="{67DB856F-1C4B-D0B6-F2C2-1865F8AA4E1D}"/>
              </a:ext>
            </a:extLst>
          </p:cNvPr>
          <p:cNvSpPr>
            <a:spLocks noChangeArrowheads="1"/>
          </p:cNvSpPr>
          <p:nvPr/>
        </p:nvSpPr>
        <p:spPr bwMode="auto">
          <a:xfrm>
            <a:off x="1509713" y="5065713"/>
            <a:ext cx="260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a:t>
            </a:r>
          </a:p>
        </p:txBody>
      </p:sp>
      <p:sp>
        <p:nvSpPr>
          <p:cNvPr id="76824" name="Rectangle 25">
            <a:extLst>
              <a:ext uri="{FF2B5EF4-FFF2-40B4-BE49-F238E27FC236}">
                <a16:creationId xmlns:a16="http://schemas.microsoft.com/office/drawing/2014/main" id="{2B1F1E2D-E2AF-1310-EB5B-9BF7F251D88F}"/>
              </a:ext>
            </a:extLst>
          </p:cNvPr>
          <p:cNvSpPr>
            <a:spLocks noChangeArrowheads="1"/>
          </p:cNvSpPr>
          <p:nvPr/>
        </p:nvSpPr>
        <p:spPr bwMode="auto">
          <a:xfrm>
            <a:off x="3073400" y="3981450"/>
            <a:ext cx="608013" cy="11874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825" name="Rectangle 26">
            <a:extLst>
              <a:ext uri="{FF2B5EF4-FFF2-40B4-BE49-F238E27FC236}">
                <a16:creationId xmlns:a16="http://schemas.microsoft.com/office/drawing/2014/main" id="{BADC1C0E-6C3A-92CC-FAD9-6E5DB056DB49}"/>
              </a:ext>
            </a:extLst>
          </p:cNvPr>
          <p:cNvSpPr>
            <a:spLocks noChangeArrowheads="1"/>
          </p:cNvSpPr>
          <p:nvPr/>
        </p:nvSpPr>
        <p:spPr bwMode="auto">
          <a:xfrm>
            <a:off x="3005138" y="4611688"/>
            <a:ext cx="6778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RFile</a:t>
            </a:r>
          </a:p>
        </p:txBody>
      </p:sp>
      <p:sp>
        <p:nvSpPr>
          <p:cNvPr id="76826" name="Rectangle 27">
            <a:extLst>
              <a:ext uri="{FF2B5EF4-FFF2-40B4-BE49-F238E27FC236}">
                <a16:creationId xmlns:a16="http://schemas.microsoft.com/office/drawing/2014/main" id="{41D4491E-C835-EFE7-89D9-23D43E3F5407}"/>
              </a:ext>
            </a:extLst>
          </p:cNvPr>
          <p:cNvSpPr>
            <a:spLocks noChangeArrowheads="1"/>
          </p:cNvSpPr>
          <p:nvPr/>
        </p:nvSpPr>
        <p:spPr bwMode="auto">
          <a:xfrm>
            <a:off x="3338513" y="4875213"/>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76827" name="Rectangle 28">
            <a:extLst>
              <a:ext uri="{FF2B5EF4-FFF2-40B4-BE49-F238E27FC236}">
                <a16:creationId xmlns:a16="http://schemas.microsoft.com/office/drawing/2014/main" id="{6DB18FE3-BBDE-1AFC-F44E-7C015AE28F7E}"/>
              </a:ext>
            </a:extLst>
          </p:cNvPr>
          <p:cNvSpPr>
            <a:spLocks noChangeArrowheads="1"/>
          </p:cNvSpPr>
          <p:nvPr/>
        </p:nvSpPr>
        <p:spPr bwMode="auto">
          <a:xfrm>
            <a:off x="3033713" y="4040188"/>
            <a:ext cx="4397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76828" name="Rectangle 29">
            <a:extLst>
              <a:ext uri="{FF2B5EF4-FFF2-40B4-BE49-F238E27FC236}">
                <a16:creationId xmlns:a16="http://schemas.microsoft.com/office/drawing/2014/main" id="{3C12E813-AEFE-DF38-B6D8-7ED6BBBF54AB}"/>
              </a:ext>
            </a:extLst>
          </p:cNvPr>
          <p:cNvSpPr>
            <a:spLocks noChangeArrowheads="1"/>
          </p:cNvSpPr>
          <p:nvPr/>
        </p:nvSpPr>
        <p:spPr bwMode="auto">
          <a:xfrm>
            <a:off x="3033713" y="4370388"/>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Rb</a:t>
            </a:r>
          </a:p>
        </p:txBody>
      </p:sp>
      <p:sp>
        <p:nvSpPr>
          <p:cNvPr id="76829" name="Rectangle 30">
            <a:extLst>
              <a:ext uri="{FF2B5EF4-FFF2-40B4-BE49-F238E27FC236}">
                <a16:creationId xmlns:a16="http://schemas.microsoft.com/office/drawing/2014/main" id="{EC7716E5-6981-56CA-FB9D-48D7023A8701}"/>
              </a:ext>
            </a:extLst>
          </p:cNvPr>
          <p:cNvSpPr>
            <a:spLocks noChangeArrowheads="1"/>
          </p:cNvSpPr>
          <p:nvPr/>
        </p:nvSpPr>
        <p:spPr bwMode="auto">
          <a:xfrm>
            <a:off x="2995613" y="4894263"/>
            <a:ext cx="485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Rw</a:t>
            </a:r>
          </a:p>
        </p:txBody>
      </p:sp>
      <p:sp>
        <p:nvSpPr>
          <p:cNvPr id="71711" name="Rectangle 31">
            <a:extLst>
              <a:ext uri="{FF2B5EF4-FFF2-40B4-BE49-F238E27FC236}">
                <a16:creationId xmlns:a16="http://schemas.microsoft.com/office/drawing/2014/main" id="{E41C10FD-8258-D977-628C-19B4B247A856}"/>
              </a:ext>
            </a:extLst>
          </p:cNvPr>
          <p:cNvSpPr>
            <a:spLocks noChangeArrowheads="1"/>
          </p:cNvSpPr>
          <p:nvPr/>
        </p:nvSpPr>
        <p:spPr bwMode="auto">
          <a:xfrm>
            <a:off x="2981325" y="2247900"/>
            <a:ext cx="1174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rgbClr val="CC0000"/>
                </a:solidFill>
                <a:latin typeface="Arial" panose="020B0604020202020204" pitchFamily="34" charset="0"/>
                <a:ea typeface="宋体" panose="02010600030101010101" pitchFamily="2" charset="-122"/>
              </a:rPr>
              <a:t>RegWr=0</a:t>
            </a:r>
            <a:endParaRPr lang="zh-CN" altLang="en-US" u="sng">
              <a:solidFill>
                <a:srgbClr val="CC0000"/>
              </a:solidFill>
              <a:latin typeface="Arial" panose="020B0604020202020204" pitchFamily="34" charset="0"/>
              <a:ea typeface="宋体" panose="02010600030101010101" pitchFamily="2" charset="-122"/>
            </a:endParaRPr>
          </a:p>
        </p:txBody>
      </p:sp>
      <p:sp>
        <p:nvSpPr>
          <p:cNvPr id="76831" name="Line 32">
            <a:extLst>
              <a:ext uri="{FF2B5EF4-FFF2-40B4-BE49-F238E27FC236}">
                <a16:creationId xmlns:a16="http://schemas.microsoft.com/office/drawing/2014/main" id="{FF8E475A-CFFF-5A50-4F89-0688F4CBA5BD}"/>
              </a:ext>
            </a:extLst>
          </p:cNvPr>
          <p:cNvSpPr>
            <a:spLocks noChangeShapeType="1"/>
          </p:cNvSpPr>
          <p:nvPr/>
        </p:nvSpPr>
        <p:spPr bwMode="auto">
          <a:xfrm>
            <a:off x="5324475" y="4884738"/>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3" name="Rectangle 33">
            <a:extLst>
              <a:ext uri="{FF2B5EF4-FFF2-40B4-BE49-F238E27FC236}">
                <a16:creationId xmlns:a16="http://schemas.microsoft.com/office/drawing/2014/main" id="{6DAB6358-40E4-CF1D-1AA4-C50E15B13418}"/>
              </a:ext>
            </a:extLst>
          </p:cNvPr>
          <p:cNvSpPr>
            <a:spLocks noChangeArrowheads="1"/>
          </p:cNvSpPr>
          <p:nvPr/>
        </p:nvSpPr>
        <p:spPr bwMode="auto">
          <a:xfrm>
            <a:off x="2308225" y="1944688"/>
            <a:ext cx="1978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ExtOp=0</a:t>
            </a:r>
          </a:p>
        </p:txBody>
      </p:sp>
      <p:sp>
        <p:nvSpPr>
          <p:cNvPr id="76833" name="Line 34">
            <a:extLst>
              <a:ext uri="{FF2B5EF4-FFF2-40B4-BE49-F238E27FC236}">
                <a16:creationId xmlns:a16="http://schemas.microsoft.com/office/drawing/2014/main" id="{E1D2B389-405E-6BD5-DE55-4818CD753452}"/>
              </a:ext>
            </a:extLst>
          </p:cNvPr>
          <p:cNvSpPr>
            <a:spLocks noChangeShapeType="1"/>
          </p:cNvSpPr>
          <p:nvPr/>
        </p:nvSpPr>
        <p:spPr bwMode="auto">
          <a:xfrm>
            <a:off x="5454650" y="4505325"/>
            <a:ext cx="4159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34" name="Rectangle 35">
            <a:extLst>
              <a:ext uri="{FF2B5EF4-FFF2-40B4-BE49-F238E27FC236}">
                <a16:creationId xmlns:a16="http://schemas.microsoft.com/office/drawing/2014/main" id="{EE891854-BD5F-B1EB-7252-4816F4AD21DC}"/>
              </a:ext>
            </a:extLst>
          </p:cNvPr>
          <p:cNvSpPr>
            <a:spLocks noChangeArrowheads="1"/>
          </p:cNvSpPr>
          <p:nvPr/>
        </p:nvSpPr>
        <p:spPr bwMode="auto">
          <a:xfrm>
            <a:off x="4846638" y="4306888"/>
            <a:ext cx="6540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Exec</a:t>
            </a:r>
          </a:p>
          <a:p>
            <a:pPr algn="ctr"/>
            <a:r>
              <a:rPr lang="en-US" altLang="zh-CN">
                <a:solidFill>
                  <a:schemeClr val="accent2"/>
                </a:solidFill>
                <a:latin typeface="Arial" panose="020B0604020202020204" pitchFamily="34" charset="0"/>
                <a:ea typeface="宋体" panose="02010600030101010101" pitchFamily="2" charset="-122"/>
              </a:rPr>
              <a:t>Unit</a:t>
            </a:r>
          </a:p>
        </p:txBody>
      </p:sp>
      <p:sp>
        <p:nvSpPr>
          <p:cNvPr id="76835" name="Rectangle 36">
            <a:extLst>
              <a:ext uri="{FF2B5EF4-FFF2-40B4-BE49-F238E27FC236}">
                <a16:creationId xmlns:a16="http://schemas.microsoft.com/office/drawing/2014/main" id="{B3AC50AB-DF48-42AA-09A1-E2D3E700EB3D}"/>
              </a:ext>
            </a:extLst>
          </p:cNvPr>
          <p:cNvSpPr>
            <a:spLocks noChangeArrowheads="1"/>
          </p:cNvSpPr>
          <p:nvPr/>
        </p:nvSpPr>
        <p:spPr bwMode="auto">
          <a:xfrm>
            <a:off x="4889500" y="3365500"/>
            <a:ext cx="584200" cy="1498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836" name="Rectangle 37">
            <a:extLst>
              <a:ext uri="{FF2B5EF4-FFF2-40B4-BE49-F238E27FC236}">
                <a16:creationId xmlns:a16="http://schemas.microsoft.com/office/drawing/2014/main" id="{649B2D45-5E8C-9822-EF6B-4DC513FD1115}"/>
              </a:ext>
            </a:extLst>
          </p:cNvPr>
          <p:cNvSpPr>
            <a:spLocks noChangeArrowheads="1"/>
          </p:cNvSpPr>
          <p:nvPr/>
        </p:nvSpPr>
        <p:spPr bwMode="auto">
          <a:xfrm>
            <a:off x="4862513" y="3887788"/>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76837" name="Rectangle 38">
            <a:extLst>
              <a:ext uri="{FF2B5EF4-FFF2-40B4-BE49-F238E27FC236}">
                <a16:creationId xmlns:a16="http://schemas.microsoft.com/office/drawing/2014/main" id="{2D4C9C1E-0984-ECEC-E651-A22D7833B8BD}"/>
              </a:ext>
            </a:extLst>
          </p:cNvPr>
          <p:cNvSpPr>
            <a:spLocks noChangeArrowheads="1"/>
          </p:cNvSpPr>
          <p:nvPr/>
        </p:nvSpPr>
        <p:spPr bwMode="auto">
          <a:xfrm>
            <a:off x="4862513" y="4141788"/>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sp>
        <p:nvSpPr>
          <p:cNvPr id="76838" name="Line 39">
            <a:extLst>
              <a:ext uri="{FF2B5EF4-FFF2-40B4-BE49-F238E27FC236}">
                <a16:creationId xmlns:a16="http://schemas.microsoft.com/office/drawing/2014/main" id="{EE741B90-FD36-B758-609D-4FB80B80F10D}"/>
              </a:ext>
            </a:extLst>
          </p:cNvPr>
          <p:cNvSpPr>
            <a:spLocks noChangeShapeType="1"/>
          </p:cNvSpPr>
          <p:nvPr/>
        </p:nvSpPr>
        <p:spPr bwMode="auto">
          <a:xfrm flipH="1">
            <a:off x="2851150" y="2278063"/>
            <a:ext cx="0" cy="1344612"/>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9" name="Rectangle 40">
            <a:extLst>
              <a:ext uri="{FF2B5EF4-FFF2-40B4-BE49-F238E27FC236}">
                <a16:creationId xmlns:a16="http://schemas.microsoft.com/office/drawing/2014/main" id="{B0A6E059-81F0-9C2E-6E4B-BD6978406049}"/>
              </a:ext>
            </a:extLst>
          </p:cNvPr>
          <p:cNvSpPr>
            <a:spLocks noChangeArrowheads="1"/>
          </p:cNvSpPr>
          <p:nvPr/>
        </p:nvSpPr>
        <p:spPr bwMode="auto">
          <a:xfrm>
            <a:off x="4862513" y="3636963"/>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76840" name="Line 41">
            <a:extLst>
              <a:ext uri="{FF2B5EF4-FFF2-40B4-BE49-F238E27FC236}">
                <a16:creationId xmlns:a16="http://schemas.microsoft.com/office/drawing/2014/main" id="{76BCA210-3A3F-1175-DD97-E5710B88D4AC}"/>
              </a:ext>
            </a:extLst>
          </p:cNvPr>
          <p:cNvSpPr>
            <a:spLocks noChangeShapeType="1"/>
          </p:cNvSpPr>
          <p:nvPr/>
        </p:nvSpPr>
        <p:spPr bwMode="auto">
          <a:xfrm>
            <a:off x="5334000" y="2298700"/>
            <a:ext cx="0" cy="10414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2" name="Rectangle 42">
            <a:extLst>
              <a:ext uri="{FF2B5EF4-FFF2-40B4-BE49-F238E27FC236}">
                <a16:creationId xmlns:a16="http://schemas.microsoft.com/office/drawing/2014/main" id="{00D81E57-E10F-C054-064A-7BA12D1B5D1D}"/>
              </a:ext>
            </a:extLst>
          </p:cNvPr>
          <p:cNvSpPr>
            <a:spLocks noChangeArrowheads="1"/>
          </p:cNvSpPr>
          <p:nvPr/>
        </p:nvSpPr>
        <p:spPr bwMode="auto">
          <a:xfrm>
            <a:off x="4557713" y="1981200"/>
            <a:ext cx="1100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ALUctr=0</a:t>
            </a:r>
            <a:endParaRPr lang="en-US" altLang="zh-CN" u="sng">
              <a:solidFill>
                <a:schemeClr val="accent2"/>
              </a:solidFill>
              <a:latin typeface="微软雅黑" panose="020B0503020204020204" pitchFamily="34" charset="-122"/>
              <a:ea typeface="微软雅黑" panose="020B0503020204020204" pitchFamily="34" charset="-122"/>
            </a:endParaRPr>
          </a:p>
        </p:txBody>
      </p:sp>
      <p:sp>
        <p:nvSpPr>
          <p:cNvPr id="71723" name="Rectangle 43">
            <a:extLst>
              <a:ext uri="{FF2B5EF4-FFF2-40B4-BE49-F238E27FC236}">
                <a16:creationId xmlns:a16="http://schemas.microsoft.com/office/drawing/2014/main" id="{0E047B6B-1B82-DD56-287C-050CBC3A156D}"/>
              </a:ext>
            </a:extLst>
          </p:cNvPr>
          <p:cNvSpPr>
            <a:spLocks noChangeArrowheads="1"/>
          </p:cNvSpPr>
          <p:nvPr/>
        </p:nvSpPr>
        <p:spPr bwMode="auto">
          <a:xfrm>
            <a:off x="5111750" y="5970588"/>
            <a:ext cx="13255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ALUBSrc=0</a:t>
            </a:r>
          </a:p>
        </p:txBody>
      </p:sp>
      <p:sp>
        <p:nvSpPr>
          <p:cNvPr id="76843" name="Line 45">
            <a:extLst>
              <a:ext uri="{FF2B5EF4-FFF2-40B4-BE49-F238E27FC236}">
                <a16:creationId xmlns:a16="http://schemas.microsoft.com/office/drawing/2014/main" id="{74CC774B-399B-BE71-3BA7-B2297DCD7417}"/>
              </a:ext>
            </a:extLst>
          </p:cNvPr>
          <p:cNvSpPr>
            <a:spLocks noChangeShapeType="1"/>
          </p:cNvSpPr>
          <p:nvPr/>
        </p:nvSpPr>
        <p:spPr bwMode="auto">
          <a:xfrm>
            <a:off x="4356100" y="3810000"/>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6844" name="Group 201">
            <a:extLst>
              <a:ext uri="{FF2B5EF4-FFF2-40B4-BE49-F238E27FC236}">
                <a16:creationId xmlns:a16="http://schemas.microsoft.com/office/drawing/2014/main" id="{29AD4363-9DA1-277B-3AB4-BE1AAA7EEB56}"/>
              </a:ext>
            </a:extLst>
          </p:cNvPr>
          <p:cNvGrpSpPr>
            <a:grpSpLocks/>
          </p:cNvGrpSpPr>
          <p:nvPr/>
        </p:nvGrpSpPr>
        <p:grpSpPr bwMode="auto">
          <a:xfrm>
            <a:off x="4321175" y="4038600"/>
            <a:ext cx="558800" cy="304800"/>
            <a:chOff x="2722" y="2544"/>
            <a:chExt cx="352" cy="192"/>
          </a:xfrm>
        </p:grpSpPr>
        <p:sp>
          <p:nvSpPr>
            <p:cNvPr id="76845" name="Line 46">
              <a:extLst>
                <a:ext uri="{FF2B5EF4-FFF2-40B4-BE49-F238E27FC236}">
                  <a16:creationId xmlns:a16="http://schemas.microsoft.com/office/drawing/2014/main" id="{030ADBB7-D375-033C-160B-B62B53E09433}"/>
                </a:ext>
              </a:extLst>
            </p:cNvPr>
            <p:cNvSpPr>
              <a:spLocks noChangeShapeType="1"/>
            </p:cNvSpPr>
            <p:nvPr/>
          </p:nvSpPr>
          <p:spPr bwMode="auto">
            <a:xfrm>
              <a:off x="2728" y="2736"/>
              <a:ext cx="34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46" name="Line 47">
              <a:extLst>
                <a:ext uri="{FF2B5EF4-FFF2-40B4-BE49-F238E27FC236}">
                  <a16:creationId xmlns:a16="http://schemas.microsoft.com/office/drawing/2014/main" id="{2EFFE07B-271C-B899-F3A3-BBEA700E710A}"/>
                </a:ext>
              </a:extLst>
            </p:cNvPr>
            <p:cNvSpPr>
              <a:spLocks noChangeShapeType="1"/>
            </p:cNvSpPr>
            <p:nvPr/>
          </p:nvSpPr>
          <p:spPr bwMode="auto">
            <a:xfrm>
              <a:off x="2722" y="2544"/>
              <a:ext cx="35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6847" name="Group 204">
            <a:extLst>
              <a:ext uri="{FF2B5EF4-FFF2-40B4-BE49-F238E27FC236}">
                <a16:creationId xmlns:a16="http://schemas.microsoft.com/office/drawing/2014/main" id="{A7947977-906A-2E7C-1378-7B99DD0B7301}"/>
              </a:ext>
            </a:extLst>
          </p:cNvPr>
          <p:cNvGrpSpPr>
            <a:grpSpLocks/>
          </p:cNvGrpSpPr>
          <p:nvPr/>
        </p:nvGrpSpPr>
        <p:grpSpPr bwMode="auto">
          <a:xfrm>
            <a:off x="3683000" y="4038600"/>
            <a:ext cx="330200" cy="304800"/>
            <a:chOff x="2320" y="2544"/>
            <a:chExt cx="208" cy="192"/>
          </a:xfrm>
        </p:grpSpPr>
        <p:sp>
          <p:nvSpPr>
            <p:cNvPr id="76848" name="Line 44">
              <a:extLst>
                <a:ext uri="{FF2B5EF4-FFF2-40B4-BE49-F238E27FC236}">
                  <a16:creationId xmlns:a16="http://schemas.microsoft.com/office/drawing/2014/main" id="{0C1B9510-2541-B35D-DC5C-FACCF28BB48E}"/>
                </a:ext>
              </a:extLst>
            </p:cNvPr>
            <p:cNvSpPr>
              <a:spLocks noChangeShapeType="1"/>
            </p:cNvSpPr>
            <p:nvPr/>
          </p:nvSpPr>
          <p:spPr bwMode="auto">
            <a:xfrm>
              <a:off x="2320" y="2544"/>
              <a:ext cx="20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49" name="Line 48">
              <a:extLst>
                <a:ext uri="{FF2B5EF4-FFF2-40B4-BE49-F238E27FC236}">
                  <a16:creationId xmlns:a16="http://schemas.microsoft.com/office/drawing/2014/main" id="{3BC28DBA-9BB8-ADD9-267C-80D114E7B3FB}"/>
                </a:ext>
              </a:extLst>
            </p:cNvPr>
            <p:cNvSpPr>
              <a:spLocks noChangeShapeType="1"/>
            </p:cNvSpPr>
            <p:nvPr/>
          </p:nvSpPr>
          <p:spPr bwMode="auto">
            <a:xfrm>
              <a:off x="2320" y="2736"/>
              <a:ext cx="20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6850" name="Line 51">
            <a:extLst>
              <a:ext uri="{FF2B5EF4-FFF2-40B4-BE49-F238E27FC236}">
                <a16:creationId xmlns:a16="http://schemas.microsoft.com/office/drawing/2014/main" id="{FA2CC4E5-CAEE-71E9-162C-B26DD5A92CA2}"/>
              </a:ext>
            </a:extLst>
          </p:cNvPr>
          <p:cNvSpPr>
            <a:spLocks noChangeShapeType="1"/>
          </p:cNvSpPr>
          <p:nvPr/>
        </p:nvSpPr>
        <p:spPr bwMode="auto">
          <a:xfrm>
            <a:off x="6197600" y="4495800"/>
            <a:ext cx="558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51" name="Line 52">
            <a:extLst>
              <a:ext uri="{FF2B5EF4-FFF2-40B4-BE49-F238E27FC236}">
                <a16:creationId xmlns:a16="http://schemas.microsoft.com/office/drawing/2014/main" id="{2DE3AA38-5385-A6D5-51C5-20396C5892F5}"/>
              </a:ext>
            </a:extLst>
          </p:cNvPr>
          <p:cNvSpPr>
            <a:spLocks noChangeShapeType="1"/>
          </p:cNvSpPr>
          <p:nvPr/>
        </p:nvSpPr>
        <p:spPr bwMode="auto">
          <a:xfrm>
            <a:off x="4495800" y="4356100"/>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2" name="Line 53">
            <a:extLst>
              <a:ext uri="{FF2B5EF4-FFF2-40B4-BE49-F238E27FC236}">
                <a16:creationId xmlns:a16="http://schemas.microsoft.com/office/drawing/2014/main" id="{93FF669C-36C9-64A4-E28F-AA921B87AB20}"/>
              </a:ext>
            </a:extLst>
          </p:cNvPr>
          <p:cNvSpPr>
            <a:spLocks noChangeShapeType="1"/>
          </p:cNvSpPr>
          <p:nvPr/>
        </p:nvSpPr>
        <p:spPr bwMode="auto">
          <a:xfrm>
            <a:off x="4508500" y="5029200"/>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53" name="Line 54">
            <a:extLst>
              <a:ext uri="{FF2B5EF4-FFF2-40B4-BE49-F238E27FC236}">
                <a16:creationId xmlns:a16="http://schemas.microsoft.com/office/drawing/2014/main" id="{EDA7803D-2F57-3EB3-12B3-02D0ED180BB3}"/>
              </a:ext>
            </a:extLst>
          </p:cNvPr>
          <p:cNvSpPr>
            <a:spLocks noChangeShapeType="1"/>
          </p:cNvSpPr>
          <p:nvPr/>
        </p:nvSpPr>
        <p:spPr bwMode="auto">
          <a:xfrm>
            <a:off x="6184900" y="5029200"/>
            <a:ext cx="584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54" name="Line 55">
            <a:extLst>
              <a:ext uri="{FF2B5EF4-FFF2-40B4-BE49-F238E27FC236}">
                <a16:creationId xmlns:a16="http://schemas.microsoft.com/office/drawing/2014/main" id="{4FB91519-96AC-45A0-73E8-68779EA4B75F}"/>
              </a:ext>
            </a:extLst>
          </p:cNvPr>
          <p:cNvSpPr>
            <a:spLocks noChangeShapeType="1"/>
          </p:cNvSpPr>
          <p:nvPr/>
        </p:nvSpPr>
        <p:spPr bwMode="auto">
          <a:xfrm>
            <a:off x="6413500" y="47244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55" name="Line 56">
            <a:extLst>
              <a:ext uri="{FF2B5EF4-FFF2-40B4-BE49-F238E27FC236}">
                <a16:creationId xmlns:a16="http://schemas.microsoft.com/office/drawing/2014/main" id="{F7CBAD75-14FD-A670-FAE4-1988F797CD9E}"/>
              </a:ext>
            </a:extLst>
          </p:cNvPr>
          <p:cNvSpPr>
            <a:spLocks noChangeShapeType="1"/>
          </p:cNvSpPr>
          <p:nvPr/>
        </p:nvSpPr>
        <p:spPr bwMode="auto">
          <a:xfrm>
            <a:off x="6400800" y="4508500"/>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6" name="Line 57">
            <a:extLst>
              <a:ext uri="{FF2B5EF4-FFF2-40B4-BE49-F238E27FC236}">
                <a16:creationId xmlns:a16="http://schemas.microsoft.com/office/drawing/2014/main" id="{B0FB0B58-6FD1-BECD-5050-05F0E1C15FB2}"/>
              </a:ext>
            </a:extLst>
          </p:cNvPr>
          <p:cNvSpPr>
            <a:spLocks noChangeShapeType="1"/>
          </p:cNvSpPr>
          <p:nvPr/>
        </p:nvSpPr>
        <p:spPr bwMode="auto">
          <a:xfrm>
            <a:off x="7416800" y="4572000"/>
            <a:ext cx="330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57" name="Line 58">
            <a:extLst>
              <a:ext uri="{FF2B5EF4-FFF2-40B4-BE49-F238E27FC236}">
                <a16:creationId xmlns:a16="http://schemas.microsoft.com/office/drawing/2014/main" id="{2B2C90C9-4A4D-DADC-A67E-683728B9E13B}"/>
              </a:ext>
            </a:extLst>
          </p:cNvPr>
          <p:cNvSpPr>
            <a:spLocks noChangeShapeType="1"/>
          </p:cNvSpPr>
          <p:nvPr/>
        </p:nvSpPr>
        <p:spPr bwMode="auto">
          <a:xfrm>
            <a:off x="6413500" y="5181600"/>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6858" name="Group 66">
            <a:extLst>
              <a:ext uri="{FF2B5EF4-FFF2-40B4-BE49-F238E27FC236}">
                <a16:creationId xmlns:a16="http://schemas.microsoft.com/office/drawing/2014/main" id="{998B5873-252F-5EA0-7837-78751457CF84}"/>
              </a:ext>
            </a:extLst>
          </p:cNvPr>
          <p:cNvGrpSpPr>
            <a:grpSpLocks/>
          </p:cNvGrpSpPr>
          <p:nvPr/>
        </p:nvGrpSpPr>
        <p:grpSpPr bwMode="auto">
          <a:xfrm>
            <a:off x="8397875" y="4432300"/>
            <a:ext cx="333375" cy="949325"/>
            <a:chOff x="5290" y="2792"/>
            <a:chExt cx="210" cy="598"/>
          </a:xfrm>
        </p:grpSpPr>
        <p:sp>
          <p:nvSpPr>
            <p:cNvPr id="76859" name="Line 59">
              <a:extLst>
                <a:ext uri="{FF2B5EF4-FFF2-40B4-BE49-F238E27FC236}">
                  <a16:creationId xmlns:a16="http://schemas.microsoft.com/office/drawing/2014/main" id="{7C95244D-8564-1F7F-D9FB-C92908C9DC5A}"/>
                </a:ext>
              </a:extLst>
            </p:cNvPr>
            <p:cNvSpPr>
              <a:spLocks noChangeShapeType="1"/>
            </p:cNvSpPr>
            <p:nvPr/>
          </p:nvSpPr>
          <p:spPr bwMode="auto">
            <a:xfrm>
              <a:off x="5328" y="2792"/>
              <a:ext cx="0" cy="5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60" name="Line 60">
              <a:extLst>
                <a:ext uri="{FF2B5EF4-FFF2-40B4-BE49-F238E27FC236}">
                  <a16:creationId xmlns:a16="http://schemas.microsoft.com/office/drawing/2014/main" id="{AA86723C-B95A-E0E7-4DDC-9CF5A5FB5AC2}"/>
                </a:ext>
              </a:extLst>
            </p:cNvPr>
            <p:cNvSpPr>
              <a:spLocks noChangeShapeType="1"/>
            </p:cNvSpPr>
            <p:nvPr/>
          </p:nvSpPr>
          <p:spPr bwMode="auto">
            <a:xfrm>
              <a:off x="5336" y="2792"/>
              <a:ext cx="128" cy="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61" name="Line 61">
              <a:extLst>
                <a:ext uri="{FF2B5EF4-FFF2-40B4-BE49-F238E27FC236}">
                  <a16:creationId xmlns:a16="http://schemas.microsoft.com/office/drawing/2014/main" id="{ABC891BD-5ECF-959D-8F34-E6DACE6B6A31}"/>
                </a:ext>
              </a:extLst>
            </p:cNvPr>
            <p:cNvSpPr>
              <a:spLocks noChangeShapeType="1"/>
            </p:cNvSpPr>
            <p:nvPr/>
          </p:nvSpPr>
          <p:spPr bwMode="auto">
            <a:xfrm flipV="1">
              <a:off x="5336" y="3283"/>
              <a:ext cx="128"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62" name="Line 62">
              <a:extLst>
                <a:ext uri="{FF2B5EF4-FFF2-40B4-BE49-F238E27FC236}">
                  <a16:creationId xmlns:a16="http://schemas.microsoft.com/office/drawing/2014/main" id="{F8388BDA-53B5-5654-4B18-1F0D81AAD6D4}"/>
                </a:ext>
              </a:extLst>
            </p:cNvPr>
            <p:cNvSpPr>
              <a:spLocks noChangeShapeType="1"/>
            </p:cNvSpPr>
            <p:nvPr/>
          </p:nvSpPr>
          <p:spPr bwMode="auto">
            <a:xfrm>
              <a:off x="5472" y="2844"/>
              <a:ext cx="0" cy="4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63" name="Rectangle 63">
              <a:extLst>
                <a:ext uri="{FF2B5EF4-FFF2-40B4-BE49-F238E27FC236}">
                  <a16:creationId xmlns:a16="http://schemas.microsoft.com/office/drawing/2014/main" id="{9B1BC148-8BA3-0EAA-0B18-0F3193FCE55E}"/>
                </a:ext>
              </a:extLst>
            </p:cNvPr>
            <p:cNvSpPr>
              <a:spLocks noChangeArrowheads="1"/>
            </p:cNvSpPr>
            <p:nvPr/>
          </p:nvSpPr>
          <p:spPr bwMode="auto">
            <a:xfrm rot="5400000">
              <a:off x="5210" y="2976"/>
              <a:ext cx="3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Mux</a:t>
              </a:r>
            </a:p>
          </p:txBody>
        </p:sp>
        <p:sp>
          <p:nvSpPr>
            <p:cNvPr id="76864" name="Rectangle 64">
              <a:extLst>
                <a:ext uri="{FF2B5EF4-FFF2-40B4-BE49-F238E27FC236}">
                  <a16:creationId xmlns:a16="http://schemas.microsoft.com/office/drawing/2014/main" id="{B6C954C3-1BDB-5546-C4A1-C6F8557CFDA0}"/>
                </a:ext>
              </a:extLst>
            </p:cNvPr>
            <p:cNvSpPr>
              <a:spLocks noChangeArrowheads="1"/>
            </p:cNvSpPr>
            <p:nvPr/>
          </p:nvSpPr>
          <p:spPr bwMode="auto">
            <a:xfrm>
              <a:off x="5303" y="280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1</a:t>
              </a:r>
              <a:endParaRPr lang="zh-CN" altLang="en-US" sz="1400" b="0">
                <a:ea typeface="宋体" panose="02010600030101010101" pitchFamily="2" charset="-122"/>
              </a:endParaRPr>
            </a:p>
          </p:txBody>
        </p:sp>
        <p:sp>
          <p:nvSpPr>
            <p:cNvPr id="76865" name="Rectangle 65">
              <a:extLst>
                <a:ext uri="{FF2B5EF4-FFF2-40B4-BE49-F238E27FC236}">
                  <a16:creationId xmlns:a16="http://schemas.microsoft.com/office/drawing/2014/main" id="{A1733ABD-2CB1-4D11-EF8A-2D38D6E40784}"/>
                </a:ext>
              </a:extLst>
            </p:cNvPr>
            <p:cNvSpPr>
              <a:spLocks noChangeArrowheads="1"/>
            </p:cNvSpPr>
            <p:nvPr/>
          </p:nvSpPr>
          <p:spPr bwMode="auto">
            <a:xfrm>
              <a:off x="5303" y="319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0</a:t>
              </a:r>
              <a:endParaRPr lang="zh-CN" altLang="en-US" sz="1400" b="0">
                <a:ea typeface="宋体" panose="02010600030101010101" pitchFamily="2" charset="-122"/>
              </a:endParaRPr>
            </a:p>
          </p:txBody>
        </p:sp>
      </p:grpSp>
      <p:sp>
        <p:nvSpPr>
          <p:cNvPr id="76866" name="Line 67">
            <a:extLst>
              <a:ext uri="{FF2B5EF4-FFF2-40B4-BE49-F238E27FC236}">
                <a16:creationId xmlns:a16="http://schemas.microsoft.com/office/drawing/2014/main" id="{3C800F01-1BF0-DE0A-DFE3-0C57F3F82822}"/>
              </a:ext>
            </a:extLst>
          </p:cNvPr>
          <p:cNvSpPr>
            <a:spLocks noChangeShapeType="1"/>
          </p:cNvSpPr>
          <p:nvPr/>
        </p:nvSpPr>
        <p:spPr bwMode="auto">
          <a:xfrm>
            <a:off x="8089900" y="45720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67" name="Line 68">
            <a:extLst>
              <a:ext uri="{FF2B5EF4-FFF2-40B4-BE49-F238E27FC236}">
                <a16:creationId xmlns:a16="http://schemas.microsoft.com/office/drawing/2014/main" id="{FC12B0FA-ED13-B1A7-EB09-122248EF7AB2}"/>
              </a:ext>
            </a:extLst>
          </p:cNvPr>
          <p:cNvSpPr>
            <a:spLocks noChangeShapeType="1"/>
          </p:cNvSpPr>
          <p:nvPr/>
        </p:nvSpPr>
        <p:spPr bwMode="auto">
          <a:xfrm>
            <a:off x="8089900" y="51816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68" name="Line 70">
            <a:extLst>
              <a:ext uri="{FF2B5EF4-FFF2-40B4-BE49-F238E27FC236}">
                <a16:creationId xmlns:a16="http://schemas.microsoft.com/office/drawing/2014/main" id="{895DDFA4-D202-EC14-108D-E1DA200B9F14}"/>
              </a:ext>
            </a:extLst>
          </p:cNvPr>
          <p:cNvSpPr>
            <a:spLocks noChangeShapeType="1"/>
          </p:cNvSpPr>
          <p:nvPr/>
        </p:nvSpPr>
        <p:spPr bwMode="auto">
          <a:xfrm>
            <a:off x="2679700" y="5562600"/>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69" name="Line 72">
            <a:extLst>
              <a:ext uri="{FF2B5EF4-FFF2-40B4-BE49-F238E27FC236}">
                <a16:creationId xmlns:a16="http://schemas.microsoft.com/office/drawing/2014/main" id="{12878D99-0F5F-F4BF-9EB1-26804C55C840}"/>
              </a:ext>
            </a:extLst>
          </p:cNvPr>
          <p:cNvSpPr>
            <a:spLocks noChangeShapeType="1"/>
          </p:cNvSpPr>
          <p:nvPr/>
        </p:nvSpPr>
        <p:spPr bwMode="auto">
          <a:xfrm>
            <a:off x="5484813" y="3611563"/>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70" name="Line 74">
            <a:extLst>
              <a:ext uri="{FF2B5EF4-FFF2-40B4-BE49-F238E27FC236}">
                <a16:creationId xmlns:a16="http://schemas.microsoft.com/office/drawing/2014/main" id="{08366F52-7B8F-9833-6A6C-55F5D6E3341E}"/>
              </a:ext>
            </a:extLst>
          </p:cNvPr>
          <p:cNvSpPr>
            <a:spLocks noChangeShapeType="1"/>
          </p:cNvSpPr>
          <p:nvPr/>
        </p:nvSpPr>
        <p:spPr bwMode="auto">
          <a:xfrm>
            <a:off x="8534400" y="5346700"/>
            <a:ext cx="0" cy="736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5" name="Rectangle 75">
            <a:extLst>
              <a:ext uri="{FF2B5EF4-FFF2-40B4-BE49-F238E27FC236}">
                <a16:creationId xmlns:a16="http://schemas.microsoft.com/office/drawing/2014/main" id="{67B48F60-0C1F-F7EC-87D0-8F6D4880EA30}"/>
              </a:ext>
            </a:extLst>
          </p:cNvPr>
          <p:cNvSpPr>
            <a:spLocks noChangeArrowheads="1"/>
          </p:cNvSpPr>
          <p:nvPr/>
        </p:nvSpPr>
        <p:spPr bwMode="auto">
          <a:xfrm>
            <a:off x="7437438" y="6037263"/>
            <a:ext cx="1465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CC0000"/>
                </a:solidFill>
                <a:latin typeface="Arial" panose="020B0604020202020204" pitchFamily="34" charset="0"/>
                <a:ea typeface="宋体" panose="02010600030101010101" pitchFamily="2" charset="-122"/>
              </a:rPr>
              <a:t>MemtoReg=0</a:t>
            </a:r>
          </a:p>
        </p:txBody>
      </p:sp>
      <p:sp>
        <p:nvSpPr>
          <p:cNvPr id="76872" name="Line 83">
            <a:extLst>
              <a:ext uri="{FF2B5EF4-FFF2-40B4-BE49-F238E27FC236}">
                <a16:creationId xmlns:a16="http://schemas.microsoft.com/office/drawing/2014/main" id="{13964ACF-4FE6-F470-12F4-36222D6D2CDA}"/>
              </a:ext>
            </a:extLst>
          </p:cNvPr>
          <p:cNvSpPr>
            <a:spLocks noChangeShapeType="1"/>
          </p:cNvSpPr>
          <p:nvPr/>
        </p:nvSpPr>
        <p:spPr bwMode="auto">
          <a:xfrm>
            <a:off x="4960938" y="4876800"/>
            <a:ext cx="3175"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4" name="Rectangle 84">
            <a:extLst>
              <a:ext uri="{FF2B5EF4-FFF2-40B4-BE49-F238E27FC236}">
                <a16:creationId xmlns:a16="http://schemas.microsoft.com/office/drawing/2014/main" id="{A3D3B007-6371-836D-B72D-7B58B7DB1E2A}"/>
              </a:ext>
            </a:extLst>
          </p:cNvPr>
          <p:cNvSpPr>
            <a:spLocks noChangeArrowheads="1"/>
          </p:cNvSpPr>
          <p:nvPr/>
        </p:nvSpPr>
        <p:spPr bwMode="auto">
          <a:xfrm>
            <a:off x="3856038" y="5954713"/>
            <a:ext cx="1314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ALUASrc=0</a:t>
            </a:r>
          </a:p>
        </p:txBody>
      </p:sp>
      <p:sp>
        <p:nvSpPr>
          <p:cNvPr id="76874" name="Rectangle 86">
            <a:extLst>
              <a:ext uri="{FF2B5EF4-FFF2-40B4-BE49-F238E27FC236}">
                <a16:creationId xmlns:a16="http://schemas.microsoft.com/office/drawing/2014/main" id="{6CB413CE-85C6-B78B-4B3A-8119C7DA568C}"/>
              </a:ext>
            </a:extLst>
          </p:cNvPr>
          <p:cNvSpPr>
            <a:spLocks noChangeArrowheads="1"/>
          </p:cNvSpPr>
          <p:nvPr/>
        </p:nvSpPr>
        <p:spPr bwMode="auto">
          <a:xfrm>
            <a:off x="2652713" y="5281613"/>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Rd</a:t>
            </a:r>
          </a:p>
        </p:txBody>
      </p:sp>
      <p:sp>
        <p:nvSpPr>
          <p:cNvPr id="76875" name="Rectangle 87">
            <a:extLst>
              <a:ext uri="{FF2B5EF4-FFF2-40B4-BE49-F238E27FC236}">
                <a16:creationId xmlns:a16="http://schemas.microsoft.com/office/drawing/2014/main" id="{5EFADB38-F0BB-F4A5-0D54-126026BE29B5}"/>
              </a:ext>
            </a:extLst>
          </p:cNvPr>
          <p:cNvSpPr>
            <a:spLocks noChangeArrowheads="1"/>
          </p:cNvSpPr>
          <p:nvPr/>
        </p:nvSpPr>
        <p:spPr bwMode="auto">
          <a:xfrm>
            <a:off x="3451225" y="3457575"/>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76876" name="Line 88">
            <a:extLst>
              <a:ext uri="{FF2B5EF4-FFF2-40B4-BE49-F238E27FC236}">
                <a16:creationId xmlns:a16="http://schemas.microsoft.com/office/drawing/2014/main" id="{990BC66B-3490-852A-6754-41334A4E9829}"/>
              </a:ext>
            </a:extLst>
          </p:cNvPr>
          <p:cNvSpPr>
            <a:spLocks noChangeShapeType="1"/>
          </p:cNvSpPr>
          <p:nvPr/>
        </p:nvSpPr>
        <p:spPr bwMode="auto">
          <a:xfrm>
            <a:off x="1743075" y="5257800"/>
            <a:ext cx="468313"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77" name="Line 89">
            <a:extLst>
              <a:ext uri="{FF2B5EF4-FFF2-40B4-BE49-F238E27FC236}">
                <a16:creationId xmlns:a16="http://schemas.microsoft.com/office/drawing/2014/main" id="{F0D541DE-FC3E-7FB1-028F-B9E415C95D42}"/>
              </a:ext>
            </a:extLst>
          </p:cNvPr>
          <p:cNvSpPr>
            <a:spLocks noChangeShapeType="1"/>
          </p:cNvSpPr>
          <p:nvPr/>
        </p:nvSpPr>
        <p:spPr bwMode="auto">
          <a:xfrm>
            <a:off x="2527300" y="3505200"/>
            <a:ext cx="1498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78" name="Rectangle 90">
            <a:extLst>
              <a:ext uri="{FF2B5EF4-FFF2-40B4-BE49-F238E27FC236}">
                <a16:creationId xmlns:a16="http://schemas.microsoft.com/office/drawing/2014/main" id="{74E46D85-7A0C-27A1-7B3A-9D15E794037F}"/>
              </a:ext>
            </a:extLst>
          </p:cNvPr>
          <p:cNvSpPr>
            <a:spLocks noChangeArrowheads="1"/>
          </p:cNvSpPr>
          <p:nvPr/>
        </p:nvSpPr>
        <p:spPr bwMode="auto">
          <a:xfrm>
            <a:off x="2862263" y="3228975"/>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76879" name="Line 91">
            <a:extLst>
              <a:ext uri="{FF2B5EF4-FFF2-40B4-BE49-F238E27FC236}">
                <a16:creationId xmlns:a16="http://schemas.microsoft.com/office/drawing/2014/main" id="{FE04C343-F9D4-6803-AC24-90E9B17FE03B}"/>
              </a:ext>
            </a:extLst>
          </p:cNvPr>
          <p:cNvSpPr>
            <a:spLocks noChangeShapeType="1"/>
          </p:cNvSpPr>
          <p:nvPr/>
        </p:nvSpPr>
        <p:spPr bwMode="auto">
          <a:xfrm>
            <a:off x="4356100" y="3505200"/>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80" name="Rectangle 92">
            <a:extLst>
              <a:ext uri="{FF2B5EF4-FFF2-40B4-BE49-F238E27FC236}">
                <a16:creationId xmlns:a16="http://schemas.microsoft.com/office/drawing/2014/main" id="{670FD744-F072-E354-3C09-460AEA81158E}"/>
              </a:ext>
            </a:extLst>
          </p:cNvPr>
          <p:cNvSpPr>
            <a:spLocks noChangeArrowheads="1"/>
          </p:cNvSpPr>
          <p:nvPr/>
        </p:nvSpPr>
        <p:spPr bwMode="auto">
          <a:xfrm>
            <a:off x="4862513" y="3332163"/>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76881" name="Rectangle 93">
            <a:extLst>
              <a:ext uri="{FF2B5EF4-FFF2-40B4-BE49-F238E27FC236}">
                <a16:creationId xmlns:a16="http://schemas.microsoft.com/office/drawing/2014/main" id="{A724E8FC-D783-A6FA-D42B-E00B012A1638}"/>
              </a:ext>
            </a:extLst>
          </p:cNvPr>
          <p:cNvSpPr>
            <a:spLocks noChangeArrowheads="1"/>
          </p:cNvSpPr>
          <p:nvPr/>
        </p:nvSpPr>
        <p:spPr bwMode="auto">
          <a:xfrm>
            <a:off x="2597150" y="3897313"/>
            <a:ext cx="5572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Rs1</a:t>
            </a:r>
          </a:p>
        </p:txBody>
      </p:sp>
      <p:sp>
        <p:nvSpPr>
          <p:cNvPr id="76882" name="Rectangle 94">
            <a:extLst>
              <a:ext uri="{FF2B5EF4-FFF2-40B4-BE49-F238E27FC236}">
                <a16:creationId xmlns:a16="http://schemas.microsoft.com/office/drawing/2014/main" id="{17A1CB17-A5EF-D858-DE35-A0CCCCD2E249}"/>
              </a:ext>
            </a:extLst>
          </p:cNvPr>
          <p:cNvSpPr>
            <a:spLocks noChangeArrowheads="1"/>
          </p:cNvSpPr>
          <p:nvPr/>
        </p:nvSpPr>
        <p:spPr bwMode="auto">
          <a:xfrm>
            <a:off x="2597150" y="4519613"/>
            <a:ext cx="557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Rs2</a:t>
            </a:r>
          </a:p>
        </p:txBody>
      </p:sp>
      <p:sp>
        <p:nvSpPr>
          <p:cNvPr id="76883" name="Line 98">
            <a:extLst>
              <a:ext uri="{FF2B5EF4-FFF2-40B4-BE49-F238E27FC236}">
                <a16:creationId xmlns:a16="http://schemas.microsoft.com/office/drawing/2014/main" id="{96A8A5EA-6EB7-18F0-579E-5B52E0C06BCD}"/>
              </a:ext>
            </a:extLst>
          </p:cNvPr>
          <p:cNvSpPr>
            <a:spLocks noChangeShapeType="1"/>
          </p:cNvSpPr>
          <p:nvPr/>
        </p:nvSpPr>
        <p:spPr bwMode="auto">
          <a:xfrm>
            <a:off x="6197600" y="5410200"/>
            <a:ext cx="15494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84" name="Line 99">
            <a:extLst>
              <a:ext uri="{FF2B5EF4-FFF2-40B4-BE49-F238E27FC236}">
                <a16:creationId xmlns:a16="http://schemas.microsoft.com/office/drawing/2014/main" id="{0C0C945B-B0AA-0798-5BF8-E4149B6E4B8E}"/>
              </a:ext>
            </a:extLst>
          </p:cNvPr>
          <p:cNvSpPr>
            <a:spLocks noChangeShapeType="1"/>
          </p:cNvSpPr>
          <p:nvPr/>
        </p:nvSpPr>
        <p:spPr bwMode="auto">
          <a:xfrm>
            <a:off x="8089900" y="5410200"/>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85" name="Line 100">
            <a:extLst>
              <a:ext uri="{FF2B5EF4-FFF2-40B4-BE49-F238E27FC236}">
                <a16:creationId xmlns:a16="http://schemas.microsoft.com/office/drawing/2014/main" id="{98EED8F8-FED9-F184-1FE9-A94C89ABB453}"/>
              </a:ext>
            </a:extLst>
          </p:cNvPr>
          <p:cNvSpPr>
            <a:spLocks noChangeShapeType="1"/>
          </p:cNvSpPr>
          <p:nvPr/>
        </p:nvSpPr>
        <p:spPr bwMode="auto">
          <a:xfrm>
            <a:off x="8305800" y="5422900"/>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86" name="Line 101">
            <a:extLst>
              <a:ext uri="{FF2B5EF4-FFF2-40B4-BE49-F238E27FC236}">
                <a16:creationId xmlns:a16="http://schemas.microsoft.com/office/drawing/2014/main" id="{5ABAB42C-4CAA-E78C-04B5-E41A583C141D}"/>
              </a:ext>
            </a:extLst>
          </p:cNvPr>
          <p:cNvSpPr>
            <a:spLocks noChangeShapeType="1"/>
          </p:cNvSpPr>
          <p:nvPr/>
        </p:nvSpPr>
        <p:spPr bwMode="auto">
          <a:xfrm flipH="1">
            <a:off x="3187700" y="5791200"/>
            <a:ext cx="5130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87" name="Line 102">
            <a:extLst>
              <a:ext uri="{FF2B5EF4-FFF2-40B4-BE49-F238E27FC236}">
                <a16:creationId xmlns:a16="http://schemas.microsoft.com/office/drawing/2014/main" id="{1C3994A4-1B1C-B103-2562-6FD33B6D9BCF}"/>
              </a:ext>
            </a:extLst>
          </p:cNvPr>
          <p:cNvSpPr>
            <a:spLocks noChangeShapeType="1"/>
          </p:cNvSpPr>
          <p:nvPr/>
        </p:nvSpPr>
        <p:spPr bwMode="auto">
          <a:xfrm flipV="1">
            <a:off x="3200400" y="5168900"/>
            <a:ext cx="0" cy="635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88" name="Line 103">
            <a:extLst>
              <a:ext uri="{FF2B5EF4-FFF2-40B4-BE49-F238E27FC236}">
                <a16:creationId xmlns:a16="http://schemas.microsoft.com/office/drawing/2014/main" id="{3D0244D1-898C-9EC2-5693-E184A223950E}"/>
              </a:ext>
            </a:extLst>
          </p:cNvPr>
          <p:cNvSpPr>
            <a:spLocks noChangeShapeType="1"/>
          </p:cNvSpPr>
          <p:nvPr/>
        </p:nvSpPr>
        <p:spPr bwMode="auto">
          <a:xfrm>
            <a:off x="8699500" y="4953000"/>
            <a:ext cx="127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89" name="Line 104">
            <a:extLst>
              <a:ext uri="{FF2B5EF4-FFF2-40B4-BE49-F238E27FC236}">
                <a16:creationId xmlns:a16="http://schemas.microsoft.com/office/drawing/2014/main" id="{C56ADA34-47CD-3122-26D0-A123CB62DA07}"/>
              </a:ext>
            </a:extLst>
          </p:cNvPr>
          <p:cNvSpPr>
            <a:spLocks noChangeShapeType="1"/>
          </p:cNvSpPr>
          <p:nvPr/>
        </p:nvSpPr>
        <p:spPr bwMode="auto">
          <a:xfrm>
            <a:off x="8839200" y="4965700"/>
            <a:ext cx="0" cy="965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90" name="Line 105">
            <a:extLst>
              <a:ext uri="{FF2B5EF4-FFF2-40B4-BE49-F238E27FC236}">
                <a16:creationId xmlns:a16="http://schemas.microsoft.com/office/drawing/2014/main" id="{8E42564D-41AD-FA62-F634-EF17E916E7A3}"/>
              </a:ext>
            </a:extLst>
          </p:cNvPr>
          <p:cNvSpPr>
            <a:spLocks noChangeShapeType="1"/>
          </p:cNvSpPr>
          <p:nvPr/>
        </p:nvSpPr>
        <p:spPr bwMode="auto">
          <a:xfrm flipH="1">
            <a:off x="3492500" y="5943600"/>
            <a:ext cx="535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91" name="Line 106">
            <a:extLst>
              <a:ext uri="{FF2B5EF4-FFF2-40B4-BE49-F238E27FC236}">
                <a16:creationId xmlns:a16="http://schemas.microsoft.com/office/drawing/2014/main" id="{369D0EED-232E-B384-19DD-A83F39DCD618}"/>
              </a:ext>
            </a:extLst>
          </p:cNvPr>
          <p:cNvSpPr>
            <a:spLocks noChangeShapeType="1"/>
          </p:cNvSpPr>
          <p:nvPr/>
        </p:nvSpPr>
        <p:spPr bwMode="auto">
          <a:xfrm flipV="1">
            <a:off x="3505200" y="5168900"/>
            <a:ext cx="0" cy="787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6892" name="Group 203">
            <a:extLst>
              <a:ext uri="{FF2B5EF4-FFF2-40B4-BE49-F238E27FC236}">
                <a16:creationId xmlns:a16="http://schemas.microsoft.com/office/drawing/2014/main" id="{36531AC4-787F-6FB4-D968-AF9B16CED1C7}"/>
              </a:ext>
            </a:extLst>
          </p:cNvPr>
          <p:cNvGrpSpPr>
            <a:grpSpLocks/>
          </p:cNvGrpSpPr>
          <p:nvPr/>
        </p:nvGrpSpPr>
        <p:grpSpPr bwMode="auto">
          <a:xfrm>
            <a:off x="2540000" y="3784600"/>
            <a:ext cx="1473200" cy="1498600"/>
            <a:chOff x="1600" y="2384"/>
            <a:chExt cx="928" cy="944"/>
          </a:xfrm>
        </p:grpSpPr>
        <p:sp>
          <p:nvSpPr>
            <p:cNvPr id="76893" name="Line 49">
              <a:extLst>
                <a:ext uri="{FF2B5EF4-FFF2-40B4-BE49-F238E27FC236}">
                  <a16:creationId xmlns:a16="http://schemas.microsoft.com/office/drawing/2014/main" id="{733ADA74-2604-E3F2-2FC1-33A95253BB77}"/>
                </a:ext>
              </a:extLst>
            </p:cNvPr>
            <p:cNvSpPr>
              <a:spLocks noChangeShapeType="1"/>
            </p:cNvSpPr>
            <p:nvPr/>
          </p:nvSpPr>
          <p:spPr bwMode="auto">
            <a:xfrm flipV="1">
              <a:off x="1696" y="2638"/>
              <a:ext cx="256" cy="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94" name="Line 50">
              <a:extLst>
                <a:ext uri="{FF2B5EF4-FFF2-40B4-BE49-F238E27FC236}">
                  <a16:creationId xmlns:a16="http://schemas.microsoft.com/office/drawing/2014/main" id="{CA5BE85E-3CF9-E9E6-05FE-4528F8BEEDA0}"/>
                </a:ext>
              </a:extLst>
            </p:cNvPr>
            <p:cNvSpPr>
              <a:spLocks noChangeShapeType="1"/>
            </p:cNvSpPr>
            <p:nvPr/>
          </p:nvSpPr>
          <p:spPr bwMode="auto">
            <a:xfrm>
              <a:off x="1696" y="2832"/>
              <a:ext cx="22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95" name="Line 69">
              <a:extLst>
                <a:ext uri="{FF2B5EF4-FFF2-40B4-BE49-F238E27FC236}">
                  <a16:creationId xmlns:a16="http://schemas.microsoft.com/office/drawing/2014/main" id="{70F9525B-97A9-399C-203D-3E3DCBB487B2}"/>
                </a:ext>
              </a:extLst>
            </p:cNvPr>
            <p:cNvSpPr>
              <a:spLocks noChangeShapeType="1"/>
            </p:cNvSpPr>
            <p:nvPr/>
          </p:nvSpPr>
          <p:spPr bwMode="auto">
            <a:xfrm>
              <a:off x="1696" y="2400"/>
              <a:ext cx="83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96" name="Line 95">
              <a:extLst>
                <a:ext uri="{FF2B5EF4-FFF2-40B4-BE49-F238E27FC236}">
                  <a16:creationId xmlns:a16="http://schemas.microsoft.com/office/drawing/2014/main" id="{AEAFC472-01B1-3088-E86B-C3C41522883E}"/>
                </a:ext>
              </a:extLst>
            </p:cNvPr>
            <p:cNvSpPr>
              <a:spLocks noChangeShapeType="1"/>
            </p:cNvSpPr>
            <p:nvPr/>
          </p:nvSpPr>
          <p:spPr bwMode="auto">
            <a:xfrm flipV="1">
              <a:off x="1680" y="2384"/>
              <a:ext cx="0" cy="9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97" name="Line 107">
              <a:extLst>
                <a:ext uri="{FF2B5EF4-FFF2-40B4-BE49-F238E27FC236}">
                  <a16:creationId xmlns:a16="http://schemas.microsoft.com/office/drawing/2014/main" id="{AF7B067D-5E8B-DB77-CD39-BBD0044E80AC}"/>
                </a:ext>
              </a:extLst>
            </p:cNvPr>
            <p:cNvSpPr>
              <a:spLocks noChangeShapeType="1"/>
            </p:cNvSpPr>
            <p:nvPr/>
          </p:nvSpPr>
          <p:spPr bwMode="auto">
            <a:xfrm>
              <a:off x="1600" y="3312"/>
              <a:ext cx="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6898" name="Rectangle 109">
            <a:extLst>
              <a:ext uri="{FF2B5EF4-FFF2-40B4-BE49-F238E27FC236}">
                <a16:creationId xmlns:a16="http://schemas.microsoft.com/office/drawing/2014/main" id="{FC0ABDB6-6EBA-C7FF-782C-9C9BE6E29A89}"/>
              </a:ext>
            </a:extLst>
          </p:cNvPr>
          <p:cNvSpPr>
            <a:spLocks noChangeArrowheads="1"/>
          </p:cNvSpPr>
          <p:nvPr/>
        </p:nvSpPr>
        <p:spPr bwMode="auto">
          <a:xfrm rot="5400000">
            <a:off x="1208088" y="3487738"/>
            <a:ext cx="6953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PC+4</a:t>
            </a:r>
          </a:p>
        </p:txBody>
      </p:sp>
      <p:sp>
        <p:nvSpPr>
          <p:cNvPr id="76899" name="Line 110">
            <a:extLst>
              <a:ext uri="{FF2B5EF4-FFF2-40B4-BE49-F238E27FC236}">
                <a16:creationId xmlns:a16="http://schemas.microsoft.com/office/drawing/2014/main" id="{AFDD49AD-A44A-F1CD-374F-BA86D0A66622}"/>
              </a:ext>
            </a:extLst>
          </p:cNvPr>
          <p:cNvSpPr>
            <a:spLocks noChangeShapeType="1"/>
          </p:cNvSpPr>
          <p:nvPr/>
        </p:nvSpPr>
        <p:spPr bwMode="auto">
          <a:xfrm>
            <a:off x="1016000" y="4114800"/>
            <a:ext cx="330200"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900" name="Line 111">
            <a:extLst>
              <a:ext uri="{FF2B5EF4-FFF2-40B4-BE49-F238E27FC236}">
                <a16:creationId xmlns:a16="http://schemas.microsoft.com/office/drawing/2014/main" id="{6498D401-9990-2B09-E1C8-6F5AC771AC01}"/>
              </a:ext>
            </a:extLst>
          </p:cNvPr>
          <p:cNvSpPr>
            <a:spLocks noChangeShapeType="1"/>
          </p:cNvSpPr>
          <p:nvPr/>
        </p:nvSpPr>
        <p:spPr bwMode="auto">
          <a:xfrm>
            <a:off x="5499100" y="41148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901" name="Line 112">
            <a:extLst>
              <a:ext uri="{FF2B5EF4-FFF2-40B4-BE49-F238E27FC236}">
                <a16:creationId xmlns:a16="http://schemas.microsoft.com/office/drawing/2014/main" id="{8169FE24-5C4F-5102-2039-525BC35B3177}"/>
              </a:ext>
            </a:extLst>
          </p:cNvPr>
          <p:cNvSpPr>
            <a:spLocks noChangeShapeType="1"/>
          </p:cNvSpPr>
          <p:nvPr/>
        </p:nvSpPr>
        <p:spPr bwMode="auto">
          <a:xfrm flipH="1">
            <a:off x="6616700" y="3505200"/>
            <a:ext cx="257175"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02" name="Line 113">
            <a:extLst>
              <a:ext uri="{FF2B5EF4-FFF2-40B4-BE49-F238E27FC236}">
                <a16:creationId xmlns:a16="http://schemas.microsoft.com/office/drawing/2014/main" id="{EDAF404B-87A6-D5C1-363F-29DA55E0450B}"/>
              </a:ext>
            </a:extLst>
          </p:cNvPr>
          <p:cNvSpPr>
            <a:spLocks noChangeShapeType="1"/>
          </p:cNvSpPr>
          <p:nvPr/>
        </p:nvSpPr>
        <p:spPr bwMode="auto">
          <a:xfrm flipH="1">
            <a:off x="6616700" y="3657600"/>
            <a:ext cx="257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6903" name="Group 119">
            <a:extLst>
              <a:ext uri="{FF2B5EF4-FFF2-40B4-BE49-F238E27FC236}">
                <a16:creationId xmlns:a16="http://schemas.microsoft.com/office/drawing/2014/main" id="{1B238BC6-9576-6116-9BBF-75945ED79EBF}"/>
              </a:ext>
            </a:extLst>
          </p:cNvPr>
          <p:cNvGrpSpPr>
            <a:grpSpLocks/>
          </p:cNvGrpSpPr>
          <p:nvPr/>
        </p:nvGrpSpPr>
        <p:grpSpPr bwMode="auto">
          <a:xfrm>
            <a:off x="6848475" y="3429000"/>
            <a:ext cx="395288" cy="306388"/>
            <a:chOff x="4314" y="2160"/>
            <a:chExt cx="249" cy="193"/>
          </a:xfrm>
        </p:grpSpPr>
        <p:sp>
          <p:nvSpPr>
            <p:cNvPr id="76904" name="Arc 114">
              <a:extLst>
                <a:ext uri="{FF2B5EF4-FFF2-40B4-BE49-F238E27FC236}">
                  <a16:creationId xmlns:a16="http://schemas.microsoft.com/office/drawing/2014/main" id="{C65A41DA-58B0-7904-6B05-70DC47A72EE4}"/>
                </a:ext>
              </a:extLst>
            </p:cNvPr>
            <p:cNvSpPr>
              <a:spLocks noChangeArrowheads="1"/>
            </p:cNvSpPr>
            <p:nvPr/>
          </p:nvSpPr>
          <p:spPr bwMode="auto">
            <a:xfrm>
              <a:off x="4466" y="2169"/>
              <a:ext cx="89" cy="88"/>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6905" name="Arc 115">
              <a:extLst>
                <a:ext uri="{FF2B5EF4-FFF2-40B4-BE49-F238E27FC236}">
                  <a16:creationId xmlns:a16="http://schemas.microsoft.com/office/drawing/2014/main" id="{9FB3529D-AAF7-0DBA-08F6-3F9AF8F74B03}"/>
                </a:ext>
              </a:extLst>
            </p:cNvPr>
            <p:cNvSpPr>
              <a:spLocks noChangeArrowheads="1"/>
            </p:cNvSpPr>
            <p:nvPr/>
          </p:nvSpPr>
          <p:spPr bwMode="auto">
            <a:xfrm rot="10800000">
              <a:off x="4475" y="2265"/>
              <a:ext cx="88" cy="88"/>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6906" name="Line 116">
              <a:extLst>
                <a:ext uri="{FF2B5EF4-FFF2-40B4-BE49-F238E27FC236}">
                  <a16:creationId xmlns:a16="http://schemas.microsoft.com/office/drawing/2014/main" id="{12D7D957-DEC6-4327-4C54-8E820BAD17C4}"/>
                </a:ext>
              </a:extLst>
            </p:cNvPr>
            <p:cNvSpPr>
              <a:spLocks noChangeShapeType="1"/>
            </p:cNvSpPr>
            <p:nvPr/>
          </p:nvSpPr>
          <p:spPr bwMode="auto">
            <a:xfrm flipH="1">
              <a:off x="4314" y="2160"/>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07" name="Line 117">
              <a:extLst>
                <a:ext uri="{FF2B5EF4-FFF2-40B4-BE49-F238E27FC236}">
                  <a16:creationId xmlns:a16="http://schemas.microsoft.com/office/drawing/2014/main" id="{909552FE-5279-A983-D1D9-DBEFD9A81712}"/>
                </a:ext>
              </a:extLst>
            </p:cNvPr>
            <p:cNvSpPr>
              <a:spLocks noChangeShapeType="1"/>
            </p:cNvSpPr>
            <p:nvPr/>
          </p:nvSpPr>
          <p:spPr bwMode="auto">
            <a:xfrm flipH="1">
              <a:off x="4314" y="2352"/>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08" name="Line 118">
              <a:extLst>
                <a:ext uri="{FF2B5EF4-FFF2-40B4-BE49-F238E27FC236}">
                  <a16:creationId xmlns:a16="http://schemas.microsoft.com/office/drawing/2014/main" id="{94CAA747-B7C1-B7E7-87B8-63B6D67A62F1}"/>
                </a:ext>
              </a:extLst>
            </p:cNvPr>
            <p:cNvSpPr>
              <a:spLocks noChangeShapeType="1"/>
            </p:cNvSpPr>
            <p:nvPr/>
          </p:nvSpPr>
          <p:spPr bwMode="auto">
            <a:xfrm>
              <a:off x="4322" y="2168"/>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6909" name="Rectangle 120">
            <a:extLst>
              <a:ext uri="{FF2B5EF4-FFF2-40B4-BE49-F238E27FC236}">
                <a16:creationId xmlns:a16="http://schemas.microsoft.com/office/drawing/2014/main" id="{CEE3CA10-D58C-E352-2DEC-45527BBCE0D0}"/>
              </a:ext>
            </a:extLst>
          </p:cNvPr>
          <p:cNvSpPr>
            <a:spLocks noChangeArrowheads="1"/>
          </p:cNvSpPr>
          <p:nvPr/>
        </p:nvSpPr>
        <p:spPr bwMode="auto">
          <a:xfrm flipH="1">
            <a:off x="6073775" y="3827463"/>
            <a:ext cx="6207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71801" name="Rectangle 121">
            <a:extLst>
              <a:ext uri="{FF2B5EF4-FFF2-40B4-BE49-F238E27FC236}">
                <a16:creationId xmlns:a16="http://schemas.microsoft.com/office/drawing/2014/main" id="{90DF59D6-57F4-65F3-3B25-9AFFC7281298}"/>
              </a:ext>
            </a:extLst>
          </p:cNvPr>
          <p:cNvSpPr>
            <a:spLocks noChangeArrowheads="1"/>
          </p:cNvSpPr>
          <p:nvPr/>
        </p:nvSpPr>
        <p:spPr bwMode="auto">
          <a:xfrm flipH="1">
            <a:off x="6030913" y="2154238"/>
            <a:ext cx="11112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Branch=0</a:t>
            </a:r>
          </a:p>
        </p:txBody>
      </p:sp>
      <p:sp>
        <p:nvSpPr>
          <p:cNvPr id="76911" name="Line 122">
            <a:extLst>
              <a:ext uri="{FF2B5EF4-FFF2-40B4-BE49-F238E27FC236}">
                <a16:creationId xmlns:a16="http://schemas.microsoft.com/office/drawing/2014/main" id="{2B8D0694-971D-6CAA-C616-D3CA08623C43}"/>
              </a:ext>
            </a:extLst>
          </p:cNvPr>
          <p:cNvSpPr>
            <a:spLocks noChangeShapeType="1"/>
          </p:cNvSpPr>
          <p:nvPr/>
        </p:nvSpPr>
        <p:spPr bwMode="auto">
          <a:xfrm flipV="1">
            <a:off x="6629400" y="3644900"/>
            <a:ext cx="0" cy="482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12" name="Line 123">
            <a:extLst>
              <a:ext uri="{FF2B5EF4-FFF2-40B4-BE49-F238E27FC236}">
                <a16:creationId xmlns:a16="http://schemas.microsoft.com/office/drawing/2014/main" id="{8694EE6F-CF1A-3DFB-69D2-836E19C3E0A8}"/>
              </a:ext>
            </a:extLst>
          </p:cNvPr>
          <p:cNvSpPr>
            <a:spLocks noChangeShapeType="1"/>
          </p:cNvSpPr>
          <p:nvPr/>
        </p:nvSpPr>
        <p:spPr bwMode="auto">
          <a:xfrm flipH="1" flipV="1">
            <a:off x="6616700" y="2501900"/>
            <a:ext cx="0" cy="1006475"/>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13" name="Line 124">
            <a:extLst>
              <a:ext uri="{FF2B5EF4-FFF2-40B4-BE49-F238E27FC236}">
                <a16:creationId xmlns:a16="http://schemas.microsoft.com/office/drawing/2014/main" id="{07D3CA26-4627-48F7-7A47-F291A496E56C}"/>
              </a:ext>
            </a:extLst>
          </p:cNvPr>
          <p:cNvSpPr>
            <a:spLocks noChangeShapeType="1"/>
          </p:cNvSpPr>
          <p:nvPr/>
        </p:nvSpPr>
        <p:spPr bwMode="auto">
          <a:xfrm>
            <a:off x="6184900" y="41148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14" name="Line 125">
            <a:extLst>
              <a:ext uri="{FF2B5EF4-FFF2-40B4-BE49-F238E27FC236}">
                <a16:creationId xmlns:a16="http://schemas.microsoft.com/office/drawing/2014/main" id="{95BFCEED-6483-39EE-24D7-2DAD07E82F54}"/>
              </a:ext>
            </a:extLst>
          </p:cNvPr>
          <p:cNvSpPr>
            <a:spLocks noChangeShapeType="1"/>
          </p:cNvSpPr>
          <p:nvPr/>
        </p:nvSpPr>
        <p:spPr bwMode="auto">
          <a:xfrm>
            <a:off x="6184900" y="3609975"/>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6915" name="Group 130">
            <a:extLst>
              <a:ext uri="{FF2B5EF4-FFF2-40B4-BE49-F238E27FC236}">
                <a16:creationId xmlns:a16="http://schemas.microsoft.com/office/drawing/2014/main" id="{0E601882-54BF-C4EC-D9F0-7F08262E45C8}"/>
              </a:ext>
            </a:extLst>
          </p:cNvPr>
          <p:cNvGrpSpPr>
            <a:grpSpLocks/>
          </p:cNvGrpSpPr>
          <p:nvPr/>
        </p:nvGrpSpPr>
        <p:grpSpPr bwMode="auto">
          <a:xfrm>
            <a:off x="1092200" y="2832100"/>
            <a:ext cx="254000" cy="533400"/>
            <a:chOff x="688" y="1784"/>
            <a:chExt cx="160" cy="336"/>
          </a:xfrm>
        </p:grpSpPr>
        <p:sp>
          <p:nvSpPr>
            <p:cNvPr id="76916" name="Line 126">
              <a:extLst>
                <a:ext uri="{FF2B5EF4-FFF2-40B4-BE49-F238E27FC236}">
                  <a16:creationId xmlns:a16="http://schemas.microsoft.com/office/drawing/2014/main" id="{E3DECE18-1669-DD9A-B2BB-7A6507C37414}"/>
                </a:ext>
              </a:extLst>
            </p:cNvPr>
            <p:cNvSpPr>
              <a:spLocks noChangeShapeType="1"/>
            </p:cNvSpPr>
            <p:nvPr/>
          </p:nvSpPr>
          <p:spPr bwMode="auto">
            <a:xfrm>
              <a:off x="840" y="1784"/>
              <a:ext cx="0" cy="3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17" name="Line 127">
              <a:extLst>
                <a:ext uri="{FF2B5EF4-FFF2-40B4-BE49-F238E27FC236}">
                  <a16:creationId xmlns:a16="http://schemas.microsoft.com/office/drawing/2014/main" id="{36248304-AA4C-3B07-5D0F-74F571E92976}"/>
                </a:ext>
              </a:extLst>
            </p:cNvPr>
            <p:cNvSpPr>
              <a:spLocks noChangeShapeType="1"/>
            </p:cNvSpPr>
            <p:nvPr/>
          </p:nvSpPr>
          <p:spPr bwMode="auto">
            <a:xfrm flipH="1">
              <a:off x="688" y="1784"/>
              <a:ext cx="160" cy="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18" name="Line 128">
              <a:extLst>
                <a:ext uri="{FF2B5EF4-FFF2-40B4-BE49-F238E27FC236}">
                  <a16:creationId xmlns:a16="http://schemas.microsoft.com/office/drawing/2014/main" id="{22911FBB-45C7-042B-7482-43C4362BF1F7}"/>
                </a:ext>
              </a:extLst>
            </p:cNvPr>
            <p:cNvSpPr>
              <a:spLocks noChangeShapeType="1"/>
            </p:cNvSpPr>
            <p:nvPr/>
          </p:nvSpPr>
          <p:spPr bwMode="auto">
            <a:xfrm flipH="1" flipV="1">
              <a:off x="688" y="2063"/>
              <a:ext cx="160"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19" name="Line 129">
              <a:extLst>
                <a:ext uri="{FF2B5EF4-FFF2-40B4-BE49-F238E27FC236}">
                  <a16:creationId xmlns:a16="http://schemas.microsoft.com/office/drawing/2014/main" id="{E07FC3C8-B664-892C-6879-1F101A5AD898}"/>
                </a:ext>
              </a:extLst>
            </p:cNvPr>
            <p:cNvSpPr>
              <a:spLocks noChangeShapeType="1"/>
            </p:cNvSpPr>
            <p:nvPr/>
          </p:nvSpPr>
          <p:spPr bwMode="auto">
            <a:xfrm>
              <a:off x="696" y="1815"/>
              <a:ext cx="0" cy="2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6920" name="Rectangle 131">
            <a:extLst>
              <a:ext uri="{FF2B5EF4-FFF2-40B4-BE49-F238E27FC236}">
                <a16:creationId xmlns:a16="http://schemas.microsoft.com/office/drawing/2014/main" id="{03235ABA-D285-0F61-280C-734A19D8AADD}"/>
              </a:ext>
            </a:extLst>
          </p:cNvPr>
          <p:cNvSpPr>
            <a:spLocks noChangeArrowheads="1"/>
          </p:cNvSpPr>
          <p:nvPr/>
        </p:nvSpPr>
        <p:spPr bwMode="auto">
          <a:xfrm flipH="1">
            <a:off x="1103313" y="2851150"/>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1</a:t>
            </a:r>
          </a:p>
        </p:txBody>
      </p:sp>
      <p:sp>
        <p:nvSpPr>
          <p:cNvPr id="76921" name="Rectangle 132">
            <a:extLst>
              <a:ext uri="{FF2B5EF4-FFF2-40B4-BE49-F238E27FC236}">
                <a16:creationId xmlns:a16="http://schemas.microsoft.com/office/drawing/2014/main" id="{1529BF3D-4E19-ACF1-34A4-DAE6E63BED81}"/>
              </a:ext>
            </a:extLst>
          </p:cNvPr>
          <p:cNvSpPr>
            <a:spLocks noChangeArrowheads="1"/>
          </p:cNvSpPr>
          <p:nvPr/>
        </p:nvSpPr>
        <p:spPr bwMode="auto">
          <a:xfrm flipH="1">
            <a:off x="1103313" y="3019425"/>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0</a:t>
            </a:r>
          </a:p>
        </p:txBody>
      </p:sp>
      <p:sp>
        <p:nvSpPr>
          <p:cNvPr id="76922" name="Oval 135">
            <a:extLst>
              <a:ext uri="{FF2B5EF4-FFF2-40B4-BE49-F238E27FC236}">
                <a16:creationId xmlns:a16="http://schemas.microsoft.com/office/drawing/2014/main" id="{64A28E87-7994-D527-0A09-2914A240F43A}"/>
              </a:ext>
            </a:extLst>
          </p:cNvPr>
          <p:cNvSpPr>
            <a:spLocks noChangeArrowheads="1"/>
          </p:cNvSpPr>
          <p:nvPr/>
        </p:nvSpPr>
        <p:spPr bwMode="auto">
          <a:xfrm>
            <a:off x="22987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923" name="Line 136">
            <a:extLst>
              <a:ext uri="{FF2B5EF4-FFF2-40B4-BE49-F238E27FC236}">
                <a16:creationId xmlns:a16="http://schemas.microsoft.com/office/drawing/2014/main" id="{0D9F410A-ECD1-DC0B-1273-59B90636C6DB}"/>
              </a:ext>
            </a:extLst>
          </p:cNvPr>
          <p:cNvSpPr>
            <a:spLocks noChangeShapeType="1"/>
          </p:cNvSpPr>
          <p:nvPr/>
        </p:nvSpPr>
        <p:spPr bwMode="auto">
          <a:xfrm>
            <a:off x="838200" y="306070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24" name="Oval 137">
            <a:extLst>
              <a:ext uri="{FF2B5EF4-FFF2-40B4-BE49-F238E27FC236}">
                <a16:creationId xmlns:a16="http://schemas.microsoft.com/office/drawing/2014/main" id="{A7BA08F8-9B6F-1317-8A32-5B5EC4E6FBEC}"/>
              </a:ext>
            </a:extLst>
          </p:cNvPr>
          <p:cNvSpPr>
            <a:spLocks noChangeArrowheads="1"/>
          </p:cNvSpPr>
          <p:nvPr/>
        </p:nvSpPr>
        <p:spPr bwMode="auto">
          <a:xfrm>
            <a:off x="774700" y="3213100"/>
            <a:ext cx="127000"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925" name="Line 141">
            <a:extLst>
              <a:ext uri="{FF2B5EF4-FFF2-40B4-BE49-F238E27FC236}">
                <a16:creationId xmlns:a16="http://schemas.microsoft.com/office/drawing/2014/main" id="{09E53697-69F1-FC70-AF2D-642335B80CB2}"/>
              </a:ext>
            </a:extLst>
          </p:cNvPr>
          <p:cNvSpPr>
            <a:spLocks noChangeShapeType="1"/>
          </p:cNvSpPr>
          <p:nvPr/>
        </p:nvSpPr>
        <p:spPr bwMode="auto">
          <a:xfrm flipH="1">
            <a:off x="1282700" y="2971800"/>
            <a:ext cx="51308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926" name="Line 142">
            <a:extLst>
              <a:ext uri="{FF2B5EF4-FFF2-40B4-BE49-F238E27FC236}">
                <a16:creationId xmlns:a16="http://schemas.microsoft.com/office/drawing/2014/main" id="{0B02EE3D-EFBF-FB08-8969-0DBD90D35ADD}"/>
              </a:ext>
            </a:extLst>
          </p:cNvPr>
          <p:cNvSpPr>
            <a:spLocks noChangeShapeType="1"/>
          </p:cNvSpPr>
          <p:nvPr/>
        </p:nvSpPr>
        <p:spPr bwMode="auto">
          <a:xfrm flipV="1">
            <a:off x="6399213" y="2968625"/>
            <a:ext cx="0" cy="647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27" name="Line 143">
            <a:extLst>
              <a:ext uri="{FF2B5EF4-FFF2-40B4-BE49-F238E27FC236}">
                <a16:creationId xmlns:a16="http://schemas.microsoft.com/office/drawing/2014/main" id="{27297AE3-5E17-9FE6-3831-DA92983BC7F6}"/>
              </a:ext>
            </a:extLst>
          </p:cNvPr>
          <p:cNvSpPr>
            <a:spLocks noChangeShapeType="1"/>
          </p:cNvSpPr>
          <p:nvPr/>
        </p:nvSpPr>
        <p:spPr bwMode="auto">
          <a:xfrm>
            <a:off x="7251700" y="3581400"/>
            <a:ext cx="27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28" name="Line 144">
            <a:extLst>
              <a:ext uri="{FF2B5EF4-FFF2-40B4-BE49-F238E27FC236}">
                <a16:creationId xmlns:a16="http://schemas.microsoft.com/office/drawing/2014/main" id="{1BC4F87E-D864-D28E-BE5B-8705909331AB}"/>
              </a:ext>
            </a:extLst>
          </p:cNvPr>
          <p:cNvSpPr>
            <a:spLocks noChangeShapeType="1"/>
          </p:cNvSpPr>
          <p:nvPr/>
        </p:nvSpPr>
        <p:spPr bwMode="auto">
          <a:xfrm>
            <a:off x="1231900" y="2667000"/>
            <a:ext cx="57959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29" name="Line 145">
            <a:extLst>
              <a:ext uri="{FF2B5EF4-FFF2-40B4-BE49-F238E27FC236}">
                <a16:creationId xmlns:a16="http://schemas.microsoft.com/office/drawing/2014/main" id="{BF414A47-209D-818A-C008-84443D6D50CF}"/>
              </a:ext>
            </a:extLst>
          </p:cNvPr>
          <p:cNvSpPr>
            <a:spLocks noChangeShapeType="1"/>
          </p:cNvSpPr>
          <p:nvPr/>
        </p:nvSpPr>
        <p:spPr bwMode="auto">
          <a:xfrm>
            <a:off x="7543800" y="2755900"/>
            <a:ext cx="0" cy="828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30" name="Line 146">
            <a:extLst>
              <a:ext uri="{FF2B5EF4-FFF2-40B4-BE49-F238E27FC236}">
                <a16:creationId xmlns:a16="http://schemas.microsoft.com/office/drawing/2014/main" id="{BD86BE1C-3973-6C74-8A68-787690F1E5D3}"/>
              </a:ext>
            </a:extLst>
          </p:cNvPr>
          <p:cNvSpPr>
            <a:spLocks noChangeShapeType="1"/>
          </p:cNvSpPr>
          <p:nvPr/>
        </p:nvSpPr>
        <p:spPr bwMode="auto">
          <a:xfrm>
            <a:off x="1219200" y="267970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31" name="Line 147">
            <a:extLst>
              <a:ext uri="{FF2B5EF4-FFF2-40B4-BE49-F238E27FC236}">
                <a16:creationId xmlns:a16="http://schemas.microsoft.com/office/drawing/2014/main" id="{54B3C9FF-F2FD-5E37-5ADD-2431D0F41F8B}"/>
              </a:ext>
            </a:extLst>
          </p:cNvPr>
          <p:cNvSpPr>
            <a:spLocks noChangeShapeType="1"/>
          </p:cNvSpPr>
          <p:nvPr/>
        </p:nvSpPr>
        <p:spPr bwMode="auto">
          <a:xfrm>
            <a:off x="41910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32" name="Oval 148">
            <a:extLst>
              <a:ext uri="{FF2B5EF4-FFF2-40B4-BE49-F238E27FC236}">
                <a16:creationId xmlns:a16="http://schemas.microsoft.com/office/drawing/2014/main" id="{FB517871-4346-3937-B156-C49CD9DD010F}"/>
              </a:ext>
            </a:extLst>
          </p:cNvPr>
          <p:cNvSpPr>
            <a:spLocks noChangeArrowheads="1"/>
          </p:cNvSpPr>
          <p:nvPr/>
        </p:nvSpPr>
        <p:spPr bwMode="auto">
          <a:xfrm>
            <a:off x="41275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933" name="Line 149">
            <a:extLst>
              <a:ext uri="{FF2B5EF4-FFF2-40B4-BE49-F238E27FC236}">
                <a16:creationId xmlns:a16="http://schemas.microsoft.com/office/drawing/2014/main" id="{A128ED85-642A-F048-A014-21F3E422E67A}"/>
              </a:ext>
            </a:extLst>
          </p:cNvPr>
          <p:cNvSpPr>
            <a:spLocks noChangeShapeType="1"/>
          </p:cNvSpPr>
          <p:nvPr/>
        </p:nvSpPr>
        <p:spPr bwMode="auto">
          <a:xfrm>
            <a:off x="60198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34" name="Oval 150">
            <a:extLst>
              <a:ext uri="{FF2B5EF4-FFF2-40B4-BE49-F238E27FC236}">
                <a16:creationId xmlns:a16="http://schemas.microsoft.com/office/drawing/2014/main" id="{6C24587C-F3EB-1ECB-C659-960A0E72213B}"/>
              </a:ext>
            </a:extLst>
          </p:cNvPr>
          <p:cNvSpPr>
            <a:spLocks noChangeArrowheads="1"/>
          </p:cNvSpPr>
          <p:nvPr/>
        </p:nvSpPr>
        <p:spPr bwMode="auto">
          <a:xfrm>
            <a:off x="59563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935" name="Line 151">
            <a:extLst>
              <a:ext uri="{FF2B5EF4-FFF2-40B4-BE49-F238E27FC236}">
                <a16:creationId xmlns:a16="http://schemas.microsoft.com/office/drawing/2014/main" id="{4F915B9A-023A-68B3-52A5-495F673F61D1}"/>
              </a:ext>
            </a:extLst>
          </p:cNvPr>
          <p:cNvSpPr>
            <a:spLocks noChangeShapeType="1"/>
          </p:cNvSpPr>
          <p:nvPr/>
        </p:nvSpPr>
        <p:spPr bwMode="auto">
          <a:xfrm>
            <a:off x="79248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36" name="Oval 152">
            <a:extLst>
              <a:ext uri="{FF2B5EF4-FFF2-40B4-BE49-F238E27FC236}">
                <a16:creationId xmlns:a16="http://schemas.microsoft.com/office/drawing/2014/main" id="{954350CF-8F27-B9F2-FA88-B5A3F5F66B14}"/>
              </a:ext>
            </a:extLst>
          </p:cNvPr>
          <p:cNvSpPr>
            <a:spLocks noChangeArrowheads="1"/>
          </p:cNvSpPr>
          <p:nvPr/>
        </p:nvSpPr>
        <p:spPr bwMode="auto">
          <a:xfrm>
            <a:off x="78613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6937" name="Line 153">
            <a:extLst>
              <a:ext uri="{FF2B5EF4-FFF2-40B4-BE49-F238E27FC236}">
                <a16:creationId xmlns:a16="http://schemas.microsoft.com/office/drawing/2014/main" id="{6431050F-6B46-4571-A161-96AC1CBD50F7}"/>
              </a:ext>
            </a:extLst>
          </p:cNvPr>
          <p:cNvSpPr>
            <a:spLocks noChangeShapeType="1"/>
          </p:cNvSpPr>
          <p:nvPr/>
        </p:nvSpPr>
        <p:spPr bwMode="auto">
          <a:xfrm flipV="1">
            <a:off x="990600" y="16637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38" name="Line 154">
            <a:extLst>
              <a:ext uri="{FF2B5EF4-FFF2-40B4-BE49-F238E27FC236}">
                <a16:creationId xmlns:a16="http://schemas.microsoft.com/office/drawing/2014/main" id="{C65403B5-639D-F0C7-C410-3E7B280C7A74}"/>
              </a:ext>
            </a:extLst>
          </p:cNvPr>
          <p:cNvSpPr>
            <a:spLocks noChangeShapeType="1"/>
          </p:cNvSpPr>
          <p:nvPr/>
        </p:nvSpPr>
        <p:spPr bwMode="auto">
          <a:xfrm flipV="1">
            <a:off x="2514600" y="16637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39" name="Line 155">
            <a:extLst>
              <a:ext uri="{FF2B5EF4-FFF2-40B4-BE49-F238E27FC236}">
                <a16:creationId xmlns:a16="http://schemas.microsoft.com/office/drawing/2014/main" id="{42A6F37B-7B74-B0F7-1705-DAA91CBC9EE6}"/>
              </a:ext>
            </a:extLst>
          </p:cNvPr>
          <p:cNvSpPr>
            <a:spLocks noChangeShapeType="1"/>
          </p:cNvSpPr>
          <p:nvPr/>
        </p:nvSpPr>
        <p:spPr bwMode="auto">
          <a:xfrm flipV="1">
            <a:off x="2362200" y="1663700"/>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40" name="Line 156">
            <a:extLst>
              <a:ext uri="{FF2B5EF4-FFF2-40B4-BE49-F238E27FC236}">
                <a16:creationId xmlns:a16="http://schemas.microsoft.com/office/drawing/2014/main" id="{E6FF8810-BA8F-2271-3BAE-1E8375DDB2EA}"/>
              </a:ext>
            </a:extLst>
          </p:cNvPr>
          <p:cNvSpPr>
            <a:spLocks noChangeShapeType="1"/>
          </p:cNvSpPr>
          <p:nvPr/>
        </p:nvSpPr>
        <p:spPr bwMode="auto">
          <a:xfrm flipV="1">
            <a:off x="4343400" y="16637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41" name="Line 157">
            <a:extLst>
              <a:ext uri="{FF2B5EF4-FFF2-40B4-BE49-F238E27FC236}">
                <a16:creationId xmlns:a16="http://schemas.microsoft.com/office/drawing/2014/main" id="{E70858FC-BE6E-9F8B-CAAF-71BC4C8E50BA}"/>
              </a:ext>
            </a:extLst>
          </p:cNvPr>
          <p:cNvSpPr>
            <a:spLocks noChangeShapeType="1"/>
          </p:cNvSpPr>
          <p:nvPr/>
        </p:nvSpPr>
        <p:spPr bwMode="auto">
          <a:xfrm flipV="1">
            <a:off x="4191000" y="1663700"/>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42" name="Line 158">
            <a:extLst>
              <a:ext uri="{FF2B5EF4-FFF2-40B4-BE49-F238E27FC236}">
                <a16:creationId xmlns:a16="http://schemas.microsoft.com/office/drawing/2014/main" id="{6CD04D92-1493-796E-C74F-057758E55217}"/>
              </a:ext>
            </a:extLst>
          </p:cNvPr>
          <p:cNvSpPr>
            <a:spLocks noChangeShapeType="1"/>
          </p:cNvSpPr>
          <p:nvPr/>
        </p:nvSpPr>
        <p:spPr bwMode="auto">
          <a:xfrm flipV="1">
            <a:off x="6172200" y="15875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43" name="Line 159">
            <a:extLst>
              <a:ext uri="{FF2B5EF4-FFF2-40B4-BE49-F238E27FC236}">
                <a16:creationId xmlns:a16="http://schemas.microsoft.com/office/drawing/2014/main" id="{73B3F914-C65E-9046-63F9-052AA9186C1D}"/>
              </a:ext>
            </a:extLst>
          </p:cNvPr>
          <p:cNvSpPr>
            <a:spLocks noChangeShapeType="1"/>
          </p:cNvSpPr>
          <p:nvPr/>
        </p:nvSpPr>
        <p:spPr bwMode="auto">
          <a:xfrm flipV="1">
            <a:off x="6019800" y="1587500"/>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44" name="Line 160">
            <a:extLst>
              <a:ext uri="{FF2B5EF4-FFF2-40B4-BE49-F238E27FC236}">
                <a16:creationId xmlns:a16="http://schemas.microsoft.com/office/drawing/2014/main" id="{7DC90381-DEC8-FB4C-684F-7E341C671394}"/>
              </a:ext>
            </a:extLst>
          </p:cNvPr>
          <p:cNvSpPr>
            <a:spLocks noChangeShapeType="1"/>
          </p:cNvSpPr>
          <p:nvPr/>
        </p:nvSpPr>
        <p:spPr bwMode="auto">
          <a:xfrm flipV="1">
            <a:off x="7924800" y="1587500"/>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45" name="Line 161">
            <a:extLst>
              <a:ext uri="{FF2B5EF4-FFF2-40B4-BE49-F238E27FC236}">
                <a16:creationId xmlns:a16="http://schemas.microsoft.com/office/drawing/2014/main" id="{B915FB99-5F2E-8960-4FBE-F6A47F6DA6CD}"/>
              </a:ext>
            </a:extLst>
          </p:cNvPr>
          <p:cNvSpPr>
            <a:spLocks noChangeShapeType="1"/>
          </p:cNvSpPr>
          <p:nvPr/>
        </p:nvSpPr>
        <p:spPr bwMode="auto">
          <a:xfrm flipV="1">
            <a:off x="838200" y="1663700"/>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46" name="Line 162">
            <a:extLst>
              <a:ext uri="{FF2B5EF4-FFF2-40B4-BE49-F238E27FC236}">
                <a16:creationId xmlns:a16="http://schemas.microsoft.com/office/drawing/2014/main" id="{EAE04D37-6F5C-77B9-05F6-F0892E5D6B9A}"/>
              </a:ext>
            </a:extLst>
          </p:cNvPr>
          <p:cNvSpPr>
            <a:spLocks noChangeShapeType="1"/>
          </p:cNvSpPr>
          <p:nvPr/>
        </p:nvSpPr>
        <p:spPr bwMode="auto">
          <a:xfrm>
            <a:off x="1003300" y="1828800"/>
            <a:ext cx="1346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947" name="Rectangle 163">
            <a:extLst>
              <a:ext uri="{FF2B5EF4-FFF2-40B4-BE49-F238E27FC236}">
                <a16:creationId xmlns:a16="http://schemas.microsoft.com/office/drawing/2014/main" id="{6BD5FF42-04D7-B84D-68B0-68C86C1B61AA}"/>
              </a:ext>
            </a:extLst>
          </p:cNvPr>
          <p:cNvSpPr>
            <a:spLocks noChangeArrowheads="1"/>
          </p:cNvSpPr>
          <p:nvPr/>
        </p:nvSpPr>
        <p:spPr bwMode="auto">
          <a:xfrm>
            <a:off x="925513" y="1460500"/>
            <a:ext cx="11128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0</a:t>
            </a:r>
            <a:r>
              <a:rPr lang="zh-CN" altLang="en-US">
                <a:solidFill>
                  <a:srgbClr val="CC0000"/>
                </a:solidFill>
                <a:latin typeface="Arial" panose="020B0604020202020204" pitchFamily="34" charset="0"/>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Lw’s IF</a:t>
            </a:r>
          </a:p>
        </p:txBody>
      </p:sp>
      <p:sp>
        <p:nvSpPr>
          <p:cNvPr id="76948" name="Line 164">
            <a:extLst>
              <a:ext uri="{FF2B5EF4-FFF2-40B4-BE49-F238E27FC236}">
                <a16:creationId xmlns:a16="http://schemas.microsoft.com/office/drawing/2014/main" id="{ECF48B23-2378-6B4A-8745-AC7727C523A5}"/>
              </a:ext>
            </a:extLst>
          </p:cNvPr>
          <p:cNvSpPr>
            <a:spLocks noChangeShapeType="1"/>
          </p:cNvSpPr>
          <p:nvPr/>
        </p:nvSpPr>
        <p:spPr bwMode="auto">
          <a:xfrm>
            <a:off x="469900" y="18288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949" name="Line 168">
            <a:extLst>
              <a:ext uri="{FF2B5EF4-FFF2-40B4-BE49-F238E27FC236}">
                <a16:creationId xmlns:a16="http://schemas.microsoft.com/office/drawing/2014/main" id="{939F615E-34D0-4B9F-8692-7B97E7127E27}"/>
              </a:ext>
            </a:extLst>
          </p:cNvPr>
          <p:cNvSpPr>
            <a:spLocks noChangeShapeType="1"/>
          </p:cNvSpPr>
          <p:nvPr/>
        </p:nvSpPr>
        <p:spPr bwMode="auto">
          <a:xfrm>
            <a:off x="2527300" y="1828800"/>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950" name="Rectangle 169">
            <a:extLst>
              <a:ext uri="{FF2B5EF4-FFF2-40B4-BE49-F238E27FC236}">
                <a16:creationId xmlns:a16="http://schemas.microsoft.com/office/drawing/2014/main" id="{94D750F4-339D-B8CD-728B-7A8FA999F136}"/>
              </a:ext>
            </a:extLst>
          </p:cNvPr>
          <p:cNvSpPr>
            <a:spLocks noChangeArrowheads="1"/>
          </p:cNvSpPr>
          <p:nvPr/>
        </p:nvSpPr>
        <p:spPr bwMode="auto">
          <a:xfrm>
            <a:off x="2513013" y="1447800"/>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NULL</a:t>
            </a:r>
          </a:p>
        </p:txBody>
      </p:sp>
      <p:sp>
        <p:nvSpPr>
          <p:cNvPr id="76951" name="Line 170">
            <a:extLst>
              <a:ext uri="{FF2B5EF4-FFF2-40B4-BE49-F238E27FC236}">
                <a16:creationId xmlns:a16="http://schemas.microsoft.com/office/drawing/2014/main" id="{A2E2E3E1-48C3-E7A3-F95D-DDEAFC112D4A}"/>
              </a:ext>
            </a:extLst>
          </p:cNvPr>
          <p:cNvSpPr>
            <a:spLocks noChangeShapeType="1"/>
          </p:cNvSpPr>
          <p:nvPr/>
        </p:nvSpPr>
        <p:spPr bwMode="auto">
          <a:xfrm>
            <a:off x="4356100" y="1828800"/>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952" name="Rectangle 171">
            <a:extLst>
              <a:ext uri="{FF2B5EF4-FFF2-40B4-BE49-F238E27FC236}">
                <a16:creationId xmlns:a16="http://schemas.microsoft.com/office/drawing/2014/main" id="{7A957931-A4DD-9078-F3F0-FBD25EBCEA3C}"/>
              </a:ext>
            </a:extLst>
          </p:cNvPr>
          <p:cNvSpPr>
            <a:spLocks noChangeArrowheads="1"/>
          </p:cNvSpPr>
          <p:nvPr/>
        </p:nvSpPr>
        <p:spPr bwMode="auto">
          <a:xfrm>
            <a:off x="4278313" y="1447800"/>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NULL</a:t>
            </a:r>
          </a:p>
        </p:txBody>
      </p:sp>
      <p:sp>
        <p:nvSpPr>
          <p:cNvPr id="76953" name="Line 172">
            <a:extLst>
              <a:ext uri="{FF2B5EF4-FFF2-40B4-BE49-F238E27FC236}">
                <a16:creationId xmlns:a16="http://schemas.microsoft.com/office/drawing/2014/main" id="{3CBBA7E8-B500-8998-4FF8-7462A87CE35E}"/>
              </a:ext>
            </a:extLst>
          </p:cNvPr>
          <p:cNvSpPr>
            <a:spLocks noChangeShapeType="1"/>
          </p:cNvSpPr>
          <p:nvPr/>
        </p:nvSpPr>
        <p:spPr bwMode="auto">
          <a:xfrm>
            <a:off x="6184900" y="1828800"/>
            <a:ext cx="1727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954" name="Rectangle 173">
            <a:extLst>
              <a:ext uri="{FF2B5EF4-FFF2-40B4-BE49-F238E27FC236}">
                <a16:creationId xmlns:a16="http://schemas.microsoft.com/office/drawing/2014/main" id="{037FBCAF-9695-76E3-3F27-84155C099A71}"/>
              </a:ext>
            </a:extLst>
          </p:cNvPr>
          <p:cNvSpPr>
            <a:spLocks noChangeArrowheads="1"/>
          </p:cNvSpPr>
          <p:nvPr/>
        </p:nvSpPr>
        <p:spPr bwMode="auto">
          <a:xfrm>
            <a:off x="6145213" y="1447800"/>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NULL</a:t>
            </a:r>
          </a:p>
        </p:txBody>
      </p:sp>
      <p:sp>
        <p:nvSpPr>
          <p:cNvPr id="76955" name="Line 175">
            <a:extLst>
              <a:ext uri="{FF2B5EF4-FFF2-40B4-BE49-F238E27FC236}">
                <a16:creationId xmlns:a16="http://schemas.microsoft.com/office/drawing/2014/main" id="{6E0ECD3B-5FBC-C88C-52D1-0674B7781A81}"/>
              </a:ext>
            </a:extLst>
          </p:cNvPr>
          <p:cNvSpPr>
            <a:spLocks noChangeShapeType="1"/>
          </p:cNvSpPr>
          <p:nvPr/>
        </p:nvSpPr>
        <p:spPr bwMode="auto">
          <a:xfrm>
            <a:off x="2667000" y="5270500"/>
            <a:ext cx="0" cy="279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6956" name="Group 202">
            <a:extLst>
              <a:ext uri="{FF2B5EF4-FFF2-40B4-BE49-F238E27FC236}">
                <a16:creationId xmlns:a16="http://schemas.microsoft.com/office/drawing/2014/main" id="{B522B557-8E6F-1285-0A0D-1A8D20F90A93}"/>
              </a:ext>
            </a:extLst>
          </p:cNvPr>
          <p:cNvGrpSpPr>
            <a:grpSpLocks/>
          </p:cNvGrpSpPr>
          <p:nvPr/>
        </p:nvGrpSpPr>
        <p:grpSpPr bwMode="auto">
          <a:xfrm>
            <a:off x="4321175" y="5403850"/>
            <a:ext cx="1520825" cy="158750"/>
            <a:chOff x="2722" y="3404"/>
            <a:chExt cx="958" cy="100"/>
          </a:xfrm>
        </p:grpSpPr>
        <p:sp>
          <p:nvSpPr>
            <p:cNvPr id="76957" name="Line 73">
              <a:extLst>
                <a:ext uri="{FF2B5EF4-FFF2-40B4-BE49-F238E27FC236}">
                  <a16:creationId xmlns:a16="http://schemas.microsoft.com/office/drawing/2014/main" id="{8E9180AD-F73A-8D98-92E1-206B0C117AB3}"/>
                </a:ext>
              </a:extLst>
            </p:cNvPr>
            <p:cNvSpPr>
              <a:spLocks noChangeShapeType="1"/>
            </p:cNvSpPr>
            <p:nvPr/>
          </p:nvSpPr>
          <p:spPr bwMode="auto">
            <a:xfrm>
              <a:off x="3028" y="3408"/>
              <a:ext cx="65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958" name="Line 96">
              <a:extLst>
                <a:ext uri="{FF2B5EF4-FFF2-40B4-BE49-F238E27FC236}">
                  <a16:creationId xmlns:a16="http://schemas.microsoft.com/office/drawing/2014/main" id="{B01DFB44-5041-1313-1AF0-8138BC0A24ED}"/>
                </a:ext>
              </a:extLst>
            </p:cNvPr>
            <p:cNvSpPr>
              <a:spLocks noChangeShapeType="1"/>
            </p:cNvSpPr>
            <p:nvPr/>
          </p:nvSpPr>
          <p:spPr bwMode="auto">
            <a:xfrm>
              <a:off x="2722" y="3504"/>
              <a:ext cx="15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59" name="Line 176">
              <a:extLst>
                <a:ext uri="{FF2B5EF4-FFF2-40B4-BE49-F238E27FC236}">
                  <a16:creationId xmlns:a16="http://schemas.microsoft.com/office/drawing/2014/main" id="{A81497C9-9062-C618-D587-B95EC18F1171}"/>
                </a:ext>
              </a:extLst>
            </p:cNvPr>
            <p:cNvSpPr>
              <a:spLocks noChangeShapeType="1"/>
            </p:cNvSpPr>
            <p:nvPr/>
          </p:nvSpPr>
          <p:spPr bwMode="auto">
            <a:xfrm flipV="1">
              <a:off x="2866" y="3404"/>
              <a:ext cx="166" cy="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6960" name="Group 187">
            <a:extLst>
              <a:ext uri="{FF2B5EF4-FFF2-40B4-BE49-F238E27FC236}">
                <a16:creationId xmlns:a16="http://schemas.microsoft.com/office/drawing/2014/main" id="{DF91B9EA-C4EA-F542-21A3-63323A097606}"/>
              </a:ext>
            </a:extLst>
          </p:cNvPr>
          <p:cNvGrpSpPr>
            <a:grpSpLocks/>
          </p:cNvGrpSpPr>
          <p:nvPr/>
        </p:nvGrpSpPr>
        <p:grpSpPr bwMode="auto">
          <a:xfrm>
            <a:off x="2890838" y="2527300"/>
            <a:ext cx="703262" cy="1417638"/>
            <a:chOff x="1751" y="1592"/>
            <a:chExt cx="443" cy="893"/>
          </a:xfrm>
        </p:grpSpPr>
        <p:sp>
          <p:nvSpPr>
            <p:cNvPr id="76961" name="Line 177">
              <a:extLst>
                <a:ext uri="{FF2B5EF4-FFF2-40B4-BE49-F238E27FC236}">
                  <a16:creationId xmlns:a16="http://schemas.microsoft.com/office/drawing/2014/main" id="{6F1FD41A-B124-669C-D242-52E3776AE452}"/>
                </a:ext>
              </a:extLst>
            </p:cNvPr>
            <p:cNvSpPr>
              <a:spLocks noChangeShapeType="1"/>
            </p:cNvSpPr>
            <p:nvPr/>
          </p:nvSpPr>
          <p:spPr bwMode="auto">
            <a:xfrm>
              <a:off x="2160" y="1592"/>
              <a:ext cx="0" cy="32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6962" name="Group 183">
              <a:extLst>
                <a:ext uri="{FF2B5EF4-FFF2-40B4-BE49-F238E27FC236}">
                  <a16:creationId xmlns:a16="http://schemas.microsoft.com/office/drawing/2014/main" id="{65D83FF6-90D4-A501-06FE-FE2632F31AE1}"/>
                </a:ext>
              </a:extLst>
            </p:cNvPr>
            <p:cNvGrpSpPr>
              <a:grpSpLocks/>
            </p:cNvGrpSpPr>
            <p:nvPr/>
          </p:nvGrpSpPr>
          <p:grpSpPr bwMode="auto">
            <a:xfrm>
              <a:off x="1986" y="1914"/>
              <a:ext cx="208" cy="248"/>
              <a:chOff x="1986" y="1914"/>
              <a:chExt cx="208" cy="248"/>
            </a:xfrm>
          </p:grpSpPr>
          <p:sp>
            <p:nvSpPr>
              <p:cNvPr id="76963" name="Arc 178">
                <a:extLst>
                  <a:ext uri="{FF2B5EF4-FFF2-40B4-BE49-F238E27FC236}">
                    <a16:creationId xmlns:a16="http://schemas.microsoft.com/office/drawing/2014/main" id="{3222E5D3-6870-5246-6D14-8B84BD22E3B6}"/>
                  </a:ext>
                </a:extLst>
              </p:cNvPr>
              <p:cNvSpPr>
                <a:spLocks noChangeArrowheads="1"/>
              </p:cNvSpPr>
              <p:nvPr/>
            </p:nvSpPr>
            <p:spPr bwMode="auto">
              <a:xfrm rot="5400000">
                <a:off x="2085" y="2068"/>
                <a:ext cx="89" cy="88"/>
              </a:xfrm>
              <a:custGeom>
                <a:avLst/>
                <a:gdLst>
                  <a:gd name="T0" fmla="*/ 0 w 21843"/>
                  <a:gd name="T1" fmla="*/ 1 h 21600"/>
                  <a:gd name="T2" fmla="*/ 244 w 21843"/>
                  <a:gd name="T3" fmla="*/ 0 h 21600"/>
                  <a:gd name="T4" fmla="*/ 21842 w 21843"/>
                  <a:gd name="T5" fmla="*/ 21353 h 21600"/>
                  <a:gd name="T6" fmla="*/ 0 w 21843"/>
                  <a:gd name="T7" fmla="*/ 1 h 21600"/>
                  <a:gd name="T8" fmla="*/ 244 w 21843"/>
                  <a:gd name="T9" fmla="*/ 0 h 21600"/>
                  <a:gd name="T10" fmla="*/ 21842 w 21843"/>
                  <a:gd name="T11" fmla="*/ 21353 h 21600"/>
                  <a:gd name="T12" fmla="*/ 244 w 21843"/>
                  <a:gd name="T13" fmla="*/ 21600 h 21600"/>
                  <a:gd name="T14" fmla="*/ 0 w 21843"/>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3" h="21600" fill="none">
                    <a:moveTo>
                      <a:pt x="0" y="1"/>
                    </a:moveTo>
                    <a:cubicBezTo>
                      <a:pt x="81" y="0"/>
                      <a:pt x="162" y="-1"/>
                      <a:pt x="244" y="0"/>
                    </a:cubicBezTo>
                    <a:cubicBezTo>
                      <a:pt x="12077" y="0"/>
                      <a:pt x="21707" y="9520"/>
                      <a:pt x="21842" y="21353"/>
                    </a:cubicBezTo>
                  </a:path>
                  <a:path w="21843" h="21600" stroke="0">
                    <a:moveTo>
                      <a:pt x="0" y="1"/>
                    </a:moveTo>
                    <a:cubicBezTo>
                      <a:pt x="81" y="0"/>
                      <a:pt x="162" y="-1"/>
                      <a:pt x="244" y="0"/>
                    </a:cubicBezTo>
                    <a:cubicBezTo>
                      <a:pt x="12077" y="0"/>
                      <a:pt x="21707" y="9520"/>
                      <a:pt x="21842" y="21353"/>
                    </a:cubicBezTo>
                    <a:lnTo>
                      <a:pt x="244"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6964" name="Arc 179">
                <a:extLst>
                  <a:ext uri="{FF2B5EF4-FFF2-40B4-BE49-F238E27FC236}">
                    <a16:creationId xmlns:a16="http://schemas.microsoft.com/office/drawing/2014/main" id="{84347BB2-A394-6668-B090-2CB76153ACDA}"/>
                  </a:ext>
                </a:extLst>
              </p:cNvPr>
              <p:cNvSpPr>
                <a:spLocks noChangeArrowheads="1"/>
              </p:cNvSpPr>
              <p:nvPr/>
            </p:nvSpPr>
            <p:spPr bwMode="auto">
              <a:xfrm rot="-5400000">
                <a:off x="1998" y="2069"/>
                <a:ext cx="88" cy="87"/>
              </a:xfrm>
              <a:custGeom>
                <a:avLst/>
                <a:gdLst>
                  <a:gd name="T0" fmla="*/ 0 w 21599"/>
                  <a:gd name="T1" fmla="*/ 21352 h 21599"/>
                  <a:gd name="T2" fmla="*/ 21355 w 21599"/>
                  <a:gd name="T3" fmla="*/ 0 h 21599"/>
                  <a:gd name="T4" fmla="*/ 0 w 21599"/>
                  <a:gd name="T5" fmla="*/ 21352 h 21599"/>
                  <a:gd name="T6" fmla="*/ 21355 w 21599"/>
                  <a:gd name="T7" fmla="*/ 0 h 21599"/>
                  <a:gd name="T8" fmla="*/ 21599 w 21599"/>
                  <a:gd name="T9" fmla="*/ 21599 h 21599"/>
                  <a:gd name="T10" fmla="*/ 0 w 21599"/>
                  <a:gd name="T11" fmla="*/ 21352 h 21599"/>
                </a:gdLst>
                <a:ahLst/>
                <a:cxnLst>
                  <a:cxn ang="0">
                    <a:pos x="T0" y="T1"/>
                  </a:cxn>
                  <a:cxn ang="0">
                    <a:pos x="T2" y="T3"/>
                  </a:cxn>
                  <a:cxn ang="0">
                    <a:pos x="T4" y="T5"/>
                  </a:cxn>
                  <a:cxn ang="0">
                    <a:pos x="T6" y="T7"/>
                  </a:cxn>
                  <a:cxn ang="0">
                    <a:pos x="T8" y="T9"/>
                  </a:cxn>
                  <a:cxn ang="0">
                    <a:pos x="T10" y="T11"/>
                  </a:cxn>
                </a:cxnLst>
                <a:rect l="0" t="0" r="r" b="b"/>
                <a:pathLst>
                  <a:path w="21599" h="21599" fill="none">
                    <a:moveTo>
                      <a:pt x="0" y="21352"/>
                    </a:moveTo>
                    <a:cubicBezTo>
                      <a:pt x="134" y="9614"/>
                      <a:pt x="9617" y="132"/>
                      <a:pt x="21355" y="0"/>
                    </a:cubicBezTo>
                  </a:path>
                  <a:path w="21599" h="21599" stroke="0">
                    <a:moveTo>
                      <a:pt x="0" y="21352"/>
                    </a:moveTo>
                    <a:cubicBezTo>
                      <a:pt x="134" y="9614"/>
                      <a:pt x="9617" y="132"/>
                      <a:pt x="21355" y="0"/>
                    </a:cubicBezTo>
                    <a:lnTo>
                      <a:pt x="21599" y="21599"/>
                    </a:lnTo>
                    <a:lnTo>
                      <a:pt x="0" y="21352"/>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6965" name="Line 180">
                <a:extLst>
                  <a:ext uri="{FF2B5EF4-FFF2-40B4-BE49-F238E27FC236}">
                    <a16:creationId xmlns:a16="http://schemas.microsoft.com/office/drawing/2014/main" id="{27E57A61-BF5F-8AAF-CC2A-1813CA717C99}"/>
                  </a:ext>
                </a:extLst>
              </p:cNvPr>
              <p:cNvSpPr>
                <a:spLocks noChangeShapeType="1"/>
              </p:cNvSpPr>
              <p:nvPr/>
            </p:nvSpPr>
            <p:spPr bwMode="auto">
              <a:xfrm flipV="1">
                <a:off x="2186"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66" name="Line 181">
                <a:extLst>
                  <a:ext uri="{FF2B5EF4-FFF2-40B4-BE49-F238E27FC236}">
                    <a16:creationId xmlns:a16="http://schemas.microsoft.com/office/drawing/2014/main" id="{C4CA37F9-4647-270B-98EF-045312E3F0C5}"/>
                  </a:ext>
                </a:extLst>
              </p:cNvPr>
              <p:cNvSpPr>
                <a:spLocks noChangeShapeType="1"/>
              </p:cNvSpPr>
              <p:nvPr/>
            </p:nvSpPr>
            <p:spPr bwMode="auto">
              <a:xfrm flipV="1">
                <a:off x="1994"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67" name="Line 182">
                <a:extLst>
                  <a:ext uri="{FF2B5EF4-FFF2-40B4-BE49-F238E27FC236}">
                    <a16:creationId xmlns:a16="http://schemas.microsoft.com/office/drawing/2014/main" id="{21B5DA65-9151-2E98-1EEF-144502272D8A}"/>
                  </a:ext>
                </a:extLst>
              </p:cNvPr>
              <p:cNvSpPr>
                <a:spLocks noChangeShapeType="1"/>
              </p:cNvSpPr>
              <p:nvPr/>
            </p:nvSpPr>
            <p:spPr bwMode="auto">
              <a:xfrm flipH="1">
                <a:off x="1986" y="1922"/>
                <a:ext cx="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6968" name="Line 184">
              <a:extLst>
                <a:ext uri="{FF2B5EF4-FFF2-40B4-BE49-F238E27FC236}">
                  <a16:creationId xmlns:a16="http://schemas.microsoft.com/office/drawing/2014/main" id="{CCE68441-E52C-E2EF-4EB3-B3EF1F27BDE3}"/>
                </a:ext>
              </a:extLst>
            </p:cNvPr>
            <p:cNvSpPr>
              <a:spLocks noChangeShapeType="1"/>
            </p:cNvSpPr>
            <p:nvPr/>
          </p:nvSpPr>
          <p:spPr bwMode="auto">
            <a:xfrm>
              <a:off x="2112" y="2168"/>
              <a:ext cx="0" cy="317"/>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69" name="Line 185">
              <a:extLst>
                <a:ext uri="{FF2B5EF4-FFF2-40B4-BE49-F238E27FC236}">
                  <a16:creationId xmlns:a16="http://schemas.microsoft.com/office/drawing/2014/main" id="{C1F5BC06-13CC-5EE2-0111-FDDC7D202292}"/>
                </a:ext>
              </a:extLst>
            </p:cNvPr>
            <p:cNvSpPr>
              <a:spLocks noChangeShapeType="1"/>
            </p:cNvSpPr>
            <p:nvPr/>
          </p:nvSpPr>
          <p:spPr bwMode="auto">
            <a:xfrm>
              <a:off x="2016" y="1784"/>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70" name="Rectangle 186">
              <a:extLst>
                <a:ext uri="{FF2B5EF4-FFF2-40B4-BE49-F238E27FC236}">
                  <a16:creationId xmlns:a16="http://schemas.microsoft.com/office/drawing/2014/main" id="{DD4AD4BD-246D-7627-F9AA-D405E9C412FA}"/>
                </a:ext>
              </a:extLst>
            </p:cNvPr>
            <p:cNvSpPr>
              <a:spLocks noChangeArrowheads="1"/>
            </p:cNvSpPr>
            <p:nvPr/>
          </p:nvSpPr>
          <p:spPr bwMode="auto">
            <a:xfrm>
              <a:off x="1751" y="1680"/>
              <a:ext cx="31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grpSp>
      <p:sp>
        <p:nvSpPr>
          <p:cNvPr id="76971" name="Line 188">
            <a:extLst>
              <a:ext uri="{FF2B5EF4-FFF2-40B4-BE49-F238E27FC236}">
                <a16:creationId xmlns:a16="http://schemas.microsoft.com/office/drawing/2014/main" id="{D8EE096F-BB93-2533-34D7-FF7390DD7764}"/>
              </a:ext>
            </a:extLst>
          </p:cNvPr>
          <p:cNvSpPr>
            <a:spLocks noChangeShapeType="1"/>
          </p:cNvSpPr>
          <p:nvPr/>
        </p:nvSpPr>
        <p:spPr bwMode="auto">
          <a:xfrm>
            <a:off x="7315200" y="5095875"/>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69" name="Rectangle 189">
            <a:extLst>
              <a:ext uri="{FF2B5EF4-FFF2-40B4-BE49-F238E27FC236}">
                <a16:creationId xmlns:a16="http://schemas.microsoft.com/office/drawing/2014/main" id="{0F72B6F0-8D52-4729-6589-E7C1A9CA34B0}"/>
              </a:ext>
            </a:extLst>
          </p:cNvPr>
          <p:cNvSpPr>
            <a:spLocks noChangeArrowheads="1"/>
          </p:cNvSpPr>
          <p:nvPr/>
        </p:nvSpPr>
        <p:spPr bwMode="auto">
          <a:xfrm>
            <a:off x="5895975" y="6386513"/>
            <a:ext cx="1370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MemWr=0</a:t>
            </a:r>
          </a:p>
        </p:txBody>
      </p:sp>
      <p:grpSp>
        <p:nvGrpSpPr>
          <p:cNvPr id="76973" name="Group 195">
            <a:extLst>
              <a:ext uri="{FF2B5EF4-FFF2-40B4-BE49-F238E27FC236}">
                <a16:creationId xmlns:a16="http://schemas.microsoft.com/office/drawing/2014/main" id="{CEF6C6E4-22B2-E711-43BE-845FB851C737}"/>
              </a:ext>
            </a:extLst>
          </p:cNvPr>
          <p:cNvGrpSpPr>
            <a:grpSpLocks/>
          </p:cNvGrpSpPr>
          <p:nvPr/>
        </p:nvGrpSpPr>
        <p:grpSpPr bwMode="auto">
          <a:xfrm>
            <a:off x="6845300" y="6053138"/>
            <a:ext cx="358775" cy="304800"/>
            <a:chOff x="4277" y="3827"/>
            <a:chExt cx="226" cy="192"/>
          </a:xfrm>
        </p:grpSpPr>
        <p:sp>
          <p:nvSpPr>
            <p:cNvPr id="76974" name="Arc 190">
              <a:extLst>
                <a:ext uri="{FF2B5EF4-FFF2-40B4-BE49-F238E27FC236}">
                  <a16:creationId xmlns:a16="http://schemas.microsoft.com/office/drawing/2014/main" id="{B48F920C-09F8-6323-2E05-B58D89902468}"/>
                </a:ext>
              </a:extLst>
            </p:cNvPr>
            <p:cNvSpPr>
              <a:spLocks noChangeArrowheads="1"/>
            </p:cNvSpPr>
            <p:nvPr/>
          </p:nvSpPr>
          <p:spPr bwMode="auto">
            <a:xfrm>
              <a:off x="4406" y="3842"/>
              <a:ext cx="89" cy="77"/>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6975" name="Arc 191">
              <a:extLst>
                <a:ext uri="{FF2B5EF4-FFF2-40B4-BE49-F238E27FC236}">
                  <a16:creationId xmlns:a16="http://schemas.microsoft.com/office/drawing/2014/main" id="{0AF0F11A-0B6A-907C-3959-5485E926DDC3}"/>
                </a:ext>
              </a:extLst>
            </p:cNvPr>
            <p:cNvSpPr>
              <a:spLocks noChangeArrowheads="1"/>
            </p:cNvSpPr>
            <p:nvPr/>
          </p:nvSpPr>
          <p:spPr bwMode="auto">
            <a:xfrm rot="10800000">
              <a:off x="4415" y="3938"/>
              <a:ext cx="88" cy="77"/>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6976" name="Line 192">
              <a:extLst>
                <a:ext uri="{FF2B5EF4-FFF2-40B4-BE49-F238E27FC236}">
                  <a16:creationId xmlns:a16="http://schemas.microsoft.com/office/drawing/2014/main" id="{8C8FCD57-6F25-DBBA-7C5A-1C5B3E17BB25}"/>
                </a:ext>
              </a:extLst>
            </p:cNvPr>
            <p:cNvSpPr>
              <a:spLocks noChangeShapeType="1"/>
            </p:cNvSpPr>
            <p:nvPr/>
          </p:nvSpPr>
          <p:spPr bwMode="auto">
            <a:xfrm flipH="1">
              <a:off x="4277" y="3827"/>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77" name="Line 193">
              <a:extLst>
                <a:ext uri="{FF2B5EF4-FFF2-40B4-BE49-F238E27FC236}">
                  <a16:creationId xmlns:a16="http://schemas.microsoft.com/office/drawing/2014/main" id="{25DCFC1D-BEB8-60CC-0C2D-662BA0192A93}"/>
                </a:ext>
              </a:extLst>
            </p:cNvPr>
            <p:cNvSpPr>
              <a:spLocks noChangeShapeType="1"/>
            </p:cNvSpPr>
            <p:nvPr/>
          </p:nvSpPr>
          <p:spPr bwMode="auto">
            <a:xfrm flipH="1">
              <a:off x="4277" y="4019"/>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78" name="Line 194">
              <a:extLst>
                <a:ext uri="{FF2B5EF4-FFF2-40B4-BE49-F238E27FC236}">
                  <a16:creationId xmlns:a16="http://schemas.microsoft.com/office/drawing/2014/main" id="{E527D0FC-A65C-8A04-2CF8-6E845379B8C9}"/>
                </a:ext>
              </a:extLst>
            </p:cNvPr>
            <p:cNvSpPr>
              <a:spLocks noChangeShapeType="1"/>
            </p:cNvSpPr>
            <p:nvPr/>
          </p:nvSpPr>
          <p:spPr bwMode="auto">
            <a:xfrm>
              <a:off x="4285" y="3835"/>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6979" name="Line 196">
            <a:extLst>
              <a:ext uri="{FF2B5EF4-FFF2-40B4-BE49-F238E27FC236}">
                <a16:creationId xmlns:a16="http://schemas.microsoft.com/office/drawing/2014/main" id="{103E090E-DF92-74E7-4B23-58AA800E3B6A}"/>
              </a:ext>
            </a:extLst>
          </p:cNvPr>
          <p:cNvSpPr>
            <a:spLocks noChangeShapeType="1"/>
          </p:cNvSpPr>
          <p:nvPr/>
        </p:nvSpPr>
        <p:spPr bwMode="auto">
          <a:xfrm flipV="1">
            <a:off x="7175500" y="6223000"/>
            <a:ext cx="144463"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80" name="Line 197">
            <a:extLst>
              <a:ext uri="{FF2B5EF4-FFF2-40B4-BE49-F238E27FC236}">
                <a16:creationId xmlns:a16="http://schemas.microsoft.com/office/drawing/2014/main" id="{69822277-4088-8712-7BE5-D0DB6F04F616}"/>
              </a:ext>
            </a:extLst>
          </p:cNvPr>
          <p:cNvSpPr>
            <a:spLocks noChangeShapeType="1"/>
          </p:cNvSpPr>
          <p:nvPr/>
        </p:nvSpPr>
        <p:spPr bwMode="auto">
          <a:xfrm flipH="1">
            <a:off x="6570663" y="6324600"/>
            <a:ext cx="287337"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81" name="Line 198">
            <a:extLst>
              <a:ext uri="{FF2B5EF4-FFF2-40B4-BE49-F238E27FC236}">
                <a16:creationId xmlns:a16="http://schemas.microsoft.com/office/drawing/2014/main" id="{318AC76D-5F3E-7D1A-622A-054DA59B068C}"/>
              </a:ext>
            </a:extLst>
          </p:cNvPr>
          <p:cNvSpPr>
            <a:spLocks noChangeShapeType="1"/>
          </p:cNvSpPr>
          <p:nvPr/>
        </p:nvSpPr>
        <p:spPr bwMode="auto">
          <a:xfrm flipH="1">
            <a:off x="6632575" y="6172200"/>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82" name="Rectangle 199">
            <a:extLst>
              <a:ext uri="{FF2B5EF4-FFF2-40B4-BE49-F238E27FC236}">
                <a16:creationId xmlns:a16="http://schemas.microsoft.com/office/drawing/2014/main" id="{FE57A687-5252-4A3C-B248-8A0E14832F78}"/>
              </a:ext>
            </a:extLst>
          </p:cNvPr>
          <p:cNvSpPr>
            <a:spLocks noChangeArrowheads="1"/>
          </p:cNvSpPr>
          <p:nvPr/>
        </p:nvSpPr>
        <p:spPr bwMode="auto">
          <a:xfrm>
            <a:off x="6332538" y="5873750"/>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sp>
        <p:nvSpPr>
          <p:cNvPr id="76983" name="Rectangle 209">
            <a:extLst>
              <a:ext uri="{FF2B5EF4-FFF2-40B4-BE49-F238E27FC236}">
                <a16:creationId xmlns:a16="http://schemas.microsoft.com/office/drawing/2014/main" id="{9135B034-BF83-9D14-BF84-D1B0197B9558}"/>
              </a:ext>
            </a:extLst>
          </p:cNvPr>
          <p:cNvSpPr>
            <a:spLocks noChangeArrowheads="1"/>
          </p:cNvSpPr>
          <p:nvPr/>
        </p:nvSpPr>
        <p:spPr bwMode="auto">
          <a:xfrm>
            <a:off x="7953375" y="1503363"/>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NULL</a:t>
            </a:r>
          </a:p>
        </p:txBody>
      </p:sp>
      <p:sp>
        <p:nvSpPr>
          <p:cNvPr id="76984" name="文本框 1">
            <a:extLst>
              <a:ext uri="{FF2B5EF4-FFF2-40B4-BE49-F238E27FC236}">
                <a16:creationId xmlns:a16="http://schemas.microsoft.com/office/drawing/2014/main" id="{E7D5E92E-4788-14BD-4541-55031CA9E947}"/>
              </a:ext>
            </a:extLst>
          </p:cNvPr>
          <p:cNvSpPr txBox="1">
            <a:spLocks noChangeArrowheads="1"/>
          </p:cNvSpPr>
          <p:nvPr/>
        </p:nvSpPr>
        <p:spPr bwMode="auto">
          <a:xfrm>
            <a:off x="2803525" y="3646488"/>
            <a:ext cx="482600" cy="246062"/>
          </a:xfrm>
          <a:prstGeom prst="rect">
            <a:avLst/>
          </a:prstGeom>
          <a:solidFill>
            <a:schemeClr val="bg1"/>
          </a:solidFill>
          <a:ln w="38100">
            <a:solidFill>
              <a:schemeClr val="tx1"/>
            </a:solidFill>
            <a:miter lim="800000"/>
            <a:headEnd/>
            <a:tailEnd/>
          </a:ln>
        </p:spPr>
        <p:txBody>
          <a:bodyPr lIns="36000" tIns="0" rIns="0" bIns="0">
            <a:spAutoFit/>
          </a:bodyPr>
          <a:lstStyle/>
          <a:p>
            <a:r>
              <a:rPr lang="en-US" altLang="zh-CN">
                <a:latin typeface="微软雅黑" panose="020B0503020204020204" pitchFamily="34" charset="-122"/>
                <a:ea typeface="微软雅黑" panose="020B0503020204020204" pitchFamily="34" charset="-122"/>
              </a:rPr>
              <a:t>Ext</a:t>
            </a:r>
            <a:endParaRPr lang="zh-CN" altLang="en-US">
              <a:latin typeface="微软雅黑" panose="020B0503020204020204" pitchFamily="34" charset="-122"/>
              <a:ea typeface="微软雅黑" panose="020B0503020204020204" pitchFamily="34" charset="-122"/>
            </a:endParaRPr>
          </a:p>
        </p:txBody>
      </p:sp>
      <p:sp>
        <p:nvSpPr>
          <p:cNvPr id="76985" name="Line 91">
            <a:extLst>
              <a:ext uri="{FF2B5EF4-FFF2-40B4-BE49-F238E27FC236}">
                <a16:creationId xmlns:a16="http://schemas.microsoft.com/office/drawing/2014/main" id="{16F797B4-0C7A-B9DF-91B2-AA5189C96838}"/>
              </a:ext>
            </a:extLst>
          </p:cNvPr>
          <p:cNvSpPr>
            <a:spLocks noChangeShapeType="1"/>
          </p:cNvSpPr>
          <p:nvPr/>
        </p:nvSpPr>
        <p:spPr bwMode="auto">
          <a:xfrm>
            <a:off x="7300913" y="1827213"/>
            <a:ext cx="2794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6986" name="组合 2">
            <a:extLst>
              <a:ext uri="{FF2B5EF4-FFF2-40B4-BE49-F238E27FC236}">
                <a16:creationId xmlns:a16="http://schemas.microsoft.com/office/drawing/2014/main" id="{3A2CD298-6F23-075C-A1DD-BFF2228DCFD7}"/>
              </a:ext>
            </a:extLst>
          </p:cNvPr>
          <p:cNvGrpSpPr>
            <a:grpSpLocks/>
          </p:cNvGrpSpPr>
          <p:nvPr/>
        </p:nvGrpSpPr>
        <p:grpSpPr bwMode="auto">
          <a:xfrm rot="-5400000">
            <a:off x="7062788" y="2444750"/>
            <a:ext cx="368300" cy="425450"/>
            <a:chOff x="367750" y="5042102"/>
            <a:chExt cx="385762" cy="373062"/>
          </a:xfrm>
        </p:grpSpPr>
        <p:sp>
          <p:nvSpPr>
            <p:cNvPr id="76987" name="Arc 60">
              <a:extLst>
                <a:ext uri="{FF2B5EF4-FFF2-40B4-BE49-F238E27FC236}">
                  <a16:creationId xmlns:a16="http://schemas.microsoft.com/office/drawing/2014/main" id="{9BAAE48E-A7D8-FE27-0E7B-1B4480926836}"/>
                </a:ext>
              </a:extLst>
            </p:cNvPr>
            <p:cNvSpPr>
              <a:spLocks noChangeArrowheads="1"/>
            </p:cNvSpPr>
            <p:nvPr/>
          </p:nvSpPr>
          <p:spPr bwMode="auto">
            <a:xfrm rot="-5400000">
              <a:off x="386800" y="50230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6988" name="Arc 61">
              <a:extLst>
                <a:ext uri="{FF2B5EF4-FFF2-40B4-BE49-F238E27FC236}">
                  <a16:creationId xmlns:a16="http://schemas.microsoft.com/office/drawing/2014/main" id="{6AE62D11-46E1-1E36-E6E0-9042058C792F}"/>
                </a:ext>
              </a:extLst>
            </p:cNvPr>
            <p:cNvSpPr>
              <a:spLocks noChangeArrowheads="1"/>
            </p:cNvSpPr>
            <p:nvPr/>
          </p:nvSpPr>
          <p:spPr bwMode="auto">
            <a:xfrm rot="5400000">
              <a:off x="590000" y="50230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6989" name="Line 62">
              <a:extLst>
                <a:ext uri="{FF2B5EF4-FFF2-40B4-BE49-F238E27FC236}">
                  <a16:creationId xmlns:a16="http://schemas.microsoft.com/office/drawing/2014/main" id="{9DC4E7DB-F91D-2C77-01C9-1CD7458F15A3}"/>
                </a:ext>
              </a:extLst>
            </p:cNvPr>
            <p:cNvSpPr>
              <a:spLocks noChangeShapeType="1"/>
            </p:cNvSpPr>
            <p:nvPr/>
          </p:nvSpPr>
          <p:spPr bwMode="auto">
            <a:xfrm>
              <a:off x="369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90" name="Line 64">
              <a:extLst>
                <a:ext uri="{FF2B5EF4-FFF2-40B4-BE49-F238E27FC236}">
                  <a16:creationId xmlns:a16="http://schemas.microsoft.com/office/drawing/2014/main" id="{88D792CA-E943-B670-51B2-36AA65278183}"/>
                </a:ext>
              </a:extLst>
            </p:cNvPr>
            <p:cNvSpPr>
              <a:spLocks noChangeShapeType="1"/>
            </p:cNvSpPr>
            <p:nvPr/>
          </p:nvSpPr>
          <p:spPr bwMode="auto">
            <a:xfrm>
              <a:off x="750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991" name="Arc 60">
              <a:extLst>
                <a:ext uri="{FF2B5EF4-FFF2-40B4-BE49-F238E27FC236}">
                  <a16:creationId xmlns:a16="http://schemas.microsoft.com/office/drawing/2014/main" id="{DDFE242F-B78F-30EE-8173-93D72585A26C}"/>
                </a:ext>
              </a:extLst>
            </p:cNvPr>
            <p:cNvSpPr>
              <a:spLocks noChangeArrowheads="1"/>
            </p:cNvSpPr>
            <p:nvPr/>
          </p:nvSpPr>
          <p:spPr bwMode="auto">
            <a:xfrm rot="-5400000">
              <a:off x="386800" y="52516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6992" name="Arc 61">
              <a:extLst>
                <a:ext uri="{FF2B5EF4-FFF2-40B4-BE49-F238E27FC236}">
                  <a16:creationId xmlns:a16="http://schemas.microsoft.com/office/drawing/2014/main" id="{AFE7A720-FDD1-A584-877E-BAF63905FE09}"/>
                </a:ext>
              </a:extLst>
            </p:cNvPr>
            <p:cNvSpPr>
              <a:spLocks noChangeArrowheads="1"/>
            </p:cNvSpPr>
            <p:nvPr/>
          </p:nvSpPr>
          <p:spPr bwMode="auto">
            <a:xfrm rot="5400000">
              <a:off x="590000" y="52516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76993" name="Line 91">
            <a:extLst>
              <a:ext uri="{FF2B5EF4-FFF2-40B4-BE49-F238E27FC236}">
                <a16:creationId xmlns:a16="http://schemas.microsoft.com/office/drawing/2014/main" id="{3A07DF35-20BB-67FB-B755-D1A293DB8A7F}"/>
              </a:ext>
            </a:extLst>
          </p:cNvPr>
          <p:cNvSpPr>
            <a:spLocks noChangeShapeType="1"/>
          </p:cNvSpPr>
          <p:nvPr/>
        </p:nvSpPr>
        <p:spPr bwMode="auto">
          <a:xfrm>
            <a:off x="7304088" y="2740025"/>
            <a:ext cx="252412"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 name="Line 108">
            <a:extLst>
              <a:ext uri="{FF2B5EF4-FFF2-40B4-BE49-F238E27FC236}">
                <a16:creationId xmlns:a16="http://schemas.microsoft.com/office/drawing/2014/main" id="{5465A4E1-A6E8-0CBE-BB08-B3A7BDD0FB6C}"/>
              </a:ext>
            </a:extLst>
          </p:cNvPr>
          <p:cNvSpPr>
            <a:spLocks noChangeShapeType="1"/>
          </p:cNvSpPr>
          <p:nvPr/>
        </p:nvSpPr>
        <p:spPr bwMode="auto">
          <a:xfrm flipH="1" flipV="1">
            <a:off x="7513638" y="2208213"/>
            <a:ext cx="1587" cy="395287"/>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2" name="Line 119">
            <a:extLst>
              <a:ext uri="{FF2B5EF4-FFF2-40B4-BE49-F238E27FC236}">
                <a16:creationId xmlns:a16="http://schemas.microsoft.com/office/drawing/2014/main" id="{FB871C05-6E18-78D1-9B2F-4BE6899EA735}"/>
              </a:ext>
            </a:extLst>
          </p:cNvPr>
          <p:cNvSpPr>
            <a:spLocks noChangeShapeType="1"/>
          </p:cNvSpPr>
          <p:nvPr/>
        </p:nvSpPr>
        <p:spPr bwMode="auto">
          <a:xfrm flipH="1">
            <a:off x="7331075" y="2590800"/>
            <a:ext cx="179388" cy="0"/>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3" name="Rectangle 121">
            <a:extLst>
              <a:ext uri="{FF2B5EF4-FFF2-40B4-BE49-F238E27FC236}">
                <a16:creationId xmlns:a16="http://schemas.microsoft.com/office/drawing/2014/main" id="{B9B564B7-0CB0-7CDE-0160-64F8A9B70701}"/>
              </a:ext>
            </a:extLst>
          </p:cNvPr>
          <p:cNvSpPr>
            <a:spLocks noChangeArrowheads="1"/>
          </p:cNvSpPr>
          <p:nvPr/>
        </p:nvSpPr>
        <p:spPr bwMode="auto">
          <a:xfrm flipH="1">
            <a:off x="6989763" y="1901825"/>
            <a:ext cx="9620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Jump=0</a:t>
            </a:r>
          </a:p>
        </p:txBody>
      </p:sp>
      <p:grpSp>
        <p:nvGrpSpPr>
          <p:cNvPr id="76997" name="组合 3">
            <a:extLst>
              <a:ext uri="{FF2B5EF4-FFF2-40B4-BE49-F238E27FC236}">
                <a16:creationId xmlns:a16="http://schemas.microsoft.com/office/drawing/2014/main" id="{1968E0BD-0871-FFD4-5C9B-3EC22A7975A4}"/>
              </a:ext>
            </a:extLst>
          </p:cNvPr>
          <p:cNvGrpSpPr>
            <a:grpSpLocks/>
          </p:cNvGrpSpPr>
          <p:nvPr/>
        </p:nvGrpSpPr>
        <p:grpSpPr bwMode="auto">
          <a:xfrm>
            <a:off x="279400" y="2959100"/>
            <a:ext cx="1636713" cy="1155700"/>
            <a:chOff x="279400" y="2959100"/>
            <a:chExt cx="1636453" cy="1155700"/>
          </a:xfrm>
        </p:grpSpPr>
        <p:sp>
          <p:nvSpPr>
            <p:cNvPr id="76998" name="Line 133">
              <a:extLst>
                <a:ext uri="{FF2B5EF4-FFF2-40B4-BE49-F238E27FC236}">
                  <a16:creationId xmlns:a16="http://schemas.microsoft.com/office/drawing/2014/main" id="{89AE2FA4-995A-EA5E-B28A-9EE4A7D3EB7C}"/>
                </a:ext>
              </a:extLst>
            </p:cNvPr>
            <p:cNvSpPr>
              <a:spLocks noChangeShapeType="1"/>
            </p:cNvSpPr>
            <p:nvPr/>
          </p:nvSpPr>
          <p:spPr bwMode="auto">
            <a:xfrm>
              <a:off x="1320800" y="3200400"/>
              <a:ext cx="577850" cy="0"/>
            </a:xfrm>
            <a:prstGeom prst="line">
              <a:avLst/>
            </a:prstGeom>
            <a:noFill/>
            <a:ln w="50800">
              <a:solidFill>
                <a:srgbClr val="C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6999" name="Line 134">
              <a:extLst>
                <a:ext uri="{FF2B5EF4-FFF2-40B4-BE49-F238E27FC236}">
                  <a16:creationId xmlns:a16="http://schemas.microsoft.com/office/drawing/2014/main" id="{43E9859C-BE20-5AE9-3C67-F06665C8884C}"/>
                </a:ext>
              </a:extLst>
            </p:cNvPr>
            <p:cNvSpPr>
              <a:spLocks noChangeShapeType="1"/>
            </p:cNvSpPr>
            <p:nvPr/>
          </p:nvSpPr>
          <p:spPr bwMode="auto">
            <a:xfrm>
              <a:off x="1905000" y="3178175"/>
              <a:ext cx="0" cy="320675"/>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000" name="Line 138">
              <a:extLst>
                <a:ext uri="{FF2B5EF4-FFF2-40B4-BE49-F238E27FC236}">
                  <a16:creationId xmlns:a16="http://schemas.microsoft.com/office/drawing/2014/main" id="{7B2E2CDB-901E-56AB-F1E7-6CB03DCEE0D3}"/>
                </a:ext>
              </a:extLst>
            </p:cNvPr>
            <p:cNvSpPr>
              <a:spLocks noChangeShapeType="1"/>
            </p:cNvSpPr>
            <p:nvPr/>
          </p:nvSpPr>
          <p:spPr bwMode="auto">
            <a:xfrm flipH="1">
              <a:off x="279400" y="2971800"/>
              <a:ext cx="812800" cy="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001" name="Line 139">
              <a:extLst>
                <a:ext uri="{FF2B5EF4-FFF2-40B4-BE49-F238E27FC236}">
                  <a16:creationId xmlns:a16="http://schemas.microsoft.com/office/drawing/2014/main" id="{14BCC370-8239-F76A-A6DD-B25B5CEFF1E1}"/>
                </a:ext>
              </a:extLst>
            </p:cNvPr>
            <p:cNvSpPr>
              <a:spLocks noChangeShapeType="1"/>
            </p:cNvSpPr>
            <p:nvPr/>
          </p:nvSpPr>
          <p:spPr bwMode="auto">
            <a:xfrm>
              <a:off x="282575" y="4114800"/>
              <a:ext cx="377825"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002" name="Line 140">
              <a:extLst>
                <a:ext uri="{FF2B5EF4-FFF2-40B4-BE49-F238E27FC236}">
                  <a16:creationId xmlns:a16="http://schemas.microsoft.com/office/drawing/2014/main" id="{4C948E47-BD8A-3E7E-2BD0-B792C9376973}"/>
                </a:ext>
              </a:extLst>
            </p:cNvPr>
            <p:cNvSpPr>
              <a:spLocks noChangeShapeType="1"/>
            </p:cNvSpPr>
            <p:nvPr/>
          </p:nvSpPr>
          <p:spPr bwMode="auto">
            <a:xfrm>
              <a:off x="304800" y="2997200"/>
              <a:ext cx="0" cy="111125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003" name="Line 174">
              <a:extLst>
                <a:ext uri="{FF2B5EF4-FFF2-40B4-BE49-F238E27FC236}">
                  <a16:creationId xmlns:a16="http://schemas.microsoft.com/office/drawing/2014/main" id="{A24AB0BC-7314-F8AF-12F4-AB02A782072F}"/>
                </a:ext>
              </a:extLst>
            </p:cNvPr>
            <p:cNvSpPr>
              <a:spLocks noChangeShapeType="1"/>
            </p:cNvSpPr>
            <p:nvPr/>
          </p:nvSpPr>
          <p:spPr bwMode="auto">
            <a:xfrm>
              <a:off x="1073150" y="2959100"/>
              <a:ext cx="311150" cy="25400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004" name="Line 138">
              <a:extLst>
                <a:ext uri="{FF2B5EF4-FFF2-40B4-BE49-F238E27FC236}">
                  <a16:creationId xmlns:a16="http://schemas.microsoft.com/office/drawing/2014/main" id="{980BF113-AF6F-0FFE-2C6A-2FAD3E5A29AD}"/>
                </a:ext>
              </a:extLst>
            </p:cNvPr>
            <p:cNvSpPr>
              <a:spLocks noChangeShapeType="1"/>
            </p:cNvSpPr>
            <p:nvPr/>
          </p:nvSpPr>
          <p:spPr bwMode="auto">
            <a:xfrm flipH="1">
              <a:off x="1735853" y="3481387"/>
              <a:ext cx="180000" cy="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005" name="组合 2">
            <a:extLst>
              <a:ext uri="{FF2B5EF4-FFF2-40B4-BE49-F238E27FC236}">
                <a16:creationId xmlns:a16="http://schemas.microsoft.com/office/drawing/2014/main" id="{A0EEDBDD-7E08-591D-F297-86F76707CB23}"/>
              </a:ext>
            </a:extLst>
          </p:cNvPr>
          <p:cNvGrpSpPr>
            <a:grpSpLocks/>
          </p:cNvGrpSpPr>
          <p:nvPr/>
        </p:nvGrpSpPr>
        <p:grpSpPr bwMode="auto">
          <a:xfrm>
            <a:off x="1735138" y="3492500"/>
            <a:ext cx="482600" cy="550863"/>
            <a:chOff x="1735853" y="3491870"/>
            <a:chExt cx="482213" cy="550838"/>
          </a:xfrm>
        </p:grpSpPr>
        <p:sp>
          <p:nvSpPr>
            <p:cNvPr id="77006" name="Line 108">
              <a:extLst>
                <a:ext uri="{FF2B5EF4-FFF2-40B4-BE49-F238E27FC236}">
                  <a16:creationId xmlns:a16="http://schemas.microsoft.com/office/drawing/2014/main" id="{1CDE08FC-A01D-1D47-5E90-691EC1E8046A}"/>
                </a:ext>
              </a:extLst>
            </p:cNvPr>
            <p:cNvSpPr>
              <a:spLocks noChangeShapeType="1"/>
            </p:cNvSpPr>
            <p:nvPr/>
          </p:nvSpPr>
          <p:spPr bwMode="auto">
            <a:xfrm>
              <a:off x="2002066" y="3509760"/>
              <a:ext cx="216000"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007" name="Line 140">
              <a:extLst>
                <a:ext uri="{FF2B5EF4-FFF2-40B4-BE49-F238E27FC236}">
                  <a16:creationId xmlns:a16="http://schemas.microsoft.com/office/drawing/2014/main" id="{C6A05417-F479-90B3-7F39-E622E93735C4}"/>
                </a:ext>
              </a:extLst>
            </p:cNvPr>
            <p:cNvSpPr>
              <a:spLocks noChangeShapeType="1"/>
            </p:cNvSpPr>
            <p:nvPr/>
          </p:nvSpPr>
          <p:spPr bwMode="auto">
            <a:xfrm>
              <a:off x="2002066" y="3491870"/>
              <a:ext cx="0" cy="54000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008" name="Line 138">
              <a:extLst>
                <a:ext uri="{FF2B5EF4-FFF2-40B4-BE49-F238E27FC236}">
                  <a16:creationId xmlns:a16="http://schemas.microsoft.com/office/drawing/2014/main" id="{95547845-2080-4AD9-C149-2A0FB9F362D4}"/>
                </a:ext>
              </a:extLst>
            </p:cNvPr>
            <p:cNvSpPr>
              <a:spLocks noChangeShapeType="1"/>
            </p:cNvSpPr>
            <p:nvPr/>
          </p:nvSpPr>
          <p:spPr bwMode="auto">
            <a:xfrm flipH="1">
              <a:off x="1735853" y="4042708"/>
              <a:ext cx="288000" cy="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0" name="矩形 209">
            <a:extLst>
              <a:ext uri="{FF2B5EF4-FFF2-40B4-BE49-F238E27FC236}">
                <a16:creationId xmlns:a16="http://schemas.microsoft.com/office/drawing/2014/main" id="{9EE3845B-A58B-2A4A-1A80-D4C9DC00712A}"/>
              </a:ext>
            </a:extLst>
          </p:cNvPr>
          <p:cNvSpPr/>
          <p:nvPr/>
        </p:nvSpPr>
        <p:spPr bwMode="auto">
          <a:xfrm>
            <a:off x="2593975" y="2690813"/>
            <a:ext cx="6178550" cy="3135312"/>
          </a:xfrm>
          <a:prstGeom prst="rect">
            <a:avLst/>
          </a:prstGeom>
          <a:solidFill>
            <a:schemeClr val="bg1">
              <a:lumMod val="75000"/>
              <a:alpha val="76000"/>
            </a:schemeClr>
          </a:solidFill>
          <a:ln w="12700" cap="flat" cmpd="sng" algn="ctr">
            <a:solidFill>
              <a:schemeClr val="tx1"/>
            </a:solidFill>
            <a:prstDash val="solid"/>
            <a:round/>
            <a:headEnd type="none" w="med" len="med"/>
            <a:tailEnd type="none" w="med" len="med"/>
          </a:ln>
          <a:effectLst/>
        </p:spPr>
        <p:txBody>
          <a:bodyPr/>
          <a:lstStyle/>
          <a:p>
            <a:pPr eaLnBrk="0" hangingPunct="0">
              <a:defRPr/>
            </a:pPr>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13">
                                            <p:txEl>
                                              <p:pRg st="0" end="0"/>
                                            </p:txEl>
                                          </p:spTgt>
                                        </p:tgtEl>
                                        <p:attrNameLst>
                                          <p:attrName>style.visibility</p:attrName>
                                        </p:attrNameLst>
                                      </p:cBhvr>
                                      <p:to>
                                        <p:strVal val="visible"/>
                                      </p:to>
                                    </p:set>
                                    <p:animEffect transition="in" filter="blinds(horizontal)">
                                      <p:cBhvr>
                                        <p:cTn id="7" dur="500"/>
                                        <p:tgtEl>
                                          <p:spTgt spid="717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11">
                                            <p:txEl>
                                              <p:pRg st="0" end="0"/>
                                            </p:txEl>
                                          </p:spTgt>
                                        </p:tgtEl>
                                        <p:attrNameLst>
                                          <p:attrName>style.visibility</p:attrName>
                                        </p:attrNameLst>
                                      </p:cBhvr>
                                      <p:to>
                                        <p:strVal val="visible"/>
                                      </p:to>
                                    </p:set>
                                    <p:animEffect transition="in" filter="blinds(horizontal)">
                                      <p:cBhvr>
                                        <p:cTn id="12" dur="500"/>
                                        <p:tgtEl>
                                          <p:spTgt spid="717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722">
                                            <p:txEl>
                                              <p:pRg st="0" end="0"/>
                                            </p:txEl>
                                          </p:spTgt>
                                        </p:tgtEl>
                                        <p:attrNameLst>
                                          <p:attrName>style.visibility</p:attrName>
                                        </p:attrNameLst>
                                      </p:cBhvr>
                                      <p:to>
                                        <p:strVal val="visible"/>
                                      </p:to>
                                    </p:set>
                                    <p:animEffect transition="in" filter="blinds(horizontal)">
                                      <p:cBhvr>
                                        <p:cTn id="17" dur="500"/>
                                        <p:tgtEl>
                                          <p:spTgt spid="7172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1764">
                                            <p:txEl>
                                              <p:pRg st="0" end="0"/>
                                            </p:txEl>
                                          </p:spTgt>
                                        </p:tgtEl>
                                        <p:attrNameLst>
                                          <p:attrName>style.visibility</p:attrName>
                                        </p:attrNameLst>
                                      </p:cBhvr>
                                      <p:to>
                                        <p:strVal val="visible"/>
                                      </p:to>
                                    </p:set>
                                    <p:animEffect transition="in" filter="blinds(horizontal)">
                                      <p:cBhvr>
                                        <p:cTn id="22" dur="500"/>
                                        <p:tgtEl>
                                          <p:spTgt spid="7176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723">
                                            <p:txEl>
                                              <p:pRg st="0" end="0"/>
                                            </p:txEl>
                                          </p:spTgt>
                                        </p:tgtEl>
                                        <p:attrNameLst>
                                          <p:attrName>style.visibility</p:attrName>
                                        </p:attrNameLst>
                                      </p:cBhvr>
                                      <p:to>
                                        <p:strVal val="visible"/>
                                      </p:to>
                                    </p:set>
                                    <p:animEffect transition="in" filter="blinds(horizontal)">
                                      <p:cBhvr>
                                        <p:cTn id="27" dur="500"/>
                                        <p:tgtEl>
                                          <p:spTgt spid="71723">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1869"/>
                                        </p:tgtEl>
                                        <p:attrNameLst>
                                          <p:attrName>style.visibility</p:attrName>
                                        </p:attrNameLst>
                                      </p:cBhvr>
                                      <p:to>
                                        <p:strVal val="visible"/>
                                      </p:to>
                                    </p:set>
                                    <p:animEffect transition="in" filter="blinds(horizontal)">
                                      <p:cBhvr>
                                        <p:cTn id="32" dur="500"/>
                                        <p:tgtEl>
                                          <p:spTgt spid="7186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1755">
                                            <p:txEl>
                                              <p:pRg st="0" end="0"/>
                                            </p:txEl>
                                          </p:spTgt>
                                        </p:tgtEl>
                                        <p:attrNameLst>
                                          <p:attrName>style.visibility</p:attrName>
                                        </p:attrNameLst>
                                      </p:cBhvr>
                                      <p:to>
                                        <p:strVal val="visible"/>
                                      </p:to>
                                    </p:set>
                                    <p:animEffect transition="in" filter="blinds(horizontal)">
                                      <p:cBhvr>
                                        <p:cTn id="37" dur="500"/>
                                        <p:tgtEl>
                                          <p:spTgt spid="7175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1801">
                                            <p:txEl>
                                              <p:pRg st="0" end="0"/>
                                            </p:txEl>
                                          </p:spTgt>
                                        </p:tgtEl>
                                        <p:attrNameLst>
                                          <p:attrName>style.visibility</p:attrName>
                                        </p:attrNameLst>
                                      </p:cBhvr>
                                      <p:to>
                                        <p:strVal val="visible"/>
                                      </p:to>
                                    </p:set>
                                    <p:animEffect transition="in" filter="blinds(horizontal)">
                                      <p:cBhvr>
                                        <p:cTn id="42" dur="500"/>
                                        <p:tgtEl>
                                          <p:spTgt spid="71801">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23">
                                            <p:txEl>
                                              <p:pRg st="0" end="0"/>
                                            </p:txEl>
                                          </p:spTgt>
                                        </p:tgtEl>
                                        <p:attrNameLst>
                                          <p:attrName>style.visibility</p:attrName>
                                        </p:attrNameLst>
                                      </p:cBhvr>
                                      <p:to>
                                        <p:strVal val="visible"/>
                                      </p:to>
                                    </p:set>
                                    <p:animEffect transition="in" filter="blinds(horizontal)">
                                      <p:cBhvr>
                                        <p:cTn id="47" dur="500"/>
                                        <p:tgtEl>
                                          <p:spTgt spid="2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6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BF69F107-9A7C-DB54-774C-E1BC1D2078F8}"/>
              </a:ext>
            </a:extLst>
          </p:cNvPr>
          <p:cNvSpPr>
            <a:spLocks noGrp="1" noChangeArrowheads="1"/>
          </p:cNvSpPr>
          <p:nvPr>
            <p:ph type="title"/>
          </p:nvPr>
        </p:nvSpPr>
        <p:spPr>
          <a:xfrm>
            <a:off x="800100" y="228600"/>
            <a:ext cx="4840288" cy="373063"/>
          </a:xfrm>
        </p:spPr>
        <p:txBody>
          <a:bodyPr/>
          <a:lstStyle/>
          <a:p>
            <a:r>
              <a:rPr lang="zh-CN" altLang="en-US">
                <a:ea typeface="宋体" panose="02010600030101010101" pitchFamily="2" charset="-122"/>
              </a:rPr>
              <a:t>第二周期结束时的状态：</a:t>
            </a:r>
          </a:p>
        </p:txBody>
      </p:sp>
      <p:sp>
        <p:nvSpPr>
          <p:cNvPr id="78850" name="Rectangle 3">
            <a:extLst>
              <a:ext uri="{FF2B5EF4-FFF2-40B4-BE49-F238E27FC236}">
                <a16:creationId xmlns:a16="http://schemas.microsoft.com/office/drawing/2014/main" id="{6FD40932-B04E-4B81-E8C5-EDA4DD8D042A}"/>
              </a:ext>
            </a:extLst>
          </p:cNvPr>
          <p:cNvSpPr>
            <a:spLocks noGrp="1" noChangeArrowheads="1"/>
          </p:cNvSpPr>
          <p:nvPr>
            <p:ph idx="1"/>
          </p:nvPr>
        </p:nvSpPr>
        <p:spPr>
          <a:xfrm>
            <a:off x="420688" y="833438"/>
            <a:ext cx="8191500" cy="325437"/>
          </a:xfrm>
        </p:spPr>
        <p:txBody>
          <a:bodyPr/>
          <a:lstStyle/>
          <a:p>
            <a:r>
              <a:rPr lang="en-US" altLang="zh-CN">
                <a:ea typeface="宋体" panose="02010600030101010101" pitchFamily="2" charset="-122"/>
              </a:rPr>
              <a:t>4: R-type’s IF    </a:t>
            </a:r>
            <a:r>
              <a:rPr lang="zh-CN" altLang="en-US">
                <a:ea typeface="宋体" panose="02010600030101010101" pitchFamily="2" charset="-122"/>
              </a:rPr>
              <a:t>0: </a:t>
            </a:r>
            <a:r>
              <a:rPr lang="en-US" altLang="zh-CN">
                <a:ea typeface="宋体" panose="02010600030101010101" pitchFamily="2" charset="-122"/>
              </a:rPr>
              <a:t>Load’s ID</a:t>
            </a:r>
          </a:p>
        </p:txBody>
      </p:sp>
      <p:sp>
        <p:nvSpPr>
          <p:cNvPr id="78851" name="Rectangle 4">
            <a:extLst>
              <a:ext uri="{FF2B5EF4-FFF2-40B4-BE49-F238E27FC236}">
                <a16:creationId xmlns:a16="http://schemas.microsoft.com/office/drawing/2014/main" id="{96B1B9F3-EC65-1168-136F-13DA993B33AE}"/>
              </a:ext>
            </a:extLst>
          </p:cNvPr>
          <p:cNvSpPr>
            <a:spLocks noChangeArrowheads="1"/>
          </p:cNvSpPr>
          <p:nvPr/>
        </p:nvSpPr>
        <p:spPr bwMode="auto">
          <a:xfrm>
            <a:off x="22129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852" name="Rectangle 5">
            <a:extLst>
              <a:ext uri="{FF2B5EF4-FFF2-40B4-BE49-F238E27FC236}">
                <a16:creationId xmlns:a16="http://schemas.microsoft.com/office/drawing/2014/main" id="{627F7911-2C0B-F532-BD29-6CE7B6A9551B}"/>
              </a:ext>
            </a:extLst>
          </p:cNvPr>
          <p:cNvSpPr>
            <a:spLocks noChangeArrowheads="1"/>
          </p:cNvSpPr>
          <p:nvPr/>
        </p:nvSpPr>
        <p:spPr bwMode="auto">
          <a:xfrm rot="5400000">
            <a:off x="1197769" y="4294982"/>
            <a:ext cx="23066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IF/ID</a:t>
            </a:r>
            <a:r>
              <a:rPr lang="en-US" altLang="zh-CN">
                <a:ea typeface="宋体" panose="02010600030101010101" pitchFamily="2" charset="-122"/>
              </a:rPr>
              <a:t>: Rtype Instruction</a:t>
            </a:r>
          </a:p>
        </p:txBody>
      </p:sp>
      <p:sp>
        <p:nvSpPr>
          <p:cNvPr id="78853" name="Line 6">
            <a:extLst>
              <a:ext uri="{FF2B5EF4-FFF2-40B4-BE49-F238E27FC236}">
                <a16:creationId xmlns:a16="http://schemas.microsoft.com/office/drawing/2014/main" id="{70D1136D-ABB9-69CE-ED27-ABF1B297F02A}"/>
              </a:ext>
            </a:extLst>
          </p:cNvPr>
          <p:cNvSpPr>
            <a:spLocks noChangeShapeType="1"/>
          </p:cNvSpPr>
          <p:nvPr/>
        </p:nvSpPr>
        <p:spPr bwMode="auto">
          <a:xfrm>
            <a:off x="23622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54" name="Rectangle 7">
            <a:extLst>
              <a:ext uri="{FF2B5EF4-FFF2-40B4-BE49-F238E27FC236}">
                <a16:creationId xmlns:a16="http://schemas.microsoft.com/office/drawing/2014/main" id="{86A97F5A-AA79-42DE-9201-0AA13FEB64E3}"/>
              </a:ext>
            </a:extLst>
          </p:cNvPr>
          <p:cNvSpPr>
            <a:spLocks noChangeArrowheads="1"/>
          </p:cNvSpPr>
          <p:nvPr/>
        </p:nvSpPr>
        <p:spPr bwMode="auto">
          <a:xfrm>
            <a:off x="40417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855" name="Rectangle 8">
            <a:extLst>
              <a:ext uri="{FF2B5EF4-FFF2-40B4-BE49-F238E27FC236}">
                <a16:creationId xmlns:a16="http://schemas.microsoft.com/office/drawing/2014/main" id="{C45F65DD-7174-B430-C9E9-CFFEAACB7E87}"/>
              </a:ext>
            </a:extLst>
          </p:cNvPr>
          <p:cNvSpPr>
            <a:spLocks noChangeArrowheads="1"/>
          </p:cNvSpPr>
          <p:nvPr/>
        </p:nvSpPr>
        <p:spPr bwMode="auto">
          <a:xfrm rot="5400000">
            <a:off x="3097212" y="4370388"/>
            <a:ext cx="2168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ID/EX</a:t>
            </a:r>
            <a:r>
              <a:rPr lang="en-US" altLang="zh-CN">
                <a:ea typeface="宋体" panose="02010600030101010101" pitchFamily="2" charset="-122"/>
              </a:rPr>
              <a:t>: Lw’s busA &amp; B</a:t>
            </a:r>
          </a:p>
        </p:txBody>
      </p:sp>
      <p:sp>
        <p:nvSpPr>
          <p:cNvPr id="78856" name="Rectangle 9">
            <a:extLst>
              <a:ext uri="{FF2B5EF4-FFF2-40B4-BE49-F238E27FC236}">
                <a16:creationId xmlns:a16="http://schemas.microsoft.com/office/drawing/2014/main" id="{822A5EB3-24E9-8743-8147-7E1A8FC0EB95}"/>
              </a:ext>
            </a:extLst>
          </p:cNvPr>
          <p:cNvSpPr>
            <a:spLocks noChangeArrowheads="1"/>
          </p:cNvSpPr>
          <p:nvPr/>
        </p:nvSpPr>
        <p:spPr bwMode="auto">
          <a:xfrm>
            <a:off x="58705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857" name="Rectangle 10">
            <a:extLst>
              <a:ext uri="{FF2B5EF4-FFF2-40B4-BE49-F238E27FC236}">
                <a16:creationId xmlns:a16="http://schemas.microsoft.com/office/drawing/2014/main" id="{6D451904-FFE8-0254-AC52-1FD09F890446}"/>
              </a:ext>
            </a:extLst>
          </p:cNvPr>
          <p:cNvSpPr>
            <a:spLocks noChangeArrowheads="1"/>
          </p:cNvSpPr>
          <p:nvPr/>
        </p:nvSpPr>
        <p:spPr bwMode="auto">
          <a:xfrm rot="5400000">
            <a:off x="4932363" y="4370388"/>
            <a:ext cx="21526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EX/M</a:t>
            </a:r>
            <a:r>
              <a:rPr lang="en-US" altLang="zh-CN">
                <a:ea typeface="宋体" panose="02010600030101010101" pitchFamily="2" charset="-122"/>
              </a:rPr>
              <a:t>: R-type’s Result</a:t>
            </a:r>
          </a:p>
        </p:txBody>
      </p:sp>
      <p:sp>
        <p:nvSpPr>
          <p:cNvPr id="78858" name="Rectangle 11">
            <a:extLst>
              <a:ext uri="{FF2B5EF4-FFF2-40B4-BE49-F238E27FC236}">
                <a16:creationId xmlns:a16="http://schemas.microsoft.com/office/drawing/2014/main" id="{490788D4-FE38-2FC7-20DD-1F83F0043DBC}"/>
              </a:ext>
            </a:extLst>
          </p:cNvPr>
          <p:cNvSpPr>
            <a:spLocks noChangeArrowheads="1"/>
          </p:cNvSpPr>
          <p:nvPr/>
        </p:nvSpPr>
        <p:spPr bwMode="auto">
          <a:xfrm>
            <a:off x="77755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859" name="Rectangle 12">
            <a:extLst>
              <a:ext uri="{FF2B5EF4-FFF2-40B4-BE49-F238E27FC236}">
                <a16:creationId xmlns:a16="http://schemas.microsoft.com/office/drawing/2014/main" id="{00276207-0C5D-267B-BDE2-CF21C80C2D70}"/>
              </a:ext>
            </a:extLst>
          </p:cNvPr>
          <p:cNvSpPr>
            <a:spLocks noChangeArrowheads="1"/>
          </p:cNvSpPr>
          <p:nvPr/>
        </p:nvSpPr>
        <p:spPr bwMode="auto">
          <a:xfrm rot="5400000">
            <a:off x="6940550" y="4368801"/>
            <a:ext cx="195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M/WB</a:t>
            </a:r>
            <a:r>
              <a:rPr lang="en-US" altLang="zh-CN">
                <a:ea typeface="宋体" panose="02010600030101010101" pitchFamily="2" charset="-122"/>
              </a:rPr>
              <a:t>: Load’s Dout</a:t>
            </a:r>
          </a:p>
        </p:txBody>
      </p:sp>
      <p:sp>
        <p:nvSpPr>
          <p:cNvPr id="78860" name="Rectangle 13">
            <a:extLst>
              <a:ext uri="{FF2B5EF4-FFF2-40B4-BE49-F238E27FC236}">
                <a16:creationId xmlns:a16="http://schemas.microsoft.com/office/drawing/2014/main" id="{CE1B5221-A7F2-77E9-E7B8-3B53839E9E29}"/>
              </a:ext>
            </a:extLst>
          </p:cNvPr>
          <p:cNvSpPr>
            <a:spLocks noChangeArrowheads="1"/>
          </p:cNvSpPr>
          <p:nvPr/>
        </p:nvSpPr>
        <p:spPr bwMode="auto">
          <a:xfrm>
            <a:off x="688975" y="3365500"/>
            <a:ext cx="288925" cy="1117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861" name="Rectangle 14">
            <a:extLst>
              <a:ext uri="{FF2B5EF4-FFF2-40B4-BE49-F238E27FC236}">
                <a16:creationId xmlns:a16="http://schemas.microsoft.com/office/drawing/2014/main" id="{483DC478-CE5B-91FA-DFE6-72E5C6E958C9}"/>
              </a:ext>
            </a:extLst>
          </p:cNvPr>
          <p:cNvSpPr>
            <a:spLocks noChangeArrowheads="1"/>
          </p:cNvSpPr>
          <p:nvPr/>
        </p:nvSpPr>
        <p:spPr bwMode="auto">
          <a:xfrm rot="5400000">
            <a:off x="436563" y="3754438"/>
            <a:ext cx="787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PC</a:t>
            </a:r>
            <a:r>
              <a:rPr lang="en-US" altLang="zh-CN">
                <a:ea typeface="宋体" panose="02010600030101010101" pitchFamily="2" charset="-122"/>
              </a:rPr>
              <a:t> = 8</a:t>
            </a:r>
          </a:p>
        </p:txBody>
      </p:sp>
      <p:sp>
        <p:nvSpPr>
          <p:cNvPr id="78862" name="Rectangle 15">
            <a:extLst>
              <a:ext uri="{FF2B5EF4-FFF2-40B4-BE49-F238E27FC236}">
                <a16:creationId xmlns:a16="http://schemas.microsoft.com/office/drawing/2014/main" id="{0A48E1A8-187B-66B5-BC65-E858588015B8}"/>
              </a:ext>
            </a:extLst>
          </p:cNvPr>
          <p:cNvSpPr>
            <a:spLocks noChangeArrowheads="1"/>
          </p:cNvSpPr>
          <p:nvPr/>
        </p:nvSpPr>
        <p:spPr bwMode="auto">
          <a:xfrm>
            <a:off x="6784975" y="3822700"/>
            <a:ext cx="636588" cy="127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863" name="Rectangle 16">
            <a:extLst>
              <a:ext uri="{FF2B5EF4-FFF2-40B4-BE49-F238E27FC236}">
                <a16:creationId xmlns:a16="http://schemas.microsoft.com/office/drawing/2014/main" id="{A89AFFCC-8B98-ACC0-58A3-6A25E02B9525}"/>
              </a:ext>
            </a:extLst>
          </p:cNvPr>
          <p:cNvSpPr>
            <a:spLocks noChangeArrowheads="1"/>
          </p:cNvSpPr>
          <p:nvPr/>
        </p:nvSpPr>
        <p:spPr bwMode="auto">
          <a:xfrm>
            <a:off x="6684963" y="3830638"/>
            <a:ext cx="7842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Data</a:t>
            </a:r>
          </a:p>
          <a:p>
            <a:pPr algn="ctr"/>
            <a:r>
              <a:rPr lang="en-US" altLang="zh-CN">
                <a:solidFill>
                  <a:schemeClr val="accent2"/>
                </a:solidFill>
                <a:latin typeface="Arial" panose="020B0604020202020204" pitchFamily="34" charset="0"/>
                <a:ea typeface="宋体" panose="02010600030101010101" pitchFamily="2" charset="-122"/>
              </a:rPr>
              <a:t>Mem</a:t>
            </a:r>
          </a:p>
        </p:txBody>
      </p:sp>
      <p:sp>
        <p:nvSpPr>
          <p:cNvPr id="78864" name="Rectangle 17">
            <a:extLst>
              <a:ext uri="{FF2B5EF4-FFF2-40B4-BE49-F238E27FC236}">
                <a16:creationId xmlns:a16="http://schemas.microsoft.com/office/drawing/2014/main" id="{88257529-CEE9-36F3-A217-28AF7F31C755}"/>
              </a:ext>
            </a:extLst>
          </p:cNvPr>
          <p:cNvSpPr>
            <a:spLocks noChangeArrowheads="1"/>
          </p:cNvSpPr>
          <p:nvPr/>
        </p:nvSpPr>
        <p:spPr bwMode="auto">
          <a:xfrm>
            <a:off x="6724650" y="459581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WA</a:t>
            </a:r>
          </a:p>
        </p:txBody>
      </p:sp>
      <p:sp>
        <p:nvSpPr>
          <p:cNvPr id="78865" name="Rectangle 18">
            <a:extLst>
              <a:ext uri="{FF2B5EF4-FFF2-40B4-BE49-F238E27FC236}">
                <a16:creationId xmlns:a16="http://schemas.microsoft.com/office/drawing/2014/main" id="{580BFA52-ED22-E47E-E074-81E5DD2EB1DB}"/>
              </a:ext>
            </a:extLst>
          </p:cNvPr>
          <p:cNvSpPr>
            <a:spLocks noChangeArrowheads="1"/>
          </p:cNvSpPr>
          <p:nvPr/>
        </p:nvSpPr>
        <p:spPr bwMode="auto">
          <a:xfrm>
            <a:off x="6767513" y="4811713"/>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78866" name="Rectangle 19">
            <a:extLst>
              <a:ext uri="{FF2B5EF4-FFF2-40B4-BE49-F238E27FC236}">
                <a16:creationId xmlns:a16="http://schemas.microsoft.com/office/drawing/2014/main" id="{15FE67A6-8A35-30E8-E21D-284F4E251218}"/>
              </a:ext>
            </a:extLst>
          </p:cNvPr>
          <p:cNvSpPr>
            <a:spLocks noChangeArrowheads="1"/>
          </p:cNvSpPr>
          <p:nvPr/>
        </p:nvSpPr>
        <p:spPr bwMode="auto">
          <a:xfrm>
            <a:off x="6696075" y="4352925"/>
            <a:ext cx="473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78867" name="Rectangle 20">
            <a:extLst>
              <a:ext uri="{FF2B5EF4-FFF2-40B4-BE49-F238E27FC236}">
                <a16:creationId xmlns:a16="http://schemas.microsoft.com/office/drawing/2014/main" id="{867664DA-F944-2A20-EA74-9D1308F5C1D4}"/>
              </a:ext>
            </a:extLst>
          </p:cNvPr>
          <p:cNvSpPr>
            <a:spLocks noChangeArrowheads="1"/>
          </p:cNvSpPr>
          <p:nvPr/>
        </p:nvSpPr>
        <p:spPr bwMode="auto">
          <a:xfrm>
            <a:off x="7031038" y="4367213"/>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Do</a:t>
            </a:r>
          </a:p>
        </p:txBody>
      </p:sp>
      <p:sp>
        <p:nvSpPr>
          <p:cNvPr id="78868" name="Rectangle 21">
            <a:extLst>
              <a:ext uri="{FF2B5EF4-FFF2-40B4-BE49-F238E27FC236}">
                <a16:creationId xmlns:a16="http://schemas.microsoft.com/office/drawing/2014/main" id="{18EB969F-07E5-E906-BD58-6DBCEF0B79B7}"/>
              </a:ext>
            </a:extLst>
          </p:cNvPr>
          <p:cNvSpPr>
            <a:spLocks noChangeArrowheads="1"/>
          </p:cNvSpPr>
          <p:nvPr/>
        </p:nvSpPr>
        <p:spPr bwMode="auto">
          <a:xfrm>
            <a:off x="1374775" y="3365500"/>
            <a:ext cx="365125" cy="2032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869" name="Rectangle 22">
            <a:extLst>
              <a:ext uri="{FF2B5EF4-FFF2-40B4-BE49-F238E27FC236}">
                <a16:creationId xmlns:a16="http://schemas.microsoft.com/office/drawing/2014/main" id="{2BCED8A1-A1A0-E665-92B5-9CC9E965BAF3}"/>
              </a:ext>
            </a:extLst>
          </p:cNvPr>
          <p:cNvSpPr>
            <a:spLocks noChangeArrowheads="1"/>
          </p:cNvSpPr>
          <p:nvPr/>
        </p:nvSpPr>
        <p:spPr bwMode="auto">
          <a:xfrm rot="5400000">
            <a:off x="1266031" y="4429919"/>
            <a:ext cx="6334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IUnit</a:t>
            </a:r>
          </a:p>
        </p:txBody>
      </p:sp>
      <p:sp>
        <p:nvSpPr>
          <p:cNvPr id="78870" name="Rectangle 23">
            <a:extLst>
              <a:ext uri="{FF2B5EF4-FFF2-40B4-BE49-F238E27FC236}">
                <a16:creationId xmlns:a16="http://schemas.microsoft.com/office/drawing/2014/main" id="{CDBD6CEB-2FD0-F2D8-FAD5-FF8E46A1A39F}"/>
              </a:ext>
            </a:extLst>
          </p:cNvPr>
          <p:cNvSpPr>
            <a:spLocks noChangeArrowheads="1"/>
          </p:cNvSpPr>
          <p:nvPr/>
        </p:nvSpPr>
        <p:spPr bwMode="auto">
          <a:xfrm>
            <a:off x="1357313" y="3986213"/>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a:t>
            </a:r>
          </a:p>
        </p:txBody>
      </p:sp>
      <p:sp>
        <p:nvSpPr>
          <p:cNvPr id="78871" name="Rectangle 24">
            <a:extLst>
              <a:ext uri="{FF2B5EF4-FFF2-40B4-BE49-F238E27FC236}">
                <a16:creationId xmlns:a16="http://schemas.microsoft.com/office/drawing/2014/main" id="{221A4C12-8899-75CC-4C6E-88F07D813D52}"/>
              </a:ext>
            </a:extLst>
          </p:cNvPr>
          <p:cNvSpPr>
            <a:spLocks noChangeArrowheads="1"/>
          </p:cNvSpPr>
          <p:nvPr/>
        </p:nvSpPr>
        <p:spPr bwMode="auto">
          <a:xfrm>
            <a:off x="1509713" y="5065713"/>
            <a:ext cx="260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a:t>
            </a:r>
          </a:p>
        </p:txBody>
      </p:sp>
      <p:sp>
        <p:nvSpPr>
          <p:cNvPr id="78872" name="Rectangle 25">
            <a:extLst>
              <a:ext uri="{FF2B5EF4-FFF2-40B4-BE49-F238E27FC236}">
                <a16:creationId xmlns:a16="http://schemas.microsoft.com/office/drawing/2014/main" id="{95DA6340-C21A-18AA-C606-436CEE99583C}"/>
              </a:ext>
            </a:extLst>
          </p:cNvPr>
          <p:cNvSpPr>
            <a:spLocks noChangeArrowheads="1"/>
          </p:cNvSpPr>
          <p:nvPr/>
        </p:nvSpPr>
        <p:spPr bwMode="auto">
          <a:xfrm>
            <a:off x="3073400" y="3981450"/>
            <a:ext cx="608013" cy="11874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873" name="Rectangle 26">
            <a:extLst>
              <a:ext uri="{FF2B5EF4-FFF2-40B4-BE49-F238E27FC236}">
                <a16:creationId xmlns:a16="http://schemas.microsoft.com/office/drawing/2014/main" id="{93666FCB-DB44-4BA3-9ED9-4648CB38F159}"/>
              </a:ext>
            </a:extLst>
          </p:cNvPr>
          <p:cNvSpPr>
            <a:spLocks noChangeArrowheads="1"/>
          </p:cNvSpPr>
          <p:nvPr/>
        </p:nvSpPr>
        <p:spPr bwMode="auto">
          <a:xfrm>
            <a:off x="3005138" y="4611688"/>
            <a:ext cx="6778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RFile</a:t>
            </a:r>
          </a:p>
        </p:txBody>
      </p:sp>
      <p:sp>
        <p:nvSpPr>
          <p:cNvPr id="78874" name="Rectangle 27">
            <a:extLst>
              <a:ext uri="{FF2B5EF4-FFF2-40B4-BE49-F238E27FC236}">
                <a16:creationId xmlns:a16="http://schemas.microsoft.com/office/drawing/2014/main" id="{AA99550D-96FB-B6A5-71AA-5B49A22BDBFC}"/>
              </a:ext>
            </a:extLst>
          </p:cNvPr>
          <p:cNvSpPr>
            <a:spLocks noChangeArrowheads="1"/>
          </p:cNvSpPr>
          <p:nvPr/>
        </p:nvSpPr>
        <p:spPr bwMode="auto">
          <a:xfrm>
            <a:off x="3338513" y="4875213"/>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78875" name="Rectangle 28">
            <a:extLst>
              <a:ext uri="{FF2B5EF4-FFF2-40B4-BE49-F238E27FC236}">
                <a16:creationId xmlns:a16="http://schemas.microsoft.com/office/drawing/2014/main" id="{E6D063C5-EF5B-7831-E53D-409ADFF61211}"/>
              </a:ext>
            </a:extLst>
          </p:cNvPr>
          <p:cNvSpPr>
            <a:spLocks noChangeArrowheads="1"/>
          </p:cNvSpPr>
          <p:nvPr/>
        </p:nvSpPr>
        <p:spPr bwMode="auto">
          <a:xfrm>
            <a:off x="3033713" y="4040188"/>
            <a:ext cx="4397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78876" name="Rectangle 29">
            <a:extLst>
              <a:ext uri="{FF2B5EF4-FFF2-40B4-BE49-F238E27FC236}">
                <a16:creationId xmlns:a16="http://schemas.microsoft.com/office/drawing/2014/main" id="{23942173-C6C7-150B-6E70-44A4B8F0C52F}"/>
              </a:ext>
            </a:extLst>
          </p:cNvPr>
          <p:cNvSpPr>
            <a:spLocks noChangeArrowheads="1"/>
          </p:cNvSpPr>
          <p:nvPr/>
        </p:nvSpPr>
        <p:spPr bwMode="auto">
          <a:xfrm>
            <a:off x="3033713" y="4370388"/>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Rb</a:t>
            </a:r>
          </a:p>
        </p:txBody>
      </p:sp>
      <p:sp>
        <p:nvSpPr>
          <p:cNvPr id="78877" name="Rectangle 30">
            <a:extLst>
              <a:ext uri="{FF2B5EF4-FFF2-40B4-BE49-F238E27FC236}">
                <a16:creationId xmlns:a16="http://schemas.microsoft.com/office/drawing/2014/main" id="{B4108FDD-64D5-9225-4B05-3829E142AB9C}"/>
              </a:ext>
            </a:extLst>
          </p:cNvPr>
          <p:cNvSpPr>
            <a:spLocks noChangeArrowheads="1"/>
          </p:cNvSpPr>
          <p:nvPr/>
        </p:nvSpPr>
        <p:spPr bwMode="auto">
          <a:xfrm>
            <a:off x="2995613" y="4894263"/>
            <a:ext cx="485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Rw</a:t>
            </a:r>
          </a:p>
        </p:txBody>
      </p:sp>
      <p:sp>
        <p:nvSpPr>
          <p:cNvPr id="71711" name="Rectangle 31">
            <a:extLst>
              <a:ext uri="{FF2B5EF4-FFF2-40B4-BE49-F238E27FC236}">
                <a16:creationId xmlns:a16="http://schemas.microsoft.com/office/drawing/2014/main" id="{75784CB4-B5FE-E30B-CF25-A549B62E7567}"/>
              </a:ext>
            </a:extLst>
          </p:cNvPr>
          <p:cNvSpPr>
            <a:spLocks noChangeArrowheads="1"/>
          </p:cNvSpPr>
          <p:nvPr/>
        </p:nvSpPr>
        <p:spPr bwMode="auto">
          <a:xfrm>
            <a:off x="2981325" y="2247900"/>
            <a:ext cx="1174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rgbClr val="CC0000"/>
                </a:solidFill>
                <a:latin typeface="Arial" panose="020B0604020202020204" pitchFamily="34" charset="0"/>
                <a:ea typeface="宋体" panose="02010600030101010101" pitchFamily="2" charset="-122"/>
              </a:rPr>
              <a:t>RegWr=0</a:t>
            </a:r>
            <a:endParaRPr lang="zh-CN" altLang="en-US" u="sng">
              <a:solidFill>
                <a:srgbClr val="CC0000"/>
              </a:solidFill>
              <a:latin typeface="Arial" panose="020B0604020202020204" pitchFamily="34" charset="0"/>
              <a:ea typeface="宋体" panose="02010600030101010101" pitchFamily="2" charset="-122"/>
            </a:endParaRPr>
          </a:p>
        </p:txBody>
      </p:sp>
      <p:sp>
        <p:nvSpPr>
          <p:cNvPr id="78879" name="Line 32">
            <a:extLst>
              <a:ext uri="{FF2B5EF4-FFF2-40B4-BE49-F238E27FC236}">
                <a16:creationId xmlns:a16="http://schemas.microsoft.com/office/drawing/2014/main" id="{5256BB4C-CF0E-502F-186E-B2094506F358}"/>
              </a:ext>
            </a:extLst>
          </p:cNvPr>
          <p:cNvSpPr>
            <a:spLocks noChangeShapeType="1"/>
          </p:cNvSpPr>
          <p:nvPr/>
        </p:nvSpPr>
        <p:spPr bwMode="auto">
          <a:xfrm>
            <a:off x="5324475" y="4884738"/>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3" name="Rectangle 33">
            <a:extLst>
              <a:ext uri="{FF2B5EF4-FFF2-40B4-BE49-F238E27FC236}">
                <a16:creationId xmlns:a16="http://schemas.microsoft.com/office/drawing/2014/main" id="{5DDB826C-EF64-EE72-EA52-797CA55E6029}"/>
              </a:ext>
            </a:extLst>
          </p:cNvPr>
          <p:cNvSpPr>
            <a:spLocks noChangeArrowheads="1"/>
          </p:cNvSpPr>
          <p:nvPr/>
        </p:nvSpPr>
        <p:spPr bwMode="auto">
          <a:xfrm>
            <a:off x="2308225" y="1944688"/>
            <a:ext cx="1274763" cy="336550"/>
          </a:xfrm>
          <a:prstGeom prst="rect">
            <a:avLst/>
          </a:prstGeom>
          <a:solidFill>
            <a:schemeClr val="tx2">
              <a:lumMod val="25000"/>
              <a:lumOff val="75000"/>
            </a:schemeClr>
          </a:solidFill>
          <a:ln w="12700">
            <a:noFill/>
            <a:miter lim="800000"/>
          </a:ln>
        </p:spPr>
        <p:txBody>
          <a:bodyPr lIns="90488" tIns="44450" rIns="90488" bIns="44450">
            <a:spAutoFit/>
          </a:bodyPr>
          <a:lstStyle/>
          <a:p>
            <a:pPr eaLnBrk="0" hangingPunct="0">
              <a:defRPr/>
            </a:pPr>
            <a:r>
              <a:rPr lang="en-US" altLang="zh-CN" u="sng" dirty="0" err="1">
                <a:solidFill>
                  <a:schemeClr val="accent2"/>
                </a:solidFill>
                <a:latin typeface="Arial" panose="020B0604020202020204" pitchFamily="34" charset="0"/>
                <a:ea typeface="宋体" panose="02010600030101010101" pitchFamily="2" charset="-122"/>
              </a:rPr>
              <a:t>ExtOp</a:t>
            </a:r>
            <a:r>
              <a:rPr lang="en-US" altLang="zh-CN" u="sng" dirty="0">
                <a:solidFill>
                  <a:schemeClr val="accent2"/>
                </a:solidFill>
                <a:latin typeface="Arial" panose="020B0604020202020204" pitchFamily="34" charset="0"/>
                <a:ea typeface="宋体" panose="02010600030101010101" pitchFamily="2" charset="-122"/>
              </a:rPr>
              <a:t>=000 </a:t>
            </a:r>
          </a:p>
        </p:txBody>
      </p:sp>
      <p:sp>
        <p:nvSpPr>
          <p:cNvPr id="78881" name="Line 34">
            <a:extLst>
              <a:ext uri="{FF2B5EF4-FFF2-40B4-BE49-F238E27FC236}">
                <a16:creationId xmlns:a16="http://schemas.microsoft.com/office/drawing/2014/main" id="{B46B553D-6C24-8671-A2D9-A2478C3A6D98}"/>
              </a:ext>
            </a:extLst>
          </p:cNvPr>
          <p:cNvSpPr>
            <a:spLocks noChangeShapeType="1"/>
          </p:cNvSpPr>
          <p:nvPr/>
        </p:nvSpPr>
        <p:spPr bwMode="auto">
          <a:xfrm>
            <a:off x="5454650" y="4505325"/>
            <a:ext cx="4159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82" name="Rectangle 35">
            <a:extLst>
              <a:ext uri="{FF2B5EF4-FFF2-40B4-BE49-F238E27FC236}">
                <a16:creationId xmlns:a16="http://schemas.microsoft.com/office/drawing/2014/main" id="{4DEA2492-83B3-68D1-F534-EDF24619BAAE}"/>
              </a:ext>
            </a:extLst>
          </p:cNvPr>
          <p:cNvSpPr>
            <a:spLocks noChangeArrowheads="1"/>
          </p:cNvSpPr>
          <p:nvPr/>
        </p:nvSpPr>
        <p:spPr bwMode="auto">
          <a:xfrm>
            <a:off x="4846638" y="4306888"/>
            <a:ext cx="6540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Exec</a:t>
            </a:r>
          </a:p>
          <a:p>
            <a:pPr algn="ctr"/>
            <a:r>
              <a:rPr lang="en-US" altLang="zh-CN">
                <a:solidFill>
                  <a:schemeClr val="accent2"/>
                </a:solidFill>
                <a:latin typeface="Arial" panose="020B0604020202020204" pitchFamily="34" charset="0"/>
                <a:ea typeface="宋体" panose="02010600030101010101" pitchFamily="2" charset="-122"/>
              </a:rPr>
              <a:t>Unit</a:t>
            </a:r>
          </a:p>
        </p:txBody>
      </p:sp>
      <p:sp>
        <p:nvSpPr>
          <p:cNvPr id="78883" name="Rectangle 36">
            <a:extLst>
              <a:ext uri="{FF2B5EF4-FFF2-40B4-BE49-F238E27FC236}">
                <a16:creationId xmlns:a16="http://schemas.microsoft.com/office/drawing/2014/main" id="{5DC4E18C-9FB3-4291-73E0-581B754579D0}"/>
              </a:ext>
            </a:extLst>
          </p:cNvPr>
          <p:cNvSpPr>
            <a:spLocks noChangeArrowheads="1"/>
          </p:cNvSpPr>
          <p:nvPr/>
        </p:nvSpPr>
        <p:spPr bwMode="auto">
          <a:xfrm>
            <a:off x="4889500" y="3365500"/>
            <a:ext cx="584200" cy="1498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884" name="Rectangle 37">
            <a:extLst>
              <a:ext uri="{FF2B5EF4-FFF2-40B4-BE49-F238E27FC236}">
                <a16:creationId xmlns:a16="http://schemas.microsoft.com/office/drawing/2014/main" id="{21BFC07B-F574-8492-C25D-B6F954DF891F}"/>
              </a:ext>
            </a:extLst>
          </p:cNvPr>
          <p:cNvSpPr>
            <a:spLocks noChangeArrowheads="1"/>
          </p:cNvSpPr>
          <p:nvPr/>
        </p:nvSpPr>
        <p:spPr bwMode="auto">
          <a:xfrm>
            <a:off x="4862513" y="3887788"/>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78885" name="Rectangle 38">
            <a:extLst>
              <a:ext uri="{FF2B5EF4-FFF2-40B4-BE49-F238E27FC236}">
                <a16:creationId xmlns:a16="http://schemas.microsoft.com/office/drawing/2014/main" id="{2955C99F-0181-832D-F47B-C62C07E728A1}"/>
              </a:ext>
            </a:extLst>
          </p:cNvPr>
          <p:cNvSpPr>
            <a:spLocks noChangeArrowheads="1"/>
          </p:cNvSpPr>
          <p:nvPr/>
        </p:nvSpPr>
        <p:spPr bwMode="auto">
          <a:xfrm>
            <a:off x="4862513" y="4141788"/>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sp>
        <p:nvSpPr>
          <p:cNvPr id="78886" name="Line 39">
            <a:extLst>
              <a:ext uri="{FF2B5EF4-FFF2-40B4-BE49-F238E27FC236}">
                <a16:creationId xmlns:a16="http://schemas.microsoft.com/office/drawing/2014/main" id="{FF4148AD-46E9-8253-2C88-C85368F3065B}"/>
              </a:ext>
            </a:extLst>
          </p:cNvPr>
          <p:cNvSpPr>
            <a:spLocks noChangeShapeType="1"/>
          </p:cNvSpPr>
          <p:nvPr/>
        </p:nvSpPr>
        <p:spPr bwMode="auto">
          <a:xfrm flipH="1">
            <a:off x="2851150" y="2278063"/>
            <a:ext cx="0" cy="1344612"/>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87" name="Rectangle 40">
            <a:extLst>
              <a:ext uri="{FF2B5EF4-FFF2-40B4-BE49-F238E27FC236}">
                <a16:creationId xmlns:a16="http://schemas.microsoft.com/office/drawing/2014/main" id="{8FD648AC-5DCD-FEA8-D6E2-C2CAA7A2E89E}"/>
              </a:ext>
            </a:extLst>
          </p:cNvPr>
          <p:cNvSpPr>
            <a:spLocks noChangeArrowheads="1"/>
          </p:cNvSpPr>
          <p:nvPr/>
        </p:nvSpPr>
        <p:spPr bwMode="auto">
          <a:xfrm>
            <a:off x="4862513" y="3636963"/>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78888" name="Line 41">
            <a:extLst>
              <a:ext uri="{FF2B5EF4-FFF2-40B4-BE49-F238E27FC236}">
                <a16:creationId xmlns:a16="http://schemas.microsoft.com/office/drawing/2014/main" id="{BF7241B6-85AA-4F11-C11E-8B422DAE8F62}"/>
              </a:ext>
            </a:extLst>
          </p:cNvPr>
          <p:cNvSpPr>
            <a:spLocks noChangeShapeType="1"/>
          </p:cNvSpPr>
          <p:nvPr/>
        </p:nvSpPr>
        <p:spPr bwMode="auto">
          <a:xfrm>
            <a:off x="5334000" y="2298700"/>
            <a:ext cx="0" cy="10414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2" name="Rectangle 42">
            <a:extLst>
              <a:ext uri="{FF2B5EF4-FFF2-40B4-BE49-F238E27FC236}">
                <a16:creationId xmlns:a16="http://schemas.microsoft.com/office/drawing/2014/main" id="{46110DC0-A376-65CE-DABF-F495486ED045}"/>
              </a:ext>
            </a:extLst>
          </p:cNvPr>
          <p:cNvSpPr>
            <a:spLocks noChangeArrowheads="1"/>
          </p:cNvSpPr>
          <p:nvPr/>
        </p:nvSpPr>
        <p:spPr bwMode="auto">
          <a:xfrm>
            <a:off x="4557713" y="1981200"/>
            <a:ext cx="1100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ALUctr=0</a:t>
            </a:r>
            <a:endParaRPr lang="en-US" altLang="zh-CN" u="sng">
              <a:solidFill>
                <a:schemeClr val="accent2"/>
              </a:solidFill>
              <a:latin typeface="微软雅黑" panose="020B0503020204020204" pitchFamily="34" charset="-122"/>
              <a:ea typeface="微软雅黑" panose="020B0503020204020204" pitchFamily="34" charset="-122"/>
            </a:endParaRPr>
          </a:p>
        </p:txBody>
      </p:sp>
      <p:sp>
        <p:nvSpPr>
          <p:cNvPr id="71723" name="Rectangle 43">
            <a:extLst>
              <a:ext uri="{FF2B5EF4-FFF2-40B4-BE49-F238E27FC236}">
                <a16:creationId xmlns:a16="http://schemas.microsoft.com/office/drawing/2014/main" id="{FEF114D1-54E5-9046-5252-7F61FF01E696}"/>
              </a:ext>
            </a:extLst>
          </p:cNvPr>
          <p:cNvSpPr>
            <a:spLocks noChangeArrowheads="1"/>
          </p:cNvSpPr>
          <p:nvPr/>
        </p:nvSpPr>
        <p:spPr bwMode="auto">
          <a:xfrm>
            <a:off x="5111750" y="5970588"/>
            <a:ext cx="13255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ALUBSrc=0</a:t>
            </a:r>
          </a:p>
        </p:txBody>
      </p:sp>
      <p:sp>
        <p:nvSpPr>
          <p:cNvPr id="78891" name="Line 45">
            <a:extLst>
              <a:ext uri="{FF2B5EF4-FFF2-40B4-BE49-F238E27FC236}">
                <a16:creationId xmlns:a16="http://schemas.microsoft.com/office/drawing/2014/main" id="{D5E3F9CD-B36D-FCF9-102F-3E3FB4ED2197}"/>
              </a:ext>
            </a:extLst>
          </p:cNvPr>
          <p:cNvSpPr>
            <a:spLocks noChangeShapeType="1"/>
          </p:cNvSpPr>
          <p:nvPr/>
        </p:nvSpPr>
        <p:spPr bwMode="auto">
          <a:xfrm>
            <a:off x="4356100" y="3810000"/>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8892" name="Group 201">
            <a:extLst>
              <a:ext uri="{FF2B5EF4-FFF2-40B4-BE49-F238E27FC236}">
                <a16:creationId xmlns:a16="http://schemas.microsoft.com/office/drawing/2014/main" id="{E5A98817-35E7-9BBA-C451-B3AA1D4079B4}"/>
              </a:ext>
            </a:extLst>
          </p:cNvPr>
          <p:cNvGrpSpPr>
            <a:grpSpLocks/>
          </p:cNvGrpSpPr>
          <p:nvPr/>
        </p:nvGrpSpPr>
        <p:grpSpPr bwMode="auto">
          <a:xfrm>
            <a:off x="4321175" y="4038600"/>
            <a:ext cx="558800" cy="304800"/>
            <a:chOff x="2722" y="2544"/>
            <a:chExt cx="352" cy="192"/>
          </a:xfrm>
        </p:grpSpPr>
        <p:sp>
          <p:nvSpPr>
            <p:cNvPr id="78893" name="Line 46">
              <a:extLst>
                <a:ext uri="{FF2B5EF4-FFF2-40B4-BE49-F238E27FC236}">
                  <a16:creationId xmlns:a16="http://schemas.microsoft.com/office/drawing/2014/main" id="{26C31618-B5AD-8A65-C2B5-28C32F3047A9}"/>
                </a:ext>
              </a:extLst>
            </p:cNvPr>
            <p:cNvSpPr>
              <a:spLocks noChangeShapeType="1"/>
            </p:cNvSpPr>
            <p:nvPr/>
          </p:nvSpPr>
          <p:spPr bwMode="auto">
            <a:xfrm>
              <a:off x="2728" y="2736"/>
              <a:ext cx="34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94" name="Line 47">
              <a:extLst>
                <a:ext uri="{FF2B5EF4-FFF2-40B4-BE49-F238E27FC236}">
                  <a16:creationId xmlns:a16="http://schemas.microsoft.com/office/drawing/2014/main" id="{3FA908BD-653B-D8BA-D5F5-4FFA764CF274}"/>
                </a:ext>
              </a:extLst>
            </p:cNvPr>
            <p:cNvSpPr>
              <a:spLocks noChangeShapeType="1"/>
            </p:cNvSpPr>
            <p:nvPr/>
          </p:nvSpPr>
          <p:spPr bwMode="auto">
            <a:xfrm>
              <a:off x="2722" y="2544"/>
              <a:ext cx="35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8895" name="Group 204">
            <a:extLst>
              <a:ext uri="{FF2B5EF4-FFF2-40B4-BE49-F238E27FC236}">
                <a16:creationId xmlns:a16="http://schemas.microsoft.com/office/drawing/2014/main" id="{6CE37990-C2F9-CBB0-7752-5BBD292B732B}"/>
              </a:ext>
            </a:extLst>
          </p:cNvPr>
          <p:cNvGrpSpPr>
            <a:grpSpLocks/>
          </p:cNvGrpSpPr>
          <p:nvPr/>
        </p:nvGrpSpPr>
        <p:grpSpPr bwMode="auto">
          <a:xfrm>
            <a:off x="3683000" y="4038600"/>
            <a:ext cx="330200" cy="304800"/>
            <a:chOff x="2320" y="2544"/>
            <a:chExt cx="208" cy="192"/>
          </a:xfrm>
        </p:grpSpPr>
        <p:sp>
          <p:nvSpPr>
            <p:cNvPr id="37074" name="Line 44">
              <a:extLst>
                <a:ext uri="{FF2B5EF4-FFF2-40B4-BE49-F238E27FC236}">
                  <a16:creationId xmlns:a16="http://schemas.microsoft.com/office/drawing/2014/main" id="{C9C919FE-F06C-4EE8-7EB9-0CA3B5F14E61}"/>
                </a:ext>
              </a:extLst>
            </p:cNvPr>
            <p:cNvSpPr>
              <a:spLocks noChangeShapeType="1"/>
            </p:cNvSpPr>
            <p:nvPr/>
          </p:nvSpPr>
          <p:spPr bwMode="auto">
            <a:xfrm>
              <a:off x="2320" y="2544"/>
              <a:ext cx="208"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37075" name="Line 48">
              <a:extLst>
                <a:ext uri="{FF2B5EF4-FFF2-40B4-BE49-F238E27FC236}">
                  <a16:creationId xmlns:a16="http://schemas.microsoft.com/office/drawing/2014/main" id="{A5D06CDE-2FEE-9F38-7105-C38ADDD0FBF8}"/>
                </a:ext>
              </a:extLst>
            </p:cNvPr>
            <p:cNvSpPr>
              <a:spLocks noChangeShapeType="1"/>
            </p:cNvSpPr>
            <p:nvPr/>
          </p:nvSpPr>
          <p:spPr bwMode="auto">
            <a:xfrm>
              <a:off x="2320" y="2736"/>
              <a:ext cx="208"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grpSp>
      <p:sp>
        <p:nvSpPr>
          <p:cNvPr id="78898" name="Line 51">
            <a:extLst>
              <a:ext uri="{FF2B5EF4-FFF2-40B4-BE49-F238E27FC236}">
                <a16:creationId xmlns:a16="http://schemas.microsoft.com/office/drawing/2014/main" id="{6B9366D8-8770-51B8-9CD5-3C2EF1CDFD8F}"/>
              </a:ext>
            </a:extLst>
          </p:cNvPr>
          <p:cNvSpPr>
            <a:spLocks noChangeShapeType="1"/>
          </p:cNvSpPr>
          <p:nvPr/>
        </p:nvSpPr>
        <p:spPr bwMode="auto">
          <a:xfrm>
            <a:off x="6197600" y="4495800"/>
            <a:ext cx="558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99" name="Line 52">
            <a:extLst>
              <a:ext uri="{FF2B5EF4-FFF2-40B4-BE49-F238E27FC236}">
                <a16:creationId xmlns:a16="http://schemas.microsoft.com/office/drawing/2014/main" id="{77381DE4-E51C-1A83-3AC9-342BFD14FCCF}"/>
              </a:ext>
            </a:extLst>
          </p:cNvPr>
          <p:cNvSpPr>
            <a:spLocks noChangeShapeType="1"/>
          </p:cNvSpPr>
          <p:nvPr/>
        </p:nvSpPr>
        <p:spPr bwMode="auto">
          <a:xfrm>
            <a:off x="4495800" y="4356100"/>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0" name="Line 53">
            <a:extLst>
              <a:ext uri="{FF2B5EF4-FFF2-40B4-BE49-F238E27FC236}">
                <a16:creationId xmlns:a16="http://schemas.microsoft.com/office/drawing/2014/main" id="{2D7035BB-4686-DB5D-3292-BAE760EE6BEA}"/>
              </a:ext>
            </a:extLst>
          </p:cNvPr>
          <p:cNvSpPr>
            <a:spLocks noChangeShapeType="1"/>
          </p:cNvSpPr>
          <p:nvPr/>
        </p:nvSpPr>
        <p:spPr bwMode="auto">
          <a:xfrm>
            <a:off x="4508500" y="5029200"/>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01" name="Line 54">
            <a:extLst>
              <a:ext uri="{FF2B5EF4-FFF2-40B4-BE49-F238E27FC236}">
                <a16:creationId xmlns:a16="http://schemas.microsoft.com/office/drawing/2014/main" id="{CFB74038-46D2-012C-56AD-5916F33D2D75}"/>
              </a:ext>
            </a:extLst>
          </p:cNvPr>
          <p:cNvSpPr>
            <a:spLocks noChangeShapeType="1"/>
          </p:cNvSpPr>
          <p:nvPr/>
        </p:nvSpPr>
        <p:spPr bwMode="auto">
          <a:xfrm>
            <a:off x="6184900" y="5029200"/>
            <a:ext cx="584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02" name="Line 55">
            <a:extLst>
              <a:ext uri="{FF2B5EF4-FFF2-40B4-BE49-F238E27FC236}">
                <a16:creationId xmlns:a16="http://schemas.microsoft.com/office/drawing/2014/main" id="{C479B4EB-29D7-1F83-BF0E-F1F29BC74DDA}"/>
              </a:ext>
            </a:extLst>
          </p:cNvPr>
          <p:cNvSpPr>
            <a:spLocks noChangeShapeType="1"/>
          </p:cNvSpPr>
          <p:nvPr/>
        </p:nvSpPr>
        <p:spPr bwMode="auto">
          <a:xfrm>
            <a:off x="6413500" y="47244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03" name="Line 56">
            <a:extLst>
              <a:ext uri="{FF2B5EF4-FFF2-40B4-BE49-F238E27FC236}">
                <a16:creationId xmlns:a16="http://schemas.microsoft.com/office/drawing/2014/main" id="{99B23C20-331F-C27E-8DC1-A66DC7A62314}"/>
              </a:ext>
            </a:extLst>
          </p:cNvPr>
          <p:cNvSpPr>
            <a:spLocks noChangeShapeType="1"/>
          </p:cNvSpPr>
          <p:nvPr/>
        </p:nvSpPr>
        <p:spPr bwMode="auto">
          <a:xfrm>
            <a:off x="6400800" y="4508500"/>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4" name="Line 57">
            <a:extLst>
              <a:ext uri="{FF2B5EF4-FFF2-40B4-BE49-F238E27FC236}">
                <a16:creationId xmlns:a16="http://schemas.microsoft.com/office/drawing/2014/main" id="{8314EADC-95E0-74A3-596B-BF31187C7314}"/>
              </a:ext>
            </a:extLst>
          </p:cNvPr>
          <p:cNvSpPr>
            <a:spLocks noChangeShapeType="1"/>
          </p:cNvSpPr>
          <p:nvPr/>
        </p:nvSpPr>
        <p:spPr bwMode="auto">
          <a:xfrm>
            <a:off x="7416800" y="4572000"/>
            <a:ext cx="330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05" name="Line 58">
            <a:extLst>
              <a:ext uri="{FF2B5EF4-FFF2-40B4-BE49-F238E27FC236}">
                <a16:creationId xmlns:a16="http://schemas.microsoft.com/office/drawing/2014/main" id="{E4157525-B2A4-C59C-D822-1F3C938A1890}"/>
              </a:ext>
            </a:extLst>
          </p:cNvPr>
          <p:cNvSpPr>
            <a:spLocks noChangeShapeType="1"/>
          </p:cNvSpPr>
          <p:nvPr/>
        </p:nvSpPr>
        <p:spPr bwMode="auto">
          <a:xfrm>
            <a:off x="6413500" y="5181600"/>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8906" name="Group 66">
            <a:extLst>
              <a:ext uri="{FF2B5EF4-FFF2-40B4-BE49-F238E27FC236}">
                <a16:creationId xmlns:a16="http://schemas.microsoft.com/office/drawing/2014/main" id="{CB6D513B-0645-C305-19D7-00F2DB154536}"/>
              </a:ext>
            </a:extLst>
          </p:cNvPr>
          <p:cNvGrpSpPr>
            <a:grpSpLocks/>
          </p:cNvGrpSpPr>
          <p:nvPr/>
        </p:nvGrpSpPr>
        <p:grpSpPr bwMode="auto">
          <a:xfrm>
            <a:off x="8397875" y="4432300"/>
            <a:ext cx="333375" cy="949325"/>
            <a:chOff x="5290" y="2792"/>
            <a:chExt cx="210" cy="598"/>
          </a:xfrm>
        </p:grpSpPr>
        <p:sp>
          <p:nvSpPr>
            <p:cNvPr id="78907" name="Line 59">
              <a:extLst>
                <a:ext uri="{FF2B5EF4-FFF2-40B4-BE49-F238E27FC236}">
                  <a16:creationId xmlns:a16="http://schemas.microsoft.com/office/drawing/2014/main" id="{B22EF6C4-D2A0-2EB5-F792-4745D608CB5E}"/>
                </a:ext>
              </a:extLst>
            </p:cNvPr>
            <p:cNvSpPr>
              <a:spLocks noChangeShapeType="1"/>
            </p:cNvSpPr>
            <p:nvPr/>
          </p:nvSpPr>
          <p:spPr bwMode="auto">
            <a:xfrm>
              <a:off x="5328" y="2792"/>
              <a:ext cx="0" cy="5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8" name="Line 60">
              <a:extLst>
                <a:ext uri="{FF2B5EF4-FFF2-40B4-BE49-F238E27FC236}">
                  <a16:creationId xmlns:a16="http://schemas.microsoft.com/office/drawing/2014/main" id="{8540D121-5E79-5B51-85D3-F52A433BF807}"/>
                </a:ext>
              </a:extLst>
            </p:cNvPr>
            <p:cNvSpPr>
              <a:spLocks noChangeShapeType="1"/>
            </p:cNvSpPr>
            <p:nvPr/>
          </p:nvSpPr>
          <p:spPr bwMode="auto">
            <a:xfrm>
              <a:off x="5336" y="2792"/>
              <a:ext cx="128" cy="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9" name="Line 61">
              <a:extLst>
                <a:ext uri="{FF2B5EF4-FFF2-40B4-BE49-F238E27FC236}">
                  <a16:creationId xmlns:a16="http://schemas.microsoft.com/office/drawing/2014/main" id="{11E48EFA-C3E1-82C4-B44C-ED36789E41B3}"/>
                </a:ext>
              </a:extLst>
            </p:cNvPr>
            <p:cNvSpPr>
              <a:spLocks noChangeShapeType="1"/>
            </p:cNvSpPr>
            <p:nvPr/>
          </p:nvSpPr>
          <p:spPr bwMode="auto">
            <a:xfrm flipV="1">
              <a:off x="5336" y="3283"/>
              <a:ext cx="128"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10" name="Line 62">
              <a:extLst>
                <a:ext uri="{FF2B5EF4-FFF2-40B4-BE49-F238E27FC236}">
                  <a16:creationId xmlns:a16="http://schemas.microsoft.com/office/drawing/2014/main" id="{DF793669-3D8E-DDA2-0C2D-BD2D09BB2DE7}"/>
                </a:ext>
              </a:extLst>
            </p:cNvPr>
            <p:cNvSpPr>
              <a:spLocks noChangeShapeType="1"/>
            </p:cNvSpPr>
            <p:nvPr/>
          </p:nvSpPr>
          <p:spPr bwMode="auto">
            <a:xfrm>
              <a:off x="5472" y="2844"/>
              <a:ext cx="0" cy="4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11" name="Rectangle 63">
              <a:extLst>
                <a:ext uri="{FF2B5EF4-FFF2-40B4-BE49-F238E27FC236}">
                  <a16:creationId xmlns:a16="http://schemas.microsoft.com/office/drawing/2014/main" id="{B40EDB5E-8568-EC85-EE1B-132D8A00FBAB}"/>
                </a:ext>
              </a:extLst>
            </p:cNvPr>
            <p:cNvSpPr>
              <a:spLocks noChangeArrowheads="1"/>
            </p:cNvSpPr>
            <p:nvPr/>
          </p:nvSpPr>
          <p:spPr bwMode="auto">
            <a:xfrm rot="5400000">
              <a:off x="5210" y="2976"/>
              <a:ext cx="3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Mux</a:t>
              </a:r>
            </a:p>
          </p:txBody>
        </p:sp>
        <p:sp>
          <p:nvSpPr>
            <p:cNvPr id="78912" name="Rectangle 64">
              <a:extLst>
                <a:ext uri="{FF2B5EF4-FFF2-40B4-BE49-F238E27FC236}">
                  <a16:creationId xmlns:a16="http://schemas.microsoft.com/office/drawing/2014/main" id="{C911A338-D72B-1046-8E85-B79C64B1BD0C}"/>
                </a:ext>
              </a:extLst>
            </p:cNvPr>
            <p:cNvSpPr>
              <a:spLocks noChangeArrowheads="1"/>
            </p:cNvSpPr>
            <p:nvPr/>
          </p:nvSpPr>
          <p:spPr bwMode="auto">
            <a:xfrm>
              <a:off x="5303" y="280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1</a:t>
              </a:r>
              <a:endParaRPr lang="zh-CN" altLang="en-US" sz="1400" b="0">
                <a:ea typeface="宋体" panose="02010600030101010101" pitchFamily="2" charset="-122"/>
              </a:endParaRPr>
            </a:p>
          </p:txBody>
        </p:sp>
        <p:sp>
          <p:nvSpPr>
            <p:cNvPr id="78913" name="Rectangle 65">
              <a:extLst>
                <a:ext uri="{FF2B5EF4-FFF2-40B4-BE49-F238E27FC236}">
                  <a16:creationId xmlns:a16="http://schemas.microsoft.com/office/drawing/2014/main" id="{A201ADB9-5D86-6EEE-4DAF-606BF5767D60}"/>
                </a:ext>
              </a:extLst>
            </p:cNvPr>
            <p:cNvSpPr>
              <a:spLocks noChangeArrowheads="1"/>
            </p:cNvSpPr>
            <p:nvPr/>
          </p:nvSpPr>
          <p:spPr bwMode="auto">
            <a:xfrm>
              <a:off x="5303" y="319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0</a:t>
              </a:r>
              <a:endParaRPr lang="zh-CN" altLang="en-US" sz="1400" b="0">
                <a:ea typeface="宋体" panose="02010600030101010101" pitchFamily="2" charset="-122"/>
              </a:endParaRPr>
            </a:p>
          </p:txBody>
        </p:sp>
      </p:grpSp>
      <p:sp>
        <p:nvSpPr>
          <p:cNvPr id="78914" name="Line 67">
            <a:extLst>
              <a:ext uri="{FF2B5EF4-FFF2-40B4-BE49-F238E27FC236}">
                <a16:creationId xmlns:a16="http://schemas.microsoft.com/office/drawing/2014/main" id="{50B5483F-EE27-0CCA-8E1D-84C58DB34B68}"/>
              </a:ext>
            </a:extLst>
          </p:cNvPr>
          <p:cNvSpPr>
            <a:spLocks noChangeShapeType="1"/>
          </p:cNvSpPr>
          <p:nvPr/>
        </p:nvSpPr>
        <p:spPr bwMode="auto">
          <a:xfrm>
            <a:off x="8089900" y="45720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15" name="Line 68">
            <a:extLst>
              <a:ext uri="{FF2B5EF4-FFF2-40B4-BE49-F238E27FC236}">
                <a16:creationId xmlns:a16="http://schemas.microsoft.com/office/drawing/2014/main" id="{B690B96E-A9C7-1D5C-44BC-8AFDAC84B403}"/>
              </a:ext>
            </a:extLst>
          </p:cNvPr>
          <p:cNvSpPr>
            <a:spLocks noChangeShapeType="1"/>
          </p:cNvSpPr>
          <p:nvPr/>
        </p:nvSpPr>
        <p:spPr bwMode="auto">
          <a:xfrm>
            <a:off x="8089900" y="51816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22" name="Line 70">
            <a:extLst>
              <a:ext uri="{FF2B5EF4-FFF2-40B4-BE49-F238E27FC236}">
                <a16:creationId xmlns:a16="http://schemas.microsoft.com/office/drawing/2014/main" id="{41C21E71-1ECD-051C-06ED-EABB678DC1D8}"/>
              </a:ext>
            </a:extLst>
          </p:cNvPr>
          <p:cNvSpPr>
            <a:spLocks noChangeShapeType="1"/>
          </p:cNvSpPr>
          <p:nvPr/>
        </p:nvSpPr>
        <p:spPr bwMode="auto">
          <a:xfrm>
            <a:off x="2679700" y="5562600"/>
            <a:ext cx="1346200"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78917" name="Line 72">
            <a:extLst>
              <a:ext uri="{FF2B5EF4-FFF2-40B4-BE49-F238E27FC236}">
                <a16:creationId xmlns:a16="http://schemas.microsoft.com/office/drawing/2014/main" id="{0C66B8BA-7C83-FAA1-68E3-287B220D990A}"/>
              </a:ext>
            </a:extLst>
          </p:cNvPr>
          <p:cNvSpPr>
            <a:spLocks noChangeShapeType="1"/>
          </p:cNvSpPr>
          <p:nvPr/>
        </p:nvSpPr>
        <p:spPr bwMode="auto">
          <a:xfrm>
            <a:off x="5484813" y="3611563"/>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18" name="Line 74">
            <a:extLst>
              <a:ext uri="{FF2B5EF4-FFF2-40B4-BE49-F238E27FC236}">
                <a16:creationId xmlns:a16="http://schemas.microsoft.com/office/drawing/2014/main" id="{42EFB865-9DBE-B96A-2B01-CBAABED794E1}"/>
              </a:ext>
            </a:extLst>
          </p:cNvPr>
          <p:cNvSpPr>
            <a:spLocks noChangeShapeType="1"/>
          </p:cNvSpPr>
          <p:nvPr/>
        </p:nvSpPr>
        <p:spPr bwMode="auto">
          <a:xfrm>
            <a:off x="8534400" y="5346700"/>
            <a:ext cx="0" cy="736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5" name="Rectangle 75">
            <a:extLst>
              <a:ext uri="{FF2B5EF4-FFF2-40B4-BE49-F238E27FC236}">
                <a16:creationId xmlns:a16="http://schemas.microsoft.com/office/drawing/2014/main" id="{398999B0-92B6-300A-09D6-B99475B58A9A}"/>
              </a:ext>
            </a:extLst>
          </p:cNvPr>
          <p:cNvSpPr>
            <a:spLocks noChangeArrowheads="1"/>
          </p:cNvSpPr>
          <p:nvPr/>
        </p:nvSpPr>
        <p:spPr bwMode="auto">
          <a:xfrm>
            <a:off x="7437438" y="6037263"/>
            <a:ext cx="1465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CC0000"/>
                </a:solidFill>
                <a:latin typeface="Arial" panose="020B0604020202020204" pitchFamily="34" charset="0"/>
                <a:ea typeface="宋体" panose="02010600030101010101" pitchFamily="2" charset="-122"/>
              </a:rPr>
              <a:t>MemtoReg=0</a:t>
            </a:r>
          </a:p>
        </p:txBody>
      </p:sp>
      <p:sp>
        <p:nvSpPr>
          <p:cNvPr id="78920" name="Line 83">
            <a:extLst>
              <a:ext uri="{FF2B5EF4-FFF2-40B4-BE49-F238E27FC236}">
                <a16:creationId xmlns:a16="http://schemas.microsoft.com/office/drawing/2014/main" id="{501EFE6F-4EC7-3DF5-06B4-09D07DED57C8}"/>
              </a:ext>
            </a:extLst>
          </p:cNvPr>
          <p:cNvSpPr>
            <a:spLocks noChangeShapeType="1"/>
          </p:cNvSpPr>
          <p:nvPr/>
        </p:nvSpPr>
        <p:spPr bwMode="auto">
          <a:xfrm>
            <a:off x="4960938" y="4876800"/>
            <a:ext cx="3175"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4" name="Rectangle 84">
            <a:extLst>
              <a:ext uri="{FF2B5EF4-FFF2-40B4-BE49-F238E27FC236}">
                <a16:creationId xmlns:a16="http://schemas.microsoft.com/office/drawing/2014/main" id="{C4F11D72-7E4F-3B4C-7864-41D7704B3CFB}"/>
              </a:ext>
            </a:extLst>
          </p:cNvPr>
          <p:cNvSpPr>
            <a:spLocks noChangeArrowheads="1"/>
          </p:cNvSpPr>
          <p:nvPr/>
        </p:nvSpPr>
        <p:spPr bwMode="auto">
          <a:xfrm>
            <a:off x="3856038" y="5954713"/>
            <a:ext cx="1314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ALUASrc=0</a:t>
            </a:r>
          </a:p>
        </p:txBody>
      </p:sp>
      <p:sp>
        <p:nvSpPr>
          <p:cNvPr id="78922" name="Rectangle 86">
            <a:extLst>
              <a:ext uri="{FF2B5EF4-FFF2-40B4-BE49-F238E27FC236}">
                <a16:creationId xmlns:a16="http://schemas.microsoft.com/office/drawing/2014/main" id="{0B4DCD58-724F-D7A4-605F-28E0EB9138F1}"/>
              </a:ext>
            </a:extLst>
          </p:cNvPr>
          <p:cNvSpPr>
            <a:spLocks noChangeArrowheads="1"/>
          </p:cNvSpPr>
          <p:nvPr/>
        </p:nvSpPr>
        <p:spPr bwMode="auto">
          <a:xfrm>
            <a:off x="2652713" y="5281613"/>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Rd</a:t>
            </a:r>
          </a:p>
        </p:txBody>
      </p:sp>
      <p:sp>
        <p:nvSpPr>
          <p:cNvPr id="78923" name="Rectangle 87">
            <a:extLst>
              <a:ext uri="{FF2B5EF4-FFF2-40B4-BE49-F238E27FC236}">
                <a16:creationId xmlns:a16="http://schemas.microsoft.com/office/drawing/2014/main" id="{AC209817-D3F7-7BF0-88CD-B0597446E9D1}"/>
              </a:ext>
            </a:extLst>
          </p:cNvPr>
          <p:cNvSpPr>
            <a:spLocks noChangeArrowheads="1"/>
          </p:cNvSpPr>
          <p:nvPr/>
        </p:nvSpPr>
        <p:spPr bwMode="auto">
          <a:xfrm>
            <a:off x="3451225" y="3457575"/>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78924" name="Line 88">
            <a:extLst>
              <a:ext uri="{FF2B5EF4-FFF2-40B4-BE49-F238E27FC236}">
                <a16:creationId xmlns:a16="http://schemas.microsoft.com/office/drawing/2014/main" id="{5882D36C-F669-402A-219C-54483E58A38B}"/>
              </a:ext>
            </a:extLst>
          </p:cNvPr>
          <p:cNvSpPr>
            <a:spLocks noChangeShapeType="1"/>
          </p:cNvSpPr>
          <p:nvPr/>
        </p:nvSpPr>
        <p:spPr bwMode="auto">
          <a:xfrm>
            <a:off x="1743075" y="5257800"/>
            <a:ext cx="468313"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31" name="Line 89">
            <a:extLst>
              <a:ext uri="{FF2B5EF4-FFF2-40B4-BE49-F238E27FC236}">
                <a16:creationId xmlns:a16="http://schemas.microsoft.com/office/drawing/2014/main" id="{0186F998-0291-D363-F8D0-1A57C4380C48}"/>
              </a:ext>
            </a:extLst>
          </p:cNvPr>
          <p:cNvSpPr>
            <a:spLocks noChangeShapeType="1"/>
          </p:cNvSpPr>
          <p:nvPr/>
        </p:nvSpPr>
        <p:spPr bwMode="auto">
          <a:xfrm>
            <a:off x="2527300" y="3505200"/>
            <a:ext cx="1498600"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78926" name="Rectangle 90">
            <a:extLst>
              <a:ext uri="{FF2B5EF4-FFF2-40B4-BE49-F238E27FC236}">
                <a16:creationId xmlns:a16="http://schemas.microsoft.com/office/drawing/2014/main" id="{D3AD7924-7BE6-326B-CAA8-4F9A588AC3CB}"/>
              </a:ext>
            </a:extLst>
          </p:cNvPr>
          <p:cNvSpPr>
            <a:spLocks noChangeArrowheads="1"/>
          </p:cNvSpPr>
          <p:nvPr/>
        </p:nvSpPr>
        <p:spPr bwMode="auto">
          <a:xfrm>
            <a:off x="2862263" y="3228975"/>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78927" name="Line 91">
            <a:extLst>
              <a:ext uri="{FF2B5EF4-FFF2-40B4-BE49-F238E27FC236}">
                <a16:creationId xmlns:a16="http://schemas.microsoft.com/office/drawing/2014/main" id="{37B37142-FD12-21F0-1F5A-359CAAB81FE0}"/>
              </a:ext>
            </a:extLst>
          </p:cNvPr>
          <p:cNvSpPr>
            <a:spLocks noChangeShapeType="1"/>
          </p:cNvSpPr>
          <p:nvPr/>
        </p:nvSpPr>
        <p:spPr bwMode="auto">
          <a:xfrm>
            <a:off x="4356100" y="3505200"/>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28" name="Rectangle 92">
            <a:extLst>
              <a:ext uri="{FF2B5EF4-FFF2-40B4-BE49-F238E27FC236}">
                <a16:creationId xmlns:a16="http://schemas.microsoft.com/office/drawing/2014/main" id="{6A4FFE9D-6F11-C097-6A5B-E498C28AA60A}"/>
              </a:ext>
            </a:extLst>
          </p:cNvPr>
          <p:cNvSpPr>
            <a:spLocks noChangeArrowheads="1"/>
          </p:cNvSpPr>
          <p:nvPr/>
        </p:nvSpPr>
        <p:spPr bwMode="auto">
          <a:xfrm>
            <a:off x="4862513" y="3332163"/>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78929" name="Rectangle 93">
            <a:extLst>
              <a:ext uri="{FF2B5EF4-FFF2-40B4-BE49-F238E27FC236}">
                <a16:creationId xmlns:a16="http://schemas.microsoft.com/office/drawing/2014/main" id="{9FA5B058-EED2-8714-47D0-DC40053DC9BE}"/>
              </a:ext>
            </a:extLst>
          </p:cNvPr>
          <p:cNvSpPr>
            <a:spLocks noChangeArrowheads="1"/>
          </p:cNvSpPr>
          <p:nvPr/>
        </p:nvSpPr>
        <p:spPr bwMode="auto">
          <a:xfrm>
            <a:off x="2597150" y="3897313"/>
            <a:ext cx="5572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Rs1</a:t>
            </a:r>
          </a:p>
        </p:txBody>
      </p:sp>
      <p:sp>
        <p:nvSpPr>
          <p:cNvPr id="78930" name="Rectangle 94">
            <a:extLst>
              <a:ext uri="{FF2B5EF4-FFF2-40B4-BE49-F238E27FC236}">
                <a16:creationId xmlns:a16="http://schemas.microsoft.com/office/drawing/2014/main" id="{D69E9A44-FF76-86AA-2FBD-9590B9EA50FF}"/>
              </a:ext>
            </a:extLst>
          </p:cNvPr>
          <p:cNvSpPr>
            <a:spLocks noChangeArrowheads="1"/>
          </p:cNvSpPr>
          <p:nvPr/>
        </p:nvSpPr>
        <p:spPr bwMode="auto">
          <a:xfrm>
            <a:off x="2597150" y="4519613"/>
            <a:ext cx="557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Rs2</a:t>
            </a:r>
          </a:p>
        </p:txBody>
      </p:sp>
      <p:sp>
        <p:nvSpPr>
          <p:cNvPr id="78931" name="Line 98">
            <a:extLst>
              <a:ext uri="{FF2B5EF4-FFF2-40B4-BE49-F238E27FC236}">
                <a16:creationId xmlns:a16="http://schemas.microsoft.com/office/drawing/2014/main" id="{D2DF0656-9613-575C-CFB9-915246A45778}"/>
              </a:ext>
            </a:extLst>
          </p:cNvPr>
          <p:cNvSpPr>
            <a:spLocks noChangeShapeType="1"/>
          </p:cNvSpPr>
          <p:nvPr/>
        </p:nvSpPr>
        <p:spPr bwMode="auto">
          <a:xfrm>
            <a:off x="6197600" y="5410200"/>
            <a:ext cx="15494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32" name="Line 99">
            <a:extLst>
              <a:ext uri="{FF2B5EF4-FFF2-40B4-BE49-F238E27FC236}">
                <a16:creationId xmlns:a16="http://schemas.microsoft.com/office/drawing/2014/main" id="{8C89CD57-9CCC-1D01-2961-04F7308586E4}"/>
              </a:ext>
            </a:extLst>
          </p:cNvPr>
          <p:cNvSpPr>
            <a:spLocks noChangeShapeType="1"/>
          </p:cNvSpPr>
          <p:nvPr/>
        </p:nvSpPr>
        <p:spPr bwMode="auto">
          <a:xfrm>
            <a:off x="8089900" y="5410200"/>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33" name="Line 100">
            <a:extLst>
              <a:ext uri="{FF2B5EF4-FFF2-40B4-BE49-F238E27FC236}">
                <a16:creationId xmlns:a16="http://schemas.microsoft.com/office/drawing/2014/main" id="{FF0A58B5-4505-47C6-C05E-FD5B82C77CDF}"/>
              </a:ext>
            </a:extLst>
          </p:cNvPr>
          <p:cNvSpPr>
            <a:spLocks noChangeShapeType="1"/>
          </p:cNvSpPr>
          <p:nvPr/>
        </p:nvSpPr>
        <p:spPr bwMode="auto">
          <a:xfrm>
            <a:off x="8305800" y="5422900"/>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34" name="Line 101">
            <a:extLst>
              <a:ext uri="{FF2B5EF4-FFF2-40B4-BE49-F238E27FC236}">
                <a16:creationId xmlns:a16="http://schemas.microsoft.com/office/drawing/2014/main" id="{D3D563C7-53C4-85F4-50D6-467FA0664915}"/>
              </a:ext>
            </a:extLst>
          </p:cNvPr>
          <p:cNvSpPr>
            <a:spLocks noChangeShapeType="1"/>
          </p:cNvSpPr>
          <p:nvPr/>
        </p:nvSpPr>
        <p:spPr bwMode="auto">
          <a:xfrm flipH="1">
            <a:off x="3187700" y="5791200"/>
            <a:ext cx="5130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35" name="Line 102">
            <a:extLst>
              <a:ext uri="{FF2B5EF4-FFF2-40B4-BE49-F238E27FC236}">
                <a16:creationId xmlns:a16="http://schemas.microsoft.com/office/drawing/2014/main" id="{E33CAA48-8D9A-AB21-6ECF-D4DCC85C724A}"/>
              </a:ext>
            </a:extLst>
          </p:cNvPr>
          <p:cNvSpPr>
            <a:spLocks noChangeShapeType="1"/>
          </p:cNvSpPr>
          <p:nvPr/>
        </p:nvSpPr>
        <p:spPr bwMode="auto">
          <a:xfrm flipV="1">
            <a:off x="3200400" y="5168900"/>
            <a:ext cx="0" cy="635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36" name="Line 103">
            <a:extLst>
              <a:ext uri="{FF2B5EF4-FFF2-40B4-BE49-F238E27FC236}">
                <a16:creationId xmlns:a16="http://schemas.microsoft.com/office/drawing/2014/main" id="{06072E0F-2CD9-675B-F1A8-868720DE4D6C}"/>
              </a:ext>
            </a:extLst>
          </p:cNvPr>
          <p:cNvSpPr>
            <a:spLocks noChangeShapeType="1"/>
          </p:cNvSpPr>
          <p:nvPr/>
        </p:nvSpPr>
        <p:spPr bwMode="auto">
          <a:xfrm>
            <a:off x="8699500" y="4953000"/>
            <a:ext cx="127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37" name="Line 104">
            <a:extLst>
              <a:ext uri="{FF2B5EF4-FFF2-40B4-BE49-F238E27FC236}">
                <a16:creationId xmlns:a16="http://schemas.microsoft.com/office/drawing/2014/main" id="{ACC8FF35-DD88-0DED-EE32-528957CE49B0}"/>
              </a:ext>
            </a:extLst>
          </p:cNvPr>
          <p:cNvSpPr>
            <a:spLocks noChangeShapeType="1"/>
          </p:cNvSpPr>
          <p:nvPr/>
        </p:nvSpPr>
        <p:spPr bwMode="auto">
          <a:xfrm>
            <a:off x="8839200" y="4965700"/>
            <a:ext cx="0" cy="965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38" name="Line 105">
            <a:extLst>
              <a:ext uri="{FF2B5EF4-FFF2-40B4-BE49-F238E27FC236}">
                <a16:creationId xmlns:a16="http://schemas.microsoft.com/office/drawing/2014/main" id="{9E2A9D32-9211-93B3-1D17-6DABF95A53FC}"/>
              </a:ext>
            </a:extLst>
          </p:cNvPr>
          <p:cNvSpPr>
            <a:spLocks noChangeShapeType="1"/>
          </p:cNvSpPr>
          <p:nvPr/>
        </p:nvSpPr>
        <p:spPr bwMode="auto">
          <a:xfrm flipH="1">
            <a:off x="3492500" y="5943600"/>
            <a:ext cx="535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39" name="Line 106">
            <a:extLst>
              <a:ext uri="{FF2B5EF4-FFF2-40B4-BE49-F238E27FC236}">
                <a16:creationId xmlns:a16="http://schemas.microsoft.com/office/drawing/2014/main" id="{FB0EABBB-1CA5-F5C0-BDD8-3E4FA9106026}"/>
              </a:ext>
            </a:extLst>
          </p:cNvPr>
          <p:cNvSpPr>
            <a:spLocks noChangeShapeType="1"/>
          </p:cNvSpPr>
          <p:nvPr/>
        </p:nvSpPr>
        <p:spPr bwMode="auto">
          <a:xfrm flipV="1">
            <a:off x="3505200" y="5168900"/>
            <a:ext cx="0" cy="787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8940" name="Group 203">
            <a:extLst>
              <a:ext uri="{FF2B5EF4-FFF2-40B4-BE49-F238E27FC236}">
                <a16:creationId xmlns:a16="http://schemas.microsoft.com/office/drawing/2014/main" id="{B7238CA9-057E-DF1B-1C1F-E8120E102D67}"/>
              </a:ext>
            </a:extLst>
          </p:cNvPr>
          <p:cNvGrpSpPr>
            <a:grpSpLocks/>
          </p:cNvGrpSpPr>
          <p:nvPr/>
        </p:nvGrpSpPr>
        <p:grpSpPr bwMode="auto">
          <a:xfrm>
            <a:off x="2540000" y="3784600"/>
            <a:ext cx="1473200" cy="1498600"/>
            <a:chOff x="1600" y="2384"/>
            <a:chExt cx="928" cy="944"/>
          </a:xfrm>
        </p:grpSpPr>
        <p:sp>
          <p:nvSpPr>
            <p:cNvPr id="37062" name="Line 49">
              <a:extLst>
                <a:ext uri="{FF2B5EF4-FFF2-40B4-BE49-F238E27FC236}">
                  <a16:creationId xmlns:a16="http://schemas.microsoft.com/office/drawing/2014/main" id="{A2256032-09E3-9FBB-7EF9-E52117D87AA8}"/>
                </a:ext>
              </a:extLst>
            </p:cNvPr>
            <p:cNvSpPr>
              <a:spLocks noChangeShapeType="1"/>
            </p:cNvSpPr>
            <p:nvPr/>
          </p:nvSpPr>
          <p:spPr bwMode="auto">
            <a:xfrm flipV="1">
              <a:off x="1696" y="2638"/>
              <a:ext cx="256" cy="2"/>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37063" name="Line 50">
              <a:extLst>
                <a:ext uri="{FF2B5EF4-FFF2-40B4-BE49-F238E27FC236}">
                  <a16:creationId xmlns:a16="http://schemas.microsoft.com/office/drawing/2014/main" id="{AA19C7AB-D000-BCC1-1A06-22A7C4C8AA75}"/>
                </a:ext>
              </a:extLst>
            </p:cNvPr>
            <p:cNvSpPr>
              <a:spLocks noChangeShapeType="1"/>
            </p:cNvSpPr>
            <p:nvPr/>
          </p:nvSpPr>
          <p:spPr bwMode="auto">
            <a:xfrm>
              <a:off x="1696" y="2832"/>
              <a:ext cx="227"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37064" name="Line 69">
              <a:extLst>
                <a:ext uri="{FF2B5EF4-FFF2-40B4-BE49-F238E27FC236}">
                  <a16:creationId xmlns:a16="http://schemas.microsoft.com/office/drawing/2014/main" id="{5133C8BD-DAE9-2B5F-8711-1CE5C86CCCCA}"/>
                </a:ext>
              </a:extLst>
            </p:cNvPr>
            <p:cNvSpPr>
              <a:spLocks noChangeShapeType="1"/>
            </p:cNvSpPr>
            <p:nvPr/>
          </p:nvSpPr>
          <p:spPr bwMode="auto">
            <a:xfrm>
              <a:off x="1696" y="2400"/>
              <a:ext cx="832"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37065" name="Line 95">
              <a:extLst>
                <a:ext uri="{FF2B5EF4-FFF2-40B4-BE49-F238E27FC236}">
                  <a16:creationId xmlns:a16="http://schemas.microsoft.com/office/drawing/2014/main" id="{5FE82449-0B65-28DD-6305-8BCD0FA4570C}"/>
                </a:ext>
              </a:extLst>
            </p:cNvPr>
            <p:cNvSpPr>
              <a:spLocks noChangeShapeType="1"/>
            </p:cNvSpPr>
            <p:nvPr/>
          </p:nvSpPr>
          <p:spPr bwMode="auto">
            <a:xfrm flipV="1">
              <a:off x="1680" y="2384"/>
              <a:ext cx="0" cy="944"/>
            </a:xfrm>
            <a:prstGeom prst="line">
              <a:avLst/>
            </a:prstGeom>
            <a:noFill/>
            <a:ln w="57150">
              <a:solidFill>
                <a:schemeClr val="bg1">
                  <a:lumMod val="65000"/>
                </a:schemeClr>
              </a:solidFill>
              <a:round/>
            </a:ln>
          </p:spPr>
          <p:txBody>
            <a:bodyPr wrap="none" anchor="ctr"/>
            <a:lstStyle/>
            <a:p>
              <a:pPr eaLnBrk="0" hangingPunct="0">
                <a:defRPr/>
              </a:pPr>
              <a:endParaRPr lang="zh-CN" altLang="en-US"/>
            </a:p>
          </p:txBody>
        </p:sp>
        <p:sp>
          <p:nvSpPr>
            <p:cNvPr id="37066" name="Line 107">
              <a:extLst>
                <a:ext uri="{FF2B5EF4-FFF2-40B4-BE49-F238E27FC236}">
                  <a16:creationId xmlns:a16="http://schemas.microsoft.com/office/drawing/2014/main" id="{A2EA59D5-4A25-9BCA-A7AD-22AEE5D8DB2C}"/>
                </a:ext>
              </a:extLst>
            </p:cNvPr>
            <p:cNvSpPr>
              <a:spLocks noChangeShapeType="1"/>
            </p:cNvSpPr>
            <p:nvPr/>
          </p:nvSpPr>
          <p:spPr bwMode="auto">
            <a:xfrm>
              <a:off x="1600" y="3312"/>
              <a:ext cx="64" cy="0"/>
            </a:xfrm>
            <a:prstGeom prst="line">
              <a:avLst/>
            </a:prstGeom>
            <a:noFill/>
            <a:ln w="57150">
              <a:solidFill>
                <a:schemeClr val="bg1">
                  <a:lumMod val="65000"/>
                </a:schemeClr>
              </a:solidFill>
              <a:round/>
            </a:ln>
          </p:spPr>
          <p:txBody>
            <a:bodyPr wrap="none" anchor="ctr"/>
            <a:lstStyle/>
            <a:p>
              <a:pPr eaLnBrk="0" hangingPunct="0">
                <a:defRPr/>
              </a:pPr>
              <a:endParaRPr lang="zh-CN" altLang="en-US"/>
            </a:p>
          </p:txBody>
        </p:sp>
      </p:grpSp>
      <p:sp>
        <p:nvSpPr>
          <p:cNvPr id="78946" name="Rectangle 109">
            <a:extLst>
              <a:ext uri="{FF2B5EF4-FFF2-40B4-BE49-F238E27FC236}">
                <a16:creationId xmlns:a16="http://schemas.microsoft.com/office/drawing/2014/main" id="{902E4693-E7E3-AA99-B9D7-A868780833B5}"/>
              </a:ext>
            </a:extLst>
          </p:cNvPr>
          <p:cNvSpPr>
            <a:spLocks noChangeArrowheads="1"/>
          </p:cNvSpPr>
          <p:nvPr/>
        </p:nvSpPr>
        <p:spPr bwMode="auto">
          <a:xfrm rot="5400000">
            <a:off x="1208088" y="3487738"/>
            <a:ext cx="6953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PC+4</a:t>
            </a:r>
          </a:p>
        </p:txBody>
      </p:sp>
      <p:sp>
        <p:nvSpPr>
          <p:cNvPr id="78947" name="Line 110">
            <a:extLst>
              <a:ext uri="{FF2B5EF4-FFF2-40B4-BE49-F238E27FC236}">
                <a16:creationId xmlns:a16="http://schemas.microsoft.com/office/drawing/2014/main" id="{37A41DBB-2320-A9DD-9711-8070E2882639}"/>
              </a:ext>
            </a:extLst>
          </p:cNvPr>
          <p:cNvSpPr>
            <a:spLocks noChangeShapeType="1"/>
          </p:cNvSpPr>
          <p:nvPr/>
        </p:nvSpPr>
        <p:spPr bwMode="auto">
          <a:xfrm>
            <a:off x="1016000" y="4114800"/>
            <a:ext cx="330200"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48" name="Line 111">
            <a:extLst>
              <a:ext uri="{FF2B5EF4-FFF2-40B4-BE49-F238E27FC236}">
                <a16:creationId xmlns:a16="http://schemas.microsoft.com/office/drawing/2014/main" id="{20653C84-800C-0646-75F0-471190859313}"/>
              </a:ext>
            </a:extLst>
          </p:cNvPr>
          <p:cNvSpPr>
            <a:spLocks noChangeShapeType="1"/>
          </p:cNvSpPr>
          <p:nvPr/>
        </p:nvSpPr>
        <p:spPr bwMode="auto">
          <a:xfrm>
            <a:off x="5499100" y="41148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49" name="Line 112">
            <a:extLst>
              <a:ext uri="{FF2B5EF4-FFF2-40B4-BE49-F238E27FC236}">
                <a16:creationId xmlns:a16="http://schemas.microsoft.com/office/drawing/2014/main" id="{04D079EC-4D1E-9B0B-8EDD-94FC4A64B09A}"/>
              </a:ext>
            </a:extLst>
          </p:cNvPr>
          <p:cNvSpPr>
            <a:spLocks noChangeShapeType="1"/>
          </p:cNvSpPr>
          <p:nvPr/>
        </p:nvSpPr>
        <p:spPr bwMode="auto">
          <a:xfrm flipH="1">
            <a:off x="6616700" y="3505200"/>
            <a:ext cx="257175"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50" name="Line 113">
            <a:extLst>
              <a:ext uri="{FF2B5EF4-FFF2-40B4-BE49-F238E27FC236}">
                <a16:creationId xmlns:a16="http://schemas.microsoft.com/office/drawing/2014/main" id="{C8DCBD09-EA85-5357-509F-2B5A7956B6C7}"/>
              </a:ext>
            </a:extLst>
          </p:cNvPr>
          <p:cNvSpPr>
            <a:spLocks noChangeShapeType="1"/>
          </p:cNvSpPr>
          <p:nvPr/>
        </p:nvSpPr>
        <p:spPr bwMode="auto">
          <a:xfrm flipH="1">
            <a:off x="6616700" y="3657600"/>
            <a:ext cx="257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8951" name="Group 119">
            <a:extLst>
              <a:ext uri="{FF2B5EF4-FFF2-40B4-BE49-F238E27FC236}">
                <a16:creationId xmlns:a16="http://schemas.microsoft.com/office/drawing/2014/main" id="{C276F048-0806-E6A1-33B7-FB5CB8F6C3D9}"/>
              </a:ext>
            </a:extLst>
          </p:cNvPr>
          <p:cNvGrpSpPr>
            <a:grpSpLocks/>
          </p:cNvGrpSpPr>
          <p:nvPr/>
        </p:nvGrpSpPr>
        <p:grpSpPr bwMode="auto">
          <a:xfrm>
            <a:off x="6848475" y="3429000"/>
            <a:ext cx="395288" cy="306388"/>
            <a:chOff x="4314" y="2160"/>
            <a:chExt cx="249" cy="193"/>
          </a:xfrm>
        </p:grpSpPr>
        <p:sp>
          <p:nvSpPr>
            <p:cNvPr id="78952" name="Arc 114">
              <a:extLst>
                <a:ext uri="{FF2B5EF4-FFF2-40B4-BE49-F238E27FC236}">
                  <a16:creationId xmlns:a16="http://schemas.microsoft.com/office/drawing/2014/main" id="{31B91146-24F9-8AEA-6FAA-51B3567052A3}"/>
                </a:ext>
              </a:extLst>
            </p:cNvPr>
            <p:cNvSpPr>
              <a:spLocks noChangeArrowheads="1"/>
            </p:cNvSpPr>
            <p:nvPr/>
          </p:nvSpPr>
          <p:spPr bwMode="auto">
            <a:xfrm>
              <a:off x="4466" y="2169"/>
              <a:ext cx="89" cy="88"/>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8953" name="Arc 115">
              <a:extLst>
                <a:ext uri="{FF2B5EF4-FFF2-40B4-BE49-F238E27FC236}">
                  <a16:creationId xmlns:a16="http://schemas.microsoft.com/office/drawing/2014/main" id="{63577258-7247-B259-37D3-4AD4E757820C}"/>
                </a:ext>
              </a:extLst>
            </p:cNvPr>
            <p:cNvSpPr>
              <a:spLocks noChangeArrowheads="1"/>
            </p:cNvSpPr>
            <p:nvPr/>
          </p:nvSpPr>
          <p:spPr bwMode="auto">
            <a:xfrm rot="10800000">
              <a:off x="4475" y="2265"/>
              <a:ext cx="88" cy="88"/>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8954" name="Line 116">
              <a:extLst>
                <a:ext uri="{FF2B5EF4-FFF2-40B4-BE49-F238E27FC236}">
                  <a16:creationId xmlns:a16="http://schemas.microsoft.com/office/drawing/2014/main" id="{B9A9C4DC-2915-528F-4F8A-558A0933AD35}"/>
                </a:ext>
              </a:extLst>
            </p:cNvPr>
            <p:cNvSpPr>
              <a:spLocks noChangeShapeType="1"/>
            </p:cNvSpPr>
            <p:nvPr/>
          </p:nvSpPr>
          <p:spPr bwMode="auto">
            <a:xfrm flipH="1">
              <a:off x="4314" y="2160"/>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55" name="Line 117">
              <a:extLst>
                <a:ext uri="{FF2B5EF4-FFF2-40B4-BE49-F238E27FC236}">
                  <a16:creationId xmlns:a16="http://schemas.microsoft.com/office/drawing/2014/main" id="{75AC6248-5DA6-BAF9-4CE6-A3B673565939}"/>
                </a:ext>
              </a:extLst>
            </p:cNvPr>
            <p:cNvSpPr>
              <a:spLocks noChangeShapeType="1"/>
            </p:cNvSpPr>
            <p:nvPr/>
          </p:nvSpPr>
          <p:spPr bwMode="auto">
            <a:xfrm flipH="1">
              <a:off x="4314" y="2352"/>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56" name="Line 118">
              <a:extLst>
                <a:ext uri="{FF2B5EF4-FFF2-40B4-BE49-F238E27FC236}">
                  <a16:creationId xmlns:a16="http://schemas.microsoft.com/office/drawing/2014/main" id="{EF8E48CF-B0DB-62B7-D3AF-29CA8CCFB8B6}"/>
                </a:ext>
              </a:extLst>
            </p:cNvPr>
            <p:cNvSpPr>
              <a:spLocks noChangeShapeType="1"/>
            </p:cNvSpPr>
            <p:nvPr/>
          </p:nvSpPr>
          <p:spPr bwMode="auto">
            <a:xfrm>
              <a:off x="4322" y="2168"/>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8957" name="Rectangle 120">
            <a:extLst>
              <a:ext uri="{FF2B5EF4-FFF2-40B4-BE49-F238E27FC236}">
                <a16:creationId xmlns:a16="http://schemas.microsoft.com/office/drawing/2014/main" id="{7E9708C4-36F7-04DD-21C4-1A6B40A39F7B}"/>
              </a:ext>
            </a:extLst>
          </p:cNvPr>
          <p:cNvSpPr>
            <a:spLocks noChangeArrowheads="1"/>
          </p:cNvSpPr>
          <p:nvPr/>
        </p:nvSpPr>
        <p:spPr bwMode="auto">
          <a:xfrm flipH="1">
            <a:off x="6073775" y="3827463"/>
            <a:ext cx="6207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71801" name="Rectangle 121">
            <a:extLst>
              <a:ext uri="{FF2B5EF4-FFF2-40B4-BE49-F238E27FC236}">
                <a16:creationId xmlns:a16="http://schemas.microsoft.com/office/drawing/2014/main" id="{B090D8EA-0BB0-1E00-B433-DD98AA7F07A2}"/>
              </a:ext>
            </a:extLst>
          </p:cNvPr>
          <p:cNvSpPr>
            <a:spLocks noChangeArrowheads="1"/>
          </p:cNvSpPr>
          <p:nvPr/>
        </p:nvSpPr>
        <p:spPr bwMode="auto">
          <a:xfrm flipH="1">
            <a:off x="6030913" y="2154238"/>
            <a:ext cx="11112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Branch=0</a:t>
            </a:r>
          </a:p>
        </p:txBody>
      </p:sp>
      <p:sp>
        <p:nvSpPr>
          <p:cNvPr id="78959" name="Line 122">
            <a:extLst>
              <a:ext uri="{FF2B5EF4-FFF2-40B4-BE49-F238E27FC236}">
                <a16:creationId xmlns:a16="http://schemas.microsoft.com/office/drawing/2014/main" id="{E89D8230-268D-A366-7610-DA7AC83648CE}"/>
              </a:ext>
            </a:extLst>
          </p:cNvPr>
          <p:cNvSpPr>
            <a:spLocks noChangeShapeType="1"/>
          </p:cNvSpPr>
          <p:nvPr/>
        </p:nvSpPr>
        <p:spPr bwMode="auto">
          <a:xfrm flipV="1">
            <a:off x="6629400" y="3644900"/>
            <a:ext cx="0" cy="482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60" name="Line 123">
            <a:extLst>
              <a:ext uri="{FF2B5EF4-FFF2-40B4-BE49-F238E27FC236}">
                <a16:creationId xmlns:a16="http://schemas.microsoft.com/office/drawing/2014/main" id="{17727AE5-B9D5-D701-F48B-35D4410FD94F}"/>
              </a:ext>
            </a:extLst>
          </p:cNvPr>
          <p:cNvSpPr>
            <a:spLocks noChangeShapeType="1"/>
          </p:cNvSpPr>
          <p:nvPr/>
        </p:nvSpPr>
        <p:spPr bwMode="auto">
          <a:xfrm flipH="1" flipV="1">
            <a:off x="6616700" y="2501900"/>
            <a:ext cx="0" cy="1006475"/>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61" name="Line 124">
            <a:extLst>
              <a:ext uri="{FF2B5EF4-FFF2-40B4-BE49-F238E27FC236}">
                <a16:creationId xmlns:a16="http://schemas.microsoft.com/office/drawing/2014/main" id="{D658BECD-C79C-2278-D2C5-B04D49BC47D1}"/>
              </a:ext>
            </a:extLst>
          </p:cNvPr>
          <p:cNvSpPr>
            <a:spLocks noChangeShapeType="1"/>
          </p:cNvSpPr>
          <p:nvPr/>
        </p:nvSpPr>
        <p:spPr bwMode="auto">
          <a:xfrm>
            <a:off x="6184900" y="41148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62" name="Line 125">
            <a:extLst>
              <a:ext uri="{FF2B5EF4-FFF2-40B4-BE49-F238E27FC236}">
                <a16:creationId xmlns:a16="http://schemas.microsoft.com/office/drawing/2014/main" id="{6CF2CF65-216F-D488-B7C5-60E51C805849}"/>
              </a:ext>
            </a:extLst>
          </p:cNvPr>
          <p:cNvSpPr>
            <a:spLocks noChangeShapeType="1"/>
          </p:cNvSpPr>
          <p:nvPr/>
        </p:nvSpPr>
        <p:spPr bwMode="auto">
          <a:xfrm>
            <a:off x="6184900" y="3609975"/>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8963" name="Group 130">
            <a:extLst>
              <a:ext uri="{FF2B5EF4-FFF2-40B4-BE49-F238E27FC236}">
                <a16:creationId xmlns:a16="http://schemas.microsoft.com/office/drawing/2014/main" id="{794B032C-D516-5ECE-29A9-EE7F96ECAAD9}"/>
              </a:ext>
            </a:extLst>
          </p:cNvPr>
          <p:cNvGrpSpPr>
            <a:grpSpLocks/>
          </p:cNvGrpSpPr>
          <p:nvPr/>
        </p:nvGrpSpPr>
        <p:grpSpPr bwMode="auto">
          <a:xfrm>
            <a:off x="1092200" y="2832100"/>
            <a:ext cx="254000" cy="533400"/>
            <a:chOff x="688" y="1784"/>
            <a:chExt cx="160" cy="336"/>
          </a:xfrm>
        </p:grpSpPr>
        <p:sp>
          <p:nvSpPr>
            <p:cNvPr id="78964" name="Line 126">
              <a:extLst>
                <a:ext uri="{FF2B5EF4-FFF2-40B4-BE49-F238E27FC236}">
                  <a16:creationId xmlns:a16="http://schemas.microsoft.com/office/drawing/2014/main" id="{C1454334-9F28-702B-1235-BCE7C1D65F63}"/>
                </a:ext>
              </a:extLst>
            </p:cNvPr>
            <p:cNvSpPr>
              <a:spLocks noChangeShapeType="1"/>
            </p:cNvSpPr>
            <p:nvPr/>
          </p:nvSpPr>
          <p:spPr bwMode="auto">
            <a:xfrm>
              <a:off x="840" y="1784"/>
              <a:ext cx="0" cy="3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65" name="Line 127">
              <a:extLst>
                <a:ext uri="{FF2B5EF4-FFF2-40B4-BE49-F238E27FC236}">
                  <a16:creationId xmlns:a16="http://schemas.microsoft.com/office/drawing/2014/main" id="{8AB8F306-C459-01B7-81A3-C434888EAC4C}"/>
                </a:ext>
              </a:extLst>
            </p:cNvPr>
            <p:cNvSpPr>
              <a:spLocks noChangeShapeType="1"/>
            </p:cNvSpPr>
            <p:nvPr/>
          </p:nvSpPr>
          <p:spPr bwMode="auto">
            <a:xfrm flipH="1">
              <a:off x="688" y="1784"/>
              <a:ext cx="160" cy="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66" name="Line 128">
              <a:extLst>
                <a:ext uri="{FF2B5EF4-FFF2-40B4-BE49-F238E27FC236}">
                  <a16:creationId xmlns:a16="http://schemas.microsoft.com/office/drawing/2014/main" id="{FCA224B6-7F22-E337-19A4-11AC3DF6DB6A}"/>
                </a:ext>
              </a:extLst>
            </p:cNvPr>
            <p:cNvSpPr>
              <a:spLocks noChangeShapeType="1"/>
            </p:cNvSpPr>
            <p:nvPr/>
          </p:nvSpPr>
          <p:spPr bwMode="auto">
            <a:xfrm flipH="1" flipV="1">
              <a:off x="688" y="2063"/>
              <a:ext cx="160"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67" name="Line 129">
              <a:extLst>
                <a:ext uri="{FF2B5EF4-FFF2-40B4-BE49-F238E27FC236}">
                  <a16:creationId xmlns:a16="http://schemas.microsoft.com/office/drawing/2014/main" id="{98736930-C845-AD36-034F-5A626CE8261C}"/>
                </a:ext>
              </a:extLst>
            </p:cNvPr>
            <p:cNvSpPr>
              <a:spLocks noChangeShapeType="1"/>
            </p:cNvSpPr>
            <p:nvPr/>
          </p:nvSpPr>
          <p:spPr bwMode="auto">
            <a:xfrm>
              <a:off x="696" y="1815"/>
              <a:ext cx="0" cy="2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8968" name="Rectangle 131">
            <a:extLst>
              <a:ext uri="{FF2B5EF4-FFF2-40B4-BE49-F238E27FC236}">
                <a16:creationId xmlns:a16="http://schemas.microsoft.com/office/drawing/2014/main" id="{4B887715-5FEB-4CFB-AA11-2D7C2C169928}"/>
              </a:ext>
            </a:extLst>
          </p:cNvPr>
          <p:cNvSpPr>
            <a:spLocks noChangeArrowheads="1"/>
          </p:cNvSpPr>
          <p:nvPr/>
        </p:nvSpPr>
        <p:spPr bwMode="auto">
          <a:xfrm flipH="1">
            <a:off x="1103313" y="2851150"/>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1</a:t>
            </a:r>
          </a:p>
        </p:txBody>
      </p:sp>
      <p:sp>
        <p:nvSpPr>
          <p:cNvPr id="78969" name="Rectangle 132">
            <a:extLst>
              <a:ext uri="{FF2B5EF4-FFF2-40B4-BE49-F238E27FC236}">
                <a16:creationId xmlns:a16="http://schemas.microsoft.com/office/drawing/2014/main" id="{671FD956-98FA-C3CD-182C-2A80DFE64C47}"/>
              </a:ext>
            </a:extLst>
          </p:cNvPr>
          <p:cNvSpPr>
            <a:spLocks noChangeArrowheads="1"/>
          </p:cNvSpPr>
          <p:nvPr/>
        </p:nvSpPr>
        <p:spPr bwMode="auto">
          <a:xfrm flipH="1">
            <a:off x="1103313" y="3019425"/>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0</a:t>
            </a:r>
          </a:p>
        </p:txBody>
      </p:sp>
      <p:sp>
        <p:nvSpPr>
          <p:cNvPr id="78970" name="Oval 135">
            <a:extLst>
              <a:ext uri="{FF2B5EF4-FFF2-40B4-BE49-F238E27FC236}">
                <a16:creationId xmlns:a16="http://schemas.microsoft.com/office/drawing/2014/main" id="{955C9119-79D3-E667-52FA-6F6B412CE7F7}"/>
              </a:ext>
            </a:extLst>
          </p:cNvPr>
          <p:cNvSpPr>
            <a:spLocks noChangeArrowheads="1"/>
          </p:cNvSpPr>
          <p:nvPr/>
        </p:nvSpPr>
        <p:spPr bwMode="auto">
          <a:xfrm>
            <a:off x="22987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971" name="Line 136">
            <a:extLst>
              <a:ext uri="{FF2B5EF4-FFF2-40B4-BE49-F238E27FC236}">
                <a16:creationId xmlns:a16="http://schemas.microsoft.com/office/drawing/2014/main" id="{505F41DF-24D4-0CAD-C544-B2FA03C90293}"/>
              </a:ext>
            </a:extLst>
          </p:cNvPr>
          <p:cNvSpPr>
            <a:spLocks noChangeShapeType="1"/>
          </p:cNvSpPr>
          <p:nvPr/>
        </p:nvSpPr>
        <p:spPr bwMode="auto">
          <a:xfrm>
            <a:off x="838200" y="306070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72" name="Oval 137">
            <a:extLst>
              <a:ext uri="{FF2B5EF4-FFF2-40B4-BE49-F238E27FC236}">
                <a16:creationId xmlns:a16="http://schemas.microsoft.com/office/drawing/2014/main" id="{DB02CC25-015E-E334-0A8A-7F4E01675981}"/>
              </a:ext>
            </a:extLst>
          </p:cNvPr>
          <p:cNvSpPr>
            <a:spLocks noChangeArrowheads="1"/>
          </p:cNvSpPr>
          <p:nvPr/>
        </p:nvSpPr>
        <p:spPr bwMode="auto">
          <a:xfrm>
            <a:off x="774700" y="3213100"/>
            <a:ext cx="127000"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973" name="Line 141">
            <a:extLst>
              <a:ext uri="{FF2B5EF4-FFF2-40B4-BE49-F238E27FC236}">
                <a16:creationId xmlns:a16="http://schemas.microsoft.com/office/drawing/2014/main" id="{9FFBD7BA-D9C7-651D-8AB8-1FC68FD8FD74}"/>
              </a:ext>
            </a:extLst>
          </p:cNvPr>
          <p:cNvSpPr>
            <a:spLocks noChangeShapeType="1"/>
          </p:cNvSpPr>
          <p:nvPr/>
        </p:nvSpPr>
        <p:spPr bwMode="auto">
          <a:xfrm flipH="1">
            <a:off x="1282700" y="2971800"/>
            <a:ext cx="51308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74" name="Line 142">
            <a:extLst>
              <a:ext uri="{FF2B5EF4-FFF2-40B4-BE49-F238E27FC236}">
                <a16:creationId xmlns:a16="http://schemas.microsoft.com/office/drawing/2014/main" id="{DF5195C2-7F84-DE53-803D-1F17A0BD656D}"/>
              </a:ext>
            </a:extLst>
          </p:cNvPr>
          <p:cNvSpPr>
            <a:spLocks noChangeShapeType="1"/>
          </p:cNvSpPr>
          <p:nvPr/>
        </p:nvSpPr>
        <p:spPr bwMode="auto">
          <a:xfrm flipV="1">
            <a:off x="6399213" y="2968625"/>
            <a:ext cx="0" cy="647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75" name="Line 143">
            <a:extLst>
              <a:ext uri="{FF2B5EF4-FFF2-40B4-BE49-F238E27FC236}">
                <a16:creationId xmlns:a16="http://schemas.microsoft.com/office/drawing/2014/main" id="{84118977-04F0-8758-BE1E-B7142D88ECEB}"/>
              </a:ext>
            </a:extLst>
          </p:cNvPr>
          <p:cNvSpPr>
            <a:spLocks noChangeShapeType="1"/>
          </p:cNvSpPr>
          <p:nvPr/>
        </p:nvSpPr>
        <p:spPr bwMode="auto">
          <a:xfrm>
            <a:off x="7251700" y="3581400"/>
            <a:ext cx="27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76" name="Line 144">
            <a:extLst>
              <a:ext uri="{FF2B5EF4-FFF2-40B4-BE49-F238E27FC236}">
                <a16:creationId xmlns:a16="http://schemas.microsoft.com/office/drawing/2014/main" id="{0F3C4365-7DD6-802C-8022-B0B6F5952674}"/>
              </a:ext>
            </a:extLst>
          </p:cNvPr>
          <p:cNvSpPr>
            <a:spLocks noChangeShapeType="1"/>
          </p:cNvSpPr>
          <p:nvPr/>
        </p:nvSpPr>
        <p:spPr bwMode="auto">
          <a:xfrm>
            <a:off x="1231900" y="2667000"/>
            <a:ext cx="57959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77" name="Line 145">
            <a:extLst>
              <a:ext uri="{FF2B5EF4-FFF2-40B4-BE49-F238E27FC236}">
                <a16:creationId xmlns:a16="http://schemas.microsoft.com/office/drawing/2014/main" id="{61B8310C-F76B-69FD-675F-8B190BD189F2}"/>
              </a:ext>
            </a:extLst>
          </p:cNvPr>
          <p:cNvSpPr>
            <a:spLocks noChangeShapeType="1"/>
          </p:cNvSpPr>
          <p:nvPr/>
        </p:nvSpPr>
        <p:spPr bwMode="auto">
          <a:xfrm>
            <a:off x="7543800" y="2755900"/>
            <a:ext cx="0" cy="828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78" name="Line 146">
            <a:extLst>
              <a:ext uri="{FF2B5EF4-FFF2-40B4-BE49-F238E27FC236}">
                <a16:creationId xmlns:a16="http://schemas.microsoft.com/office/drawing/2014/main" id="{1EF71855-9903-7B0D-823C-63550292CCFA}"/>
              </a:ext>
            </a:extLst>
          </p:cNvPr>
          <p:cNvSpPr>
            <a:spLocks noChangeShapeType="1"/>
          </p:cNvSpPr>
          <p:nvPr/>
        </p:nvSpPr>
        <p:spPr bwMode="auto">
          <a:xfrm>
            <a:off x="1219200" y="267970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79" name="Line 147">
            <a:extLst>
              <a:ext uri="{FF2B5EF4-FFF2-40B4-BE49-F238E27FC236}">
                <a16:creationId xmlns:a16="http://schemas.microsoft.com/office/drawing/2014/main" id="{05777F27-401E-AF8C-9CA6-1724497FEA5B}"/>
              </a:ext>
            </a:extLst>
          </p:cNvPr>
          <p:cNvSpPr>
            <a:spLocks noChangeShapeType="1"/>
          </p:cNvSpPr>
          <p:nvPr/>
        </p:nvSpPr>
        <p:spPr bwMode="auto">
          <a:xfrm>
            <a:off x="41910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80" name="Oval 148">
            <a:extLst>
              <a:ext uri="{FF2B5EF4-FFF2-40B4-BE49-F238E27FC236}">
                <a16:creationId xmlns:a16="http://schemas.microsoft.com/office/drawing/2014/main" id="{8FF4D846-6445-66D8-C8B4-B521A58F3AE1}"/>
              </a:ext>
            </a:extLst>
          </p:cNvPr>
          <p:cNvSpPr>
            <a:spLocks noChangeArrowheads="1"/>
          </p:cNvSpPr>
          <p:nvPr/>
        </p:nvSpPr>
        <p:spPr bwMode="auto">
          <a:xfrm>
            <a:off x="41275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981" name="Line 149">
            <a:extLst>
              <a:ext uri="{FF2B5EF4-FFF2-40B4-BE49-F238E27FC236}">
                <a16:creationId xmlns:a16="http://schemas.microsoft.com/office/drawing/2014/main" id="{1D98A5FB-ED5A-02B8-DA4F-58673E0FA50A}"/>
              </a:ext>
            </a:extLst>
          </p:cNvPr>
          <p:cNvSpPr>
            <a:spLocks noChangeShapeType="1"/>
          </p:cNvSpPr>
          <p:nvPr/>
        </p:nvSpPr>
        <p:spPr bwMode="auto">
          <a:xfrm>
            <a:off x="60198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82" name="Oval 150">
            <a:extLst>
              <a:ext uri="{FF2B5EF4-FFF2-40B4-BE49-F238E27FC236}">
                <a16:creationId xmlns:a16="http://schemas.microsoft.com/office/drawing/2014/main" id="{299278B8-73E8-1D0D-792E-ED483B39A9A7}"/>
              </a:ext>
            </a:extLst>
          </p:cNvPr>
          <p:cNvSpPr>
            <a:spLocks noChangeArrowheads="1"/>
          </p:cNvSpPr>
          <p:nvPr/>
        </p:nvSpPr>
        <p:spPr bwMode="auto">
          <a:xfrm>
            <a:off x="59563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983" name="Line 151">
            <a:extLst>
              <a:ext uri="{FF2B5EF4-FFF2-40B4-BE49-F238E27FC236}">
                <a16:creationId xmlns:a16="http://schemas.microsoft.com/office/drawing/2014/main" id="{12935E54-FA63-AC7C-2E39-311D1FB6E686}"/>
              </a:ext>
            </a:extLst>
          </p:cNvPr>
          <p:cNvSpPr>
            <a:spLocks noChangeShapeType="1"/>
          </p:cNvSpPr>
          <p:nvPr/>
        </p:nvSpPr>
        <p:spPr bwMode="auto">
          <a:xfrm>
            <a:off x="79248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84" name="Oval 152">
            <a:extLst>
              <a:ext uri="{FF2B5EF4-FFF2-40B4-BE49-F238E27FC236}">
                <a16:creationId xmlns:a16="http://schemas.microsoft.com/office/drawing/2014/main" id="{316A6C11-132C-AB01-98C5-22D7589999F6}"/>
              </a:ext>
            </a:extLst>
          </p:cNvPr>
          <p:cNvSpPr>
            <a:spLocks noChangeArrowheads="1"/>
          </p:cNvSpPr>
          <p:nvPr/>
        </p:nvSpPr>
        <p:spPr bwMode="auto">
          <a:xfrm>
            <a:off x="78613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78985" name="Line 153">
            <a:extLst>
              <a:ext uri="{FF2B5EF4-FFF2-40B4-BE49-F238E27FC236}">
                <a16:creationId xmlns:a16="http://schemas.microsoft.com/office/drawing/2014/main" id="{242D10F9-BF39-30F0-4DF7-04BB1E624BB6}"/>
              </a:ext>
            </a:extLst>
          </p:cNvPr>
          <p:cNvSpPr>
            <a:spLocks noChangeShapeType="1"/>
          </p:cNvSpPr>
          <p:nvPr/>
        </p:nvSpPr>
        <p:spPr bwMode="auto">
          <a:xfrm flipV="1">
            <a:off x="990600" y="16637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86" name="Line 154">
            <a:extLst>
              <a:ext uri="{FF2B5EF4-FFF2-40B4-BE49-F238E27FC236}">
                <a16:creationId xmlns:a16="http://schemas.microsoft.com/office/drawing/2014/main" id="{45B43C43-B676-3A80-981A-921DB0712463}"/>
              </a:ext>
            </a:extLst>
          </p:cNvPr>
          <p:cNvSpPr>
            <a:spLocks noChangeShapeType="1"/>
          </p:cNvSpPr>
          <p:nvPr/>
        </p:nvSpPr>
        <p:spPr bwMode="auto">
          <a:xfrm flipV="1">
            <a:off x="2514600" y="16637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87" name="Line 155">
            <a:extLst>
              <a:ext uri="{FF2B5EF4-FFF2-40B4-BE49-F238E27FC236}">
                <a16:creationId xmlns:a16="http://schemas.microsoft.com/office/drawing/2014/main" id="{4C3CFAB5-AB0F-3499-BE6C-426554AD7B1D}"/>
              </a:ext>
            </a:extLst>
          </p:cNvPr>
          <p:cNvSpPr>
            <a:spLocks noChangeShapeType="1"/>
          </p:cNvSpPr>
          <p:nvPr/>
        </p:nvSpPr>
        <p:spPr bwMode="auto">
          <a:xfrm flipV="1">
            <a:off x="2362200" y="1663700"/>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88" name="Line 156">
            <a:extLst>
              <a:ext uri="{FF2B5EF4-FFF2-40B4-BE49-F238E27FC236}">
                <a16:creationId xmlns:a16="http://schemas.microsoft.com/office/drawing/2014/main" id="{8A9123B6-2223-D8F3-C5B4-EBD9FF82C526}"/>
              </a:ext>
            </a:extLst>
          </p:cNvPr>
          <p:cNvSpPr>
            <a:spLocks noChangeShapeType="1"/>
          </p:cNvSpPr>
          <p:nvPr/>
        </p:nvSpPr>
        <p:spPr bwMode="auto">
          <a:xfrm flipV="1">
            <a:off x="4343400" y="16637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89" name="Line 157">
            <a:extLst>
              <a:ext uri="{FF2B5EF4-FFF2-40B4-BE49-F238E27FC236}">
                <a16:creationId xmlns:a16="http://schemas.microsoft.com/office/drawing/2014/main" id="{83742C76-9B20-EFC6-2FB3-5AC5D5A407D3}"/>
              </a:ext>
            </a:extLst>
          </p:cNvPr>
          <p:cNvSpPr>
            <a:spLocks noChangeShapeType="1"/>
          </p:cNvSpPr>
          <p:nvPr/>
        </p:nvSpPr>
        <p:spPr bwMode="auto">
          <a:xfrm flipV="1">
            <a:off x="4191000" y="1663700"/>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90" name="Line 158">
            <a:extLst>
              <a:ext uri="{FF2B5EF4-FFF2-40B4-BE49-F238E27FC236}">
                <a16:creationId xmlns:a16="http://schemas.microsoft.com/office/drawing/2014/main" id="{90030063-50B4-C903-2303-34A05D6602FF}"/>
              </a:ext>
            </a:extLst>
          </p:cNvPr>
          <p:cNvSpPr>
            <a:spLocks noChangeShapeType="1"/>
          </p:cNvSpPr>
          <p:nvPr/>
        </p:nvSpPr>
        <p:spPr bwMode="auto">
          <a:xfrm flipV="1">
            <a:off x="6172200" y="15875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91" name="Line 159">
            <a:extLst>
              <a:ext uri="{FF2B5EF4-FFF2-40B4-BE49-F238E27FC236}">
                <a16:creationId xmlns:a16="http://schemas.microsoft.com/office/drawing/2014/main" id="{021A689B-E966-A953-24D3-BDFB4A569D57}"/>
              </a:ext>
            </a:extLst>
          </p:cNvPr>
          <p:cNvSpPr>
            <a:spLocks noChangeShapeType="1"/>
          </p:cNvSpPr>
          <p:nvPr/>
        </p:nvSpPr>
        <p:spPr bwMode="auto">
          <a:xfrm flipV="1">
            <a:off x="6019800" y="1587500"/>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92" name="Line 160">
            <a:extLst>
              <a:ext uri="{FF2B5EF4-FFF2-40B4-BE49-F238E27FC236}">
                <a16:creationId xmlns:a16="http://schemas.microsoft.com/office/drawing/2014/main" id="{994B7B76-4B2B-937E-5361-C29A8B47FBA7}"/>
              </a:ext>
            </a:extLst>
          </p:cNvPr>
          <p:cNvSpPr>
            <a:spLocks noChangeShapeType="1"/>
          </p:cNvSpPr>
          <p:nvPr/>
        </p:nvSpPr>
        <p:spPr bwMode="auto">
          <a:xfrm flipV="1">
            <a:off x="7924800" y="1587500"/>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93" name="Line 161">
            <a:extLst>
              <a:ext uri="{FF2B5EF4-FFF2-40B4-BE49-F238E27FC236}">
                <a16:creationId xmlns:a16="http://schemas.microsoft.com/office/drawing/2014/main" id="{CDDC08D9-7324-8423-865B-B732FF02F25E}"/>
              </a:ext>
            </a:extLst>
          </p:cNvPr>
          <p:cNvSpPr>
            <a:spLocks noChangeShapeType="1"/>
          </p:cNvSpPr>
          <p:nvPr/>
        </p:nvSpPr>
        <p:spPr bwMode="auto">
          <a:xfrm flipV="1">
            <a:off x="838200" y="1663700"/>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94" name="Line 162">
            <a:extLst>
              <a:ext uri="{FF2B5EF4-FFF2-40B4-BE49-F238E27FC236}">
                <a16:creationId xmlns:a16="http://schemas.microsoft.com/office/drawing/2014/main" id="{8AF05EA5-1FF3-8B66-3D83-0F6B0A33599C}"/>
              </a:ext>
            </a:extLst>
          </p:cNvPr>
          <p:cNvSpPr>
            <a:spLocks noChangeShapeType="1"/>
          </p:cNvSpPr>
          <p:nvPr/>
        </p:nvSpPr>
        <p:spPr bwMode="auto">
          <a:xfrm>
            <a:off x="1003300" y="1828800"/>
            <a:ext cx="1346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95" name="Rectangle 163">
            <a:extLst>
              <a:ext uri="{FF2B5EF4-FFF2-40B4-BE49-F238E27FC236}">
                <a16:creationId xmlns:a16="http://schemas.microsoft.com/office/drawing/2014/main" id="{CB36C79F-2862-A5E1-B273-C1E54A537619}"/>
              </a:ext>
            </a:extLst>
          </p:cNvPr>
          <p:cNvSpPr>
            <a:spLocks noChangeArrowheads="1"/>
          </p:cNvSpPr>
          <p:nvPr/>
        </p:nvSpPr>
        <p:spPr bwMode="auto">
          <a:xfrm>
            <a:off x="925513" y="1460500"/>
            <a:ext cx="1465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4</a:t>
            </a:r>
            <a:r>
              <a:rPr lang="zh-CN" altLang="en-US">
                <a:solidFill>
                  <a:srgbClr val="CC0000"/>
                </a:solidFill>
                <a:latin typeface="Arial" panose="020B0604020202020204" pitchFamily="34" charset="0"/>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R-type’s IF</a:t>
            </a:r>
          </a:p>
        </p:txBody>
      </p:sp>
      <p:sp>
        <p:nvSpPr>
          <p:cNvPr id="78996" name="Line 164">
            <a:extLst>
              <a:ext uri="{FF2B5EF4-FFF2-40B4-BE49-F238E27FC236}">
                <a16:creationId xmlns:a16="http://schemas.microsoft.com/office/drawing/2014/main" id="{CF3CEC67-97A5-42FD-F95E-3D7A927A9082}"/>
              </a:ext>
            </a:extLst>
          </p:cNvPr>
          <p:cNvSpPr>
            <a:spLocks noChangeShapeType="1"/>
          </p:cNvSpPr>
          <p:nvPr/>
        </p:nvSpPr>
        <p:spPr bwMode="auto">
          <a:xfrm>
            <a:off x="469900" y="18288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97" name="Line 168">
            <a:extLst>
              <a:ext uri="{FF2B5EF4-FFF2-40B4-BE49-F238E27FC236}">
                <a16:creationId xmlns:a16="http://schemas.microsoft.com/office/drawing/2014/main" id="{79F4A75E-133A-072C-CF8D-936B9F58B691}"/>
              </a:ext>
            </a:extLst>
          </p:cNvPr>
          <p:cNvSpPr>
            <a:spLocks noChangeShapeType="1"/>
          </p:cNvSpPr>
          <p:nvPr/>
        </p:nvSpPr>
        <p:spPr bwMode="auto">
          <a:xfrm>
            <a:off x="2527300" y="1828800"/>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998" name="Rectangle 169">
            <a:extLst>
              <a:ext uri="{FF2B5EF4-FFF2-40B4-BE49-F238E27FC236}">
                <a16:creationId xmlns:a16="http://schemas.microsoft.com/office/drawing/2014/main" id="{B4152A6C-BC21-F883-A2A9-15760CD54EB7}"/>
              </a:ext>
            </a:extLst>
          </p:cNvPr>
          <p:cNvSpPr>
            <a:spLocks noChangeArrowheads="1"/>
          </p:cNvSpPr>
          <p:nvPr/>
        </p:nvSpPr>
        <p:spPr bwMode="auto">
          <a:xfrm>
            <a:off x="2598738" y="1447800"/>
            <a:ext cx="1338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0: Load’s ID</a:t>
            </a:r>
          </a:p>
        </p:txBody>
      </p:sp>
      <p:sp>
        <p:nvSpPr>
          <p:cNvPr id="78999" name="Line 170">
            <a:extLst>
              <a:ext uri="{FF2B5EF4-FFF2-40B4-BE49-F238E27FC236}">
                <a16:creationId xmlns:a16="http://schemas.microsoft.com/office/drawing/2014/main" id="{61CBFE0F-436D-F5CE-6950-39A1FDFEA4CA}"/>
              </a:ext>
            </a:extLst>
          </p:cNvPr>
          <p:cNvSpPr>
            <a:spLocks noChangeShapeType="1"/>
          </p:cNvSpPr>
          <p:nvPr/>
        </p:nvSpPr>
        <p:spPr bwMode="auto">
          <a:xfrm>
            <a:off x="4356100" y="1828800"/>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000" name="Rectangle 171">
            <a:extLst>
              <a:ext uri="{FF2B5EF4-FFF2-40B4-BE49-F238E27FC236}">
                <a16:creationId xmlns:a16="http://schemas.microsoft.com/office/drawing/2014/main" id="{C76D0077-A47A-21D3-33DB-07126722322A}"/>
              </a:ext>
            </a:extLst>
          </p:cNvPr>
          <p:cNvSpPr>
            <a:spLocks noChangeArrowheads="1"/>
          </p:cNvSpPr>
          <p:nvPr/>
        </p:nvSpPr>
        <p:spPr bwMode="auto">
          <a:xfrm>
            <a:off x="4278313" y="1447800"/>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NULL</a:t>
            </a:r>
          </a:p>
        </p:txBody>
      </p:sp>
      <p:sp>
        <p:nvSpPr>
          <p:cNvPr id="79001" name="Line 172">
            <a:extLst>
              <a:ext uri="{FF2B5EF4-FFF2-40B4-BE49-F238E27FC236}">
                <a16:creationId xmlns:a16="http://schemas.microsoft.com/office/drawing/2014/main" id="{60F290D0-45D1-7188-C0DB-E8D491338ADC}"/>
              </a:ext>
            </a:extLst>
          </p:cNvPr>
          <p:cNvSpPr>
            <a:spLocks noChangeShapeType="1"/>
          </p:cNvSpPr>
          <p:nvPr/>
        </p:nvSpPr>
        <p:spPr bwMode="auto">
          <a:xfrm>
            <a:off x="6184900" y="1828800"/>
            <a:ext cx="1727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002" name="Rectangle 173">
            <a:extLst>
              <a:ext uri="{FF2B5EF4-FFF2-40B4-BE49-F238E27FC236}">
                <a16:creationId xmlns:a16="http://schemas.microsoft.com/office/drawing/2014/main" id="{ABFF7497-557C-DA4D-CFAE-513D6F2115E2}"/>
              </a:ext>
            </a:extLst>
          </p:cNvPr>
          <p:cNvSpPr>
            <a:spLocks noChangeArrowheads="1"/>
          </p:cNvSpPr>
          <p:nvPr/>
        </p:nvSpPr>
        <p:spPr bwMode="auto">
          <a:xfrm>
            <a:off x="6145213" y="1447800"/>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NULL</a:t>
            </a:r>
          </a:p>
        </p:txBody>
      </p:sp>
      <p:sp>
        <p:nvSpPr>
          <p:cNvPr id="36995" name="Line 175">
            <a:extLst>
              <a:ext uri="{FF2B5EF4-FFF2-40B4-BE49-F238E27FC236}">
                <a16:creationId xmlns:a16="http://schemas.microsoft.com/office/drawing/2014/main" id="{3D83C370-FC2E-5909-01BB-1BA2D86E7A6D}"/>
              </a:ext>
            </a:extLst>
          </p:cNvPr>
          <p:cNvSpPr>
            <a:spLocks noChangeShapeType="1"/>
          </p:cNvSpPr>
          <p:nvPr/>
        </p:nvSpPr>
        <p:spPr bwMode="auto">
          <a:xfrm>
            <a:off x="2667000" y="5270500"/>
            <a:ext cx="0" cy="279400"/>
          </a:xfrm>
          <a:prstGeom prst="line">
            <a:avLst/>
          </a:prstGeom>
          <a:noFill/>
          <a:ln w="57150">
            <a:solidFill>
              <a:schemeClr val="bg1">
                <a:lumMod val="65000"/>
              </a:schemeClr>
            </a:solidFill>
            <a:round/>
          </a:ln>
        </p:spPr>
        <p:txBody>
          <a:bodyPr wrap="none" anchor="ctr"/>
          <a:lstStyle/>
          <a:p>
            <a:pPr eaLnBrk="0" hangingPunct="0">
              <a:defRPr/>
            </a:pPr>
            <a:endParaRPr lang="zh-CN" altLang="en-US"/>
          </a:p>
        </p:txBody>
      </p:sp>
      <p:grpSp>
        <p:nvGrpSpPr>
          <p:cNvPr id="79004" name="Group 202">
            <a:extLst>
              <a:ext uri="{FF2B5EF4-FFF2-40B4-BE49-F238E27FC236}">
                <a16:creationId xmlns:a16="http://schemas.microsoft.com/office/drawing/2014/main" id="{B35C7557-5C0B-8FB6-39D6-ABFB3C235F49}"/>
              </a:ext>
            </a:extLst>
          </p:cNvPr>
          <p:cNvGrpSpPr>
            <a:grpSpLocks/>
          </p:cNvGrpSpPr>
          <p:nvPr/>
        </p:nvGrpSpPr>
        <p:grpSpPr bwMode="auto">
          <a:xfrm>
            <a:off x="4321175" y="5403850"/>
            <a:ext cx="1520825" cy="158750"/>
            <a:chOff x="2722" y="3404"/>
            <a:chExt cx="958" cy="100"/>
          </a:xfrm>
        </p:grpSpPr>
        <p:sp>
          <p:nvSpPr>
            <p:cNvPr id="79005" name="Line 73">
              <a:extLst>
                <a:ext uri="{FF2B5EF4-FFF2-40B4-BE49-F238E27FC236}">
                  <a16:creationId xmlns:a16="http://schemas.microsoft.com/office/drawing/2014/main" id="{C5EE0B6D-A025-2C2C-333D-B253E571E4E6}"/>
                </a:ext>
              </a:extLst>
            </p:cNvPr>
            <p:cNvSpPr>
              <a:spLocks noChangeShapeType="1"/>
            </p:cNvSpPr>
            <p:nvPr/>
          </p:nvSpPr>
          <p:spPr bwMode="auto">
            <a:xfrm>
              <a:off x="3028" y="3408"/>
              <a:ext cx="65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006" name="Line 96">
              <a:extLst>
                <a:ext uri="{FF2B5EF4-FFF2-40B4-BE49-F238E27FC236}">
                  <a16:creationId xmlns:a16="http://schemas.microsoft.com/office/drawing/2014/main" id="{26916167-464E-13B0-3A13-37D422C59F23}"/>
                </a:ext>
              </a:extLst>
            </p:cNvPr>
            <p:cNvSpPr>
              <a:spLocks noChangeShapeType="1"/>
            </p:cNvSpPr>
            <p:nvPr/>
          </p:nvSpPr>
          <p:spPr bwMode="auto">
            <a:xfrm>
              <a:off x="2722" y="3504"/>
              <a:ext cx="15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07" name="Line 176">
              <a:extLst>
                <a:ext uri="{FF2B5EF4-FFF2-40B4-BE49-F238E27FC236}">
                  <a16:creationId xmlns:a16="http://schemas.microsoft.com/office/drawing/2014/main" id="{C7229E08-61C1-81A9-5665-2B84E8DEF8B0}"/>
                </a:ext>
              </a:extLst>
            </p:cNvPr>
            <p:cNvSpPr>
              <a:spLocks noChangeShapeType="1"/>
            </p:cNvSpPr>
            <p:nvPr/>
          </p:nvSpPr>
          <p:spPr bwMode="auto">
            <a:xfrm flipV="1">
              <a:off x="2866" y="3404"/>
              <a:ext cx="166" cy="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9008" name="Group 187">
            <a:extLst>
              <a:ext uri="{FF2B5EF4-FFF2-40B4-BE49-F238E27FC236}">
                <a16:creationId xmlns:a16="http://schemas.microsoft.com/office/drawing/2014/main" id="{CB191AA2-1DBE-22B6-B35D-9C015C030E50}"/>
              </a:ext>
            </a:extLst>
          </p:cNvPr>
          <p:cNvGrpSpPr>
            <a:grpSpLocks/>
          </p:cNvGrpSpPr>
          <p:nvPr/>
        </p:nvGrpSpPr>
        <p:grpSpPr bwMode="auto">
          <a:xfrm>
            <a:off x="2890838" y="2527300"/>
            <a:ext cx="703262" cy="1417638"/>
            <a:chOff x="1751" y="1592"/>
            <a:chExt cx="443" cy="893"/>
          </a:xfrm>
        </p:grpSpPr>
        <p:sp>
          <p:nvSpPr>
            <p:cNvPr id="79009" name="Line 177">
              <a:extLst>
                <a:ext uri="{FF2B5EF4-FFF2-40B4-BE49-F238E27FC236}">
                  <a16:creationId xmlns:a16="http://schemas.microsoft.com/office/drawing/2014/main" id="{0C8DE8A5-7AA2-37EE-3A06-80D07FC7DF09}"/>
                </a:ext>
              </a:extLst>
            </p:cNvPr>
            <p:cNvSpPr>
              <a:spLocks noChangeShapeType="1"/>
            </p:cNvSpPr>
            <p:nvPr/>
          </p:nvSpPr>
          <p:spPr bwMode="auto">
            <a:xfrm>
              <a:off x="2160" y="1592"/>
              <a:ext cx="0" cy="32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9010" name="Group 183">
              <a:extLst>
                <a:ext uri="{FF2B5EF4-FFF2-40B4-BE49-F238E27FC236}">
                  <a16:creationId xmlns:a16="http://schemas.microsoft.com/office/drawing/2014/main" id="{7BAA1170-9D67-F5E1-93B8-F56F142CE1D0}"/>
                </a:ext>
              </a:extLst>
            </p:cNvPr>
            <p:cNvGrpSpPr>
              <a:grpSpLocks/>
            </p:cNvGrpSpPr>
            <p:nvPr/>
          </p:nvGrpSpPr>
          <p:grpSpPr bwMode="auto">
            <a:xfrm>
              <a:off x="1986" y="1914"/>
              <a:ext cx="208" cy="248"/>
              <a:chOff x="1986" y="1914"/>
              <a:chExt cx="208" cy="248"/>
            </a:xfrm>
          </p:grpSpPr>
          <p:sp>
            <p:nvSpPr>
              <p:cNvPr id="79011" name="Arc 178">
                <a:extLst>
                  <a:ext uri="{FF2B5EF4-FFF2-40B4-BE49-F238E27FC236}">
                    <a16:creationId xmlns:a16="http://schemas.microsoft.com/office/drawing/2014/main" id="{272AA89D-5A8D-638A-4CB3-DBFB88E79586}"/>
                  </a:ext>
                </a:extLst>
              </p:cNvPr>
              <p:cNvSpPr>
                <a:spLocks noChangeArrowheads="1"/>
              </p:cNvSpPr>
              <p:nvPr/>
            </p:nvSpPr>
            <p:spPr bwMode="auto">
              <a:xfrm rot="5400000">
                <a:off x="2085" y="2068"/>
                <a:ext cx="89" cy="88"/>
              </a:xfrm>
              <a:custGeom>
                <a:avLst/>
                <a:gdLst>
                  <a:gd name="T0" fmla="*/ 0 w 21843"/>
                  <a:gd name="T1" fmla="*/ 1 h 21600"/>
                  <a:gd name="T2" fmla="*/ 244 w 21843"/>
                  <a:gd name="T3" fmla="*/ 0 h 21600"/>
                  <a:gd name="T4" fmla="*/ 21842 w 21843"/>
                  <a:gd name="T5" fmla="*/ 21353 h 21600"/>
                  <a:gd name="T6" fmla="*/ 0 w 21843"/>
                  <a:gd name="T7" fmla="*/ 1 h 21600"/>
                  <a:gd name="T8" fmla="*/ 244 w 21843"/>
                  <a:gd name="T9" fmla="*/ 0 h 21600"/>
                  <a:gd name="T10" fmla="*/ 21842 w 21843"/>
                  <a:gd name="T11" fmla="*/ 21353 h 21600"/>
                  <a:gd name="T12" fmla="*/ 244 w 21843"/>
                  <a:gd name="T13" fmla="*/ 21600 h 21600"/>
                  <a:gd name="T14" fmla="*/ 0 w 21843"/>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3" h="21600" fill="none">
                    <a:moveTo>
                      <a:pt x="0" y="1"/>
                    </a:moveTo>
                    <a:cubicBezTo>
                      <a:pt x="81" y="0"/>
                      <a:pt x="162" y="-1"/>
                      <a:pt x="244" y="0"/>
                    </a:cubicBezTo>
                    <a:cubicBezTo>
                      <a:pt x="12077" y="0"/>
                      <a:pt x="21707" y="9520"/>
                      <a:pt x="21842" y="21353"/>
                    </a:cubicBezTo>
                  </a:path>
                  <a:path w="21843" h="21600" stroke="0">
                    <a:moveTo>
                      <a:pt x="0" y="1"/>
                    </a:moveTo>
                    <a:cubicBezTo>
                      <a:pt x="81" y="0"/>
                      <a:pt x="162" y="-1"/>
                      <a:pt x="244" y="0"/>
                    </a:cubicBezTo>
                    <a:cubicBezTo>
                      <a:pt x="12077" y="0"/>
                      <a:pt x="21707" y="9520"/>
                      <a:pt x="21842" y="21353"/>
                    </a:cubicBezTo>
                    <a:lnTo>
                      <a:pt x="244"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9012" name="Arc 179">
                <a:extLst>
                  <a:ext uri="{FF2B5EF4-FFF2-40B4-BE49-F238E27FC236}">
                    <a16:creationId xmlns:a16="http://schemas.microsoft.com/office/drawing/2014/main" id="{BDF71B9A-0DE0-5A46-D5AC-D81475D54095}"/>
                  </a:ext>
                </a:extLst>
              </p:cNvPr>
              <p:cNvSpPr>
                <a:spLocks noChangeArrowheads="1"/>
              </p:cNvSpPr>
              <p:nvPr/>
            </p:nvSpPr>
            <p:spPr bwMode="auto">
              <a:xfrm rot="-5400000">
                <a:off x="1998" y="2069"/>
                <a:ext cx="88" cy="87"/>
              </a:xfrm>
              <a:custGeom>
                <a:avLst/>
                <a:gdLst>
                  <a:gd name="T0" fmla="*/ 0 w 21599"/>
                  <a:gd name="T1" fmla="*/ 21352 h 21599"/>
                  <a:gd name="T2" fmla="*/ 21355 w 21599"/>
                  <a:gd name="T3" fmla="*/ 0 h 21599"/>
                  <a:gd name="T4" fmla="*/ 0 w 21599"/>
                  <a:gd name="T5" fmla="*/ 21352 h 21599"/>
                  <a:gd name="T6" fmla="*/ 21355 w 21599"/>
                  <a:gd name="T7" fmla="*/ 0 h 21599"/>
                  <a:gd name="T8" fmla="*/ 21599 w 21599"/>
                  <a:gd name="T9" fmla="*/ 21599 h 21599"/>
                  <a:gd name="T10" fmla="*/ 0 w 21599"/>
                  <a:gd name="T11" fmla="*/ 21352 h 21599"/>
                </a:gdLst>
                <a:ahLst/>
                <a:cxnLst>
                  <a:cxn ang="0">
                    <a:pos x="T0" y="T1"/>
                  </a:cxn>
                  <a:cxn ang="0">
                    <a:pos x="T2" y="T3"/>
                  </a:cxn>
                  <a:cxn ang="0">
                    <a:pos x="T4" y="T5"/>
                  </a:cxn>
                  <a:cxn ang="0">
                    <a:pos x="T6" y="T7"/>
                  </a:cxn>
                  <a:cxn ang="0">
                    <a:pos x="T8" y="T9"/>
                  </a:cxn>
                  <a:cxn ang="0">
                    <a:pos x="T10" y="T11"/>
                  </a:cxn>
                </a:cxnLst>
                <a:rect l="0" t="0" r="r" b="b"/>
                <a:pathLst>
                  <a:path w="21599" h="21599" fill="none">
                    <a:moveTo>
                      <a:pt x="0" y="21352"/>
                    </a:moveTo>
                    <a:cubicBezTo>
                      <a:pt x="134" y="9614"/>
                      <a:pt x="9617" y="132"/>
                      <a:pt x="21355" y="0"/>
                    </a:cubicBezTo>
                  </a:path>
                  <a:path w="21599" h="21599" stroke="0">
                    <a:moveTo>
                      <a:pt x="0" y="21352"/>
                    </a:moveTo>
                    <a:cubicBezTo>
                      <a:pt x="134" y="9614"/>
                      <a:pt x="9617" y="132"/>
                      <a:pt x="21355" y="0"/>
                    </a:cubicBezTo>
                    <a:lnTo>
                      <a:pt x="21599" y="21599"/>
                    </a:lnTo>
                    <a:lnTo>
                      <a:pt x="0" y="21352"/>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9013" name="Line 180">
                <a:extLst>
                  <a:ext uri="{FF2B5EF4-FFF2-40B4-BE49-F238E27FC236}">
                    <a16:creationId xmlns:a16="http://schemas.microsoft.com/office/drawing/2014/main" id="{205CE2FD-3E8C-A138-FC87-7EB748282FFE}"/>
                  </a:ext>
                </a:extLst>
              </p:cNvPr>
              <p:cNvSpPr>
                <a:spLocks noChangeShapeType="1"/>
              </p:cNvSpPr>
              <p:nvPr/>
            </p:nvSpPr>
            <p:spPr bwMode="auto">
              <a:xfrm flipV="1">
                <a:off x="2186"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14" name="Line 181">
                <a:extLst>
                  <a:ext uri="{FF2B5EF4-FFF2-40B4-BE49-F238E27FC236}">
                    <a16:creationId xmlns:a16="http://schemas.microsoft.com/office/drawing/2014/main" id="{05A50C7C-9107-657D-8F2A-DB24939CE685}"/>
                  </a:ext>
                </a:extLst>
              </p:cNvPr>
              <p:cNvSpPr>
                <a:spLocks noChangeShapeType="1"/>
              </p:cNvSpPr>
              <p:nvPr/>
            </p:nvSpPr>
            <p:spPr bwMode="auto">
              <a:xfrm flipV="1">
                <a:off x="1994"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15" name="Line 182">
                <a:extLst>
                  <a:ext uri="{FF2B5EF4-FFF2-40B4-BE49-F238E27FC236}">
                    <a16:creationId xmlns:a16="http://schemas.microsoft.com/office/drawing/2014/main" id="{888B0460-404B-3CB5-70ED-81F83B2C94BD}"/>
                  </a:ext>
                </a:extLst>
              </p:cNvPr>
              <p:cNvSpPr>
                <a:spLocks noChangeShapeType="1"/>
              </p:cNvSpPr>
              <p:nvPr/>
            </p:nvSpPr>
            <p:spPr bwMode="auto">
              <a:xfrm flipH="1">
                <a:off x="1986" y="1922"/>
                <a:ext cx="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9016" name="Line 184">
              <a:extLst>
                <a:ext uri="{FF2B5EF4-FFF2-40B4-BE49-F238E27FC236}">
                  <a16:creationId xmlns:a16="http://schemas.microsoft.com/office/drawing/2014/main" id="{A3A8E11E-1F09-43F4-2BFB-E950229B9F31}"/>
                </a:ext>
              </a:extLst>
            </p:cNvPr>
            <p:cNvSpPr>
              <a:spLocks noChangeShapeType="1"/>
            </p:cNvSpPr>
            <p:nvPr/>
          </p:nvSpPr>
          <p:spPr bwMode="auto">
            <a:xfrm>
              <a:off x="2112" y="2168"/>
              <a:ext cx="0" cy="317"/>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17" name="Line 185">
              <a:extLst>
                <a:ext uri="{FF2B5EF4-FFF2-40B4-BE49-F238E27FC236}">
                  <a16:creationId xmlns:a16="http://schemas.microsoft.com/office/drawing/2014/main" id="{D6935015-F7FC-297D-8CD9-53D02A3C6421}"/>
                </a:ext>
              </a:extLst>
            </p:cNvPr>
            <p:cNvSpPr>
              <a:spLocks noChangeShapeType="1"/>
            </p:cNvSpPr>
            <p:nvPr/>
          </p:nvSpPr>
          <p:spPr bwMode="auto">
            <a:xfrm>
              <a:off x="2016" y="1784"/>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18" name="Rectangle 186">
              <a:extLst>
                <a:ext uri="{FF2B5EF4-FFF2-40B4-BE49-F238E27FC236}">
                  <a16:creationId xmlns:a16="http://schemas.microsoft.com/office/drawing/2014/main" id="{3E1F77C6-B18D-D64D-2481-6619C9F7A8E6}"/>
                </a:ext>
              </a:extLst>
            </p:cNvPr>
            <p:cNvSpPr>
              <a:spLocks noChangeArrowheads="1"/>
            </p:cNvSpPr>
            <p:nvPr/>
          </p:nvSpPr>
          <p:spPr bwMode="auto">
            <a:xfrm>
              <a:off x="1751" y="1680"/>
              <a:ext cx="31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grpSp>
      <p:sp>
        <p:nvSpPr>
          <p:cNvPr id="79019" name="Line 188">
            <a:extLst>
              <a:ext uri="{FF2B5EF4-FFF2-40B4-BE49-F238E27FC236}">
                <a16:creationId xmlns:a16="http://schemas.microsoft.com/office/drawing/2014/main" id="{DA6443D9-2516-20E7-3536-586DAAC5D0E7}"/>
              </a:ext>
            </a:extLst>
          </p:cNvPr>
          <p:cNvSpPr>
            <a:spLocks noChangeShapeType="1"/>
          </p:cNvSpPr>
          <p:nvPr/>
        </p:nvSpPr>
        <p:spPr bwMode="auto">
          <a:xfrm>
            <a:off x="7315200" y="5095875"/>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69" name="Rectangle 189">
            <a:extLst>
              <a:ext uri="{FF2B5EF4-FFF2-40B4-BE49-F238E27FC236}">
                <a16:creationId xmlns:a16="http://schemas.microsoft.com/office/drawing/2014/main" id="{C4321AC4-8210-38E5-C6EA-A813249BEC4F}"/>
              </a:ext>
            </a:extLst>
          </p:cNvPr>
          <p:cNvSpPr>
            <a:spLocks noChangeArrowheads="1"/>
          </p:cNvSpPr>
          <p:nvPr/>
        </p:nvSpPr>
        <p:spPr bwMode="auto">
          <a:xfrm>
            <a:off x="5895975" y="6386513"/>
            <a:ext cx="1370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MemWr=0</a:t>
            </a:r>
          </a:p>
        </p:txBody>
      </p:sp>
      <p:grpSp>
        <p:nvGrpSpPr>
          <p:cNvPr id="79021" name="Group 195">
            <a:extLst>
              <a:ext uri="{FF2B5EF4-FFF2-40B4-BE49-F238E27FC236}">
                <a16:creationId xmlns:a16="http://schemas.microsoft.com/office/drawing/2014/main" id="{085B6199-3581-4757-A8D3-C894DCC53C32}"/>
              </a:ext>
            </a:extLst>
          </p:cNvPr>
          <p:cNvGrpSpPr>
            <a:grpSpLocks/>
          </p:cNvGrpSpPr>
          <p:nvPr/>
        </p:nvGrpSpPr>
        <p:grpSpPr bwMode="auto">
          <a:xfrm>
            <a:off x="6845300" y="6053138"/>
            <a:ext cx="358775" cy="304800"/>
            <a:chOff x="4277" y="3827"/>
            <a:chExt cx="226" cy="192"/>
          </a:xfrm>
        </p:grpSpPr>
        <p:sp>
          <p:nvSpPr>
            <p:cNvPr id="79022" name="Arc 190">
              <a:extLst>
                <a:ext uri="{FF2B5EF4-FFF2-40B4-BE49-F238E27FC236}">
                  <a16:creationId xmlns:a16="http://schemas.microsoft.com/office/drawing/2014/main" id="{13A48491-4D58-C384-CA0C-EC7CF78AEEA5}"/>
                </a:ext>
              </a:extLst>
            </p:cNvPr>
            <p:cNvSpPr>
              <a:spLocks noChangeArrowheads="1"/>
            </p:cNvSpPr>
            <p:nvPr/>
          </p:nvSpPr>
          <p:spPr bwMode="auto">
            <a:xfrm>
              <a:off x="4406" y="3842"/>
              <a:ext cx="89" cy="77"/>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9023" name="Arc 191">
              <a:extLst>
                <a:ext uri="{FF2B5EF4-FFF2-40B4-BE49-F238E27FC236}">
                  <a16:creationId xmlns:a16="http://schemas.microsoft.com/office/drawing/2014/main" id="{F903B362-4133-5FED-4417-65841ED767AC}"/>
                </a:ext>
              </a:extLst>
            </p:cNvPr>
            <p:cNvSpPr>
              <a:spLocks noChangeArrowheads="1"/>
            </p:cNvSpPr>
            <p:nvPr/>
          </p:nvSpPr>
          <p:spPr bwMode="auto">
            <a:xfrm rot="10800000">
              <a:off x="4415" y="3938"/>
              <a:ext cx="88" cy="77"/>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9024" name="Line 192">
              <a:extLst>
                <a:ext uri="{FF2B5EF4-FFF2-40B4-BE49-F238E27FC236}">
                  <a16:creationId xmlns:a16="http://schemas.microsoft.com/office/drawing/2014/main" id="{7F5AAE94-B944-3680-FF62-D68B3505DA56}"/>
                </a:ext>
              </a:extLst>
            </p:cNvPr>
            <p:cNvSpPr>
              <a:spLocks noChangeShapeType="1"/>
            </p:cNvSpPr>
            <p:nvPr/>
          </p:nvSpPr>
          <p:spPr bwMode="auto">
            <a:xfrm flipH="1">
              <a:off x="4277" y="3827"/>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25" name="Line 193">
              <a:extLst>
                <a:ext uri="{FF2B5EF4-FFF2-40B4-BE49-F238E27FC236}">
                  <a16:creationId xmlns:a16="http://schemas.microsoft.com/office/drawing/2014/main" id="{2DD593B4-DC45-DDF1-2456-9F91C976DD4B}"/>
                </a:ext>
              </a:extLst>
            </p:cNvPr>
            <p:cNvSpPr>
              <a:spLocks noChangeShapeType="1"/>
            </p:cNvSpPr>
            <p:nvPr/>
          </p:nvSpPr>
          <p:spPr bwMode="auto">
            <a:xfrm flipH="1">
              <a:off x="4277" y="4019"/>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26" name="Line 194">
              <a:extLst>
                <a:ext uri="{FF2B5EF4-FFF2-40B4-BE49-F238E27FC236}">
                  <a16:creationId xmlns:a16="http://schemas.microsoft.com/office/drawing/2014/main" id="{A291C060-F283-5D4F-E568-3A94C57DA8E5}"/>
                </a:ext>
              </a:extLst>
            </p:cNvPr>
            <p:cNvSpPr>
              <a:spLocks noChangeShapeType="1"/>
            </p:cNvSpPr>
            <p:nvPr/>
          </p:nvSpPr>
          <p:spPr bwMode="auto">
            <a:xfrm>
              <a:off x="4285" y="3835"/>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9027" name="Line 196">
            <a:extLst>
              <a:ext uri="{FF2B5EF4-FFF2-40B4-BE49-F238E27FC236}">
                <a16:creationId xmlns:a16="http://schemas.microsoft.com/office/drawing/2014/main" id="{12C4EAD8-6F3B-3EEC-E8A1-9CF35B33FB3F}"/>
              </a:ext>
            </a:extLst>
          </p:cNvPr>
          <p:cNvSpPr>
            <a:spLocks noChangeShapeType="1"/>
          </p:cNvSpPr>
          <p:nvPr/>
        </p:nvSpPr>
        <p:spPr bwMode="auto">
          <a:xfrm flipV="1">
            <a:off x="7175500" y="6223000"/>
            <a:ext cx="144463"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28" name="Line 197">
            <a:extLst>
              <a:ext uri="{FF2B5EF4-FFF2-40B4-BE49-F238E27FC236}">
                <a16:creationId xmlns:a16="http://schemas.microsoft.com/office/drawing/2014/main" id="{838E7951-7AB5-05C3-3941-0427281EC5BD}"/>
              </a:ext>
            </a:extLst>
          </p:cNvPr>
          <p:cNvSpPr>
            <a:spLocks noChangeShapeType="1"/>
          </p:cNvSpPr>
          <p:nvPr/>
        </p:nvSpPr>
        <p:spPr bwMode="auto">
          <a:xfrm flipH="1">
            <a:off x="6570663" y="6324600"/>
            <a:ext cx="287337"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29" name="Line 198">
            <a:extLst>
              <a:ext uri="{FF2B5EF4-FFF2-40B4-BE49-F238E27FC236}">
                <a16:creationId xmlns:a16="http://schemas.microsoft.com/office/drawing/2014/main" id="{FE91892A-DB85-BFCB-1857-EB5A6E4168E0}"/>
              </a:ext>
            </a:extLst>
          </p:cNvPr>
          <p:cNvSpPr>
            <a:spLocks noChangeShapeType="1"/>
          </p:cNvSpPr>
          <p:nvPr/>
        </p:nvSpPr>
        <p:spPr bwMode="auto">
          <a:xfrm flipH="1">
            <a:off x="6632575" y="6172200"/>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30" name="Rectangle 199">
            <a:extLst>
              <a:ext uri="{FF2B5EF4-FFF2-40B4-BE49-F238E27FC236}">
                <a16:creationId xmlns:a16="http://schemas.microsoft.com/office/drawing/2014/main" id="{81388529-C4B9-829C-833B-3BAFAFA9402D}"/>
              </a:ext>
            </a:extLst>
          </p:cNvPr>
          <p:cNvSpPr>
            <a:spLocks noChangeArrowheads="1"/>
          </p:cNvSpPr>
          <p:nvPr/>
        </p:nvSpPr>
        <p:spPr bwMode="auto">
          <a:xfrm>
            <a:off x="6332538" y="5873750"/>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sp>
        <p:nvSpPr>
          <p:cNvPr id="79031" name="Rectangle 209">
            <a:extLst>
              <a:ext uri="{FF2B5EF4-FFF2-40B4-BE49-F238E27FC236}">
                <a16:creationId xmlns:a16="http://schemas.microsoft.com/office/drawing/2014/main" id="{A7F3A5B5-F3D6-442B-AA73-12FDF7BFC8C9}"/>
              </a:ext>
            </a:extLst>
          </p:cNvPr>
          <p:cNvSpPr>
            <a:spLocks noChangeArrowheads="1"/>
          </p:cNvSpPr>
          <p:nvPr/>
        </p:nvSpPr>
        <p:spPr bwMode="auto">
          <a:xfrm>
            <a:off x="7953375" y="1503363"/>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NULL</a:t>
            </a:r>
          </a:p>
        </p:txBody>
      </p:sp>
      <p:sp>
        <p:nvSpPr>
          <p:cNvPr id="79032" name="文本框 1">
            <a:extLst>
              <a:ext uri="{FF2B5EF4-FFF2-40B4-BE49-F238E27FC236}">
                <a16:creationId xmlns:a16="http://schemas.microsoft.com/office/drawing/2014/main" id="{0ED30BB5-BD65-E3CB-AD51-894AEF04E498}"/>
              </a:ext>
            </a:extLst>
          </p:cNvPr>
          <p:cNvSpPr txBox="1">
            <a:spLocks noChangeArrowheads="1"/>
          </p:cNvSpPr>
          <p:nvPr/>
        </p:nvSpPr>
        <p:spPr bwMode="auto">
          <a:xfrm>
            <a:off x="2803525" y="3646488"/>
            <a:ext cx="482600" cy="246062"/>
          </a:xfrm>
          <a:prstGeom prst="rect">
            <a:avLst/>
          </a:prstGeom>
          <a:solidFill>
            <a:schemeClr val="bg1"/>
          </a:solidFill>
          <a:ln w="38100">
            <a:solidFill>
              <a:schemeClr val="tx1"/>
            </a:solidFill>
            <a:miter lim="800000"/>
            <a:headEnd/>
            <a:tailEnd/>
          </a:ln>
        </p:spPr>
        <p:txBody>
          <a:bodyPr lIns="36000" tIns="0" rIns="0" bIns="0">
            <a:spAutoFit/>
          </a:bodyPr>
          <a:lstStyle/>
          <a:p>
            <a:r>
              <a:rPr lang="en-US" altLang="zh-CN">
                <a:latin typeface="微软雅黑" panose="020B0503020204020204" pitchFamily="34" charset="-122"/>
                <a:ea typeface="微软雅黑" panose="020B0503020204020204" pitchFamily="34" charset="-122"/>
              </a:rPr>
              <a:t>Ext</a:t>
            </a:r>
            <a:endParaRPr lang="zh-CN" altLang="en-US">
              <a:latin typeface="微软雅黑" panose="020B0503020204020204" pitchFamily="34" charset="-122"/>
              <a:ea typeface="微软雅黑" panose="020B0503020204020204" pitchFamily="34" charset="-122"/>
            </a:endParaRPr>
          </a:p>
        </p:txBody>
      </p:sp>
      <p:sp>
        <p:nvSpPr>
          <p:cNvPr id="79033" name="Line 91">
            <a:extLst>
              <a:ext uri="{FF2B5EF4-FFF2-40B4-BE49-F238E27FC236}">
                <a16:creationId xmlns:a16="http://schemas.microsoft.com/office/drawing/2014/main" id="{27A31E1F-9D9F-3A85-98F3-A2EB3548BE57}"/>
              </a:ext>
            </a:extLst>
          </p:cNvPr>
          <p:cNvSpPr>
            <a:spLocks noChangeShapeType="1"/>
          </p:cNvSpPr>
          <p:nvPr/>
        </p:nvSpPr>
        <p:spPr bwMode="auto">
          <a:xfrm>
            <a:off x="7300913" y="1827213"/>
            <a:ext cx="2794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9034" name="组合 2">
            <a:extLst>
              <a:ext uri="{FF2B5EF4-FFF2-40B4-BE49-F238E27FC236}">
                <a16:creationId xmlns:a16="http://schemas.microsoft.com/office/drawing/2014/main" id="{18C2875F-0E5B-9CE8-F3C8-BCF7CF35846B}"/>
              </a:ext>
            </a:extLst>
          </p:cNvPr>
          <p:cNvGrpSpPr>
            <a:grpSpLocks/>
          </p:cNvGrpSpPr>
          <p:nvPr/>
        </p:nvGrpSpPr>
        <p:grpSpPr bwMode="auto">
          <a:xfrm rot="-5400000">
            <a:off x="7062788" y="2444750"/>
            <a:ext cx="368300" cy="425450"/>
            <a:chOff x="367750" y="5042102"/>
            <a:chExt cx="385762" cy="373062"/>
          </a:xfrm>
        </p:grpSpPr>
        <p:sp>
          <p:nvSpPr>
            <p:cNvPr id="79035" name="Arc 60">
              <a:extLst>
                <a:ext uri="{FF2B5EF4-FFF2-40B4-BE49-F238E27FC236}">
                  <a16:creationId xmlns:a16="http://schemas.microsoft.com/office/drawing/2014/main" id="{9838128E-4F9D-10F8-353E-65F8099FEA22}"/>
                </a:ext>
              </a:extLst>
            </p:cNvPr>
            <p:cNvSpPr>
              <a:spLocks noChangeArrowheads="1"/>
            </p:cNvSpPr>
            <p:nvPr/>
          </p:nvSpPr>
          <p:spPr bwMode="auto">
            <a:xfrm rot="-5400000">
              <a:off x="386800" y="50230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9036" name="Arc 61">
              <a:extLst>
                <a:ext uri="{FF2B5EF4-FFF2-40B4-BE49-F238E27FC236}">
                  <a16:creationId xmlns:a16="http://schemas.microsoft.com/office/drawing/2014/main" id="{E7DD8ACF-C220-5463-0F2D-C3A1517E0AC6}"/>
                </a:ext>
              </a:extLst>
            </p:cNvPr>
            <p:cNvSpPr>
              <a:spLocks noChangeArrowheads="1"/>
            </p:cNvSpPr>
            <p:nvPr/>
          </p:nvSpPr>
          <p:spPr bwMode="auto">
            <a:xfrm rot="5400000">
              <a:off x="590000" y="50230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9037" name="Line 62">
              <a:extLst>
                <a:ext uri="{FF2B5EF4-FFF2-40B4-BE49-F238E27FC236}">
                  <a16:creationId xmlns:a16="http://schemas.microsoft.com/office/drawing/2014/main" id="{6B18331C-DF09-1456-CB56-1A71E4FF5A9D}"/>
                </a:ext>
              </a:extLst>
            </p:cNvPr>
            <p:cNvSpPr>
              <a:spLocks noChangeShapeType="1"/>
            </p:cNvSpPr>
            <p:nvPr/>
          </p:nvSpPr>
          <p:spPr bwMode="auto">
            <a:xfrm>
              <a:off x="369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38" name="Line 64">
              <a:extLst>
                <a:ext uri="{FF2B5EF4-FFF2-40B4-BE49-F238E27FC236}">
                  <a16:creationId xmlns:a16="http://schemas.microsoft.com/office/drawing/2014/main" id="{FE1F898D-2C47-1146-6377-A4CA805236C0}"/>
                </a:ext>
              </a:extLst>
            </p:cNvPr>
            <p:cNvSpPr>
              <a:spLocks noChangeShapeType="1"/>
            </p:cNvSpPr>
            <p:nvPr/>
          </p:nvSpPr>
          <p:spPr bwMode="auto">
            <a:xfrm>
              <a:off x="750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39" name="Arc 60">
              <a:extLst>
                <a:ext uri="{FF2B5EF4-FFF2-40B4-BE49-F238E27FC236}">
                  <a16:creationId xmlns:a16="http://schemas.microsoft.com/office/drawing/2014/main" id="{C997200F-8FE9-2901-8F62-7196EA2CE97F}"/>
                </a:ext>
              </a:extLst>
            </p:cNvPr>
            <p:cNvSpPr>
              <a:spLocks noChangeArrowheads="1"/>
            </p:cNvSpPr>
            <p:nvPr/>
          </p:nvSpPr>
          <p:spPr bwMode="auto">
            <a:xfrm rot="-5400000">
              <a:off x="386800" y="52516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79040" name="Arc 61">
              <a:extLst>
                <a:ext uri="{FF2B5EF4-FFF2-40B4-BE49-F238E27FC236}">
                  <a16:creationId xmlns:a16="http://schemas.microsoft.com/office/drawing/2014/main" id="{326422E4-E2B3-3035-6624-CFF9483D0EF6}"/>
                </a:ext>
              </a:extLst>
            </p:cNvPr>
            <p:cNvSpPr>
              <a:spLocks noChangeArrowheads="1"/>
            </p:cNvSpPr>
            <p:nvPr/>
          </p:nvSpPr>
          <p:spPr bwMode="auto">
            <a:xfrm rot="5400000">
              <a:off x="590000" y="52516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79041" name="Line 91">
            <a:extLst>
              <a:ext uri="{FF2B5EF4-FFF2-40B4-BE49-F238E27FC236}">
                <a16:creationId xmlns:a16="http://schemas.microsoft.com/office/drawing/2014/main" id="{7796CA83-2212-FA91-867C-9C04D232B6C8}"/>
              </a:ext>
            </a:extLst>
          </p:cNvPr>
          <p:cNvSpPr>
            <a:spLocks noChangeShapeType="1"/>
          </p:cNvSpPr>
          <p:nvPr/>
        </p:nvSpPr>
        <p:spPr bwMode="auto">
          <a:xfrm>
            <a:off x="7304088" y="2740025"/>
            <a:ext cx="252412"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 name="Line 108">
            <a:extLst>
              <a:ext uri="{FF2B5EF4-FFF2-40B4-BE49-F238E27FC236}">
                <a16:creationId xmlns:a16="http://schemas.microsoft.com/office/drawing/2014/main" id="{45956DC0-0282-4FA0-C1D3-73CC590B96F9}"/>
              </a:ext>
            </a:extLst>
          </p:cNvPr>
          <p:cNvSpPr>
            <a:spLocks noChangeShapeType="1"/>
          </p:cNvSpPr>
          <p:nvPr/>
        </p:nvSpPr>
        <p:spPr bwMode="auto">
          <a:xfrm flipH="1" flipV="1">
            <a:off x="7513638" y="2208213"/>
            <a:ext cx="1587" cy="395287"/>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2" name="Line 119">
            <a:extLst>
              <a:ext uri="{FF2B5EF4-FFF2-40B4-BE49-F238E27FC236}">
                <a16:creationId xmlns:a16="http://schemas.microsoft.com/office/drawing/2014/main" id="{39F7B70C-AAB2-CB27-9FFC-1740318671AE}"/>
              </a:ext>
            </a:extLst>
          </p:cNvPr>
          <p:cNvSpPr>
            <a:spLocks noChangeShapeType="1"/>
          </p:cNvSpPr>
          <p:nvPr/>
        </p:nvSpPr>
        <p:spPr bwMode="auto">
          <a:xfrm flipH="1">
            <a:off x="7331075" y="2590800"/>
            <a:ext cx="179388" cy="0"/>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3" name="Rectangle 121">
            <a:extLst>
              <a:ext uri="{FF2B5EF4-FFF2-40B4-BE49-F238E27FC236}">
                <a16:creationId xmlns:a16="http://schemas.microsoft.com/office/drawing/2014/main" id="{CB25BB81-6D87-32F6-6DAE-1AE4B662E44A}"/>
              </a:ext>
            </a:extLst>
          </p:cNvPr>
          <p:cNvSpPr>
            <a:spLocks noChangeArrowheads="1"/>
          </p:cNvSpPr>
          <p:nvPr/>
        </p:nvSpPr>
        <p:spPr bwMode="auto">
          <a:xfrm flipH="1">
            <a:off x="6989763" y="1901825"/>
            <a:ext cx="9620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Jump=0</a:t>
            </a:r>
          </a:p>
        </p:txBody>
      </p:sp>
      <p:grpSp>
        <p:nvGrpSpPr>
          <p:cNvPr id="79045" name="组合 3">
            <a:extLst>
              <a:ext uri="{FF2B5EF4-FFF2-40B4-BE49-F238E27FC236}">
                <a16:creationId xmlns:a16="http://schemas.microsoft.com/office/drawing/2014/main" id="{772E19E2-ACE5-9679-892C-8D2833520A87}"/>
              </a:ext>
            </a:extLst>
          </p:cNvPr>
          <p:cNvGrpSpPr>
            <a:grpSpLocks/>
          </p:cNvGrpSpPr>
          <p:nvPr/>
        </p:nvGrpSpPr>
        <p:grpSpPr bwMode="auto">
          <a:xfrm>
            <a:off x="279400" y="2959100"/>
            <a:ext cx="1636713" cy="1155700"/>
            <a:chOff x="279400" y="2959100"/>
            <a:chExt cx="1636453" cy="1155700"/>
          </a:xfrm>
        </p:grpSpPr>
        <p:sp>
          <p:nvSpPr>
            <p:cNvPr id="79046" name="Line 133">
              <a:extLst>
                <a:ext uri="{FF2B5EF4-FFF2-40B4-BE49-F238E27FC236}">
                  <a16:creationId xmlns:a16="http://schemas.microsoft.com/office/drawing/2014/main" id="{78EB9681-9D28-C2B5-19E9-75636D0E9B32}"/>
                </a:ext>
              </a:extLst>
            </p:cNvPr>
            <p:cNvSpPr>
              <a:spLocks noChangeShapeType="1"/>
            </p:cNvSpPr>
            <p:nvPr/>
          </p:nvSpPr>
          <p:spPr bwMode="auto">
            <a:xfrm>
              <a:off x="1320800" y="3200400"/>
              <a:ext cx="577850" cy="0"/>
            </a:xfrm>
            <a:prstGeom prst="line">
              <a:avLst/>
            </a:prstGeom>
            <a:noFill/>
            <a:ln w="50800">
              <a:solidFill>
                <a:srgbClr val="C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9047" name="Line 134">
              <a:extLst>
                <a:ext uri="{FF2B5EF4-FFF2-40B4-BE49-F238E27FC236}">
                  <a16:creationId xmlns:a16="http://schemas.microsoft.com/office/drawing/2014/main" id="{19AC596B-662E-C6F8-96AD-BB559E08FD1B}"/>
                </a:ext>
              </a:extLst>
            </p:cNvPr>
            <p:cNvSpPr>
              <a:spLocks noChangeShapeType="1"/>
            </p:cNvSpPr>
            <p:nvPr/>
          </p:nvSpPr>
          <p:spPr bwMode="auto">
            <a:xfrm>
              <a:off x="1905000" y="3178175"/>
              <a:ext cx="0" cy="320675"/>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48" name="Line 138">
              <a:extLst>
                <a:ext uri="{FF2B5EF4-FFF2-40B4-BE49-F238E27FC236}">
                  <a16:creationId xmlns:a16="http://schemas.microsoft.com/office/drawing/2014/main" id="{5833AB28-BE1C-14C3-0748-DB9CF1D5179B}"/>
                </a:ext>
              </a:extLst>
            </p:cNvPr>
            <p:cNvSpPr>
              <a:spLocks noChangeShapeType="1"/>
            </p:cNvSpPr>
            <p:nvPr/>
          </p:nvSpPr>
          <p:spPr bwMode="auto">
            <a:xfrm flipH="1">
              <a:off x="279400" y="2971800"/>
              <a:ext cx="812800" cy="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49" name="Line 139">
              <a:extLst>
                <a:ext uri="{FF2B5EF4-FFF2-40B4-BE49-F238E27FC236}">
                  <a16:creationId xmlns:a16="http://schemas.microsoft.com/office/drawing/2014/main" id="{8F5070D7-59A8-0D38-AD30-4A11464F6A7D}"/>
                </a:ext>
              </a:extLst>
            </p:cNvPr>
            <p:cNvSpPr>
              <a:spLocks noChangeShapeType="1"/>
            </p:cNvSpPr>
            <p:nvPr/>
          </p:nvSpPr>
          <p:spPr bwMode="auto">
            <a:xfrm>
              <a:off x="282575" y="4114800"/>
              <a:ext cx="377825"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050" name="Line 140">
              <a:extLst>
                <a:ext uri="{FF2B5EF4-FFF2-40B4-BE49-F238E27FC236}">
                  <a16:creationId xmlns:a16="http://schemas.microsoft.com/office/drawing/2014/main" id="{0461EE43-330A-134E-13BC-C2669C87BA73}"/>
                </a:ext>
              </a:extLst>
            </p:cNvPr>
            <p:cNvSpPr>
              <a:spLocks noChangeShapeType="1"/>
            </p:cNvSpPr>
            <p:nvPr/>
          </p:nvSpPr>
          <p:spPr bwMode="auto">
            <a:xfrm>
              <a:off x="304800" y="2997200"/>
              <a:ext cx="0" cy="111125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51" name="Line 174">
              <a:extLst>
                <a:ext uri="{FF2B5EF4-FFF2-40B4-BE49-F238E27FC236}">
                  <a16:creationId xmlns:a16="http://schemas.microsoft.com/office/drawing/2014/main" id="{B5A41C55-1CA1-1D3A-BB33-98A07E7395FF}"/>
                </a:ext>
              </a:extLst>
            </p:cNvPr>
            <p:cNvSpPr>
              <a:spLocks noChangeShapeType="1"/>
            </p:cNvSpPr>
            <p:nvPr/>
          </p:nvSpPr>
          <p:spPr bwMode="auto">
            <a:xfrm>
              <a:off x="1073150" y="2959100"/>
              <a:ext cx="311150" cy="25400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52" name="Line 138">
              <a:extLst>
                <a:ext uri="{FF2B5EF4-FFF2-40B4-BE49-F238E27FC236}">
                  <a16:creationId xmlns:a16="http://schemas.microsoft.com/office/drawing/2014/main" id="{6D23A031-5ED1-F40A-8932-61B27230012B}"/>
                </a:ext>
              </a:extLst>
            </p:cNvPr>
            <p:cNvSpPr>
              <a:spLocks noChangeShapeType="1"/>
            </p:cNvSpPr>
            <p:nvPr/>
          </p:nvSpPr>
          <p:spPr bwMode="auto">
            <a:xfrm flipH="1">
              <a:off x="1735853" y="3481387"/>
              <a:ext cx="180000" cy="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9053" name="组合 2">
            <a:extLst>
              <a:ext uri="{FF2B5EF4-FFF2-40B4-BE49-F238E27FC236}">
                <a16:creationId xmlns:a16="http://schemas.microsoft.com/office/drawing/2014/main" id="{7231CBFF-BFFA-4646-AF4F-0627807849AC}"/>
              </a:ext>
            </a:extLst>
          </p:cNvPr>
          <p:cNvGrpSpPr>
            <a:grpSpLocks/>
          </p:cNvGrpSpPr>
          <p:nvPr/>
        </p:nvGrpSpPr>
        <p:grpSpPr bwMode="auto">
          <a:xfrm>
            <a:off x="1735138" y="3492500"/>
            <a:ext cx="482600" cy="550863"/>
            <a:chOff x="1735853" y="3491870"/>
            <a:chExt cx="482213" cy="550838"/>
          </a:xfrm>
        </p:grpSpPr>
        <p:sp>
          <p:nvSpPr>
            <p:cNvPr id="79054" name="Line 108">
              <a:extLst>
                <a:ext uri="{FF2B5EF4-FFF2-40B4-BE49-F238E27FC236}">
                  <a16:creationId xmlns:a16="http://schemas.microsoft.com/office/drawing/2014/main" id="{50AD9AB0-3B66-944E-2BDE-8AFB2BDF0A2D}"/>
                </a:ext>
              </a:extLst>
            </p:cNvPr>
            <p:cNvSpPr>
              <a:spLocks noChangeShapeType="1"/>
            </p:cNvSpPr>
            <p:nvPr/>
          </p:nvSpPr>
          <p:spPr bwMode="auto">
            <a:xfrm>
              <a:off x="2002066" y="3509760"/>
              <a:ext cx="216000"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055" name="Line 140">
              <a:extLst>
                <a:ext uri="{FF2B5EF4-FFF2-40B4-BE49-F238E27FC236}">
                  <a16:creationId xmlns:a16="http://schemas.microsoft.com/office/drawing/2014/main" id="{1FC81100-BC40-5918-705A-8B1BFCA1D38E}"/>
                </a:ext>
              </a:extLst>
            </p:cNvPr>
            <p:cNvSpPr>
              <a:spLocks noChangeShapeType="1"/>
            </p:cNvSpPr>
            <p:nvPr/>
          </p:nvSpPr>
          <p:spPr bwMode="auto">
            <a:xfrm>
              <a:off x="2002066" y="3491870"/>
              <a:ext cx="0" cy="54000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056" name="Line 138">
              <a:extLst>
                <a:ext uri="{FF2B5EF4-FFF2-40B4-BE49-F238E27FC236}">
                  <a16:creationId xmlns:a16="http://schemas.microsoft.com/office/drawing/2014/main" id="{6B727587-17AD-2F24-B60C-479D4A838CDD}"/>
                </a:ext>
              </a:extLst>
            </p:cNvPr>
            <p:cNvSpPr>
              <a:spLocks noChangeShapeType="1"/>
            </p:cNvSpPr>
            <p:nvPr/>
          </p:nvSpPr>
          <p:spPr bwMode="auto">
            <a:xfrm flipH="1">
              <a:off x="1735853" y="4042708"/>
              <a:ext cx="288000" cy="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0" name="矩形 209">
            <a:extLst>
              <a:ext uri="{FF2B5EF4-FFF2-40B4-BE49-F238E27FC236}">
                <a16:creationId xmlns:a16="http://schemas.microsoft.com/office/drawing/2014/main" id="{6C4DE2AC-E6A6-5705-1206-9DE12A369CD1}"/>
              </a:ext>
            </a:extLst>
          </p:cNvPr>
          <p:cNvSpPr/>
          <p:nvPr/>
        </p:nvSpPr>
        <p:spPr bwMode="auto">
          <a:xfrm>
            <a:off x="4476750" y="2690813"/>
            <a:ext cx="4295775" cy="3135312"/>
          </a:xfrm>
          <a:prstGeom prst="rect">
            <a:avLst/>
          </a:prstGeom>
          <a:solidFill>
            <a:schemeClr val="bg1">
              <a:lumMod val="75000"/>
              <a:alpha val="76000"/>
            </a:schemeClr>
          </a:solidFill>
          <a:ln w="12700" cap="flat" cmpd="sng" algn="ctr">
            <a:solidFill>
              <a:schemeClr val="tx1"/>
            </a:solidFill>
            <a:prstDash val="solid"/>
            <a:round/>
            <a:headEnd type="none" w="med" len="med"/>
            <a:tailEnd type="none" w="med" len="med"/>
          </a:ln>
          <a:effectLst/>
        </p:spPr>
        <p:txBody>
          <a:bodyPr/>
          <a:lstStyle/>
          <a:p>
            <a:pPr eaLnBrk="0" hangingPunct="0">
              <a:defRPr/>
            </a:pPr>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13">
                                            <p:txEl>
                                              <p:pRg st="0" end="0"/>
                                            </p:txEl>
                                          </p:spTgt>
                                        </p:tgtEl>
                                        <p:attrNameLst>
                                          <p:attrName>style.visibility</p:attrName>
                                        </p:attrNameLst>
                                      </p:cBhvr>
                                      <p:to>
                                        <p:strVal val="visible"/>
                                      </p:to>
                                    </p:set>
                                    <p:animEffect transition="in" filter="blinds(horizontal)">
                                      <p:cBhvr>
                                        <p:cTn id="7" dur="500"/>
                                        <p:tgtEl>
                                          <p:spTgt spid="717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11">
                                            <p:txEl>
                                              <p:pRg st="0" end="0"/>
                                            </p:txEl>
                                          </p:spTgt>
                                        </p:tgtEl>
                                        <p:attrNameLst>
                                          <p:attrName>style.visibility</p:attrName>
                                        </p:attrNameLst>
                                      </p:cBhvr>
                                      <p:to>
                                        <p:strVal val="visible"/>
                                      </p:to>
                                    </p:set>
                                    <p:animEffect transition="in" filter="blinds(horizontal)">
                                      <p:cBhvr>
                                        <p:cTn id="12" dur="500"/>
                                        <p:tgtEl>
                                          <p:spTgt spid="717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722">
                                            <p:txEl>
                                              <p:pRg st="0" end="0"/>
                                            </p:txEl>
                                          </p:spTgt>
                                        </p:tgtEl>
                                        <p:attrNameLst>
                                          <p:attrName>style.visibility</p:attrName>
                                        </p:attrNameLst>
                                      </p:cBhvr>
                                      <p:to>
                                        <p:strVal val="visible"/>
                                      </p:to>
                                    </p:set>
                                    <p:animEffect transition="in" filter="blinds(horizontal)">
                                      <p:cBhvr>
                                        <p:cTn id="17" dur="500"/>
                                        <p:tgtEl>
                                          <p:spTgt spid="7172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1764">
                                            <p:txEl>
                                              <p:pRg st="0" end="0"/>
                                            </p:txEl>
                                          </p:spTgt>
                                        </p:tgtEl>
                                        <p:attrNameLst>
                                          <p:attrName>style.visibility</p:attrName>
                                        </p:attrNameLst>
                                      </p:cBhvr>
                                      <p:to>
                                        <p:strVal val="visible"/>
                                      </p:to>
                                    </p:set>
                                    <p:animEffect transition="in" filter="blinds(horizontal)">
                                      <p:cBhvr>
                                        <p:cTn id="22" dur="500"/>
                                        <p:tgtEl>
                                          <p:spTgt spid="7176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723">
                                            <p:txEl>
                                              <p:pRg st="0" end="0"/>
                                            </p:txEl>
                                          </p:spTgt>
                                        </p:tgtEl>
                                        <p:attrNameLst>
                                          <p:attrName>style.visibility</p:attrName>
                                        </p:attrNameLst>
                                      </p:cBhvr>
                                      <p:to>
                                        <p:strVal val="visible"/>
                                      </p:to>
                                    </p:set>
                                    <p:animEffect transition="in" filter="blinds(horizontal)">
                                      <p:cBhvr>
                                        <p:cTn id="27" dur="500"/>
                                        <p:tgtEl>
                                          <p:spTgt spid="71723">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1869"/>
                                        </p:tgtEl>
                                        <p:attrNameLst>
                                          <p:attrName>style.visibility</p:attrName>
                                        </p:attrNameLst>
                                      </p:cBhvr>
                                      <p:to>
                                        <p:strVal val="visible"/>
                                      </p:to>
                                    </p:set>
                                    <p:animEffect transition="in" filter="blinds(horizontal)">
                                      <p:cBhvr>
                                        <p:cTn id="32" dur="500"/>
                                        <p:tgtEl>
                                          <p:spTgt spid="7186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1755">
                                            <p:txEl>
                                              <p:pRg st="0" end="0"/>
                                            </p:txEl>
                                          </p:spTgt>
                                        </p:tgtEl>
                                        <p:attrNameLst>
                                          <p:attrName>style.visibility</p:attrName>
                                        </p:attrNameLst>
                                      </p:cBhvr>
                                      <p:to>
                                        <p:strVal val="visible"/>
                                      </p:to>
                                    </p:set>
                                    <p:animEffect transition="in" filter="blinds(horizontal)">
                                      <p:cBhvr>
                                        <p:cTn id="37" dur="500"/>
                                        <p:tgtEl>
                                          <p:spTgt spid="7175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1801">
                                            <p:txEl>
                                              <p:pRg st="0" end="0"/>
                                            </p:txEl>
                                          </p:spTgt>
                                        </p:tgtEl>
                                        <p:attrNameLst>
                                          <p:attrName>style.visibility</p:attrName>
                                        </p:attrNameLst>
                                      </p:cBhvr>
                                      <p:to>
                                        <p:strVal val="visible"/>
                                      </p:to>
                                    </p:set>
                                    <p:animEffect transition="in" filter="blinds(horizontal)">
                                      <p:cBhvr>
                                        <p:cTn id="42" dur="500"/>
                                        <p:tgtEl>
                                          <p:spTgt spid="71801">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23">
                                            <p:txEl>
                                              <p:pRg st="0" end="0"/>
                                            </p:txEl>
                                          </p:spTgt>
                                        </p:tgtEl>
                                        <p:attrNameLst>
                                          <p:attrName>style.visibility</p:attrName>
                                        </p:attrNameLst>
                                      </p:cBhvr>
                                      <p:to>
                                        <p:strVal val="visible"/>
                                      </p:to>
                                    </p:set>
                                    <p:animEffect transition="in" filter="blinds(horizontal)">
                                      <p:cBhvr>
                                        <p:cTn id="47" dur="500"/>
                                        <p:tgtEl>
                                          <p:spTgt spid="2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6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34684BFC-CA1B-A888-7C07-D812A9063E19}"/>
              </a:ext>
            </a:extLst>
          </p:cNvPr>
          <p:cNvSpPr>
            <a:spLocks noGrp="1" noChangeArrowheads="1"/>
          </p:cNvSpPr>
          <p:nvPr>
            <p:ph type="title"/>
          </p:nvPr>
        </p:nvSpPr>
        <p:spPr>
          <a:xfrm>
            <a:off x="800100" y="228600"/>
            <a:ext cx="4840288" cy="373063"/>
          </a:xfrm>
        </p:spPr>
        <p:txBody>
          <a:bodyPr/>
          <a:lstStyle/>
          <a:p>
            <a:r>
              <a:rPr lang="zh-CN" altLang="en-US">
                <a:ea typeface="宋体" panose="02010600030101010101" pitchFamily="2" charset="-122"/>
              </a:rPr>
              <a:t>第三周期结束时的状态：</a:t>
            </a:r>
          </a:p>
        </p:txBody>
      </p:sp>
      <p:sp>
        <p:nvSpPr>
          <p:cNvPr id="80898" name="Rectangle 3">
            <a:extLst>
              <a:ext uri="{FF2B5EF4-FFF2-40B4-BE49-F238E27FC236}">
                <a16:creationId xmlns:a16="http://schemas.microsoft.com/office/drawing/2014/main" id="{015AB428-A212-3F8D-BB55-07095647DAD7}"/>
              </a:ext>
            </a:extLst>
          </p:cNvPr>
          <p:cNvSpPr>
            <a:spLocks noGrp="1" noChangeArrowheads="1"/>
          </p:cNvSpPr>
          <p:nvPr>
            <p:ph idx="1"/>
          </p:nvPr>
        </p:nvSpPr>
        <p:spPr>
          <a:xfrm>
            <a:off x="420688" y="833438"/>
            <a:ext cx="8191500" cy="325437"/>
          </a:xfrm>
        </p:spPr>
        <p:txBody>
          <a:bodyPr/>
          <a:lstStyle/>
          <a:p>
            <a:r>
              <a:rPr lang="en-US" altLang="zh-CN">
                <a:ea typeface="宋体" panose="02010600030101010101" pitchFamily="2" charset="-122"/>
              </a:rPr>
              <a:t> 8: Store’s IF        4: R-type’s ID       </a:t>
            </a:r>
            <a:r>
              <a:rPr lang="zh-CN" altLang="en-US">
                <a:ea typeface="宋体" panose="02010600030101010101" pitchFamily="2" charset="-122"/>
              </a:rPr>
              <a:t>0: </a:t>
            </a:r>
            <a:r>
              <a:rPr lang="en-US" altLang="zh-CN">
                <a:ea typeface="宋体" panose="02010600030101010101" pitchFamily="2" charset="-122"/>
              </a:rPr>
              <a:t>Load’s EX</a:t>
            </a:r>
          </a:p>
        </p:txBody>
      </p:sp>
      <p:sp>
        <p:nvSpPr>
          <p:cNvPr id="80899" name="Line 153">
            <a:extLst>
              <a:ext uri="{FF2B5EF4-FFF2-40B4-BE49-F238E27FC236}">
                <a16:creationId xmlns:a16="http://schemas.microsoft.com/office/drawing/2014/main" id="{DA164D17-F84E-C965-17FD-60E90860A06A}"/>
              </a:ext>
            </a:extLst>
          </p:cNvPr>
          <p:cNvSpPr>
            <a:spLocks noChangeShapeType="1"/>
          </p:cNvSpPr>
          <p:nvPr/>
        </p:nvSpPr>
        <p:spPr bwMode="auto">
          <a:xfrm flipV="1">
            <a:off x="990600" y="16637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0" name="Line 154">
            <a:extLst>
              <a:ext uri="{FF2B5EF4-FFF2-40B4-BE49-F238E27FC236}">
                <a16:creationId xmlns:a16="http://schemas.microsoft.com/office/drawing/2014/main" id="{F0B262A9-85A3-F9F3-6B02-BE1894781CDD}"/>
              </a:ext>
            </a:extLst>
          </p:cNvPr>
          <p:cNvSpPr>
            <a:spLocks noChangeShapeType="1"/>
          </p:cNvSpPr>
          <p:nvPr/>
        </p:nvSpPr>
        <p:spPr bwMode="auto">
          <a:xfrm flipV="1">
            <a:off x="2514600" y="16637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1" name="Line 155">
            <a:extLst>
              <a:ext uri="{FF2B5EF4-FFF2-40B4-BE49-F238E27FC236}">
                <a16:creationId xmlns:a16="http://schemas.microsoft.com/office/drawing/2014/main" id="{B7E194D7-C44E-B7CA-D447-52E76F70A52A}"/>
              </a:ext>
            </a:extLst>
          </p:cNvPr>
          <p:cNvSpPr>
            <a:spLocks noChangeShapeType="1"/>
          </p:cNvSpPr>
          <p:nvPr/>
        </p:nvSpPr>
        <p:spPr bwMode="auto">
          <a:xfrm flipV="1">
            <a:off x="2362200" y="1663700"/>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2" name="Line 156">
            <a:extLst>
              <a:ext uri="{FF2B5EF4-FFF2-40B4-BE49-F238E27FC236}">
                <a16:creationId xmlns:a16="http://schemas.microsoft.com/office/drawing/2014/main" id="{65427BEC-8FF8-E619-294A-1B2D0F2A0937}"/>
              </a:ext>
            </a:extLst>
          </p:cNvPr>
          <p:cNvSpPr>
            <a:spLocks noChangeShapeType="1"/>
          </p:cNvSpPr>
          <p:nvPr/>
        </p:nvSpPr>
        <p:spPr bwMode="auto">
          <a:xfrm flipV="1">
            <a:off x="4343400" y="16637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3" name="Line 157">
            <a:extLst>
              <a:ext uri="{FF2B5EF4-FFF2-40B4-BE49-F238E27FC236}">
                <a16:creationId xmlns:a16="http://schemas.microsoft.com/office/drawing/2014/main" id="{1FB057E5-8C82-3232-64A1-C0A689A040D1}"/>
              </a:ext>
            </a:extLst>
          </p:cNvPr>
          <p:cNvSpPr>
            <a:spLocks noChangeShapeType="1"/>
          </p:cNvSpPr>
          <p:nvPr/>
        </p:nvSpPr>
        <p:spPr bwMode="auto">
          <a:xfrm flipV="1">
            <a:off x="4191000" y="1663700"/>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4" name="Line 158">
            <a:extLst>
              <a:ext uri="{FF2B5EF4-FFF2-40B4-BE49-F238E27FC236}">
                <a16:creationId xmlns:a16="http://schemas.microsoft.com/office/drawing/2014/main" id="{F46B5C40-73A9-052B-3E58-A9D708D087DE}"/>
              </a:ext>
            </a:extLst>
          </p:cNvPr>
          <p:cNvSpPr>
            <a:spLocks noChangeShapeType="1"/>
          </p:cNvSpPr>
          <p:nvPr/>
        </p:nvSpPr>
        <p:spPr bwMode="auto">
          <a:xfrm flipV="1">
            <a:off x="6172200" y="1587500"/>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5" name="Line 159">
            <a:extLst>
              <a:ext uri="{FF2B5EF4-FFF2-40B4-BE49-F238E27FC236}">
                <a16:creationId xmlns:a16="http://schemas.microsoft.com/office/drawing/2014/main" id="{187F9603-8972-660F-4BF7-409E97FFA1AE}"/>
              </a:ext>
            </a:extLst>
          </p:cNvPr>
          <p:cNvSpPr>
            <a:spLocks noChangeShapeType="1"/>
          </p:cNvSpPr>
          <p:nvPr/>
        </p:nvSpPr>
        <p:spPr bwMode="auto">
          <a:xfrm flipV="1">
            <a:off x="6019800" y="1587500"/>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6" name="Line 160">
            <a:extLst>
              <a:ext uri="{FF2B5EF4-FFF2-40B4-BE49-F238E27FC236}">
                <a16:creationId xmlns:a16="http://schemas.microsoft.com/office/drawing/2014/main" id="{36EF9E24-BAC0-8AC6-2C14-421204D97B17}"/>
              </a:ext>
            </a:extLst>
          </p:cNvPr>
          <p:cNvSpPr>
            <a:spLocks noChangeShapeType="1"/>
          </p:cNvSpPr>
          <p:nvPr/>
        </p:nvSpPr>
        <p:spPr bwMode="auto">
          <a:xfrm flipV="1">
            <a:off x="7924800" y="1587500"/>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7" name="Line 161">
            <a:extLst>
              <a:ext uri="{FF2B5EF4-FFF2-40B4-BE49-F238E27FC236}">
                <a16:creationId xmlns:a16="http://schemas.microsoft.com/office/drawing/2014/main" id="{BFF86C25-E088-EC44-E132-1E6B4ACA2572}"/>
              </a:ext>
            </a:extLst>
          </p:cNvPr>
          <p:cNvSpPr>
            <a:spLocks noChangeShapeType="1"/>
          </p:cNvSpPr>
          <p:nvPr/>
        </p:nvSpPr>
        <p:spPr bwMode="auto">
          <a:xfrm flipV="1">
            <a:off x="838200" y="1663700"/>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8" name="Line 162">
            <a:extLst>
              <a:ext uri="{FF2B5EF4-FFF2-40B4-BE49-F238E27FC236}">
                <a16:creationId xmlns:a16="http://schemas.microsoft.com/office/drawing/2014/main" id="{0A7BE5FE-9A12-845F-823C-CADCEEC4FBE2}"/>
              </a:ext>
            </a:extLst>
          </p:cNvPr>
          <p:cNvSpPr>
            <a:spLocks noChangeShapeType="1"/>
          </p:cNvSpPr>
          <p:nvPr/>
        </p:nvSpPr>
        <p:spPr bwMode="auto">
          <a:xfrm>
            <a:off x="1003300" y="1828800"/>
            <a:ext cx="1346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09" name="Rectangle 163">
            <a:extLst>
              <a:ext uri="{FF2B5EF4-FFF2-40B4-BE49-F238E27FC236}">
                <a16:creationId xmlns:a16="http://schemas.microsoft.com/office/drawing/2014/main" id="{2EF2A135-8525-AC0B-FF67-F0790E44E488}"/>
              </a:ext>
            </a:extLst>
          </p:cNvPr>
          <p:cNvSpPr>
            <a:spLocks noChangeArrowheads="1"/>
          </p:cNvSpPr>
          <p:nvPr/>
        </p:nvSpPr>
        <p:spPr bwMode="auto">
          <a:xfrm>
            <a:off x="925513" y="1460500"/>
            <a:ext cx="1350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8</a:t>
            </a:r>
            <a:r>
              <a:rPr lang="zh-CN" altLang="en-US">
                <a:solidFill>
                  <a:srgbClr val="CC0000"/>
                </a:solidFill>
                <a:latin typeface="Arial" panose="020B0604020202020204" pitchFamily="34" charset="0"/>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Store’s IF</a:t>
            </a:r>
          </a:p>
        </p:txBody>
      </p:sp>
      <p:sp>
        <p:nvSpPr>
          <p:cNvPr id="80910" name="Line 164">
            <a:extLst>
              <a:ext uri="{FF2B5EF4-FFF2-40B4-BE49-F238E27FC236}">
                <a16:creationId xmlns:a16="http://schemas.microsoft.com/office/drawing/2014/main" id="{2D60F2D8-34E3-2902-C53A-5414597B96FA}"/>
              </a:ext>
            </a:extLst>
          </p:cNvPr>
          <p:cNvSpPr>
            <a:spLocks noChangeShapeType="1"/>
          </p:cNvSpPr>
          <p:nvPr/>
        </p:nvSpPr>
        <p:spPr bwMode="auto">
          <a:xfrm>
            <a:off x="469900" y="18288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11" name="Line 168">
            <a:extLst>
              <a:ext uri="{FF2B5EF4-FFF2-40B4-BE49-F238E27FC236}">
                <a16:creationId xmlns:a16="http://schemas.microsoft.com/office/drawing/2014/main" id="{935DE2AA-0965-25DE-9457-1F19B772F1C8}"/>
              </a:ext>
            </a:extLst>
          </p:cNvPr>
          <p:cNvSpPr>
            <a:spLocks noChangeShapeType="1"/>
          </p:cNvSpPr>
          <p:nvPr/>
        </p:nvSpPr>
        <p:spPr bwMode="auto">
          <a:xfrm>
            <a:off x="2527300" y="1828800"/>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12" name="Rectangle 169">
            <a:extLst>
              <a:ext uri="{FF2B5EF4-FFF2-40B4-BE49-F238E27FC236}">
                <a16:creationId xmlns:a16="http://schemas.microsoft.com/office/drawing/2014/main" id="{31DB0C45-0E72-76DC-38A1-CA2F4DC786AD}"/>
              </a:ext>
            </a:extLst>
          </p:cNvPr>
          <p:cNvSpPr>
            <a:spLocks noChangeArrowheads="1"/>
          </p:cNvSpPr>
          <p:nvPr/>
        </p:nvSpPr>
        <p:spPr bwMode="auto">
          <a:xfrm>
            <a:off x="2513013" y="1447800"/>
            <a:ext cx="1533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4</a:t>
            </a:r>
            <a:r>
              <a:rPr lang="zh-CN" altLang="en-US">
                <a:solidFill>
                  <a:srgbClr val="CC0000"/>
                </a:solidFill>
                <a:latin typeface="Arial" panose="020B0604020202020204" pitchFamily="34" charset="0"/>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R-type’s</a:t>
            </a:r>
            <a:r>
              <a:rPr lang="en-US" altLang="zh-CN">
                <a:solidFill>
                  <a:srgbClr val="CC0000"/>
                </a:solidFill>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ID</a:t>
            </a:r>
          </a:p>
        </p:txBody>
      </p:sp>
      <p:sp>
        <p:nvSpPr>
          <p:cNvPr id="80913" name="Line 170">
            <a:extLst>
              <a:ext uri="{FF2B5EF4-FFF2-40B4-BE49-F238E27FC236}">
                <a16:creationId xmlns:a16="http://schemas.microsoft.com/office/drawing/2014/main" id="{527EC469-3D7B-5580-37B6-F80D41919327}"/>
              </a:ext>
            </a:extLst>
          </p:cNvPr>
          <p:cNvSpPr>
            <a:spLocks noChangeShapeType="1"/>
          </p:cNvSpPr>
          <p:nvPr/>
        </p:nvSpPr>
        <p:spPr bwMode="auto">
          <a:xfrm>
            <a:off x="4356100" y="1828800"/>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14" name="Rectangle 171">
            <a:extLst>
              <a:ext uri="{FF2B5EF4-FFF2-40B4-BE49-F238E27FC236}">
                <a16:creationId xmlns:a16="http://schemas.microsoft.com/office/drawing/2014/main" id="{4995DCD4-7711-BA45-6BE0-578224EC7AFC}"/>
              </a:ext>
            </a:extLst>
          </p:cNvPr>
          <p:cNvSpPr>
            <a:spLocks noChangeArrowheads="1"/>
          </p:cNvSpPr>
          <p:nvPr/>
        </p:nvSpPr>
        <p:spPr bwMode="auto">
          <a:xfrm>
            <a:off x="4278313" y="1447800"/>
            <a:ext cx="1463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0</a:t>
            </a:r>
            <a:r>
              <a:rPr lang="zh-CN" altLang="en-US">
                <a:solidFill>
                  <a:srgbClr val="CC0000"/>
                </a:solidFill>
                <a:latin typeface="Arial" panose="020B0604020202020204" pitchFamily="34" charset="0"/>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Load’s  EX</a:t>
            </a:r>
          </a:p>
        </p:txBody>
      </p:sp>
      <p:sp>
        <p:nvSpPr>
          <p:cNvPr id="80915" name="Line 172">
            <a:extLst>
              <a:ext uri="{FF2B5EF4-FFF2-40B4-BE49-F238E27FC236}">
                <a16:creationId xmlns:a16="http://schemas.microsoft.com/office/drawing/2014/main" id="{832EA3A4-C066-7D51-F29C-962E4078934B}"/>
              </a:ext>
            </a:extLst>
          </p:cNvPr>
          <p:cNvSpPr>
            <a:spLocks noChangeShapeType="1"/>
          </p:cNvSpPr>
          <p:nvPr/>
        </p:nvSpPr>
        <p:spPr bwMode="auto">
          <a:xfrm>
            <a:off x="6184900" y="1828800"/>
            <a:ext cx="1727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16" name="Rectangle 173">
            <a:extLst>
              <a:ext uri="{FF2B5EF4-FFF2-40B4-BE49-F238E27FC236}">
                <a16:creationId xmlns:a16="http://schemas.microsoft.com/office/drawing/2014/main" id="{0172A36D-9B23-C713-E857-0ED0F09CD962}"/>
              </a:ext>
            </a:extLst>
          </p:cNvPr>
          <p:cNvSpPr>
            <a:spLocks noChangeArrowheads="1"/>
          </p:cNvSpPr>
          <p:nvPr/>
        </p:nvSpPr>
        <p:spPr bwMode="auto">
          <a:xfrm>
            <a:off x="6145213" y="1447800"/>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NULL</a:t>
            </a:r>
          </a:p>
        </p:txBody>
      </p:sp>
      <p:sp>
        <p:nvSpPr>
          <p:cNvPr id="80917" name="Rectangle 209">
            <a:extLst>
              <a:ext uri="{FF2B5EF4-FFF2-40B4-BE49-F238E27FC236}">
                <a16:creationId xmlns:a16="http://schemas.microsoft.com/office/drawing/2014/main" id="{16A61B2E-77BD-2A2C-F60A-0F58C4378CF3}"/>
              </a:ext>
            </a:extLst>
          </p:cNvPr>
          <p:cNvSpPr>
            <a:spLocks noChangeArrowheads="1"/>
          </p:cNvSpPr>
          <p:nvPr/>
        </p:nvSpPr>
        <p:spPr bwMode="auto">
          <a:xfrm>
            <a:off x="7953375" y="1503363"/>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NULL</a:t>
            </a:r>
            <a:endParaRPr lang="zh-CN" altLang="en-US">
              <a:solidFill>
                <a:srgbClr val="CC0000"/>
              </a:solidFill>
              <a:latin typeface="Arial" panose="020B0604020202020204" pitchFamily="34" charset="0"/>
              <a:ea typeface="宋体" panose="02010600030101010101" pitchFamily="2" charset="-122"/>
            </a:endParaRPr>
          </a:p>
        </p:txBody>
      </p:sp>
      <p:sp>
        <p:nvSpPr>
          <p:cNvPr id="80918" name="Line 91">
            <a:extLst>
              <a:ext uri="{FF2B5EF4-FFF2-40B4-BE49-F238E27FC236}">
                <a16:creationId xmlns:a16="http://schemas.microsoft.com/office/drawing/2014/main" id="{2BDECB48-F08D-FBB5-1025-C9620EE61E2B}"/>
              </a:ext>
            </a:extLst>
          </p:cNvPr>
          <p:cNvSpPr>
            <a:spLocks noChangeShapeType="1"/>
          </p:cNvSpPr>
          <p:nvPr/>
        </p:nvSpPr>
        <p:spPr bwMode="auto">
          <a:xfrm>
            <a:off x="7300913" y="1827213"/>
            <a:ext cx="2794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 name="Rectangle 121">
            <a:extLst>
              <a:ext uri="{FF2B5EF4-FFF2-40B4-BE49-F238E27FC236}">
                <a16:creationId xmlns:a16="http://schemas.microsoft.com/office/drawing/2014/main" id="{DF7CA160-A7A2-8AC8-0FB3-80B8FEB437AB}"/>
              </a:ext>
            </a:extLst>
          </p:cNvPr>
          <p:cNvSpPr>
            <a:spLocks noChangeArrowheads="1"/>
          </p:cNvSpPr>
          <p:nvPr/>
        </p:nvSpPr>
        <p:spPr bwMode="auto">
          <a:xfrm flipH="1">
            <a:off x="6989763" y="1901825"/>
            <a:ext cx="9620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Jump=0</a:t>
            </a:r>
          </a:p>
        </p:txBody>
      </p:sp>
      <p:sp>
        <p:nvSpPr>
          <p:cNvPr id="80920" name="Rectangle 4">
            <a:extLst>
              <a:ext uri="{FF2B5EF4-FFF2-40B4-BE49-F238E27FC236}">
                <a16:creationId xmlns:a16="http://schemas.microsoft.com/office/drawing/2014/main" id="{48042D06-5D39-797B-34D6-91F19862C76C}"/>
              </a:ext>
            </a:extLst>
          </p:cNvPr>
          <p:cNvSpPr>
            <a:spLocks noChangeArrowheads="1"/>
          </p:cNvSpPr>
          <p:nvPr/>
        </p:nvSpPr>
        <p:spPr bwMode="auto">
          <a:xfrm>
            <a:off x="22129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0921" name="Rectangle 5">
            <a:extLst>
              <a:ext uri="{FF2B5EF4-FFF2-40B4-BE49-F238E27FC236}">
                <a16:creationId xmlns:a16="http://schemas.microsoft.com/office/drawing/2014/main" id="{A3BD6BCA-64F3-9F62-8B0B-4A2F850EBFBE}"/>
              </a:ext>
            </a:extLst>
          </p:cNvPr>
          <p:cNvSpPr>
            <a:spLocks noChangeArrowheads="1"/>
          </p:cNvSpPr>
          <p:nvPr/>
        </p:nvSpPr>
        <p:spPr bwMode="auto">
          <a:xfrm rot="5400000">
            <a:off x="1227931" y="4294982"/>
            <a:ext cx="2246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IF/ID</a:t>
            </a:r>
            <a:r>
              <a:rPr lang="en-US" altLang="zh-CN">
                <a:ea typeface="宋体" panose="02010600030101010101" pitchFamily="2" charset="-122"/>
              </a:rPr>
              <a:t>: Store Instruction</a:t>
            </a:r>
          </a:p>
        </p:txBody>
      </p:sp>
      <p:sp>
        <p:nvSpPr>
          <p:cNvPr id="80922" name="Line 6">
            <a:extLst>
              <a:ext uri="{FF2B5EF4-FFF2-40B4-BE49-F238E27FC236}">
                <a16:creationId xmlns:a16="http://schemas.microsoft.com/office/drawing/2014/main" id="{F9F29451-CDBA-F5D0-ABC7-712C5D86A9DA}"/>
              </a:ext>
            </a:extLst>
          </p:cNvPr>
          <p:cNvSpPr>
            <a:spLocks noChangeShapeType="1"/>
          </p:cNvSpPr>
          <p:nvPr/>
        </p:nvSpPr>
        <p:spPr bwMode="auto">
          <a:xfrm>
            <a:off x="23622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23" name="Rectangle 7">
            <a:extLst>
              <a:ext uri="{FF2B5EF4-FFF2-40B4-BE49-F238E27FC236}">
                <a16:creationId xmlns:a16="http://schemas.microsoft.com/office/drawing/2014/main" id="{E0C32E86-0EC7-FF5D-66F0-9476091D012D}"/>
              </a:ext>
            </a:extLst>
          </p:cNvPr>
          <p:cNvSpPr>
            <a:spLocks noChangeArrowheads="1"/>
          </p:cNvSpPr>
          <p:nvPr/>
        </p:nvSpPr>
        <p:spPr bwMode="auto">
          <a:xfrm>
            <a:off x="40417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0924" name="Rectangle 8">
            <a:extLst>
              <a:ext uri="{FF2B5EF4-FFF2-40B4-BE49-F238E27FC236}">
                <a16:creationId xmlns:a16="http://schemas.microsoft.com/office/drawing/2014/main" id="{FB3574CA-EC36-5603-75CD-D860FC42C4C6}"/>
              </a:ext>
            </a:extLst>
          </p:cNvPr>
          <p:cNvSpPr>
            <a:spLocks noChangeArrowheads="1"/>
          </p:cNvSpPr>
          <p:nvPr/>
        </p:nvSpPr>
        <p:spPr bwMode="auto">
          <a:xfrm rot="5400000">
            <a:off x="3001962" y="4370388"/>
            <a:ext cx="2359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ID/EX</a:t>
            </a:r>
            <a:r>
              <a:rPr lang="en-US" altLang="zh-CN">
                <a:ea typeface="宋体" panose="02010600030101010101" pitchFamily="2" charset="-122"/>
              </a:rPr>
              <a:t>:Rtype’s busA &amp; B</a:t>
            </a:r>
          </a:p>
        </p:txBody>
      </p:sp>
      <p:sp>
        <p:nvSpPr>
          <p:cNvPr id="80925" name="Rectangle 9">
            <a:extLst>
              <a:ext uri="{FF2B5EF4-FFF2-40B4-BE49-F238E27FC236}">
                <a16:creationId xmlns:a16="http://schemas.microsoft.com/office/drawing/2014/main" id="{6B7A8C5C-DA58-389C-9905-F7629488F698}"/>
              </a:ext>
            </a:extLst>
          </p:cNvPr>
          <p:cNvSpPr>
            <a:spLocks noChangeArrowheads="1"/>
          </p:cNvSpPr>
          <p:nvPr/>
        </p:nvSpPr>
        <p:spPr bwMode="auto">
          <a:xfrm>
            <a:off x="58705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0926" name="Rectangle 10">
            <a:extLst>
              <a:ext uri="{FF2B5EF4-FFF2-40B4-BE49-F238E27FC236}">
                <a16:creationId xmlns:a16="http://schemas.microsoft.com/office/drawing/2014/main" id="{0EA9DDFD-62FE-B1F5-08B1-094E1F970FE4}"/>
              </a:ext>
            </a:extLst>
          </p:cNvPr>
          <p:cNvSpPr>
            <a:spLocks noChangeArrowheads="1"/>
          </p:cNvSpPr>
          <p:nvPr/>
        </p:nvSpPr>
        <p:spPr bwMode="auto">
          <a:xfrm rot="5400000">
            <a:off x="5087938" y="4370388"/>
            <a:ext cx="18415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EX/M</a:t>
            </a:r>
            <a:r>
              <a:rPr lang="en-US" altLang="zh-CN">
                <a:ea typeface="宋体" panose="02010600030101010101" pitchFamily="2" charset="-122"/>
              </a:rPr>
              <a:t>: Lw’s Result</a:t>
            </a:r>
          </a:p>
        </p:txBody>
      </p:sp>
      <p:sp>
        <p:nvSpPr>
          <p:cNvPr id="80927" name="Rectangle 11">
            <a:extLst>
              <a:ext uri="{FF2B5EF4-FFF2-40B4-BE49-F238E27FC236}">
                <a16:creationId xmlns:a16="http://schemas.microsoft.com/office/drawing/2014/main" id="{675E3B15-1C45-0008-5DAC-30E2F98BCECE}"/>
              </a:ext>
            </a:extLst>
          </p:cNvPr>
          <p:cNvSpPr>
            <a:spLocks noChangeArrowheads="1"/>
          </p:cNvSpPr>
          <p:nvPr/>
        </p:nvSpPr>
        <p:spPr bwMode="auto">
          <a:xfrm>
            <a:off x="7775575" y="3365500"/>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0928" name="Rectangle 12">
            <a:extLst>
              <a:ext uri="{FF2B5EF4-FFF2-40B4-BE49-F238E27FC236}">
                <a16:creationId xmlns:a16="http://schemas.microsoft.com/office/drawing/2014/main" id="{A7862E5E-FD76-0462-5326-9839750B4F13}"/>
              </a:ext>
            </a:extLst>
          </p:cNvPr>
          <p:cNvSpPr>
            <a:spLocks noChangeArrowheads="1"/>
          </p:cNvSpPr>
          <p:nvPr/>
        </p:nvSpPr>
        <p:spPr bwMode="auto">
          <a:xfrm rot="5400000">
            <a:off x="6940550" y="4368801"/>
            <a:ext cx="195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M/WB</a:t>
            </a:r>
            <a:r>
              <a:rPr lang="en-US" altLang="zh-CN">
                <a:ea typeface="宋体" panose="02010600030101010101" pitchFamily="2" charset="-122"/>
              </a:rPr>
              <a:t>: Load’s Dout</a:t>
            </a:r>
          </a:p>
        </p:txBody>
      </p:sp>
      <p:sp>
        <p:nvSpPr>
          <p:cNvPr id="80929" name="Rectangle 13">
            <a:extLst>
              <a:ext uri="{FF2B5EF4-FFF2-40B4-BE49-F238E27FC236}">
                <a16:creationId xmlns:a16="http://schemas.microsoft.com/office/drawing/2014/main" id="{A1BFDEFB-98D8-6A4F-75A7-E05C30907F2F}"/>
              </a:ext>
            </a:extLst>
          </p:cNvPr>
          <p:cNvSpPr>
            <a:spLocks noChangeArrowheads="1"/>
          </p:cNvSpPr>
          <p:nvPr/>
        </p:nvSpPr>
        <p:spPr bwMode="auto">
          <a:xfrm>
            <a:off x="688975" y="3365500"/>
            <a:ext cx="288925" cy="1117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0930" name="Rectangle 14">
            <a:extLst>
              <a:ext uri="{FF2B5EF4-FFF2-40B4-BE49-F238E27FC236}">
                <a16:creationId xmlns:a16="http://schemas.microsoft.com/office/drawing/2014/main" id="{25CA5199-1F3B-1C19-2C38-CB47100E737E}"/>
              </a:ext>
            </a:extLst>
          </p:cNvPr>
          <p:cNvSpPr>
            <a:spLocks noChangeArrowheads="1"/>
          </p:cNvSpPr>
          <p:nvPr/>
        </p:nvSpPr>
        <p:spPr bwMode="auto">
          <a:xfrm rot="5400000">
            <a:off x="384175" y="3754438"/>
            <a:ext cx="892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PC</a:t>
            </a:r>
            <a:r>
              <a:rPr lang="en-US" altLang="zh-CN">
                <a:ea typeface="宋体" panose="02010600030101010101" pitchFamily="2" charset="-122"/>
              </a:rPr>
              <a:t> = 12</a:t>
            </a:r>
          </a:p>
        </p:txBody>
      </p:sp>
      <p:sp>
        <p:nvSpPr>
          <p:cNvPr id="80931" name="Rectangle 15">
            <a:extLst>
              <a:ext uri="{FF2B5EF4-FFF2-40B4-BE49-F238E27FC236}">
                <a16:creationId xmlns:a16="http://schemas.microsoft.com/office/drawing/2014/main" id="{FDF4EEC7-93FC-3F1F-FCFA-EB418A14A4FE}"/>
              </a:ext>
            </a:extLst>
          </p:cNvPr>
          <p:cNvSpPr>
            <a:spLocks noChangeArrowheads="1"/>
          </p:cNvSpPr>
          <p:nvPr/>
        </p:nvSpPr>
        <p:spPr bwMode="auto">
          <a:xfrm>
            <a:off x="6784975" y="3822700"/>
            <a:ext cx="636588" cy="127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0932" name="Rectangle 16">
            <a:extLst>
              <a:ext uri="{FF2B5EF4-FFF2-40B4-BE49-F238E27FC236}">
                <a16:creationId xmlns:a16="http://schemas.microsoft.com/office/drawing/2014/main" id="{8078A6CC-72E0-843E-AA94-E3FC7C0F1046}"/>
              </a:ext>
            </a:extLst>
          </p:cNvPr>
          <p:cNvSpPr>
            <a:spLocks noChangeArrowheads="1"/>
          </p:cNvSpPr>
          <p:nvPr/>
        </p:nvSpPr>
        <p:spPr bwMode="auto">
          <a:xfrm>
            <a:off x="6684963" y="3830638"/>
            <a:ext cx="7842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Data</a:t>
            </a:r>
          </a:p>
          <a:p>
            <a:pPr algn="ctr"/>
            <a:r>
              <a:rPr lang="en-US" altLang="zh-CN">
                <a:solidFill>
                  <a:schemeClr val="accent2"/>
                </a:solidFill>
                <a:latin typeface="Arial" panose="020B0604020202020204" pitchFamily="34" charset="0"/>
                <a:ea typeface="宋体" panose="02010600030101010101" pitchFamily="2" charset="-122"/>
              </a:rPr>
              <a:t>Mem</a:t>
            </a:r>
          </a:p>
        </p:txBody>
      </p:sp>
      <p:sp>
        <p:nvSpPr>
          <p:cNvPr id="80933" name="Rectangle 17">
            <a:extLst>
              <a:ext uri="{FF2B5EF4-FFF2-40B4-BE49-F238E27FC236}">
                <a16:creationId xmlns:a16="http://schemas.microsoft.com/office/drawing/2014/main" id="{8BEDCC4C-3824-FB1F-62E9-36827948ABF0}"/>
              </a:ext>
            </a:extLst>
          </p:cNvPr>
          <p:cNvSpPr>
            <a:spLocks noChangeArrowheads="1"/>
          </p:cNvSpPr>
          <p:nvPr/>
        </p:nvSpPr>
        <p:spPr bwMode="auto">
          <a:xfrm>
            <a:off x="6724650" y="459581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WA</a:t>
            </a:r>
          </a:p>
        </p:txBody>
      </p:sp>
      <p:sp>
        <p:nvSpPr>
          <p:cNvPr id="80934" name="Rectangle 18">
            <a:extLst>
              <a:ext uri="{FF2B5EF4-FFF2-40B4-BE49-F238E27FC236}">
                <a16:creationId xmlns:a16="http://schemas.microsoft.com/office/drawing/2014/main" id="{DAB482D2-07F6-CBDA-3467-8C8988728595}"/>
              </a:ext>
            </a:extLst>
          </p:cNvPr>
          <p:cNvSpPr>
            <a:spLocks noChangeArrowheads="1"/>
          </p:cNvSpPr>
          <p:nvPr/>
        </p:nvSpPr>
        <p:spPr bwMode="auto">
          <a:xfrm>
            <a:off x="6767513" y="4811713"/>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80935" name="Rectangle 19">
            <a:extLst>
              <a:ext uri="{FF2B5EF4-FFF2-40B4-BE49-F238E27FC236}">
                <a16:creationId xmlns:a16="http://schemas.microsoft.com/office/drawing/2014/main" id="{3EB6F019-D62B-D744-6453-7BF6BF5C2B61}"/>
              </a:ext>
            </a:extLst>
          </p:cNvPr>
          <p:cNvSpPr>
            <a:spLocks noChangeArrowheads="1"/>
          </p:cNvSpPr>
          <p:nvPr/>
        </p:nvSpPr>
        <p:spPr bwMode="auto">
          <a:xfrm>
            <a:off x="6696075" y="4352925"/>
            <a:ext cx="473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80936" name="Rectangle 20">
            <a:extLst>
              <a:ext uri="{FF2B5EF4-FFF2-40B4-BE49-F238E27FC236}">
                <a16:creationId xmlns:a16="http://schemas.microsoft.com/office/drawing/2014/main" id="{0D206026-F734-21D1-2AC1-2E1AF297F77C}"/>
              </a:ext>
            </a:extLst>
          </p:cNvPr>
          <p:cNvSpPr>
            <a:spLocks noChangeArrowheads="1"/>
          </p:cNvSpPr>
          <p:nvPr/>
        </p:nvSpPr>
        <p:spPr bwMode="auto">
          <a:xfrm>
            <a:off x="7031038" y="4367213"/>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Do</a:t>
            </a:r>
          </a:p>
        </p:txBody>
      </p:sp>
      <p:sp>
        <p:nvSpPr>
          <p:cNvPr id="80937" name="Rectangle 21">
            <a:extLst>
              <a:ext uri="{FF2B5EF4-FFF2-40B4-BE49-F238E27FC236}">
                <a16:creationId xmlns:a16="http://schemas.microsoft.com/office/drawing/2014/main" id="{C57ECE37-602C-863A-9FBB-BE5E9C0EF4AB}"/>
              </a:ext>
            </a:extLst>
          </p:cNvPr>
          <p:cNvSpPr>
            <a:spLocks noChangeArrowheads="1"/>
          </p:cNvSpPr>
          <p:nvPr/>
        </p:nvSpPr>
        <p:spPr bwMode="auto">
          <a:xfrm>
            <a:off x="1374775" y="3365500"/>
            <a:ext cx="365125" cy="2032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0938" name="Rectangle 22">
            <a:extLst>
              <a:ext uri="{FF2B5EF4-FFF2-40B4-BE49-F238E27FC236}">
                <a16:creationId xmlns:a16="http://schemas.microsoft.com/office/drawing/2014/main" id="{B188BAFB-D255-A4AF-B5D6-0534D1D8B6B4}"/>
              </a:ext>
            </a:extLst>
          </p:cNvPr>
          <p:cNvSpPr>
            <a:spLocks noChangeArrowheads="1"/>
          </p:cNvSpPr>
          <p:nvPr/>
        </p:nvSpPr>
        <p:spPr bwMode="auto">
          <a:xfrm rot="5400000">
            <a:off x="1266031" y="4429919"/>
            <a:ext cx="6334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IUnit</a:t>
            </a:r>
          </a:p>
        </p:txBody>
      </p:sp>
      <p:sp>
        <p:nvSpPr>
          <p:cNvPr id="80939" name="Rectangle 23">
            <a:extLst>
              <a:ext uri="{FF2B5EF4-FFF2-40B4-BE49-F238E27FC236}">
                <a16:creationId xmlns:a16="http://schemas.microsoft.com/office/drawing/2014/main" id="{FB6CE334-BE3F-7480-492B-08B1E1D60FBF}"/>
              </a:ext>
            </a:extLst>
          </p:cNvPr>
          <p:cNvSpPr>
            <a:spLocks noChangeArrowheads="1"/>
          </p:cNvSpPr>
          <p:nvPr/>
        </p:nvSpPr>
        <p:spPr bwMode="auto">
          <a:xfrm>
            <a:off x="1357313" y="3986213"/>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a:t>
            </a:r>
          </a:p>
        </p:txBody>
      </p:sp>
      <p:sp>
        <p:nvSpPr>
          <p:cNvPr id="80940" name="Rectangle 24">
            <a:extLst>
              <a:ext uri="{FF2B5EF4-FFF2-40B4-BE49-F238E27FC236}">
                <a16:creationId xmlns:a16="http://schemas.microsoft.com/office/drawing/2014/main" id="{E0D2A71C-7D41-A054-85B0-4B44FED66E02}"/>
              </a:ext>
            </a:extLst>
          </p:cNvPr>
          <p:cNvSpPr>
            <a:spLocks noChangeArrowheads="1"/>
          </p:cNvSpPr>
          <p:nvPr/>
        </p:nvSpPr>
        <p:spPr bwMode="auto">
          <a:xfrm>
            <a:off x="1509713" y="5065713"/>
            <a:ext cx="260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a:t>
            </a:r>
          </a:p>
        </p:txBody>
      </p:sp>
      <p:sp>
        <p:nvSpPr>
          <p:cNvPr id="80941" name="Rectangle 25">
            <a:extLst>
              <a:ext uri="{FF2B5EF4-FFF2-40B4-BE49-F238E27FC236}">
                <a16:creationId xmlns:a16="http://schemas.microsoft.com/office/drawing/2014/main" id="{0C3C4DC3-6A88-013A-816C-76585857105B}"/>
              </a:ext>
            </a:extLst>
          </p:cNvPr>
          <p:cNvSpPr>
            <a:spLocks noChangeArrowheads="1"/>
          </p:cNvSpPr>
          <p:nvPr/>
        </p:nvSpPr>
        <p:spPr bwMode="auto">
          <a:xfrm>
            <a:off x="3073400" y="3981450"/>
            <a:ext cx="608013" cy="11874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0942" name="Rectangle 26">
            <a:extLst>
              <a:ext uri="{FF2B5EF4-FFF2-40B4-BE49-F238E27FC236}">
                <a16:creationId xmlns:a16="http://schemas.microsoft.com/office/drawing/2014/main" id="{40C985BE-9A18-191E-64CE-0AB8E2B1C018}"/>
              </a:ext>
            </a:extLst>
          </p:cNvPr>
          <p:cNvSpPr>
            <a:spLocks noChangeArrowheads="1"/>
          </p:cNvSpPr>
          <p:nvPr/>
        </p:nvSpPr>
        <p:spPr bwMode="auto">
          <a:xfrm>
            <a:off x="3005138" y="4611688"/>
            <a:ext cx="6778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RFile</a:t>
            </a:r>
          </a:p>
        </p:txBody>
      </p:sp>
      <p:sp>
        <p:nvSpPr>
          <p:cNvPr id="80943" name="Rectangle 27">
            <a:extLst>
              <a:ext uri="{FF2B5EF4-FFF2-40B4-BE49-F238E27FC236}">
                <a16:creationId xmlns:a16="http://schemas.microsoft.com/office/drawing/2014/main" id="{7D5404AB-2786-3C58-A6BD-CCDC943E663C}"/>
              </a:ext>
            </a:extLst>
          </p:cNvPr>
          <p:cNvSpPr>
            <a:spLocks noChangeArrowheads="1"/>
          </p:cNvSpPr>
          <p:nvPr/>
        </p:nvSpPr>
        <p:spPr bwMode="auto">
          <a:xfrm>
            <a:off x="3338513" y="4875213"/>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80944" name="Rectangle 28">
            <a:extLst>
              <a:ext uri="{FF2B5EF4-FFF2-40B4-BE49-F238E27FC236}">
                <a16:creationId xmlns:a16="http://schemas.microsoft.com/office/drawing/2014/main" id="{E9043BF6-08A9-7223-FE4D-8BD2E3E9D3A8}"/>
              </a:ext>
            </a:extLst>
          </p:cNvPr>
          <p:cNvSpPr>
            <a:spLocks noChangeArrowheads="1"/>
          </p:cNvSpPr>
          <p:nvPr/>
        </p:nvSpPr>
        <p:spPr bwMode="auto">
          <a:xfrm>
            <a:off x="3033713" y="4040188"/>
            <a:ext cx="4397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80945" name="Rectangle 29">
            <a:extLst>
              <a:ext uri="{FF2B5EF4-FFF2-40B4-BE49-F238E27FC236}">
                <a16:creationId xmlns:a16="http://schemas.microsoft.com/office/drawing/2014/main" id="{F1FC2E74-E0FA-BE61-402C-48EC45233470}"/>
              </a:ext>
            </a:extLst>
          </p:cNvPr>
          <p:cNvSpPr>
            <a:spLocks noChangeArrowheads="1"/>
          </p:cNvSpPr>
          <p:nvPr/>
        </p:nvSpPr>
        <p:spPr bwMode="auto">
          <a:xfrm>
            <a:off x="3033713" y="4370388"/>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Rb</a:t>
            </a:r>
          </a:p>
        </p:txBody>
      </p:sp>
      <p:sp>
        <p:nvSpPr>
          <p:cNvPr id="80946" name="Rectangle 30">
            <a:extLst>
              <a:ext uri="{FF2B5EF4-FFF2-40B4-BE49-F238E27FC236}">
                <a16:creationId xmlns:a16="http://schemas.microsoft.com/office/drawing/2014/main" id="{4CEAB9F6-8C52-ACE9-4166-7437FD945F1F}"/>
              </a:ext>
            </a:extLst>
          </p:cNvPr>
          <p:cNvSpPr>
            <a:spLocks noChangeArrowheads="1"/>
          </p:cNvSpPr>
          <p:nvPr/>
        </p:nvSpPr>
        <p:spPr bwMode="auto">
          <a:xfrm>
            <a:off x="2995613" y="4894263"/>
            <a:ext cx="485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Rw</a:t>
            </a:r>
          </a:p>
        </p:txBody>
      </p:sp>
      <p:sp>
        <p:nvSpPr>
          <p:cNvPr id="429" name="Rectangle 31">
            <a:extLst>
              <a:ext uri="{FF2B5EF4-FFF2-40B4-BE49-F238E27FC236}">
                <a16:creationId xmlns:a16="http://schemas.microsoft.com/office/drawing/2014/main" id="{9E664126-293E-7B5B-83A4-00E5D9C93AAC}"/>
              </a:ext>
            </a:extLst>
          </p:cNvPr>
          <p:cNvSpPr>
            <a:spLocks noChangeArrowheads="1"/>
          </p:cNvSpPr>
          <p:nvPr/>
        </p:nvSpPr>
        <p:spPr bwMode="auto">
          <a:xfrm>
            <a:off x="2981325" y="2247900"/>
            <a:ext cx="1174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rgbClr val="CC0000"/>
                </a:solidFill>
                <a:latin typeface="Arial" panose="020B0604020202020204" pitchFamily="34" charset="0"/>
                <a:ea typeface="宋体" panose="02010600030101010101" pitchFamily="2" charset="-122"/>
              </a:rPr>
              <a:t>RegWr=0</a:t>
            </a:r>
            <a:endParaRPr lang="zh-CN" altLang="en-US" u="sng">
              <a:solidFill>
                <a:srgbClr val="CC0000"/>
              </a:solidFill>
              <a:latin typeface="Arial" panose="020B0604020202020204" pitchFamily="34" charset="0"/>
              <a:ea typeface="宋体" panose="02010600030101010101" pitchFamily="2" charset="-122"/>
            </a:endParaRPr>
          </a:p>
        </p:txBody>
      </p:sp>
      <p:sp>
        <p:nvSpPr>
          <p:cNvPr id="80948" name="Line 32">
            <a:extLst>
              <a:ext uri="{FF2B5EF4-FFF2-40B4-BE49-F238E27FC236}">
                <a16:creationId xmlns:a16="http://schemas.microsoft.com/office/drawing/2014/main" id="{EF432A23-8303-2D1E-92B0-EC43BB1E4601}"/>
              </a:ext>
            </a:extLst>
          </p:cNvPr>
          <p:cNvSpPr>
            <a:spLocks noChangeShapeType="1"/>
          </p:cNvSpPr>
          <p:nvPr/>
        </p:nvSpPr>
        <p:spPr bwMode="auto">
          <a:xfrm>
            <a:off x="5324475" y="4884738"/>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 name="Rectangle 33">
            <a:extLst>
              <a:ext uri="{FF2B5EF4-FFF2-40B4-BE49-F238E27FC236}">
                <a16:creationId xmlns:a16="http://schemas.microsoft.com/office/drawing/2014/main" id="{BB801034-3FF2-8C49-E93B-8D999861AA81}"/>
              </a:ext>
            </a:extLst>
          </p:cNvPr>
          <p:cNvSpPr>
            <a:spLocks noChangeArrowheads="1"/>
          </p:cNvSpPr>
          <p:nvPr/>
        </p:nvSpPr>
        <p:spPr bwMode="auto">
          <a:xfrm>
            <a:off x="2308225" y="1944688"/>
            <a:ext cx="1274763" cy="336550"/>
          </a:xfrm>
          <a:prstGeom prst="rect">
            <a:avLst/>
          </a:prstGeom>
          <a:solidFill>
            <a:schemeClr val="tx2">
              <a:lumMod val="25000"/>
              <a:lumOff val="75000"/>
            </a:schemeClr>
          </a:solidFill>
          <a:ln w="12700">
            <a:noFill/>
            <a:miter lim="800000"/>
          </a:ln>
        </p:spPr>
        <p:txBody>
          <a:bodyPr lIns="90488" tIns="44450" rIns="90488" bIns="44450">
            <a:spAutoFit/>
          </a:bodyPr>
          <a:lstStyle/>
          <a:p>
            <a:pPr eaLnBrk="0" hangingPunct="0">
              <a:defRPr/>
            </a:pPr>
            <a:r>
              <a:rPr lang="en-US" altLang="zh-CN" u="sng" dirty="0" err="1">
                <a:solidFill>
                  <a:schemeClr val="accent2"/>
                </a:solidFill>
                <a:latin typeface="Arial" panose="020B0604020202020204" pitchFamily="34" charset="0"/>
                <a:ea typeface="宋体" panose="02010600030101010101" pitchFamily="2" charset="-122"/>
              </a:rPr>
              <a:t>ExtOp</a:t>
            </a:r>
            <a:r>
              <a:rPr lang="en-US" altLang="zh-CN" u="sng" dirty="0">
                <a:solidFill>
                  <a:schemeClr val="accent2"/>
                </a:solidFill>
                <a:latin typeface="Arial" panose="020B0604020202020204" pitchFamily="34" charset="0"/>
                <a:ea typeface="宋体" panose="02010600030101010101" pitchFamily="2" charset="-122"/>
              </a:rPr>
              <a:t>=xxx </a:t>
            </a:r>
          </a:p>
        </p:txBody>
      </p:sp>
      <p:sp>
        <p:nvSpPr>
          <p:cNvPr id="80950" name="Line 34">
            <a:extLst>
              <a:ext uri="{FF2B5EF4-FFF2-40B4-BE49-F238E27FC236}">
                <a16:creationId xmlns:a16="http://schemas.microsoft.com/office/drawing/2014/main" id="{0429422C-4CD5-3069-E186-F90AC7B6DFEE}"/>
              </a:ext>
            </a:extLst>
          </p:cNvPr>
          <p:cNvSpPr>
            <a:spLocks noChangeShapeType="1"/>
          </p:cNvSpPr>
          <p:nvPr/>
        </p:nvSpPr>
        <p:spPr bwMode="auto">
          <a:xfrm>
            <a:off x="5454650" y="4505325"/>
            <a:ext cx="415925"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51" name="Rectangle 35">
            <a:extLst>
              <a:ext uri="{FF2B5EF4-FFF2-40B4-BE49-F238E27FC236}">
                <a16:creationId xmlns:a16="http://schemas.microsoft.com/office/drawing/2014/main" id="{1FBCA1B8-2C03-3A23-9037-E0FABDEF574F}"/>
              </a:ext>
            </a:extLst>
          </p:cNvPr>
          <p:cNvSpPr>
            <a:spLocks noChangeArrowheads="1"/>
          </p:cNvSpPr>
          <p:nvPr/>
        </p:nvSpPr>
        <p:spPr bwMode="auto">
          <a:xfrm>
            <a:off x="4846638" y="4306888"/>
            <a:ext cx="6540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Exec</a:t>
            </a:r>
          </a:p>
          <a:p>
            <a:pPr algn="ctr"/>
            <a:r>
              <a:rPr lang="en-US" altLang="zh-CN">
                <a:solidFill>
                  <a:schemeClr val="accent2"/>
                </a:solidFill>
                <a:latin typeface="Arial" panose="020B0604020202020204" pitchFamily="34" charset="0"/>
                <a:ea typeface="宋体" panose="02010600030101010101" pitchFamily="2" charset="-122"/>
              </a:rPr>
              <a:t>Unit</a:t>
            </a:r>
          </a:p>
        </p:txBody>
      </p:sp>
      <p:sp>
        <p:nvSpPr>
          <p:cNvPr id="80952" name="Rectangle 36">
            <a:extLst>
              <a:ext uri="{FF2B5EF4-FFF2-40B4-BE49-F238E27FC236}">
                <a16:creationId xmlns:a16="http://schemas.microsoft.com/office/drawing/2014/main" id="{B77DFFB8-4618-785B-E804-79F6912517E8}"/>
              </a:ext>
            </a:extLst>
          </p:cNvPr>
          <p:cNvSpPr>
            <a:spLocks noChangeArrowheads="1"/>
          </p:cNvSpPr>
          <p:nvPr/>
        </p:nvSpPr>
        <p:spPr bwMode="auto">
          <a:xfrm>
            <a:off x="4889500" y="3365500"/>
            <a:ext cx="584200" cy="1498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0953" name="Rectangle 37">
            <a:extLst>
              <a:ext uri="{FF2B5EF4-FFF2-40B4-BE49-F238E27FC236}">
                <a16:creationId xmlns:a16="http://schemas.microsoft.com/office/drawing/2014/main" id="{6B83D298-38CD-063C-8A86-68D6E007B99E}"/>
              </a:ext>
            </a:extLst>
          </p:cNvPr>
          <p:cNvSpPr>
            <a:spLocks noChangeArrowheads="1"/>
          </p:cNvSpPr>
          <p:nvPr/>
        </p:nvSpPr>
        <p:spPr bwMode="auto">
          <a:xfrm>
            <a:off x="4862513" y="3887788"/>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80954" name="Rectangle 38">
            <a:extLst>
              <a:ext uri="{FF2B5EF4-FFF2-40B4-BE49-F238E27FC236}">
                <a16:creationId xmlns:a16="http://schemas.microsoft.com/office/drawing/2014/main" id="{0BFC7A28-B82C-6F4F-83C9-049E68C95212}"/>
              </a:ext>
            </a:extLst>
          </p:cNvPr>
          <p:cNvSpPr>
            <a:spLocks noChangeArrowheads="1"/>
          </p:cNvSpPr>
          <p:nvPr/>
        </p:nvSpPr>
        <p:spPr bwMode="auto">
          <a:xfrm>
            <a:off x="4862513" y="4141788"/>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sp>
        <p:nvSpPr>
          <p:cNvPr id="80955" name="Line 39">
            <a:extLst>
              <a:ext uri="{FF2B5EF4-FFF2-40B4-BE49-F238E27FC236}">
                <a16:creationId xmlns:a16="http://schemas.microsoft.com/office/drawing/2014/main" id="{8718A09A-AA80-9174-2455-F3FC8F6D791D}"/>
              </a:ext>
            </a:extLst>
          </p:cNvPr>
          <p:cNvSpPr>
            <a:spLocks noChangeShapeType="1"/>
          </p:cNvSpPr>
          <p:nvPr/>
        </p:nvSpPr>
        <p:spPr bwMode="auto">
          <a:xfrm flipH="1">
            <a:off x="2851150" y="2278063"/>
            <a:ext cx="0" cy="1344612"/>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56" name="Rectangle 40">
            <a:extLst>
              <a:ext uri="{FF2B5EF4-FFF2-40B4-BE49-F238E27FC236}">
                <a16:creationId xmlns:a16="http://schemas.microsoft.com/office/drawing/2014/main" id="{4B80B97C-76A8-9672-99D8-417CEAEF30D4}"/>
              </a:ext>
            </a:extLst>
          </p:cNvPr>
          <p:cNvSpPr>
            <a:spLocks noChangeArrowheads="1"/>
          </p:cNvSpPr>
          <p:nvPr/>
        </p:nvSpPr>
        <p:spPr bwMode="auto">
          <a:xfrm>
            <a:off x="4862513" y="3636963"/>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80957" name="Line 41">
            <a:extLst>
              <a:ext uri="{FF2B5EF4-FFF2-40B4-BE49-F238E27FC236}">
                <a16:creationId xmlns:a16="http://schemas.microsoft.com/office/drawing/2014/main" id="{3702789F-C2A4-756E-282A-C9A7B733ABED}"/>
              </a:ext>
            </a:extLst>
          </p:cNvPr>
          <p:cNvSpPr>
            <a:spLocks noChangeShapeType="1"/>
          </p:cNvSpPr>
          <p:nvPr/>
        </p:nvSpPr>
        <p:spPr bwMode="auto">
          <a:xfrm>
            <a:off x="5334000" y="2298700"/>
            <a:ext cx="0" cy="10414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 name="Rectangle 42">
            <a:extLst>
              <a:ext uri="{FF2B5EF4-FFF2-40B4-BE49-F238E27FC236}">
                <a16:creationId xmlns:a16="http://schemas.microsoft.com/office/drawing/2014/main" id="{9E7E5387-79D0-507F-D3D9-E1D87BA5225C}"/>
              </a:ext>
            </a:extLst>
          </p:cNvPr>
          <p:cNvSpPr>
            <a:spLocks noChangeArrowheads="1"/>
          </p:cNvSpPr>
          <p:nvPr/>
        </p:nvSpPr>
        <p:spPr bwMode="auto">
          <a:xfrm>
            <a:off x="4557713" y="1981200"/>
            <a:ext cx="1349375" cy="336550"/>
          </a:xfrm>
          <a:prstGeom prst="rect">
            <a:avLst/>
          </a:prstGeom>
          <a:solidFill>
            <a:schemeClr val="tx2">
              <a:lumMod val="25000"/>
              <a:lumOff val="75000"/>
            </a:schemeClr>
          </a:solidFill>
          <a:ln w="12700">
            <a:noFill/>
            <a:miter lim="800000"/>
          </a:ln>
        </p:spPr>
        <p:txBody>
          <a:bodyPr wrap="none" lIns="90488" tIns="44450" rIns="90488" bIns="44450">
            <a:spAutoFit/>
          </a:bodyPr>
          <a:lstStyle/>
          <a:p>
            <a:pPr eaLnBrk="0" hangingPunct="0">
              <a:defRPr/>
            </a:pPr>
            <a:r>
              <a:rPr lang="en-US" altLang="zh-CN" u="sng" dirty="0" err="1">
                <a:solidFill>
                  <a:schemeClr val="accent2"/>
                </a:solidFill>
                <a:latin typeface="Arial" panose="020B0604020202020204" pitchFamily="34" charset="0"/>
                <a:ea typeface="宋体" panose="02010600030101010101" pitchFamily="2" charset="-122"/>
              </a:rPr>
              <a:t>ALUctr</a:t>
            </a:r>
            <a:r>
              <a:rPr lang="en-US" altLang="zh-CN" u="sng" dirty="0">
                <a:solidFill>
                  <a:schemeClr val="accent2"/>
                </a:solidFill>
                <a:latin typeface="Arial" panose="020B0604020202020204" pitchFamily="34" charset="0"/>
                <a:ea typeface="宋体" panose="02010600030101010101" pitchFamily="2" charset="-122"/>
              </a:rPr>
              <a:t>=add</a:t>
            </a:r>
            <a:endParaRPr lang="en-US" altLang="zh-CN" u="sng" dirty="0">
              <a:solidFill>
                <a:schemeClr val="accent2"/>
              </a:solidFill>
              <a:latin typeface="微软雅黑" panose="020B0503020204020204" pitchFamily="34" charset="-122"/>
              <a:ea typeface="微软雅黑" panose="020B0503020204020204" pitchFamily="34" charset="-122"/>
            </a:endParaRPr>
          </a:p>
        </p:txBody>
      </p:sp>
      <p:sp>
        <p:nvSpPr>
          <p:cNvPr id="441" name="Rectangle 43">
            <a:extLst>
              <a:ext uri="{FF2B5EF4-FFF2-40B4-BE49-F238E27FC236}">
                <a16:creationId xmlns:a16="http://schemas.microsoft.com/office/drawing/2014/main" id="{A0AC8A94-6BB7-10C8-7522-6F65EB472240}"/>
              </a:ext>
            </a:extLst>
          </p:cNvPr>
          <p:cNvSpPr>
            <a:spLocks noChangeArrowheads="1"/>
          </p:cNvSpPr>
          <p:nvPr/>
        </p:nvSpPr>
        <p:spPr bwMode="auto">
          <a:xfrm>
            <a:off x="5111750" y="5970588"/>
            <a:ext cx="1325563" cy="336550"/>
          </a:xfrm>
          <a:prstGeom prst="rect">
            <a:avLst/>
          </a:prstGeom>
          <a:solidFill>
            <a:schemeClr val="tx2">
              <a:lumMod val="25000"/>
              <a:lumOff val="75000"/>
            </a:schemeClr>
          </a:solidFill>
          <a:ln w="12700">
            <a:noFill/>
            <a:miter lim="800000"/>
          </a:ln>
        </p:spPr>
        <p:txBody>
          <a:bodyPr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ALUBSrc=2</a:t>
            </a:r>
          </a:p>
        </p:txBody>
      </p:sp>
      <p:sp>
        <p:nvSpPr>
          <p:cNvPr id="80960" name="Line 45">
            <a:extLst>
              <a:ext uri="{FF2B5EF4-FFF2-40B4-BE49-F238E27FC236}">
                <a16:creationId xmlns:a16="http://schemas.microsoft.com/office/drawing/2014/main" id="{EC36ACE3-22F6-5382-E704-F21F6E64D0B0}"/>
              </a:ext>
            </a:extLst>
          </p:cNvPr>
          <p:cNvSpPr>
            <a:spLocks noChangeShapeType="1"/>
          </p:cNvSpPr>
          <p:nvPr/>
        </p:nvSpPr>
        <p:spPr bwMode="auto">
          <a:xfrm>
            <a:off x="4356100" y="3810000"/>
            <a:ext cx="508000"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0961" name="Group 201">
            <a:extLst>
              <a:ext uri="{FF2B5EF4-FFF2-40B4-BE49-F238E27FC236}">
                <a16:creationId xmlns:a16="http://schemas.microsoft.com/office/drawing/2014/main" id="{C060C7C2-4B7D-FA87-E978-AA89FE29BEEB}"/>
              </a:ext>
            </a:extLst>
          </p:cNvPr>
          <p:cNvGrpSpPr>
            <a:grpSpLocks/>
          </p:cNvGrpSpPr>
          <p:nvPr/>
        </p:nvGrpSpPr>
        <p:grpSpPr bwMode="auto">
          <a:xfrm>
            <a:off x="4321175" y="4038600"/>
            <a:ext cx="558800" cy="304800"/>
            <a:chOff x="2722" y="2544"/>
            <a:chExt cx="352" cy="192"/>
          </a:xfrm>
        </p:grpSpPr>
        <p:sp>
          <p:nvSpPr>
            <p:cNvPr id="80962" name="Line 46">
              <a:extLst>
                <a:ext uri="{FF2B5EF4-FFF2-40B4-BE49-F238E27FC236}">
                  <a16:creationId xmlns:a16="http://schemas.microsoft.com/office/drawing/2014/main" id="{C9CF4499-6F46-99A2-0EC8-4852A56F944F}"/>
                </a:ext>
              </a:extLst>
            </p:cNvPr>
            <p:cNvSpPr>
              <a:spLocks noChangeShapeType="1"/>
            </p:cNvSpPr>
            <p:nvPr/>
          </p:nvSpPr>
          <p:spPr bwMode="auto">
            <a:xfrm>
              <a:off x="2728" y="2736"/>
              <a:ext cx="34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63" name="Line 47">
              <a:extLst>
                <a:ext uri="{FF2B5EF4-FFF2-40B4-BE49-F238E27FC236}">
                  <a16:creationId xmlns:a16="http://schemas.microsoft.com/office/drawing/2014/main" id="{F968A789-F591-EE81-4EE2-881D58ECF17C}"/>
                </a:ext>
              </a:extLst>
            </p:cNvPr>
            <p:cNvSpPr>
              <a:spLocks noChangeShapeType="1"/>
            </p:cNvSpPr>
            <p:nvPr/>
          </p:nvSpPr>
          <p:spPr bwMode="auto">
            <a:xfrm>
              <a:off x="2722" y="2544"/>
              <a:ext cx="352"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0964" name="Group 204">
            <a:extLst>
              <a:ext uri="{FF2B5EF4-FFF2-40B4-BE49-F238E27FC236}">
                <a16:creationId xmlns:a16="http://schemas.microsoft.com/office/drawing/2014/main" id="{A169FCF0-DE35-85B6-4888-9A750576AE60}"/>
              </a:ext>
            </a:extLst>
          </p:cNvPr>
          <p:cNvGrpSpPr>
            <a:grpSpLocks/>
          </p:cNvGrpSpPr>
          <p:nvPr/>
        </p:nvGrpSpPr>
        <p:grpSpPr bwMode="auto">
          <a:xfrm>
            <a:off x="3683000" y="4038600"/>
            <a:ext cx="330200" cy="304800"/>
            <a:chOff x="2320" y="2544"/>
            <a:chExt cx="208" cy="192"/>
          </a:xfrm>
        </p:grpSpPr>
        <p:sp>
          <p:nvSpPr>
            <p:cNvPr id="447" name="Line 44">
              <a:extLst>
                <a:ext uri="{FF2B5EF4-FFF2-40B4-BE49-F238E27FC236}">
                  <a16:creationId xmlns:a16="http://schemas.microsoft.com/office/drawing/2014/main" id="{127227B4-60F2-7297-40C4-69526589B960}"/>
                </a:ext>
              </a:extLst>
            </p:cNvPr>
            <p:cNvSpPr>
              <a:spLocks noChangeShapeType="1"/>
            </p:cNvSpPr>
            <p:nvPr/>
          </p:nvSpPr>
          <p:spPr bwMode="auto">
            <a:xfrm>
              <a:off x="2320" y="2544"/>
              <a:ext cx="208"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448" name="Line 48">
              <a:extLst>
                <a:ext uri="{FF2B5EF4-FFF2-40B4-BE49-F238E27FC236}">
                  <a16:creationId xmlns:a16="http://schemas.microsoft.com/office/drawing/2014/main" id="{A84A1C3C-E727-2FED-8BE4-B22C3779F767}"/>
                </a:ext>
              </a:extLst>
            </p:cNvPr>
            <p:cNvSpPr>
              <a:spLocks noChangeShapeType="1"/>
            </p:cNvSpPr>
            <p:nvPr/>
          </p:nvSpPr>
          <p:spPr bwMode="auto">
            <a:xfrm>
              <a:off x="2320" y="2736"/>
              <a:ext cx="208"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grpSp>
      <p:sp>
        <p:nvSpPr>
          <p:cNvPr id="80967" name="Line 51">
            <a:extLst>
              <a:ext uri="{FF2B5EF4-FFF2-40B4-BE49-F238E27FC236}">
                <a16:creationId xmlns:a16="http://schemas.microsoft.com/office/drawing/2014/main" id="{6E4F9FFB-7318-0180-7CAC-F8BC69B97A99}"/>
              </a:ext>
            </a:extLst>
          </p:cNvPr>
          <p:cNvSpPr>
            <a:spLocks noChangeShapeType="1"/>
          </p:cNvSpPr>
          <p:nvPr/>
        </p:nvSpPr>
        <p:spPr bwMode="auto">
          <a:xfrm>
            <a:off x="6197600" y="4495800"/>
            <a:ext cx="558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68" name="Line 52">
            <a:extLst>
              <a:ext uri="{FF2B5EF4-FFF2-40B4-BE49-F238E27FC236}">
                <a16:creationId xmlns:a16="http://schemas.microsoft.com/office/drawing/2014/main" id="{CE50B477-2635-2659-843F-55EAD50480F4}"/>
              </a:ext>
            </a:extLst>
          </p:cNvPr>
          <p:cNvSpPr>
            <a:spLocks noChangeShapeType="1"/>
          </p:cNvSpPr>
          <p:nvPr/>
        </p:nvSpPr>
        <p:spPr bwMode="auto">
          <a:xfrm>
            <a:off x="4495800" y="4356100"/>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9" name="Line 53">
            <a:extLst>
              <a:ext uri="{FF2B5EF4-FFF2-40B4-BE49-F238E27FC236}">
                <a16:creationId xmlns:a16="http://schemas.microsoft.com/office/drawing/2014/main" id="{1C2E6329-64A6-37CC-65EB-C11955D8F8A4}"/>
              </a:ext>
            </a:extLst>
          </p:cNvPr>
          <p:cNvSpPr>
            <a:spLocks noChangeShapeType="1"/>
          </p:cNvSpPr>
          <p:nvPr/>
        </p:nvSpPr>
        <p:spPr bwMode="auto">
          <a:xfrm>
            <a:off x="4508500" y="5029200"/>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70" name="Line 54">
            <a:extLst>
              <a:ext uri="{FF2B5EF4-FFF2-40B4-BE49-F238E27FC236}">
                <a16:creationId xmlns:a16="http://schemas.microsoft.com/office/drawing/2014/main" id="{FF2F6B7B-6C89-2396-933D-08973F756E3A}"/>
              </a:ext>
            </a:extLst>
          </p:cNvPr>
          <p:cNvSpPr>
            <a:spLocks noChangeShapeType="1"/>
          </p:cNvSpPr>
          <p:nvPr/>
        </p:nvSpPr>
        <p:spPr bwMode="auto">
          <a:xfrm>
            <a:off x="6184900" y="5029200"/>
            <a:ext cx="584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71" name="Line 55">
            <a:extLst>
              <a:ext uri="{FF2B5EF4-FFF2-40B4-BE49-F238E27FC236}">
                <a16:creationId xmlns:a16="http://schemas.microsoft.com/office/drawing/2014/main" id="{EB14E2F9-37FB-291C-7091-471EE0A25D79}"/>
              </a:ext>
            </a:extLst>
          </p:cNvPr>
          <p:cNvSpPr>
            <a:spLocks noChangeShapeType="1"/>
          </p:cNvSpPr>
          <p:nvPr/>
        </p:nvSpPr>
        <p:spPr bwMode="auto">
          <a:xfrm>
            <a:off x="6413500" y="47244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72" name="Line 56">
            <a:extLst>
              <a:ext uri="{FF2B5EF4-FFF2-40B4-BE49-F238E27FC236}">
                <a16:creationId xmlns:a16="http://schemas.microsoft.com/office/drawing/2014/main" id="{27FFFD1B-3972-13F3-5972-9419B0561EFB}"/>
              </a:ext>
            </a:extLst>
          </p:cNvPr>
          <p:cNvSpPr>
            <a:spLocks noChangeShapeType="1"/>
          </p:cNvSpPr>
          <p:nvPr/>
        </p:nvSpPr>
        <p:spPr bwMode="auto">
          <a:xfrm>
            <a:off x="6400800" y="4508500"/>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73" name="Line 57">
            <a:extLst>
              <a:ext uri="{FF2B5EF4-FFF2-40B4-BE49-F238E27FC236}">
                <a16:creationId xmlns:a16="http://schemas.microsoft.com/office/drawing/2014/main" id="{1FDC28F6-D549-4A7B-1B0E-7869779F4C16}"/>
              </a:ext>
            </a:extLst>
          </p:cNvPr>
          <p:cNvSpPr>
            <a:spLocks noChangeShapeType="1"/>
          </p:cNvSpPr>
          <p:nvPr/>
        </p:nvSpPr>
        <p:spPr bwMode="auto">
          <a:xfrm>
            <a:off x="7416800" y="4572000"/>
            <a:ext cx="330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74" name="Line 58">
            <a:extLst>
              <a:ext uri="{FF2B5EF4-FFF2-40B4-BE49-F238E27FC236}">
                <a16:creationId xmlns:a16="http://schemas.microsoft.com/office/drawing/2014/main" id="{6525F94A-1B90-1662-DF03-2906ADF0C731}"/>
              </a:ext>
            </a:extLst>
          </p:cNvPr>
          <p:cNvSpPr>
            <a:spLocks noChangeShapeType="1"/>
          </p:cNvSpPr>
          <p:nvPr/>
        </p:nvSpPr>
        <p:spPr bwMode="auto">
          <a:xfrm>
            <a:off x="6413500" y="5181600"/>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0975" name="Group 66">
            <a:extLst>
              <a:ext uri="{FF2B5EF4-FFF2-40B4-BE49-F238E27FC236}">
                <a16:creationId xmlns:a16="http://schemas.microsoft.com/office/drawing/2014/main" id="{CAB4D6BF-D012-7F86-C503-6A18B90121BD}"/>
              </a:ext>
            </a:extLst>
          </p:cNvPr>
          <p:cNvGrpSpPr>
            <a:grpSpLocks/>
          </p:cNvGrpSpPr>
          <p:nvPr/>
        </p:nvGrpSpPr>
        <p:grpSpPr bwMode="auto">
          <a:xfrm>
            <a:off x="8397875" y="4432300"/>
            <a:ext cx="333375" cy="949325"/>
            <a:chOff x="5290" y="2792"/>
            <a:chExt cx="210" cy="598"/>
          </a:xfrm>
        </p:grpSpPr>
        <p:sp>
          <p:nvSpPr>
            <p:cNvPr id="80976" name="Line 59">
              <a:extLst>
                <a:ext uri="{FF2B5EF4-FFF2-40B4-BE49-F238E27FC236}">
                  <a16:creationId xmlns:a16="http://schemas.microsoft.com/office/drawing/2014/main" id="{C19CF8ED-74DD-6D55-B958-9EC69D7B3A43}"/>
                </a:ext>
              </a:extLst>
            </p:cNvPr>
            <p:cNvSpPr>
              <a:spLocks noChangeShapeType="1"/>
            </p:cNvSpPr>
            <p:nvPr/>
          </p:nvSpPr>
          <p:spPr bwMode="auto">
            <a:xfrm>
              <a:off x="5328" y="2792"/>
              <a:ext cx="0" cy="5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77" name="Line 60">
              <a:extLst>
                <a:ext uri="{FF2B5EF4-FFF2-40B4-BE49-F238E27FC236}">
                  <a16:creationId xmlns:a16="http://schemas.microsoft.com/office/drawing/2014/main" id="{1E5194EA-13C7-9CC4-250D-F5DA3CBC8387}"/>
                </a:ext>
              </a:extLst>
            </p:cNvPr>
            <p:cNvSpPr>
              <a:spLocks noChangeShapeType="1"/>
            </p:cNvSpPr>
            <p:nvPr/>
          </p:nvSpPr>
          <p:spPr bwMode="auto">
            <a:xfrm>
              <a:off x="5336" y="2792"/>
              <a:ext cx="128" cy="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78" name="Line 61">
              <a:extLst>
                <a:ext uri="{FF2B5EF4-FFF2-40B4-BE49-F238E27FC236}">
                  <a16:creationId xmlns:a16="http://schemas.microsoft.com/office/drawing/2014/main" id="{3A98DDD0-0AEA-1E9F-585E-00348EFE2E8B}"/>
                </a:ext>
              </a:extLst>
            </p:cNvPr>
            <p:cNvSpPr>
              <a:spLocks noChangeShapeType="1"/>
            </p:cNvSpPr>
            <p:nvPr/>
          </p:nvSpPr>
          <p:spPr bwMode="auto">
            <a:xfrm flipV="1">
              <a:off x="5336" y="3283"/>
              <a:ext cx="128"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79" name="Line 62">
              <a:extLst>
                <a:ext uri="{FF2B5EF4-FFF2-40B4-BE49-F238E27FC236}">
                  <a16:creationId xmlns:a16="http://schemas.microsoft.com/office/drawing/2014/main" id="{44CCBA61-9A6A-86FA-D1ED-BFCF9F99E80E}"/>
                </a:ext>
              </a:extLst>
            </p:cNvPr>
            <p:cNvSpPr>
              <a:spLocks noChangeShapeType="1"/>
            </p:cNvSpPr>
            <p:nvPr/>
          </p:nvSpPr>
          <p:spPr bwMode="auto">
            <a:xfrm>
              <a:off x="5472" y="2844"/>
              <a:ext cx="0" cy="4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80" name="Rectangle 63">
              <a:extLst>
                <a:ext uri="{FF2B5EF4-FFF2-40B4-BE49-F238E27FC236}">
                  <a16:creationId xmlns:a16="http://schemas.microsoft.com/office/drawing/2014/main" id="{F95B7F8C-3FBA-ACD5-72BA-DB9D509E8828}"/>
                </a:ext>
              </a:extLst>
            </p:cNvPr>
            <p:cNvSpPr>
              <a:spLocks noChangeArrowheads="1"/>
            </p:cNvSpPr>
            <p:nvPr/>
          </p:nvSpPr>
          <p:spPr bwMode="auto">
            <a:xfrm rot="5400000">
              <a:off x="5210" y="2976"/>
              <a:ext cx="3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Mux</a:t>
              </a:r>
            </a:p>
          </p:txBody>
        </p:sp>
        <p:sp>
          <p:nvSpPr>
            <p:cNvPr id="80981" name="Rectangle 64">
              <a:extLst>
                <a:ext uri="{FF2B5EF4-FFF2-40B4-BE49-F238E27FC236}">
                  <a16:creationId xmlns:a16="http://schemas.microsoft.com/office/drawing/2014/main" id="{4DD82779-DF48-B4C7-8784-5E7546E4DE42}"/>
                </a:ext>
              </a:extLst>
            </p:cNvPr>
            <p:cNvSpPr>
              <a:spLocks noChangeArrowheads="1"/>
            </p:cNvSpPr>
            <p:nvPr/>
          </p:nvSpPr>
          <p:spPr bwMode="auto">
            <a:xfrm>
              <a:off x="5303" y="280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1</a:t>
              </a:r>
              <a:endParaRPr lang="zh-CN" altLang="en-US" sz="1400" b="0">
                <a:ea typeface="宋体" panose="02010600030101010101" pitchFamily="2" charset="-122"/>
              </a:endParaRPr>
            </a:p>
          </p:txBody>
        </p:sp>
        <p:sp>
          <p:nvSpPr>
            <p:cNvPr id="80982" name="Rectangle 65">
              <a:extLst>
                <a:ext uri="{FF2B5EF4-FFF2-40B4-BE49-F238E27FC236}">
                  <a16:creationId xmlns:a16="http://schemas.microsoft.com/office/drawing/2014/main" id="{F4AE4483-340A-5626-07C0-280EFEC6AA68}"/>
                </a:ext>
              </a:extLst>
            </p:cNvPr>
            <p:cNvSpPr>
              <a:spLocks noChangeArrowheads="1"/>
            </p:cNvSpPr>
            <p:nvPr/>
          </p:nvSpPr>
          <p:spPr bwMode="auto">
            <a:xfrm>
              <a:off x="5303" y="319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0</a:t>
              </a:r>
              <a:endParaRPr lang="zh-CN" altLang="en-US" sz="1400" b="0">
                <a:ea typeface="宋体" panose="02010600030101010101" pitchFamily="2" charset="-122"/>
              </a:endParaRPr>
            </a:p>
          </p:txBody>
        </p:sp>
      </p:grpSp>
      <p:sp>
        <p:nvSpPr>
          <p:cNvPr id="80983" name="Line 67">
            <a:extLst>
              <a:ext uri="{FF2B5EF4-FFF2-40B4-BE49-F238E27FC236}">
                <a16:creationId xmlns:a16="http://schemas.microsoft.com/office/drawing/2014/main" id="{1A46579E-C2B4-E37B-3A03-F3A94784A5A6}"/>
              </a:ext>
            </a:extLst>
          </p:cNvPr>
          <p:cNvSpPr>
            <a:spLocks noChangeShapeType="1"/>
          </p:cNvSpPr>
          <p:nvPr/>
        </p:nvSpPr>
        <p:spPr bwMode="auto">
          <a:xfrm>
            <a:off x="8089900" y="45720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84" name="Line 68">
            <a:extLst>
              <a:ext uri="{FF2B5EF4-FFF2-40B4-BE49-F238E27FC236}">
                <a16:creationId xmlns:a16="http://schemas.microsoft.com/office/drawing/2014/main" id="{9D8583BD-BB0C-A5BD-D6C9-B7CB5665FF49}"/>
              </a:ext>
            </a:extLst>
          </p:cNvPr>
          <p:cNvSpPr>
            <a:spLocks noChangeShapeType="1"/>
          </p:cNvSpPr>
          <p:nvPr/>
        </p:nvSpPr>
        <p:spPr bwMode="auto">
          <a:xfrm>
            <a:off x="8089900" y="51816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7" name="Line 70">
            <a:extLst>
              <a:ext uri="{FF2B5EF4-FFF2-40B4-BE49-F238E27FC236}">
                <a16:creationId xmlns:a16="http://schemas.microsoft.com/office/drawing/2014/main" id="{98C2C080-AAE4-C594-12D4-38B3A553F9AC}"/>
              </a:ext>
            </a:extLst>
          </p:cNvPr>
          <p:cNvSpPr>
            <a:spLocks noChangeShapeType="1"/>
          </p:cNvSpPr>
          <p:nvPr/>
        </p:nvSpPr>
        <p:spPr bwMode="auto">
          <a:xfrm>
            <a:off x="2679700" y="5562600"/>
            <a:ext cx="1346200"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80986" name="Line 72">
            <a:extLst>
              <a:ext uri="{FF2B5EF4-FFF2-40B4-BE49-F238E27FC236}">
                <a16:creationId xmlns:a16="http://schemas.microsoft.com/office/drawing/2014/main" id="{1E0F588D-8E92-9C4C-F514-F3C93C1BA292}"/>
              </a:ext>
            </a:extLst>
          </p:cNvPr>
          <p:cNvSpPr>
            <a:spLocks noChangeShapeType="1"/>
          </p:cNvSpPr>
          <p:nvPr/>
        </p:nvSpPr>
        <p:spPr bwMode="auto">
          <a:xfrm>
            <a:off x="5484813" y="3611563"/>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87" name="Line 74">
            <a:extLst>
              <a:ext uri="{FF2B5EF4-FFF2-40B4-BE49-F238E27FC236}">
                <a16:creationId xmlns:a16="http://schemas.microsoft.com/office/drawing/2014/main" id="{71FADE88-AD48-1709-695D-14D6E89E3CAD}"/>
              </a:ext>
            </a:extLst>
          </p:cNvPr>
          <p:cNvSpPr>
            <a:spLocks noChangeShapeType="1"/>
          </p:cNvSpPr>
          <p:nvPr/>
        </p:nvSpPr>
        <p:spPr bwMode="auto">
          <a:xfrm>
            <a:off x="8534400" y="5346700"/>
            <a:ext cx="0" cy="736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0" name="Rectangle 75">
            <a:extLst>
              <a:ext uri="{FF2B5EF4-FFF2-40B4-BE49-F238E27FC236}">
                <a16:creationId xmlns:a16="http://schemas.microsoft.com/office/drawing/2014/main" id="{E943F5B8-1E0D-B281-DAF1-BB6B679FEE05}"/>
              </a:ext>
            </a:extLst>
          </p:cNvPr>
          <p:cNvSpPr>
            <a:spLocks noChangeArrowheads="1"/>
          </p:cNvSpPr>
          <p:nvPr/>
        </p:nvSpPr>
        <p:spPr bwMode="auto">
          <a:xfrm>
            <a:off x="7437438" y="6037263"/>
            <a:ext cx="1465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CC0000"/>
                </a:solidFill>
                <a:latin typeface="Arial" panose="020B0604020202020204" pitchFamily="34" charset="0"/>
                <a:ea typeface="宋体" panose="02010600030101010101" pitchFamily="2" charset="-122"/>
              </a:rPr>
              <a:t>MemtoReg=0</a:t>
            </a:r>
          </a:p>
        </p:txBody>
      </p:sp>
      <p:sp>
        <p:nvSpPr>
          <p:cNvPr id="80989" name="Line 83">
            <a:extLst>
              <a:ext uri="{FF2B5EF4-FFF2-40B4-BE49-F238E27FC236}">
                <a16:creationId xmlns:a16="http://schemas.microsoft.com/office/drawing/2014/main" id="{0BA208DC-0A35-84DC-E187-A158BDFB6443}"/>
              </a:ext>
            </a:extLst>
          </p:cNvPr>
          <p:cNvSpPr>
            <a:spLocks noChangeShapeType="1"/>
          </p:cNvSpPr>
          <p:nvPr/>
        </p:nvSpPr>
        <p:spPr bwMode="auto">
          <a:xfrm>
            <a:off x="4960938" y="4876800"/>
            <a:ext cx="3175"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2" name="Rectangle 84">
            <a:extLst>
              <a:ext uri="{FF2B5EF4-FFF2-40B4-BE49-F238E27FC236}">
                <a16:creationId xmlns:a16="http://schemas.microsoft.com/office/drawing/2014/main" id="{3C87C656-B328-D532-6A53-6E70981921AA}"/>
              </a:ext>
            </a:extLst>
          </p:cNvPr>
          <p:cNvSpPr>
            <a:spLocks noChangeArrowheads="1"/>
          </p:cNvSpPr>
          <p:nvPr/>
        </p:nvSpPr>
        <p:spPr bwMode="auto">
          <a:xfrm>
            <a:off x="3856038" y="5954713"/>
            <a:ext cx="1314450" cy="336550"/>
          </a:xfrm>
          <a:prstGeom prst="rect">
            <a:avLst/>
          </a:prstGeom>
          <a:solidFill>
            <a:schemeClr val="tx2">
              <a:lumMod val="25000"/>
              <a:lumOff val="75000"/>
            </a:schemeClr>
          </a:solidFill>
          <a:ln w="12700">
            <a:noFill/>
            <a:miter lim="800000"/>
          </a:ln>
        </p:spPr>
        <p:txBody>
          <a:bodyPr wrap="none" lIns="90488" tIns="44450" rIns="90488" bIns="44450">
            <a:spAutoFit/>
          </a:bodyPr>
          <a:lstStyle/>
          <a:p>
            <a:pPr eaLnBrk="0" hangingPunct="0">
              <a:defRPr/>
            </a:pPr>
            <a:r>
              <a:rPr lang="en-US" altLang="zh-CN" u="sng" dirty="0" err="1">
                <a:solidFill>
                  <a:schemeClr val="accent2"/>
                </a:solidFill>
                <a:latin typeface="Arial" panose="020B0604020202020204" pitchFamily="34" charset="0"/>
                <a:ea typeface="宋体" panose="02010600030101010101" pitchFamily="2" charset="-122"/>
              </a:rPr>
              <a:t>ALUASrc</a:t>
            </a:r>
            <a:r>
              <a:rPr lang="en-US" altLang="zh-CN" u="sng" dirty="0">
                <a:solidFill>
                  <a:schemeClr val="accent2"/>
                </a:solidFill>
                <a:latin typeface="Arial" panose="020B0604020202020204" pitchFamily="34" charset="0"/>
                <a:ea typeface="宋体" panose="02010600030101010101" pitchFamily="2" charset="-122"/>
              </a:rPr>
              <a:t>=0</a:t>
            </a:r>
          </a:p>
        </p:txBody>
      </p:sp>
      <p:sp>
        <p:nvSpPr>
          <p:cNvPr id="80991" name="Rectangle 86">
            <a:extLst>
              <a:ext uri="{FF2B5EF4-FFF2-40B4-BE49-F238E27FC236}">
                <a16:creationId xmlns:a16="http://schemas.microsoft.com/office/drawing/2014/main" id="{C362BA19-2E6D-C22F-8D20-D1C55FBA1AF9}"/>
              </a:ext>
            </a:extLst>
          </p:cNvPr>
          <p:cNvSpPr>
            <a:spLocks noChangeArrowheads="1"/>
          </p:cNvSpPr>
          <p:nvPr/>
        </p:nvSpPr>
        <p:spPr bwMode="auto">
          <a:xfrm>
            <a:off x="2652713" y="5281613"/>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Rd</a:t>
            </a:r>
          </a:p>
        </p:txBody>
      </p:sp>
      <p:sp>
        <p:nvSpPr>
          <p:cNvPr id="80992" name="Rectangle 87">
            <a:extLst>
              <a:ext uri="{FF2B5EF4-FFF2-40B4-BE49-F238E27FC236}">
                <a16:creationId xmlns:a16="http://schemas.microsoft.com/office/drawing/2014/main" id="{12C6DD61-5740-ECB4-3142-C1AE09D51F33}"/>
              </a:ext>
            </a:extLst>
          </p:cNvPr>
          <p:cNvSpPr>
            <a:spLocks noChangeArrowheads="1"/>
          </p:cNvSpPr>
          <p:nvPr/>
        </p:nvSpPr>
        <p:spPr bwMode="auto">
          <a:xfrm>
            <a:off x="3451225" y="3457575"/>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80993" name="Line 88">
            <a:extLst>
              <a:ext uri="{FF2B5EF4-FFF2-40B4-BE49-F238E27FC236}">
                <a16:creationId xmlns:a16="http://schemas.microsoft.com/office/drawing/2014/main" id="{C8502E92-6B56-7984-5A07-DB03704C7FC9}"/>
              </a:ext>
            </a:extLst>
          </p:cNvPr>
          <p:cNvSpPr>
            <a:spLocks noChangeShapeType="1"/>
          </p:cNvSpPr>
          <p:nvPr/>
        </p:nvSpPr>
        <p:spPr bwMode="auto">
          <a:xfrm>
            <a:off x="1743075" y="5257800"/>
            <a:ext cx="468313"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6" name="Line 89">
            <a:extLst>
              <a:ext uri="{FF2B5EF4-FFF2-40B4-BE49-F238E27FC236}">
                <a16:creationId xmlns:a16="http://schemas.microsoft.com/office/drawing/2014/main" id="{266A11AB-ECDB-371C-84DE-84399CCD139E}"/>
              </a:ext>
            </a:extLst>
          </p:cNvPr>
          <p:cNvSpPr>
            <a:spLocks noChangeShapeType="1"/>
          </p:cNvSpPr>
          <p:nvPr/>
        </p:nvSpPr>
        <p:spPr bwMode="auto">
          <a:xfrm>
            <a:off x="2527300" y="3505200"/>
            <a:ext cx="1498600"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80995" name="Rectangle 90">
            <a:extLst>
              <a:ext uri="{FF2B5EF4-FFF2-40B4-BE49-F238E27FC236}">
                <a16:creationId xmlns:a16="http://schemas.microsoft.com/office/drawing/2014/main" id="{C9E141F2-9242-8B6D-7C68-65DC936B9041}"/>
              </a:ext>
            </a:extLst>
          </p:cNvPr>
          <p:cNvSpPr>
            <a:spLocks noChangeArrowheads="1"/>
          </p:cNvSpPr>
          <p:nvPr/>
        </p:nvSpPr>
        <p:spPr bwMode="auto">
          <a:xfrm>
            <a:off x="2862263" y="3228975"/>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80996" name="Line 91">
            <a:extLst>
              <a:ext uri="{FF2B5EF4-FFF2-40B4-BE49-F238E27FC236}">
                <a16:creationId xmlns:a16="http://schemas.microsoft.com/office/drawing/2014/main" id="{FBBF0747-133E-8D08-961A-4D867F143AF6}"/>
              </a:ext>
            </a:extLst>
          </p:cNvPr>
          <p:cNvSpPr>
            <a:spLocks noChangeShapeType="1"/>
          </p:cNvSpPr>
          <p:nvPr/>
        </p:nvSpPr>
        <p:spPr bwMode="auto">
          <a:xfrm>
            <a:off x="4356100" y="3505200"/>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97" name="Rectangle 92">
            <a:extLst>
              <a:ext uri="{FF2B5EF4-FFF2-40B4-BE49-F238E27FC236}">
                <a16:creationId xmlns:a16="http://schemas.microsoft.com/office/drawing/2014/main" id="{751CEE8E-EFBD-D8CF-AA04-C09F1A408EC7}"/>
              </a:ext>
            </a:extLst>
          </p:cNvPr>
          <p:cNvSpPr>
            <a:spLocks noChangeArrowheads="1"/>
          </p:cNvSpPr>
          <p:nvPr/>
        </p:nvSpPr>
        <p:spPr bwMode="auto">
          <a:xfrm>
            <a:off x="4862513" y="3332163"/>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80998" name="Rectangle 93">
            <a:extLst>
              <a:ext uri="{FF2B5EF4-FFF2-40B4-BE49-F238E27FC236}">
                <a16:creationId xmlns:a16="http://schemas.microsoft.com/office/drawing/2014/main" id="{790F6CED-E2D9-8185-50B1-50940840EB60}"/>
              </a:ext>
            </a:extLst>
          </p:cNvPr>
          <p:cNvSpPr>
            <a:spLocks noChangeArrowheads="1"/>
          </p:cNvSpPr>
          <p:nvPr/>
        </p:nvSpPr>
        <p:spPr bwMode="auto">
          <a:xfrm>
            <a:off x="2597150" y="3897313"/>
            <a:ext cx="5572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Rs1</a:t>
            </a:r>
          </a:p>
        </p:txBody>
      </p:sp>
      <p:sp>
        <p:nvSpPr>
          <p:cNvPr id="80999" name="Rectangle 94">
            <a:extLst>
              <a:ext uri="{FF2B5EF4-FFF2-40B4-BE49-F238E27FC236}">
                <a16:creationId xmlns:a16="http://schemas.microsoft.com/office/drawing/2014/main" id="{E13E5794-45A2-0724-0668-BEA0ACB5974F}"/>
              </a:ext>
            </a:extLst>
          </p:cNvPr>
          <p:cNvSpPr>
            <a:spLocks noChangeArrowheads="1"/>
          </p:cNvSpPr>
          <p:nvPr/>
        </p:nvSpPr>
        <p:spPr bwMode="auto">
          <a:xfrm>
            <a:off x="2597150" y="4519613"/>
            <a:ext cx="557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Rs2</a:t>
            </a:r>
          </a:p>
        </p:txBody>
      </p:sp>
      <p:sp>
        <p:nvSpPr>
          <p:cNvPr id="81000" name="Line 98">
            <a:extLst>
              <a:ext uri="{FF2B5EF4-FFF2-40B4-BE49-F238E27FC236}">
                <a16:creationId xmlns:a16="http://schemas.microsoft.com/office/drawing/2014/main" id="{23349151-BCDB-6D37-A5DF-6659AB8929ED}"/>
              </a:ext>
            </a:extLst>
          </p:cNvPr>
          <p:cNvSpPr>
            <a:spLocks noChangeShapeType="1"/>
          </p:cNvSpPr>
          <p:nvPr/>
        </p:nvSpPr>
        <p:spPr bwMode="auto">
          <a:xfrm>
            <a:off x="6197600" y="5410200"/>
            <a:ext cx="15494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001" name="Line 99">
            <a:extLst>
              <a:ext uri="{FF2B5EF4-FFF2-40B4-BE49-F238E27FC236}">
                <a16:creationId xmlns:a16="http://schemas.microsoft.com/office/drawing/2014/main" id="{FF063F6B-75B9-6EB1-AEC3-A54ECE8EE531}"/>
              </a:ext>
            </a:extLst>
          </p:cNvPr>
          <p:cNvSpPr>
            <a:spLocks noChangeShapeType="1"/>
          </p:cNvSpPr>
          <p:nvPr/>
        </p:nvSpPr>
        <p:spPr bwMode="auto">
          <a:xfrm>
            <a:off x="8089900" y="5410200"/>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02" name="Line 100">
            <a:extLst>
              <a:ext uri="{FF2B5EF4-FFF2-40B4-BE49-F238E27FC236}">
                <a16:creationId xmlns:a16="http://schemas.microsoft.com/office/drawing/2014/main" id="{01C254B4-4102-9870-5B23-68CAFE0257FC}"/>
              </a:ext>
            </a:extLst>
          </p:cNvPr>
          <p:cNvSpPr>
            <a:spLocks noChangeShapeType="1"/>
          </p:cNvSpPr>
          <p:nvPr/>
        </p:nvSpPr>
        <p:spPr bwMode="auto">
          <a:xfrm>
            <a:off x="8305800" y="5422900"/>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03" name="Line 101">
            <a:extLst>
              <a:ext uri="{FF2B5EF4-FFF2-40B4-BE49-F238E27FC236}">
                <a16:creationId xmlns:a16="http://schemas.microsoft.com/office/drawing/2014/main" id="{7D86AF20-5D93-0E8A-9C30-E4C7980BE8D4}"/>
              </a:ext>
            </a:extLst>
          </p:cNvPr>
          <p:cNvSpPr>
            <a:spLocks noChangeShapeType="1"/>
          </p:cNvSpPr>
          <p:nvPr/>
        </p:nvSpPr>
        <p:spPr bwMode="auto">
          <a:xfrm flipH="1">
            <a:off x="3187700" y="5791200"/>
            <a:ext cx="5130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04" name="Line 102">
            <a:extLst>
              <a:ext uri="{FF2B5EF4-FFF2-40B4-BE49-F238E27FC236}">
                <a16:creationId xmlns:a16="http://schemas.microsoft.com/office/drawing/2014/main" id="{C5026689-8BE1-D0CA-04BA-F47FE7C7AD06}"/>
              </a:ext>
            </a:extLst>
          </p:cNvPr>
          <p:cNvSpPr>
            <a:spLocks noChangeShapeType="1"/>
          </p:cNvSpPr>
          <p:nvPr/>
        </p:nvSpPr>
        <p:spPr bwMode="auto">
          <a:xfrm flipV="1">
            <a:off x="3200400" y="5168900"/>
            <a:ext cx="0" cy="635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005" name="Line 103">
            <a:extLst>
              <a:ext uri="{FF2B5EF4-FFF2-40B4-BE49-F238E27FC236}">
                <a16:creationId xmlns:a16="http://schemas.microsoft.com/office/drawing/2014/main" id="{9FD40AAE-31B6-C448-0965-9ACAEAADCB2F}"/>
              </a:ext>
            </a:extLst>
          </p:cNvPr>
          <p:cNvSpPr>
            <a:spLocks noChangeShapeType="1"/>
          </p:cNvSpPr>
          <p:nvPr/>
        </p:nvSpPr>
        <p:spPr bwMode="auto">
          <a:xfrm>
            <a:off x="8699500" y="4953000"/>
            <a:ext cx="127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06" name="Line 104">
            <a:extLst>
              <a:ext uri="{FF2B5EF4-FFF2-40B4-BE49-F238E27FC236}">
                <a16:creationId xmlns:a16="http://schemas.microsoft.com/office/drawing/2014/main" id="{9B393281-9155-5524-58A8-49FFD4AC1D2E}"/>
              </a:ext>
            </a:extLst>
          </p:cNvPr>
          <p:cNvSpPr>
            <a:spLocks noChangeShapeType="1"/>
          </p:cNvSpPr>
          <p:nvPr/>
        </p:nvSpPr>
        <p:spPr bwMode="auto">
          <a:xfrm>
            <a:off x="8839200" y="4965700"/>
            <a:ext cx="0" cy="965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07" name="Line 105">
            <a:extLst>
              <a:ext uri="{FF2B5EF4-FFF2-40B4-BE49-F238E27FC236}">
                <a16:creationId xmlns:a16="http://schemas.microsoft.com/office/drawing/2014/main" id="{4D996935-7471-1E21-1F94-38E9F431E6AA}"/>
              </a:ext>
            </a:extLst>
          </p:cNvPr>
          <p:cNvSpPr>
            <a:spLocks noChangeShapeType="1"/>
          </p:cNvSpPr>
          <p:nvPr/>
        </p:nvSpPr>
        <p:spPr bwMode="auto">
          <a:xfrm flipH="1">
            <a:off x="3492500" y="5943600"/>
            <a:ext cx="535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08" name="Line 106">
            <a:extLst>
              <a:ext uri="{FF2B5EF4-FFF2-40B4-BE49-F238E27FC236}">
                <a16:creationId xmlns:a16="http://schemas.microsoft.com/office/drawing/2014/main" id="{190FB69A-3832-74B2-0204-CA4642BE8D79}"/>
              </a:ext>
            </a:extLst>
          </p:cNvPr>
          <p:cNvSpPr>
            <a:spLocks noChangeShapeType="1"/>
          </p:cNvSpPr>
          <p:nvPr/>
        </p:nvSpPr>
        <p:spPr bwMode="auto">
          <a:xfrm flipV="1">
            <a:off x="3505200" y="5168900"/>
            <a:ext cx="0" cy="787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1009" name="Group 203">
            <a:extLst>
              <a:ext uri="{FF2B5EF4-FFF2-40B4-BE49-F238E27FC236}">
                <a16:creationId xmlns:a16="http://schemas.microsoft.com/office/drawing/2014/main" id="{F7BEA213-8AF9-0D00-E338-96F8B120AC4E}"/>
              </a:ext>
            </a:extLst>
          </p:cNvPr>
          <p:cNvGrpSpPr>
            <a:grpSpLocks/>
          </p:cNvGrpSpPr>
          <p:nvPr/>
        </p:nvGrpSpPr>
        <p:grpSpPr bwMode="auto">
          <a:xfrm>
            <a:off x="2540000" y="3784600"/>
            <a:ext cx="1473200" cy="1498600"/>
            <a:chOff x="1600" y="2384"/>
            <a:chExt cx="928" cy="944"/>
          </a:xfrm>
        </p:grpSpPr>
        <p:sp>
          <p:nvSpPr>
            <p:cNvPr id="492" name="Line 49">
              <a:extLst>
                <a:ext uri="{FF2B5EF4-FFF2-40B4-BE49-F238E27FC236}">
                  <a16:creationId xmlns:a16="http://schemas.microsoft.com/office/drawing/2014/main" id="{BFAB0D75-58EA-1821-757A-F0B188798009}"/>
                </a:ext>
              </a:extLst>
            </p:cNvPr>
            <p:cNvSpPr>
              <a:spLocks noChangeShapeType="1"/>
            </p:cNvSpPr>
            <p:nvPr/>
          </p:nvSpPr>
          <p:spPr bwMode="auto">
            <a:xfrm flipV="1">
              <a:off x="1696" y="2638"/>
              <a:ext cx="256" cy="2"/>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493" name="Line 50">
              <a:extLst>
                <a:ext uri="{FF2B5EF4-FFF2-40B4-BE49-F238E27FC236}">
                  <a16:creationId xmlns:a16="http://schemas.microsoft.com/office/drawing/2014/main" id="{6332F871-3DA2-2564-899F-752418C4395A}"/>
                </a:ext>
              </a:extLst>
            </p:cNvPr>
            <p:cNvSpPr>
              <a:spLocks noChangeShapeType="1"/>
            </p:cNvSpPr>
            <p:nvPr/>
          </p:nvSpPr>
          <p:spPr bwMode="auto">
            <a:xfrm>
              <a:off x="1696" y="2832"/>
              <a:ext cx="227"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494" name="Line 69">
              <a:extLst>
                <a:ext uri="{FF2B5EF4-FFF2-40B4-BE49-F238E27FC236}">
                  <a16:creationId xmlns:a16="http://schemas.microsoft.com/office/drawing/2014/main" id="{1CEE8543-C6A8-F308-DB01-E4160113431C}"/>
                </a:ext>
              </a:extLst>
            </p:cNvPr>
            <p:cNvSpPr>
              <a:spLocks noChangeShapeType="1"/>
            </p:cNvSpPr>
            <p:nvPr/>
          </p:nvSpPr>
          <p:spPr bwMode="auto">
            <a:xfrm>
              <a:off x="1696" y="2400"/>
              <a:ext cx="832" cy="0"/>
            </a:xfrm>
            <a:prstGeom prst="line">
              <a:avLst/>
            </a:prstGeom>
            <a:noFill/>
            <a:ln w="57150">
              <a:solidFill>
                <a:schemeClr val="bg1">
                  <a:lumMod val="65000"/>
                </a:schemeClr>
              </a:solidFill>
              <a:round/>
              <a:tailEnd type="triangle" w="med" len="med"/>
            </a:ln>
          </p:spPr>
          <p:txBody>
            <a:bodyPr wrap="none" anchor="ctr"/>
            <a:lstStyle/>
            <a:p>
              <a:pPr eaLnBrk="0" hangingPunct="0">
                <a:defRPr/>
              </a:pPr>
              <a:endParaRPr lang="zh-CN" altLang="en-US"/>
            </a:p>
          </p:txBody>
        </p:sp>
        <p:sp>
          <p:nvSpPr>
            <p:cNvPr id="495" name="Line 95">
              <a:extLst>
                <a:ext uri="{FF2B5EF4-FFF2-40B4-BE49-F238E27FC236}">
                  <a16:creationId xmlns:a16="http://schemas.microsoft.com/office/drawing/2014/main" id="{F1611DC1-E106-BA70-9B90-93028354C4DD}"/>
                </a:ext>
              </a:extLst>
            </p:cNvPr>
            <p:cNvSpPr>
              <a:spLocks noChangeShapeType="1"/>
            </p:cNvSpPr>
            <p:nvPr/>
          </p:nvSpPr>
          <p:spPr bwMode="auto">
            <a:xfrm flipV="1">
              <a:off x="1680" y="2384"/>
              <a:ext cx="0" cy="944"/>
            </a:xfrm>
            <a:prstGeom prst="line">
              <a:avLst/>
            </a:prstGeom>
            <a:noFill/>
            <a:ln w="57150">
              <a:solidFill>
                <a:schemeClr val="bg1">
                  <a:lumMod val="65000"/>
                </a:schemeClr>
              </a:solidFill>
              <a:round/>
            </a:ln>
          </p:spPr>
          <p:txBody>
            <a:bodyPr wrap="none" anchor="ctr"/>
            <a:lstStyle/>
            <a:p>
              <a:pPr eaLnBrk="0" hangingPunct="0">
                <a:defRPr/>
              </a:pPr>
              <a:endParaRPr lang="zh-CN" altLang="en-US"/>
            </a:p>
          </p:txBody>
        </p:sp>
        <p:sp>
          <p:nvSpPr>
            <p:cNvPr id="496" name="Line 107">
              <a:extLst>
                <a:ext uri="{FF2B5EF4-FFF2-40B4-BE49-F238E27FC236}">
                  <a16:creationId xmlns:a16="http://schemas.microsoft.com/office/drawing/2014/main" id="{ECF15907-7065-3FF5-20BC-02F837364084}"/>
                </a:ext>
              </a:extLst>
            </p:cNvPr>
            <p:cNvSpPr>
              <a:spLocks noChangeShapeType="1"/>
            </p:cNvSpPr>
            <p:nvPr/>
          </p:nvSpPr>
          <p:spPr bwMode="auto">
            <a:xfrm>
              <a:off x="1600" y="3312"/>
              <a:ext cx="64" cy="0"/>
            </a:xfrm>
            <a:prstGeom prst="line">
              <a:avLst/>
            </a:prstGeom>
            <a:noFill/>
            <a:ln w="57150">
              <a:solidFill>
                <a:schemeClr val="bg1">
                  <a:lumMod val="65000"/>
                </a:schemeClr>
              </a:solidFill>
              <a:round/>
            </a:ln>
          </p:spPr>
          <p:txBody>
            <a:bodyPr wrap="none" anchor="ctr"/>
            <a:lstStyle/>
            <a:p>
              <a:pPr eaLnBrk="0" hangingPunct="0">
                <a:defRPr/>
              </a:pPr>
              <a:endParaRPr lang="zh-CN" altLang="en-US"/>
            </a:p>
          </p:txBody>
        </p:sp>
      </p:grpSp>
      <p:sp>
        <p:nvSpPr>
          <p:cNvPr id="81015" name="Rectangle 109">
            <a:extLst>
              <a:ext uri="{FF2B5EF4-FFF2-40B4-BE49-F238E27FC236}">
                <a16:creationId xmlns:a16="http://schemas.microsoft.com/office/drawing/2014/main" id="{9CC8C98A-8BDC-942B-C94B-12311E60DAA7}"/>
              </a:ext>
            </a:extLst>
          </p:cNvPr>
          <p:cNvSpPr>
            <a:spLocks noChangeArrowheads="1"/>
          </p:cNvSpPr>
          <p:nvPr/>
        </p:nvSpPr>
        <p:spPr bwMode="auto">
          <a:xfrm rot="5400000">
            <a:off x="1208088" y="3487738"/>
            <a:ext cx="6953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PC+4</a:t>
            </a:r>
          </a:p>
        </p:txBody>
      </p:sp>
      <p:sp>
        <p:nvSpPr>
          <p:cNvPr id="81016" name="Line 110">
            <a:extLst>
              <a:ext uri="{FF2B5EF4-FFF2-40B4-BE49-F238E27FC236}">
                <a16:creationId xmlns:a16="http://schemas.microsoft.com/office/drawing/2014/main" id="{B13E0583-633A-63DD-3503-68E6B6031C35}"/>
              </a:ext>
            </a:extLst>
          </p:cNvPr>
          <p:cNvSpPr>
            <a:spLocks noChangeShapeType="1"/>
          </p:cNvSpPr>
          <p:nvPr/>
        </p:nvSpPr>
        <p:spPr bwMode="auto">
          <a:xfrm>
            <a:off x="1016000" y="4114800"/>
            <a:ext cx="330200"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017" name="Line 111">
            <a:extLst>
              <a:ext uri="{FF2B5EF4-FFF2-40B4-BE49-F238E27FC236}">
                <a16:creationId xmlns:a16="http://schemas.microsoft.com/office/drawing/2014/main" id="{023E27EF-2724-3637-0C74-52DD4E151C92}"/>
              </a:ext>
            </a:extLst>
          </p:cNvPr>
          <p:cNvSpPr>
            <a:spLocks noChangeShapeType="1"/>
          </p:cNvSpPr>
          <p:nvPr/>
        </p:nvSpPr>
        <p:spPr bwMode="auto">
          <a:xfrm>
            <a:off x="5499100" y="411480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018" name="Line 112">
            <a:extLst>
              <a:ext uri="{FF2B5EF4-FFF2-40B4-BE49-F238E27FC236}">
                <a16:creationId xmlns:a16="http://schemas.microsoft.com/office/drawing/2014/main" id="{7344586D-A10F-88FE-160F-CF5AF7D3B30E}"/>
              </a:ext>
            </a:extLst>
          </p:cNvPr>
          <p:cNvSpPr>
            <a:spLocks noChangeShapeType="1"/>
          </p:cNvSpPr>
          <p:nvPr/>
        </p:nvSpPr>
        <p:spPr bwMode="auto">
          <a:xfrm flipH="1">
            <a:off x="6616700" y="3505200"/>
            <a:ext cx="257175"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19" name="Line 113">
            <a:extLst>
              <a:ext uri="{FF2B5EF4-FFF2-40B4-BE49-F238E27FC236}">
                <a16:creationId xmlns:a16="http://schemas.microsoft.com/office/drawing/2014/main" id="{DC4CB64A-7A6D-E2A9-154C-EC83DDF937B5}"/>
              </a:ext>
            </a:extLst>
          </p:cNvPr>
          <p:cNvSpPr>
            <a:spLocks noChangeShapeType="1"/>
          </p:cNvSpPr>
          <p:nvPr/>
        </p:nvSpPr>
        <p:spPr bwMode="auto">
          <a:xfrm flipH="1">
            <a:off x="6616700" y="3657600"/>
            <a:ext cx="257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1020" name="Group 119">
            <a:extLst>
              <a:ext uri="{FF2B5EF4-FFF2-40B4-BE49-F238E27FC236}">
                <a16:creationId xmlns:a16="http://schemas.microsoft.com/office/drawing/2014/main" id="{C2FCCB51-1316-E0F7-2CDE-2D68C90F6A88}"/>
              </a:ext>
            </a:extLst>
          </p:cNvPr>
          <p:cNvGrpSpPr>
            <a:grpSpLocks/>
          </p:cNvGrpSpPr>
          <p:nvPr/>
        </p:nvGrpSpPr>
        <p:grpSpPr bwMode="auto">
          <a:xfrm>
            <a:off x="6848475" y="3429000"/>
            <a:ext cx="395288" cy="306388"/>
            <a:chOff x="4314" y="2160"/>
            <a:chExt cx="249" cy="193"/>
          </a:xfrm>
        </p:grpSpPr>
        <p:sp>
          <p:nvSpPr>
            <p:cNvPr id="81021" name="Arc 114">
              <a:extLst>
                <a:ext uri="{FF2B5EF4-FFF2-40B4-BE49-F238E27FC236}">
                  <a16:creationId xmlns:a16="http://schemas.microsoft.com/office/drawing/2014/main" id="{8E2F6DA7-4122-F8A3-FD4A-288ED838A7D5}"/>
                </a:ext>
              </a:extLst>
            </p:cNvPr>
            <p:cNvSpPr>
              <a:spLocks noChangeArrowheads="1"/>
            </p:cNvSpPr>
            <p:nvPr/>
          </p:nvSpPr>
          <p:spPr bwMode="auto">
            <a:xfrm>
              <a:off x="4466" y="2169"/>
              <a:ext cx="89" cy="88"/>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1022" name="Arc 115">
              <a:extLst>
                <a:ext uri="{FF2B5EF4-FFF2-40B4-BE49-F238E27FC236}">
                  <a16:creationId xmlns:a16="http://schemas.microsoft.com/office/drawing/2014/main" id="{C21C090E-C5CC-B86E-B038-615866BEF1FE}"/>
                </a:ext>
              </a:extLst>
            </p:cNvPr>
            <p:cNvSpPr>
              <a:spLocks noChangeArrowheads="1"/>
            </p:cNvSpPr>
            <p:nvPr/>
          </p:nvSpPr>
          <p:spPr bwMode="auto">
            <a:xfrm rot="10800000">
              <a:off x="4475" y="2265"/>
              <a:ext cx="88" cy="88"/>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1023" name="Line 116">
              <a:extLst>
                <a:ext uri="{FF2B5EF4-FFF2-40B4-BE49-F238E27FC236}">
                  <a16:creationId xmlns:a16="http://schemas.microsoft.com/office/drawing/2014/main" id="{93C099B2-0C56-EEBD-B280-4A52900A210E}"/>
                </a:ext>
              </a:extLst>
            </p:cNvPr>
            <p:cNvSpPr>
              <a:spLocks noChangeShapeType="1"/>
            </p:cNvSpPr>
            <p:nvPr/>
          </p:nvSpPr>
          <p:spPr bwMode="auto">
            <a:xfrm flipH="1">
              <a:off x="4314" y="2160"/>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24" name="Line 117">
              <a:extLst>
                <a:ext uri="{FF2B5EF4-FFF2-40B4-BE49-F238E27FC236}">
                  <a16:creationId xmlns:a16="http://schemas.microsoft.com/office/drawing/2014/main" id="{0CD38778-9F8F-D0B8-A637-5B5AEE0D6460}"/>
                </a:ext>
              </a:extLst>
            </p:cNvPr>
            <p:cNvSpPr>
              <a:spLocks noChangeShapeType="1"/>
            </p:cNvSpPr>
            <p:nvPr/>
          </p:nvSpPr>
          <p:spPr bwMode="auto">
            <a:xfrm flipH="1">
              <a:off x="4314" y="2352"/>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25" name="Line 118">
              <a:extLst>
                <a:ext uri="{FF2B5EF4-FFF2-40B4-BE49-F238E27FC236}">
                  <a16:creationId xmlns:a16="http://schemas.microsoft.com/office/drawing/2014/main" id="{17651BAD-EF6C-C876-505F-57015C8F68BD}"/>
                </a:ext>
              </a:extLst>
            </p:cNvPr>
            <p:cNvSpPr>
              <a:spLocks noChangeShapeType="1"/>
            </p:cNvSpPr>
            <p:nvPr/>
          </p:nvSpPr>
          <p:spPr bwMode="auto">
            <a:xfrm>
              <a:off x="4322" y="2168"/>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1026" name="Rectangle 120">
            <a:extLst>
              <a:ext uri="{FF2B5EF4-FFF2-40B4-BE49-F238E27FC236}">
                <a16:creationId xmlns:a16="http://schemas.microsoft.com/office/drawing/2014/main" id="{6B3FB6E3-EA4B-6DF6-70CF-591A306B2D32}"/>
              </a:ext>
            </a:extLst>
          </p:cNvPr>
          <p:cNvSpPr>
            <a:spLocks noChangeArrowheads="1"/>
          </p:cNvSpPr>
          <p:nvPr/>
        </p:nvSpPr>
        <p:spPr bwMode="auto">
          <a:xfrm flipH="1">
            <a:off x="6073775" y="3827463"/>
            <a:ext cx="6207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509" name="Rectangle 121">
            <a:extLst>
              <a:ext uri="{FF2B5EF4-FFF2-40B4-BE49-F238E27FC236}">
                <a16:creationId xmlns:a16="http://schemas.microsoft.com/office/drawing/2014/main" id="{05D2A422-B37E-FFB1-79D4-7EE8F54F7971}"/>
              </a:ext>
            </a:extLst>
          </p:cNvPr>
          <p:cNvSpPr>
            <a:spLocks noChangeArrowheads="1"/>
          </p:cNvSpPr>
          <p:nvPr/>
        </p:nvSpPr>
        <p:spPr bwMode="auto">
          <a:xfrm flipH="1">
            <a:off x="6030913" y="2154238"/>
            <a:ext cx="11112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Branch=0</a:t>
            </a:r>
          </a:p>
        </p:txBody>
      </p:sp>
      <p:sp>
        <p:nvSpPr>
          <p:cNvPr id="81028" name="Line 122">
            <a:extLst>
              <a:ext uri="{FF2B5EF4-FFF2-40B4-BE49-F238E27FC236}">
                <a16:creationId xmlns:a16="http://schemas.microsoft.com/office/drawing/2014/main" id="{0EC7289A-F61D-739F-1BB1-777C91F3DFD2}"/>
              </a:ext>
            </a:extLst>
          </p:cNvPr>
          <p:cNvSpPr>
            <a:spLocks noChangeShapeType="1"/>
          </p:cNvSpPr>
          <p:nvPr/>
        </p:nvSpPr>
        <p:spPr bwMode="auto">
          <a:xfrm flipV="1">
            <a:off x="6629400" y="3644900"/>
            <a:ext cx="0" cy="482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29" name="Line 123">
            <a:extLst>
              <a:ext uri="{FF2B5EF4-FFF2-40B4-BE49-F238E27FC236}">
                <a16:creationId xmlns:a16="http://schemas.microsoft.com/office/drawing/2014/main" id="{53149E75-3212-FD61-9B71-D3706E63524D}"/>
              </a:ext>
            </a:extLst>
          </p:cNvPr>
          <p:cNvSpPr>
            <a:spLocks noChangeShapeType="1"/>
          </p:cNvSpPr>
          <p:nvPr/>
        </p:nvSpPr>
        <p:spPr bwMode="auto">
          <a:xfrm flipH="1" flipV="1">
            <a:off x="6616700" y="2501900"/>
            <a:ext cx="0" cy="1006475"/>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30" name="Line 124">
            <a:extLst>
              <a:ext uri="{FF2B5EF4-FFF2-40B4-BE49-F238E27FC236}">
                <a16:creationId xmlns:a16="http://schemas.microsoft.com/office/drawing/2014/main" id="{D21A4803-D514-AE32-9D6F-537D24FBD2DC}"/>
              </a:ext>
            </a:extLst>
          </p:cNvPr>
          <p:cNvSpPr>
            <a:spLocks noChangeShapeType="1"/>
          </p:cNvSpPr>
          <p:nvPr/>
        </p:nvSpPr>
        <p:spPr bwMode="auto">
          <a:xfrm>
            <a:off x="6184900" y="41148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31" name="Line 125">
            <a:extLst>
              <a:ext uri="{FF2B5EF4-FFF2-40B4-BE49-F238E27FC236}">
                <a16:creationId xmlns:a16="http://schemas.microsoft.com/office/drawing/2014/main" id="{2F12461C-CBDC-B723-754B-2BEA865DD15A}"/>
              </a:ext>
            </a:extLst>
          </p:cNvPr>
          <p:cNvSpPr>
            <a:spLocks noChangeShapeType="1"/>
          </p:cNvSpPr>
          <p:nvPr/>
        </p:nvSpPr>
        <p:spPr bwMode="auto">
          <a:xfrm>
            <a:off x="6184900" y="3609975"/>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1032" name="Group 130">
            <a:extLst>
              <a:ext uri="{FF2B5EF4-FFF2-40B4-BE49-F238E27FC236}">
                <a16:creationId xmlns:a16="http://schemas.microsoft.com/office/drawing/2014/main" id="{37B02D5C-B77B-3298-480B-CCE8D9264CBD}"/>
              </a:ext>
            </a:extLst>
          </p:cNvPr>
          <p:cNvGrpSpPr>
            <a:grpSpLocks/>
          </p:cNvGrpSpPr>
          <p:nvPr/>
        </p:nvGrpSpPr>
        <p:grpSpPr bwMode="auto">
          <a:xfrm>
            <a:off x="1092200" y="2832100"/>
            <a:ext cx="254000" cy="533400"/>
            <a:chOff x="688" y="1784"/>
            <a:chExt cx="160" cy="336"/>
          </a:xfrm>
        </p:grpSpPr>
        <p:sp>
          <p:nvSpPr>
            <p:cNvPr id="81033" name="Line 126">
              <a:extLst>
                <a:ext uri="{FF2B5EF4-FFF2-40B4-BE49-F238E27FC236}">
                  <a16:creationId xmlns:a16="http://schemas.microsoft.com/office/drawing/2014/main" id="{574513BE-F58B-1226-E8B2-1835193289D1}"/>
                </a:ext>
              </a:extLst>
            </p:cNvPr>
            <p:cNvSpPr>
              <a:spLocks noChangeShapeType="1"/>
            </p:cNvSpPr>
            <p:nvPr/>
          </p:nvSpPr>
          <p:spPr bwMode="auto">
            <a:xfrm>
              <a:off x="840" y="1784"/>
              <a:ext cx="0" cy="3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34" name="Line 127">
              <a:extLst>
                <a:ext uri="{FF2B5EF4-FFF2-40B4-BE49-F238E27FC236}">
                  <a16:creationId xmlns:a16="http://schemas.microsoft.com/office/drawing/2014/main" id="{43722FEE-A115-9A23-A867-A237FEE6BB83}"/>
                </a:ext>
              </a:extLst>
            </p:cNvPr>
            <p:cNvSpPr>
              <a:spLocks noChangeShapeType="1"/>
            </p:cNvSpPr>
            <p:nvPr/>
          </p:nvSpPr>
          <p:spPr bwMode="auto">
            <a:xfrm flipH="1">
              <a:off x="688" y="1784"/>
              <a:ext cx="160" cy="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35" name="Line 128">
              <a:extLst>
                <a:ext uri="{FF2B5EF4-FFF2-40B4-BE49-F238E27FC236}">
                  <a16:creationId xmlns:a16="http://schemas.microsoft.com/office/drawing/2014/main" id="{EF3CC0D0-7177-E4B4-5360-14B9485DA3B7}"/>
                </a:ext>
              </a:extLst>
            </p:cNvPr>
            <p:cNvSpPr>
              <a:spLocks noChangeShapeType="1"/>
            </p:cNvSpPr>
            <p:nvPr/>
          </p:nvSpPr>
          <p:spPr bwMode="auto">
            <a:xfrm flipH="1" flipV="1">
              <a:off x="688" y="2063"/>
              <a:ext cx="160"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36" name="Line 129">
              <a:extLst>
                <a:ext uri="{FF2B5EF4-FFF2-40B4-BE49-F238E27FC236}">
                  <a16:creationId xmlns:a16="http://schemas.microsoft.com/office/drawing/2014/main" id="{3D083284-67BB-A3DF-64A9-77FA32EE011B}"/>
                </a:ext>
              </a:extLst>
            </p:cNvPr>
            <p:cNvSpPr>
              <a:spLocks noChangeShapeType="1"/>
            </p:cNvSpPr>
            <p:nvPr/>
          </p:nvSpPr>
          <p:spPr bwMode="auto">
            <a:xfrm>
              <a:off x="696" y="1815"/>
              <a:ext cx="0" cy="2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1037" name="Rectangle 131">
            <a:extLst>
              <a:ext uri="{FF2B5EF4-FFF2-40B4-BE49-F238E27FC236}">
                <a16:creationId xmlns:a16="http://schemas.microsoft.com/office/drawing/2014/main" id="{45D9B993-A820-FA0C-C831-6F3EAD579FB3}"/>
              </a:ext>
            </a:extLst>
          </p:cNvPr>
          <p:cNvSpPr>
            <a:spLocks noChangeArrowheads="1"/>
          </p:cNvSpPr>
          <p:nvPr/>
        </p:nvSpPr>
        <p:spPr bwMode="auto">
          <a:xfrm flipH="1">
            <a:off x="1103313" y="2851150"/>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1</a:t>
            </a:r>
          </a:p>
        </p:txBody>
      </p:sp>
      <p:sp>
        <p:nvSpPr>
          <p:cNvPr id="81038" name="Rectangle 132">
            <a:extLst>
              <a:ext uri="{FF2B5EF4-FFF2-40B4-BE49-F238E27FC236}">
                <a16:creationId xmlns:a16="http://schemas.microsoft.com/office/drawing/2014/main" id="{31FFD714-AB86-1EFE-14A4-5B97E5134093}"/>
              </a:ext>
            </a:extLst>
          </p:cNvPr>
          <p:cNvSpPr>
            <a:spLocks noChangeArrowheads="1"/>
          </p:cNvSpPr>
          <p:nvPr/>
        </p:nvSpPr>
        <p:spPr bwMode="auto">
          <a:xfrm flipH="1">
            <a:off x="1103313" y="3019425"/>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0</a:t>
            </a:r>
          </a:p>
        </p:txBody>
      </p:sp>
      <p:sp>
        <p:nvSpPr>
          <p:cNvPr id="81039" name="Oval 135">
            <a:extLst>
              <a:ext uri="{FF2B5EF4-FFF2-40B4-BE49-F238E27FC236}">
                <a16:creationId xmlns:a16="http://schemas.microsoft.com/office/drawing/2014/main" id="{9AA00D9F-9DCA-A69D-8A05-2272F726635C}"/>
              </a:ext>
            </a:extLst>
          </p:cNvPr>
          <p:cNvSpPr>
            <a:spLocks noChangeArrowheads="1"/>
          </p:cNvSpPr>
          <p:nvPr/>
        </p:nvSpPr>
        <p:spPr bwMode="auto">
          <a:xfrm>
            <a:off x="22987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1040" name="Line 136">
            <a:extLst>
              <a:ext uri="{FF2B5EF4-FFF2-40B4-BE49-F238E27FC236}">
                <a16:creationId xmlns:a16="http://schemas.microsoft.com/office/drawing/2014/main" id="{83BC1202-E86A-0FE5-F786-087E653CAEF0}"/>
              </a:ext>
            </a:extLst>
          </p:cNvPr>
          <p:cNvSpPr>
            <a:spLocks noChangeShapeType="1"/>
          </p:cNvSpPr>
          <p:nvPr/>
        </p:nvSpPr>
        <p:spPr bwMode="auto">
          <a:xfrm>
            <a:off x="838200" y="306070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41" name="Oval 137">
            <a:extLst>
              <a:ext uri="{FF2B5EF4-FFF2-40B4-BE49-F238E27FC236}">
                <a16:creationId xmlns:a16="http://schemas.microsoft.com/office/drawing/2014/main" id="{36C7DA6A-0BA6-D481-7F07-15C062BCE1C8}"/>
              </a:ext>
            </a:extLst>
          </p:cNvPr>
          <p:cNvSpPr>
            <a:spLocks noChangeArrowheads="1"/>
          </p:cNvSpPr>
          <p:nvPr/>
        </p:nvSpPr>
        <p:spPr bwMode="auto">
          <a:xfrm>
            <a:off x="774700" y="3213100"/>
            <a:ext cx="127000"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1042" name="Line 141">
            <a:extLst>
              <a:ext uri="{FF2B5EF4-FFF2-40B4-BE49-F238E27FC236}">
                <a16:creationId xmlns:a16="http://schemas.microsoft.com/office/drawing/2014/main" id="{9C2A7932-EFD0-D92A-B0FD-C88688008F54}"/>
              </a:ext>
            </a:extLst>
          </p:cNvPr>
          <p:cNvSpPr>
            <a:spLocks noChangeShapeType="1"/>
          </p:cNvSpPr>
          <p:nvPr/>
        </p:nvSpPr>
        <p:spPr bwMode="auto">
          <a:xfrm flipH="1">
            <a:off x="1282700" y="2971800"/>
            <a:ext cx="51308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043" name="Line 142">
            <a:extLst>
              <a:ext uri="{FF2B5EF4-FFF2-40B4-BE49-F238E27FC236}">
                <a16:creationId xmlns:a16="http://schemas.microsoft.com/office/drawing/2014/main" id="{85AE1B24-9F84-966F-6166-1C3FBEE5AAA6}"/>
              </a:ext>
            </a:extLst>
          </p:cNvPr>
          <p:cNvSpPr>
            <a:spLocks noChangeShapeType="1"/>
          </p:cNvSpPr>
          <p:nvPr/>
        </p:nvSpPr>
        <p:spPr bwMode="auto">
          <a:xfrm flipV="1">
            <a:off x="6399213" y="2968625"/>
            <a:ext cx="0" cy="647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44" name="Line 143">
            <a:extLst>
              <a:ext uri="{FF2B5EF4-FFF2-40B4-BE49-F238E27FC236}">
                <a16:creationId xmlns:a16="http://schemas.microsoft.com/office/drawing/2014/main" id="{42B8F01B-0434-FE01-D92E-E0D7029DB521}"/>
              </a:ext>
            </a:extLst>
          </p:cNvPr>
          <p:cNvSpPr>
            <a:spLocks noChangeShapeType="1"/>
          </p:cNvSpPr>
          <p:nvPr/>
        </p:nvSpPr>
        <p:spPr bwMode="auto">
          <a:xfrm>
            <a:off x="7251700" y="3581400"/>
            <a:ext cx="27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45" name="Line 144">
            <a:extLst>
              <a:ext uri="{FF2B5EF4-FFF2-40B4-BE49-F238E27FC236}">
                <a16:creationId xmlns:a16="http://schemas.microsoft.com/office/drawing/2014/main" id="{61E61839-3EF0-5FA4-FC7E-93B3D4EE9D78}"/>
              </a:ext>
            </a:extLst>
          </p:cNvPr>
          <p:cNvSpPr>
            <a:spLocks noChangeShapeType="1"/>
          </p:cNvSpPr>
          <p:nvPr/>
        </p:nvSpPr>
        <p:spPr bwMode="auto">
          <a:xfrm>
            <a:off x="1231900" y="2667000"/>
            <a:ext cx="57959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46" name="Line 145">
            <a:extLst>
              <a:ext uri="{FF2B5EF4-FFF2-40B4-BE49-F238E27FC236}">
                <a16:creationId xmlns:a16="http://schemas.microsoft.com/office/drawing/2014/main" id="{4A3CBE36-EDF8-F3CA-9EEB-7642879EE150}"/>
              </a:ext>
            </a:extLst>
          </p:cNvPr>
          <p:cNvSpPr>
            <a:spLocks noChangeShapeType="1"/>
          </p:cNvSpPr>
          <p:nvPr/>
        </p:nvSpPr>
        <p:spPr bwMode="auto">
          <a:xfrm>
            <a:off x="7543800" y="2755900"/>
            <a:ext cx="0" cy="828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47" name="Line 146">
            <a:extLst>
              <a:ext uri="{FF2B5EF4-FFF2-40B4-BE49-F238E27FC236}">
                <a16:creationId xmlns:a16="http://schemas.microsoft.com/office/drawing/2014/main" id="{C1FEEF40-5089-389A-147F-5E892B39DA8F}"/>
              </a:ext>
            </a:extLst>
          </p:cNvPr>
          <p:cNvSpPr>
            <a:spLocks noChangeShapeType="1"/>
          </p:cNvSpPr>
          <p:nvPr/>
        </p:nvSpPr>
        <p:spPr bwMode="auto">
          <a:xfrm>
            <a:off x="1219200" y="267970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48" name="Line 147">
            <a:extLst>
              <a:ext uri="{FF2B5EF4-FFF2-40B4-BE49-F238E27FC236}">
                <a16:creationId xmlns:a16="http://schemas.microsoft.com/office/drawing/2014/main" id="{6E9C4627-CCC8-B36E-2754-BC03D9BF90E9}"/>
              </a:ext>
            </a:extLst>
          </p:cNvPr>
          <p:cNvSpPr>
            <a:spLocks noChangeShapeType="1"/>
          </p:cNvSpPr>
          <p:nvPr/>
        </p:nvSpPr>
        <p:spPr bwMode="auto">
          <a:xfrm>
            <a:off x="41910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49" name="Oval 148">
            <a:extLst>
              <a:ext uri="{FF2B5EF4-FFF2-40B4-BE49-F238E27FC236}">
                <a16:creationId xmlns:a16="http://schemas.microsoft.com/office/drawing/2014/main" id="{A88560FB-2DD8-FEB2-3A52-549ECF482464}"/>
              </a:ext>
            </a:extLst>
          </p:cNvPr>
          <p:cNvSpPr>
            <a:spLocks noChangeArrowheads="1"/>
          </p:cNvSpPr>
          <p:nvPr/>
        </p:nvSpPr>
        <p:spPr bwMode="auto">
          <a:xfrm>
            <a:off x="41275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1050" name="Line 149">
            <a:extLst>
              <a:ext uri="{FF2B5EF4-FFF2-40B4-BE49-F238E27FC236}">
                <a16:creationId xmlns:a16="http://schemas.microsoft.com/office/drawing/2014/main" id="{4F9E4A82-74F8-7E5B-C8DC-5A50755CA8BE}"/>
              </a:ext>
            </a:extLst>
          </p:cNvPr>
          <p:cNvSpPr>
            <a:spLocks noChangeShapeType="1"/>
          </p:cNvSpPr>
          <p:nvPr/>
        </p:nvSpPr>
        <p:spPr bwMode="auto">
          <a:xfrm>
            <a:off x="60198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51" name="Oval 150">
            <a:extLst>
              <a:ext uri="{FF2B5EF4-FFF2-40B4-BE49-F238E27FC236}">
                <a16:creationId xmlns:a16="http://schemas.microsoft.com/office/drawing/2014/main" id="{6181C1F9-4B0F-A910-A035-FA305FFD10BD}"/>
              </a:ext>
            </a:extLst>
          </p:cNvPr>
          <p:cNvSpPr>
            <a:spLocks noChangeArrowheads="1"/>
          </p:cNvSpPr>
          <p:nvPr/>
        </p:nvSpPr>
        <p:spPr bwMode="auto">
          <a:xfrm>
            <a:off x="59563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1052" name="Line 151">
            <a:extLst>
              <a:ext uri="{FF2B5EF4-FFF2-40B4-BE49-F238E27FC236}">
                <a16:creationId xmlns:a16="http://schemas.microsoft.com/office/drawing/2014/main" id="{1740060F-B056-0A54-69D4-F18CD5969F92}"/>
              </a:ext>
            </a:extLst>
          </p:cNvPr>
          <p:cNvSpPr>
            <a:spLocks noChangeShapeType="1"/>
          </p:cNvSpPr>
          <p:nvPr/>
        </p:nvSpPr>
        <p:spPr bwMode="auto">
          <a:xfrm>
            <a:off x="7924800" y="3060700"/>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53" name="Oval 152">
            <a:extLst>
              <a:ext uri="{FF2B5EF4-FFF2-40B4-BE49-F238E27FC236}">
                <a16:creationId xmlns:a16="http://schemas.microsoft.com/office/drawing/2014/main" id="{7D8920D2-96EA-4E57-12DD-7CA1FFF1C586}"/>
              </a:ext>
            </a:extLst>
          </p:cNvPr>
          <p:cNvSpPr>
            <a:spLocks noChangeArrowheads="1"/>
          </p:cNvSpPr>
          <p:nvPr/>
        </p:nvSpPr>
        <p:spPr bwMode="auto">
          <a:xfrm>
            <a:off x="7861300" y="3213100"/>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536" name="Line 175">
            <a:extLst>
              <a:ext uri="{FF2B5EF4-FFF2-40B4-BE49-F238E27FC236}">
                <a16:creationId xmlns:a16="http://schemas.microsoft.com/office/drawing/2014/main" id="{306EBF9C-E91D-881F-FF99-2BC6904E2CF2}"/>
              </a:ext>
            </a:extLst>
          </p:cNvPr>
          <p:cNvSpPr>
            <a:spLocks noChangeShapeType="1"/>
          </p:cNvSpPr>
          <p:nvPr/>
        </p:nvSpPr>
        <p:spPr bwMode="auto">
          <a:xfrm>
            <a:off x="2667000" y="5270500"/>
            <a:ext cx="0" cy="279400"/>
          </a:xfrm>
          <a:prstGeom prst="line">
            <a:avLst/>
          </a:prstGeom>
          <a:noFill/>
          <a:ln w="57150">
            <a:solidFill>
              <a:schemeClr val="bg1">
                <a:lumMod val="65000"/>
              </a:schemeClr>
            </a:solidFill>
            <a:round/>
          </a:ln>
        </p:spPr>
        <p:txBody>
          <a:bodyPr wrap="none" anchor="ctr"/>
          <a:lstStyle/>
          <a:p>
            <a:pPr eaLnBrk="0" hangingPunct="0">
              <a:defRPr/>
            </a:pPr>
            <a:endParaRPr lang="zh-CN" altLang="en-US"/>
          </a:p>
        </p:txBody>
      </p:sp>
      <p:grpSp>
        <p:nvGrpSpPr>
          <p:cNvPr id="81055" name="Group 202">
            <a:extLst>
              <a:ext uri="{FF2B5EF4-FFF2-40B4-BE49-F238E27FC236}">
                <a16:creationId xmlns:a16="http://schemas.microsoft.com/office/drawing/2014/main" id="{3F7A8F2E-EAA7-B5F8-ACAC-E6E0CEB9BA96}"/>
              </a:ext>
            </a:extLst>
          </p:cNvPr>
          <p:cNvGrpSpPr>
            <a:grpSpLocks/>
          </p:cNvGrpSpPr>
          <p:nvPr/>
        </p:nvGrpSpPr>
        <p:grpSpPr bwMode="auto">
          <a:xfrm>
            <a:off x="4321175" y="5403850"/>
            <a:ext cx="1520825" cy="158750"/>
            <a:chOff x="2722" y="3404"/>
            <a:chExt cx="958" cy="100"/>
          </a:xfrm>
        </p:grpSpPr>
        <p:sp>
          <p:nvSpPr>
            <p:cNvPr id="81056" name="Line 73">
              <a:extLst>
                <a:ext uri="{FF2B5EF4-FFF2-40B4-BE49-F238E27FC236}">
                  <a16:creationId xmlns:a16="http://schemas.microsoft.com/office/drawing/2014/main" id="{7C0FF146-48AD-B10F-C8A1-746DF28C1C3D}"/>
                </a:ext>
              </a:extLst>
            </p:cNvPr>
            <p:cNvSpPr>
              <a:spLocks noChangeShapeType="1"/>
            </p:cNvSpPr>
            <p:nvPr/>
          </p:nvSpPr>
          <p:spPr bwMode="auto">
            <a:xfrm>
              <a:off x="3028" y="3408"/>
              <a:ext cx="652"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057" name="Line 96">
              <a:extLst>
                <a:ext uri="{FF2B5EF4-FFF2-40B4-BE49-F238E27FC236}">
                  <a16:creationId xmlns:a16="http://schemas.microsoft.com/office/drawing/2014/main" id="{FA6BEB99-0F0B-2CCE-3AE4-58BB0313023D}"/>
                </a:ext>
              </a:extLst>
            </p:cNvPr>
            <p:cNvSpPr>
              <a:spLocks noChangeShapeType="1"/>
            </p:cNvSpPr>
            <p:nvPr/>
          </p:nvSpPr>
          <p:spPr bwMode="auto">
            <a:xfrm>
              <a:off x="2722" y="3504"/>
              <a:ext cx="154" cy="0"/>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58" name="Line 176">
              <a:extLst>
                <a:ext uri="{FF2B5EF4-FFF2-40B4-BE49-F238E27FC236}">
                  <a16:creationId xmlns:a16="http://schemas.microsoft.com/office/drawing/2014/main" id="{AAEFF9CD-4F08-A847-7154-6E221980FD5C}"/>
                </a:ext>
              </a:extLst>
            </p:cNvPr>
            <p:cNvSpPr>
              <a:spLocks noChangeShapeType="1"/>
            </p:cNvSpPr>
            <p:nvPr/>
          </p:nvSpPr>
          <p:spPr bwMode="auto">
            <a:xfrm flipV="1">
              <a:off x="2866" y="3404"/>
              <a:ext cx="166" cy="98"/>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059" name="Group 187">
            <a:extLst>
              <a:ext uri="{FF2B5EF4-FFF2-40B4-BE49-F238E27FC236}">
                <a16:creationId xmlns:a16="http://schemas.microsoft.com/office/drawing/2014/main" id="{933FD14F-1F24-DF14-5120-9967721D09F6}"/>
              </a:ext>
            </a:extLst>
          </p:cNvPr>
          <p:cNvGrpSpPr>
            <a:grpSpLocks/>
          </p:cNvGrpSpPr>
          <p:nvPr/>
        </p:nvGrpSpPr>
        <p:grpSpPr bwMode="auto">
          <a:xfrm>
            <a:off x="2890838" y="2527300"/>
            <a:ext cx="703262" cy="1417638"/>
            <a:chOff x="1751" y="1592"/>
            <a:chExt cx="443" cy="893"/>
          </a:xfrm>
        </p:grpSpPr>
        <p:sp>
          <p:nvSpPr>
            <p:cNvPr id="81060" name="Line 177">
              <a:extLst>
                <a:ext uri="{FF2B5EF4-FFF2-40B4-BE49-F238E27FC236}">
                  <a16:creationId xmlns:a16="http://schemas.microsoft.com/office/drawing/2014/main" id="{133900BD-BFBB-1161-983A-D7BF3CF9687B}"/>
                </a:ext>
              </a:extLst>
            </p:cNvPr>
            <p:cNvSpPr>
              <a:spLocks noChangeShapeType="1"/>
            </p:cNvSpPr>
            <p:nvPr/>
          </p:nvSpPr>
          <p:spPr bwMode="auto">
            <a:xfrm>
              <a:off x="2160" y="1592"/>
              <a:ext cx="0" cy="32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1061" name="Group 183">
              <a:extLst>
                <a:ext uri="{FF2B5EF4-FFF2-40B4-BE49-F238E27FC236}">
                  <a16:creationId xmlns:a16="http://schemas.microsoft.com/office/drawing/2014/main" id="{0DC37AE5-58A0-08AF-CAB5-1DCD469682BA}"/>
                </a:ext>
              </a:extLst>
            </p:cNvPr>
            <p:cNvGrpSpPr>
              <a:grpSpLocks/>
            </p:cNvGrpSpPr>
            <p:nvPr/>
          </p:nvGrpSpPr>
          <p:grpSpPr bwMode="auto">
            <a:xfrm>
              <a:off x="1986" y="1914"/>
              <a:ext cx="208" cy="248"/>
              <a:chOff x="1986" y="1914"/>
              <a:chExt cx="208" cy="248"/>
            </a:xfrm>
          </p:grpSpPr>
          <p:sp>
            <p:nvSpPr>
              <p:cNvPr id="81062" name="Arc 178">
                <a:extLst>
                  <a:ext uri="{FF2B5EF4-FFF2-40B4-BE49-F238E27FC236}">
                    <a16:creationId xmlns:a16="http://schemas.microsoft.com/office/drawing/2014/main" id="{13ABCB1A-029A-C322-8F50-EEC6C10C467D}"/>
                  </a:ext>
                </a:extLst>
              </p:cNvPr>
              <p:cNvSpPr>
                <a:spLocks noChangeArrowheads="1"/>
              </p:cNvSpPr>
              <p:nvPr/>
            </p:nvSpPr>
            <p:spPr bwMode="auto">
              <a:xfrm rot="5400000">
                <a:off x="2085" y="2068"/>
                <a:ext cx="89" cy="88"/>
              </a:xfrm>
              <a:custGeom>
                <a:avLst/>
                <a:gdLst>
                  <a:gd name="T0" fmla="*/ 0 w 21843"/>
                  <a:gd name="T1" fmla="*/ 1 h 21600"/>
                  <a:gd name="T2" fmla="*/ 244 w 21843"/>
                  <a:gd name="T3" fmla="*/ 0 h 21600"/>
                  <a:gd name="T4" fmla="*/ 21842 w 21843"/>
                  <a:gd name="T5" fmla="*/ 21353 h 21600"/>
                  <a:gd name="T6" fmla="*/ 0 w 21843"/>
                  <a:gd name="T7" fmla="*/ 1 h 21600"/>
                  <a:gd name="T8" fmla="*/ 244 w 21843"/>
                  <a:gd name="T9" fmla="*/ 0 h 21600"/>
                  <a:gd name="T10" fmla="*/ 21842 w 21843"/>
                  <a:gd name="T11" fmla="*/ 21353 h 21600"/>
                  <a:gd name="T12" fmla="*/ 244 w 21843"/>
                  <a:gd name="T13" fmla="*/ 21600 h 21600"/>
                  <a:gd name="T14" fmla="*/ 0 w 21843"/>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3" h="21600" fill="none">
                    <a:moveTo>
                      <a:pt x="0" y="1"/>
                    </a:moveTo>
                    <a:cubicBezTo>
                      <a:pt x="81" y="0"/>
                      <a:pt x="162" y="-1"/>
                      <a:pt x="244" y="0"/>
                    </a:cubicBezTo>
                    <a:cubicBezTo>
                      <a:pt x="12077" y="0"/>
                      <a:pt x="21707" y="9520"/>
                      <a:pt x="21842" y="21353"/>
                    </a:cubicBezTo>
                  </a:path>
                  <a:path w="21843" h="21600" stroke="0">
                    <a:moveTo>
                      <a:pt x="0" y="1"/>
                    </a:moveTo>
                    <a:cubicBezTo>
                      <a:pt x="81" y="0"/>
                      <a:pt x="162" y="-1"/>
                      <a:pt x="244" y="0"/>
                    </a:cubicBezTo>
                    <a:cubicBezTo>
                      <a:pt x="12077" y="0"/>
                      <a:pt x="21707" y="9520"/>
                      <a:pt x="21842" y="21353"/>
                    </a:cubicBezTo>
                    <a:lnTo>
                      <a:pt x="244"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1063" name="Arc 179">
                <a:extLst>
                  <a:ext uri="{FF2B5EF4-FFF2-40B4-BE49-F238E27FC236}">
                    <a16:creationId xmlns:a16="http://schemas.microsoft.com/office/drawing/2014/main" id="{A15EF7DF-BCC3-83E7-6816-63312AF5A17B}"/>
                  </a:ext>
                </a:extLst>
              </p:cNvPr>
              <p:cNvSpPr>
                <a:spLocks noChangeArrowheads="1"/>
              </p:cNvSpPr>
              <p:nvPr/>
            </p:nvSpPr>
            <p:spPr bwMode="auto">
              <a:xfrm rot="-5400000">
                <a:off x="1998" y="2069"/>
                <a:ext cx="88" cy="87"/>
              </a:xfrm>
              <a:custGeom>
                <a:avLst/>
                <a:gdLst>
                  <a:gd name="T0" fmla="*/ 0 w 21599"/>
                  <a:gd name="T1" fmla="*/ 21352 h 21599"/>
                  <a:gd name="T2" fmla="*/ 21355 w 21599"/>
                  <a:gd name="T3" fmla="*/ 0 h 21599"/>
                  <a:gd name="T4" fmla="*/ 0 w 21599"/>
                  <a:gd name="T5" fmla="*/ 21352 h 21599"/>
                  <a:gd name="T6" fmla="*/ 21355 w 21599"/>
                  <a:gd name="T7" fmla="*/ 0 h 21599"/>
                  <a:gd name="T8" fmla="*/ 21599 w 21599"/>
                  <a:gd name="T9" fmla="*/ 21599 h 21599"/>
                  <a:gd name="T10" fmla="*/ 0 w 21599"/>
                  <a:gd name="T11" fmla="*/ 21352 h 21599"/>
                </a:gdLst>
                <a:ahLst/>
                <a:cxnLst>
                  <a:cxn ang="0">
                    <a:pos x="T0" y="T1"/>
                  </a:cxn>
                  <a:cxn ang="0">
                    <a:pos x="T2" y="T3"/>
                  </a:cxn>
                  <a:cxn ang="0">
                    <a:pos x="T4" y="T5"/>
                  </a:cxn>
                  <a:cxn ang="0">
                    <a:pos x="T6" y="T7"/>
                  </a:cxn>
                  <a:cxn ang="0">
                    <a:pos x="T8" y="T9"/>
                  </a:cxn>
                  <a:cxn ang="0">
                    <a:pos x="T10" y="T11"/>
                  </a:cxn>
                </a:cxnLst>
                <a:rect l="0" t="0" r="r" b="b"/>
                <a:pathLst>
                  <a:path w="21599" h="21599" fill="none">
                    <a:moveTo>
                      <a:pt x="0" y="21352"/>
                    </a:moveTo>
                    <a:cubicBezTo>
                      <a:pt x="134" y="9614"/>
                      <a:pt x="9617" y="132"/>
                      <a:pt x="21355" y="0"/>
                    </a:cubicBezTo>
                  </a:path>
                  <a:path w="21599" h="21599" stroke="0">
                    <a:moveTo>
                      <a:pt x="0" y="21352"/>
                    </a:moveTo>
                    <a:cubicBezTo>
                      <a:pt x="134" y="9614"/>
                      <a:pt x="9617" y="132"/>
                      <a:pt x="21355" y="0"/>
                    </a:cubicBezTo>
                    <a:lnTo>
                      <a:pt x="21599" y="21599"/>
                    </a:lnTo>
                    <a:lnTo>
                      <a:pt x="0" y="21352"/>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1064" name="Line 180">
                <a:extLst>
                  <a:ext uri="{FF2B5EF4-FFF2-40B4-BE49-F238E27FC236}">
                    <a16:creationId xmlns:a16="http://schemas.microsoft.com/office/drawing/2014/main" id="{B4BB48BA-8DFA-41FA-854A-8783120A3AF2}"/>
                  </a:ext>
                </a:extLst>
              </p:cNvPr>
              <p:cNvSpPr>
                <a:spLocks noChangeShapeType="1"/>
              </p:cNvSpPr>
              <p:nvPr/>
            </p:nvSpPr>
            <p:spPr bwMode="auto">
              <a:xfrm flipV="1">
                <a:off x="2186"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65" name="Line 181">
                <a:extLst>
                  <a:ext uri="{FF2B5EF4-FFF2-40B4-BE49-F238E27FC236}">
                    <a16:creationId xmlns:a16="http://schemas.microsoft.com/office/drawing/2014/main" id="{BE496D3E-5F2A-A750-CD41-DFC35534B418}"/>
                  </a:ext>
                </a:extLst>
              </p:cNvPr>
              <p:cNvSpPr>
                <a:spLocks noChangeShapeType="1"/>
              </p:cNvSpPr>
              <p:nvPr/>
            </p:nvSpPr>
            <p:spPr bwMode="auto">
              <a:xfrm flipV="1">
                <a:off x="1994"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66" name="Line 182">
                <a:extLst>
                  <a:ext uri="{FF2B5EF4-FFF2-40B4-BE49-F238E27FC236}">
                    <a16:creationId xmlns:a16="http://schemas.microsoft.com/office/drawing/2014/main" id="{68BE4A43-5911-CB75-81B5-8E9D4D1DA53B}"/>
                  </a:ext>
                </a:extLst>
              </p:cNvPr>
              <p:cNvSpPr>
                <a:spLocks noChangeShapeType="1"/>
              </p:cNvSpPr>
              <p:nvPr/>
            </p:nvSpPr>
            <p:spPr bwMode="auto">
              <a:xfrm flipH="1">
                <a:off x="1986" y="1922"/>
                <a:ext cx="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1067" name="Line 184">
              <a:extLst>
                <a:ext uri="{FF2B5EF4-FFF2-40B4-BE49-F238E27FC236}">
                  <a16:creationId xmlns:a16="http://schemas.microsoft.com/office/drawing/2014/main" id="{F7CC0D43-9360-D23B-6F6A-1230A0A78E5A}"/>
                </a:ext>
              </a:extLst>
            </p:cNvPr>
            <p:cNvSpPr>
              <a:spLocks noChangeShapeType="1"/>
            </p:cNvSpPr>
            <p:nvPr/>
          </p:nvSpPr>
          <p:spPr bwMode="auto">
            <a:xfrm>
              <a:off x="2112" y="2168"/>
              <a:ext cx="0" cy="317"/>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68" name="Line 185">
              <a:extLst>
                <a:ext uri="{FF2B5EF4-FFF2-40B4-BE49-F238E27FC236}">
                  <a16:creationId xmlns:a16="http://schemas.microsoft.com/office/drawing/2014/main" id="{FC98290C-16BA-9AB0-39A3-B785BF849197}"/>
                </a:ext>
              </a:extLst>
            </p:cNvPr>
            <p:cNvSpPr>
              <a:spLocks noChangeShapeType="1"/>
            </p:cNvSpPr>
            <p:nvPr/>
          </p:nvSpPr>
          <p:spPr bwMode="auto">
            <a:xfrm>
              <a:off x="2016" y="1784"/>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69" name="Rectangle 186">
              <a:extLst>
                <a:ext uri="{FF2B5EF4-FFF2-40B4-BE49-F238E27FC236}">
                  <a16:creationId xmlns:a16="http://schemas.microsoft.com/office/drawing/2014/main" id="{E1955BBC-C10E-030A-19F4-44CA7825BD65}"/>
                </a:ext>
              </a:extLst>
            </p:cNvPr>
            <p:cNvSpPr>
              <a:spLocks noChangeArrowheads="1"/>
            </p:cNvSpPr>
            <p:nvPr/>
          </p:nvSpPr>
          <p:spPr bwMode="auto">
            <a:xfrm>
              <a:off x="1751" y="1680"/>
              <a:ext cx="31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grpSp>
      <p:sp>
        <p:nvSpPr>
          <p:cNvPr id="81070" name="Line 188">
            <a:extLst>
              <a:ext uri="{FF2B5EF4-FFF2-40B4-BE49-F238E27FC236}">
                <a16:creationId xmlns:a16="http://schemas.microsoft.com/office/drawing/2014/main" id="{8EC824CA-BBE7-7219-19A8-3E4CFA2715F0}"/>
              </a:ext>
            </a:extLst>
          </p:cNvPr>
          <p:cNvSpPr>
            <a:spLocks noChangeShapeType="1"/>
          </p:cNvSpPr>
          <p:nvPr/>
        </p:nvSpPr>
        <p:spPr bwMode="auto">
          <a:xfrm>
            <a:off x="7315200" y="5095875"/>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 name="Rectangle 189">
            <a:extLst>
              <a:ext uri="{FF2B5EF4-FFF2-40B4-BE49-F238E27FC236}">
                <a16:creationId xmlns:a16="http://schemas.microsoft.com/office/drawing/2014/main" id="{7AD75F33-B1C4-A032-4254-8F1476C27937}"/>
              </a:ext>
            </a:extLst>
          </p:cNvPr>
          <p:cNvSpPr>
            <a:spLocks noChangeArrowheads="1"/>
          </p:cNvSpPr>
          <p:nvPr/>
        </p:nvSpPr>
        <p:spPr bwMode="auto">
          <a:xfrm>
            <a:off x="5895975" y="6386513"/>
            <a:ext cx="1370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MemWr=0</a:t>
            </a:r>
          </a:p>
        </p:txBody>
      </p:sp>
      <p:grpSp>
        <p:nvGrpSpPr>
          <p:cNvPr id="81072" name="Group 195">
            <a:extLst>
              <a:ext uri="{FF2B5EF4-FFF2-40B4-BE49-F238E27FC236}">
                <a16:creationId xmlns:a16="http://schemas.microsoft.com/office/drawing/2014/main" id="{6F642DA8-BB0B-03DD-FD9A-045FC39E8277}"/>
              </a:ext>
            </a:extLst>
          </p:cNvPr>
          <p:cNvGrpSpPr>
            <a:grpSpLocks/>
          </p:cNvGrpSpPr>
          <p:nvPr/>
        </p:nvGrpSpPr>
        <p:grpSpPr bwMode="auto">
          <a:xfrm>
            <a:off x="6845300" y="6053138"/>
            <a:ext cx="358775" cy="304800"/>
            <a:chOff x="4277" y="3827"/>
            <a:chExt cx="226" cy="192"/>
          </a:xfrm>
        </p:grpSpPr>
        <p:sp>
          <p:nvSpPr>
            <p:cNvPr id="81073" name="Arc 190">
              <a:extLst>
                <a:ext uri="{FF2B5EF4-FFF2-40B4-BE49-F238E27FC236}">
                  <a16:creationId xmlns:a16="http://schemas.microsoft.com/office/drawing/2014/main" id="{43FF73EA-6DCC-065E-AE3E-571DF55E48CC}"/>
                </a:ext>
              </a:extLst>
            </p:cNvPr>
            <p:cNvSpPr>
              <a:spLocks noChangeArrowheads="1"/>
            </p:cNvSpPr>
            <p:nvPr/>
          </p:nvSpPr>
          <p:spPr bwMode="auto">
            <a:xfrm>
              <a:off x="4406" y="3842"/>
              <a:ext cx="89" cy="77"/>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1074" name="Arc 191">
              <a:extLst>
                <a:ext uri="{FF2B5EF4-FFF2-40B4-BE49-F238E27FC236}">
                  <a16:creationId xmlns:a16="http://schemas.microsoft.com/office/drawing/2014/main" id="{EB733630-B4A7-2862-9B18-A7C0B042B046}"/>
                </a:ext>
              </a:extLst>
            </p:cNvPr>
            <p:cNvSpPr>
              <a:spLocks noChangeArrowheads="1"/>
            </p:cNvSpPr>
            <p:nvPr/>
          </p:nvSpPr>
          <p:spPr bwMode="auto">
            <a:xfrm rot="10800000">
              <a:off x="4415" y="3938"/>
              <a:ext cx="88" cy="77"/>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1075" name="Line 192">
              <a:extLst>
                <a:ext uri="{FF2B5EF4-FFF2-40B4-BE49-F238E27FC236}">
                  <a16:creationId xmlns:a16="http://schemas.microsoft.com/office/drawing/2014/main" id="{A70CA82E-64A0-FF87-38A9-CCFB089014C5}"/>
                </a:ext>
              </a:extLst>
            </p:cNvPr>
            <p:cNvSpPr>
              <a:spLocks noChangeShapeType="1"/>
            </p:cNvSpPr>
            <p:nvPr/>
          </p:nvSpPr>
          <p:spPr bwMode="auto">
            <a:xfrm flipH="1">
              <a:off x="4277" y="3827"/>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76" name="Line 193">
              <a:extLst>
                <a:ext uri="{FF2B5EF4-FFF2-40B4-BE49-F238E27FC236}">
                  <a16:creationId xmlns:a16="http://schemas.microsoft.com/office/drawing/2014/main" id="{E1FA8CC4-D023-262F-97D1-293600985174}"/>
                </a:ext>
              </a:extLst>
            </p:cNvPr>
            <p:cNvSpPr>
              <a:spLocks noChangeShapeType="1"/>
            </p:cNvSpPr>
            <p:nvPr/>
          </p:nvSpPr>
          <p:spPr bwMode="auto">
            <a:xfrm flipH="1">
              <a:off x="4277" y="4019"/>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77" name="Line 194">
              <a:extLst>
                <a:ext uri="{FF2B5EF4-FFF2-40B4-BE49-F238E27FC236}">
                  <a16:creationId xmlns:a16="http://schemas.microsoft.com/office/drawing/2014/main" id="{E5D79C7A-AA95-3A9E-542F-2076652A5B04}"/>
                </a:ext>
              </a:extLst>
            </p:cNvPr>
            <p:cNvSpPr>
              <a:spLocks noChangeShapeType="1"/>
            </p:cNvSpPr>
            <p:nvPr/>
          </p:nvSpPr>
          <p:spPr bwMode="auto">
            <a:xfrm>
              <a:off x="4285" y="3835"/>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1078" name="Line 196">
            <a:extLst>
              <a:ext uri="{FF2B5EF4-FFF2-40B4-BE49-F238E27FC236}">
                <a16:creationId xmlns:a16="http://schemas.microsoft.com/office/drawing/2014/main" id="{B1390BC3-BB3A-EE37-2365-4A96761F4418}"/>
              </a:ext>
            </a:extLst>
          </p:cNvPr>
          <p:cNvSpPr>
            <a:spLocks noChangeShapeType="1"/>
          </p:cNvSpPr>
          <p:nvPr/>
        </p:nvSpPr>
        <p:spPr bwMode="auto">
          <a:xfrm flipV="1">
            <a:off x="7175500" y="6223000"/>
            <a:ext cx="144463"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79" name="Line 197">
            <a:extLst>
              <a:ext uri="{FF2B5EF4-FFF2-40B4-BE49-F238E27FC236}">
                <a16:creationId xmlns:a16="http://schemas.microsoft.com/office/drawing/2014/main" id="{C0A33ED4-FC58-160B-AAD1-B93655788ADC}"/>
              </a:ext>
            </a:extLst>
          </p:cNvPr>
          <p:cNvSpPr>
            <a:spLocks noChangeShapeType="1"/>
          </p:cNvSpPr>
          <p:nvPr/>
        </p:nvSpPr>
        <p:spPr bwMode="auto">
          <a:xfrm flipH="1">
            <a:off x="6570663" y="6324600"/>
            <a:ext cx="287337"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80" name="Line 198">
            <a:extLst>
              <a:ext uri="{FF2B5EF4-FFF2-40B4-BE49-F238E27FC236}">
                <a16:creationId xmlns:a16="http://schemas.microsoft.com/office/drawing/2014/main" id="{9C8A7B80-4C70-4411-5AA8-8C46AF8EA0D6}"/>
              </a:ext>
            </a:extLst>
          </p:cNvPr>
          <p:cNvSpPr>
            <a:spLocks noChangeShapeType="1"/>
          </p:cNvSpPr>
          <p:nvPr/>
        </p:nvSpPr>
        <p:spPr bwMode="auto">
          <a:xfrm flipH="1">
            <a:off x="6632575" y="6172200"/>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81" name="Rectangle 199">
            <a:extLst>
              <a:ext uri="{FF2B5EF4-FFF2-40B4-BE49-F238E27FC236}">
                <a16:creationId xmlns:a16="http://schemas.microsoft.com/office/drawing/2014/main" id="{7094700A-3D2D-0419-CC66-6C85B803015F}"/>
              </a:ext>
            </a:extLst>
          </p:cNvPr>
          <p:cNvSpPr>
            <a:spLocks noChangeArrowheads="1"/>
          </p:cNvSpPr>
          <p:nvPr/>
        </p:nvSpPr>
        <p:spPr bwMode="auto">
          <a:xfrm>
            <a:off x="6332538" y="5873750"/>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sp>
        <p:nvSpPr>
          <p:cNvPr id="81082" name="文本框 1">
            <a:extLst>
              <a:ext uri="{FF2B5EF4-FFF2-40B4-BE49-F238E27FC236}">
                <a16:creationId xmlns:a16="http://schemas.microsoft.com/office/drawing/2014/main" id="{84574E35-BAFE-B820-CE8A-77962CA195FB}"/>
              </a:ext>
            </a:extLst>
          </p:cNvPr>
          <p:cNvSpPr txBox="1">
            <a:spLocks noChangeArrowheads="1"/>
          </p:cNvSpPr>
          <p:nvPr/>
        </p:nvSpPr>
        <p:spPr bwMode="auto">
          <a:xfrm>
            <a:off x="2803525" y="3646488"/>
            <a:ext cx="482600" cy="246062"/>
          </a:xfrm>
          <a:prstGeom prst="rect">
            <a:avLst/>
          </a:prstGeom>
          <a:solidFill>
            <a:schemeClr val="bg1"/>
          </a:solidFill>
          <a:ln w="38100">
            <a:solidFill>
              <a:schemeClr val="tx1"/>
            </a:solidFill>
            <a:miter lim="800000"/>
            <a:headEnd/>
            <a:tailEnd/>
          </a:ln>
        </p:spPr>
        <p:txBody>
          <a:bodyPr lIns="36000" tIns="0" rIns="0" bIns="0">
            <a:spAutoFit/>
          </a:bodyPr>
          <a:lstStyle/>
          <a:p>
            <a:r>
              <a:rPr lang="en-US" altLang="zh-CN">
                <a:latin typeface="微软雅黑" panose="020B0503020204020204" pitchFamily="34" charset="-122"/>
                <a:ea typeface="微软雅黑" panose="020B0503020204020204" pitchFamily="34" charset="-122"/>
              </a:rPr>
              <a:t>Ext</a:t>
            </a:r>
            <a:endParaRPr lang="zh-CN" altLang="en-US">
              <a:latin typeface="微软雅黑" panose="020B0503020204020204" pitchFamily="34" charset="-122"/>
              <a:ea typeface="微软雅黑" panose="020B0503020204020204" pitchFamily="34" charset="-122"/>
            </a:endParaRPr>
          </a:p>
        </p:txBody>
      </p:sp>
      <p:grpSp>
        <p:nvGrpSpPr>
          <p:cNvPr id="81083" name="组合 2">
            <a:extLst>
              <a:ext uri="{FF2B5EF4-FFF2-40B4-BE49-F238E27FC236}">
                <a16:creationId xmlns:a16="http://schemas.microsoft.com/office/drawing/2014/main" id="{607475C0-496D-65D0-A86C-1F7E374D4AD0}"/>
              </a:ext>
            </a:extLst>
          </p:cNvPr>
          <p:cNvGrpSpPr>
            <a:grpSpLocks/>
          </p:cNvGrpSpPr>
          <p:nvPr/>
        </p:nvGrpSpPr>
        <p:grpSpPr bwMode="auto">
          <a:xfrm rot="-5400000">
            <a:off x="7062788" y="2444750"/>
            <a:ext cx="368300" cy="425450"/>
            <a:chOff x="367750" y="5042102"/>
            <a:chExt cx="385762" cy="373062"/>
          </a:xfrm>
        </p:grpSpPr>
        <p:sp>
          <p:nvSpPr>
            <p:cNvPr id="81084" name="Arc 60">
              <a:extLst>
                <a:ext uri="{FF2B5EF4-FFF2-40B4-BE49-F238E27FC236}">
                  <a16:creationId xmlns:a16="http://schemas.microsoft.com/office/drawing/2014/main" id="{5393C8CA-FC85-A3B5-55A4-FEB12FAFA6B5}"/>
                </a:ext>
              </a:extLst>
            </p:cNvPr>
            <p:cNvSpPr>
              <a:spLocks noChangeArrowheads="1"/>
            </p:cNvSpPr>
            <p:nvPr/>
          </p:nvSpPr>
          <p:spPr bwMode="auto">
            <a:xfrm rot="-5400000">
              <a:off x="386800" y="50230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1085" name="Arc 61">
              <a:extLst>
                <a:ext uri="{FF2B5EF4-FFF2-40B4-BE49-F238E27FC236}">
                  <a16:creationId xmlns:a16="http://schemas.microsoft.com/office/drawing/2014/main" id="{3CCD3B28-40DE-6828-D160-A55483A44288}"/>
                </a:ext>
              </a:extLst>
            </p:cNvPr>
            <p:cNvSpPr>
              <a:spLocks noChangeArrowheads="1"/>
            </p:cNvSpPr>
            <p:nvPr/>
          </p:nvSpPr>
          <p:spPr bwMode="auto">
            <a:xfrm rot="5400000">
              <a:off x="590000" y="50230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1086" name="Line 62">
              <a:extLst>
                <a:ext uri="{FF2B5EF4-FFF2-40B4-BE49-F238E27FC236}">
                  <a16:creationId xmlns:a16="http://schemas.microsoft.com/office/drawing/2014/main" id="{BD0D63C1-DDA7-3A8E-3919-57ED39983615}"/>
                </a:ext>
              </a:extLst>
            </p:cNvPr>
            <p:cNvSpPr>
              <a:spLocks noChangeShapeType="1"/>
            </p:cNvSpPr>
            <p:nvPr/>
          </p:nvSpPr>
          <p:spPr bwMode="auto">
            <a:xfrm>
              <a:off x="369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87" name="Line 64">
              <a:extLst>
                <a:ext uri="{FF2B5EF4-FFF2-40B4-BE49-F238E27FC236}">
                  <a16:creationId xmlns:a16="http://schemas.microsoft.com/office/drawing/2014/main" id="{4855514F-4435-DFA6-40FD-220AC43116D9}"/>
                </a:ext>
              </a:extLst>
            </p:cNvPr>
            <p:cNvSpPr>
              <a:spLocks noChangeShapeType="1"/>
            </p:cNvSpPr>
            <p:nvPr/>
          </p:nvSpPr>
          <p:spPr bwMode="auto">
            <a:xfrm>
              <a:off x="750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88" name="Arc 60">
              <a:extLst>
                <a:ext uri="{FF2B5EF4-FFF2-40B4-BE49-F238E27FC236}">
                  <a16:creationId xmlns:a16="http://schemas.microsoft.com/office/drawing/2014/main" id="{4D3F560D-8D41-B952-76A0-C19F47767376}"/>
                </a:ext>
              </a:extLst>
            </p:cNvPr>
            <p:cNvSpPr>
              <a:spLocks noChangeArrowheads="1"/>
            </p:cNvSpPr>
            <p:nvPr/>
          </p:nvSpPr>
          <p:spPr bwMode="auto">
            <a:xfrm rot="-5400000">
              <a:off x="386800" y="52516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1089" name="Arc 61">
              <a:extLst>
                <a:ext uri="{FF2B5EF4-FFF2-40B4-BE49-F238E27FC236}">
                  <a16:creationId xmlns:a16="http://schemas.microsoft.com/office/drawing/2014/main" id="{A2035461-7BE0-3B9C-260E-2EF2D3B68F7E}"/>
                </a:ext>
              </a:extLst>
            </p:cNvPr>
            <p:cNvSpPr>
              <a:spLocks noChangeArrowheads="1"/>
            </p:cNvSpPr>
            <p:nvPr/>
          </p:nvSpPr>
          <p:spPr bwMode="auto">
            <a:xfrm rot="5400000">
              <a:off x="590000" y="52516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81090" name="Line 91">
            <a:extLst>
              <a:ext uri="{FF2B5EF4-FFF2-40B4-BE49-F238E27FC236}">
                <a16:creationId xmlns:a16="http://schemas.microsoft.com/office/drawing/2014/main" id="{7F798B74-5B5D-F316-374D-46C55C2A91FE}"/>
              </a:ext>
            </a:extLst>
          </p:cNvPr>
          <p:cNvSpPr>
            <a:spLocks noChangeShapeType="1"/>
          </p:cNvSpPr>
          <p:nvPr/>
        </p:nvSpPr>
        <p:spPr bwMode="auto">
          <a:xfrm>
            <a:off x="7304088" y="2740025"/>
            <a:ext cx="252412"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 name="Line 108">
            <a:extLst>
              <a:ext uri="{FF2B5EF4-FFF2-40B4-BE49-F238E27FC236}">
                <a16:creationId xmlns:a16="http://schemas.microsoft.com/office/drawing/2014/main" id="{0C7AE125-61C1-4116-D54A-F00863990908}"/>
              </a:ext>
            </a:extLst>
          </p:cNvPr>
          <p:cNvSpPr>
            <a:spLocks noChangeShapeType="1"/>
          </p:cNvSpPr>
          <p:nvPr/>
        </p:nvSpPr>
        <p:spPr bwMode="auto">
          <a:xfrm flipH="1" flipV="1">
            <a:off x="7513638" y="2208213"/>
            <a:ext cx="1587" cy="395287"/>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574" name="Line 119">
            <a:extLst>
              <a:ext uri="{FF2B5EF4-FFF2-40B4-BE49-F238E27FC236}">
                <a16:creationId xmlns:a16="http://schemas.microsoft.com/office/drawing/2014/main" id="{70D5768A-F140-94C6-134F-1E0559EAA014}"/>
              </a:ext>
            </a:extLst>
          </p:cNvPr>
          <p:cNvSpPr>
            <a:spLocks noChangeShapeType="1"/>
          </p:cNvSpPr>
          <p:nvPr/>
        </p:nvSpPr>
        <p:spPr bwMode="auto">
          <a:xfrm flipH="1">
            <a:off x="7331075" y="2590800"/>
            <a:ext cx="179388" cy="0"/>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grpSp>
        <p:nvGrpSpPr>
          <p:cNvPr id="81093" name="组合 3">
            <a:extLst>
              <a:ext uri="{FF2B5EF4-FFF2-40B4-BE49-F238E27FC236}">
                <a16:creationId xmlns:a16="http://schemas.microsoft.com/office/drawing/2014/main" id="{39E75F9F-EC03-2111-C941-B7A2AF1BE926}"/>
              </a:ext>
            </a:extLst>
          </p:cNvPr>
          <p:cNvGrpSpPr>
            <a:grpSpLocks/>
          </p:cNvGrpSpPr>
          <p:nvPr/>
        </p:nvGrpSpPr>
        <p:grpSpPr bwMode="auto">
          <a:xfrm>
            <a:off x="279400" y="2959100"/>
            <a:ext cx="1636713" cy="1155700"/>
            <a:chOff x="279400" y="2959100"/>
            <a:chExt cx="1636453" cy="1155700"/>
          </a:xfrm>
        </p:grpSpPr>
        <p:sp>
          <p:nvSpPr>
            <p:cNvPr id="81094" name="Line 133">
              <a:extLst>
                <a:ext uri="{FF2B5EF4-FFF2-40B4-BE49-F238E27FC236}">
                  <a16:creationId xmlns:a16="http://schemas.microsoft.com/office/drawing/2014/main" id="{8508AEF8-6B63-8C92-FCDC-FC033862DFB4}"/>
                </a:ext>
              </a:extLst>
            </p:cNvPr>
            <p:cNvSpPr>
              <a:spLocks noChangeShapeType="1"/>
            </p:cNvSpPr>
            <p:nvPr/>
          </p:nvSpPr>
          <p:spPr bwMode="auto">
            <a:xfrm>
              <a:off x="1320800" y="3200400"/>
              <a:ext cx="577850" cy="0"/>
            </a:xfrm>
            <a:prstGeom prst="line">
              <a:avLst/>
            </a:prstGeom>
            <a:noFill/>
            <a:ln w="50800">
              <a:solidFill>
                <a:srgbClr val="C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1095" name="Line 134">
              <a:extLst>
                <a:ext uri="{FF2B5EF4-FFF2-40B4-BE49-F238E27FC236}">
                  <a16:creationId xmlns:a16="http://schemas.microsoft.com/office/drawing/2014/main" id="{68E1E4AB-8CA1-5B7B-D435-654696D1BD23}"/>
                </a:ext>
              </a:extLst>
            </p:cNvPr>
            <p:cNvSpPr>
              <a:spLocks noChangeShapeType="1"/>
            </p:cNvSpPr>
            <p:nvPr/>
          </p:nvSpPr>
          <p:spPr bwMode="auto">
            <a:xfrm>
              <a:off x="1905000" y="3178175"/>
              <a:ext cx="0" cy="320675"/>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96" name="Line 138">
              <a:extLst>
                <a:ext uri="{FF2B5EF4-FFF2-40B4-BE49-F238E27FC236}">
                  <a16:creationId xmlns:a16="http://schemas.microsoft.com/office/drawing/2014/main" id="{7AF1189A-79F5-A3DD-C8CB-3C898D9E0704}"/>
                </a:ext>
              </a:extLst>
            </p:cNvPr>
            <p:cNvSpPr>
              <a:spLocks noChangeShapeType="1"/>
            </p:cNvSpPr>
            <p:nvPr/>
          </p:nvSpPr>
          <p:spPr bwMode="auto">
            <a:xfrm flipH="1">
              <a:off x="279400" y="2971800"/>
              <a:ext cx="812800" cy="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97" name="Line 139">
              <a:extLst>
                <a:ext uri="{FF2B5EF4-FFF2-40B4-BE49-F238E27FC236}">
                  <a16:creationId xmlns:a16="http://schemas.microsoft.com/office/drawing/2014/main" id="{77312E74-AC99-D013-9628-E2E2BCE2940E}"/>
                </a:ext>
              </a:extLst>
            </p:cNvPr>
            <p:cNvSpPr>
              <a:spLocks noChangeShapeType="1"/>
            </p:cNvSpPr>
            <p:nvPr/>
          </p:nvSpPr>
          <p:spPr bwMode="auto">
            <a:xfrm>
              <a:off x="282575" y="4114800"/>
              <a:ext cx="377825"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098" name="Line 140">
              <a:extLst>
                <a:ext uri="{FF2B5EF4-FFF2-40B4-BE49-F238E27FC236}">
                  <a16:creationId xmlns:a16="http://schemas.microsoft.com/office/drawing/2014/main" id="{5490DAEA-BC01-7F50-17C3-A93F1212BB43}"/>
                </a:ext>
              </a:extLst>
            </p:cNvPr>
            <p:cNvSpPr>
              <a:spLocks noChangeShapeType="1"/>
            </p:cNvSpPr>
            <p:nvPr/>
          </p:nvSpPr>
          <p:spPr bwMode="auto">
            <a:xfrm>
              <a:off x="304800" y="2997200"/>
              <a:ext cx="0" cy="111125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099" name="Line 174">
              <a:extLst>
                <a:ext uri="{FF2B5EF4-FFF2-40B4-BE49-F238E27FC236}">
                  <a16:creationId xmlns:a16="http://schemas.microsoft.com/office/drawing/2014/main" id="{72FE7C17-F3CF-0D24-01A5-BDE95211F519}"/>
                </a:ext>
              </a:extLst>
            </p:cNvPr>
            <p:cNvSpPr>
              <a:spLocks noChangeShapeType="1"/>
            </p:cNvSpPr>
            <p:nvPr/>
          </p:nvSpPr>
          <p:spPr bwMode="auto">
            <a:xfrm>
              <a:off x="1073150" y="2959100"/>
              <a:ext cx="311150" cy="25400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100" name="Line 138">
              <a:extLst>
                <a:ext uri="{FF2B5EF4-FFF2-40B4-BE49-F238E27FC236}">
                  <a16:creationId xmlns:a16="http://schemas.microsoft.com/office/drawing/2014/main" id="{A4727034-7B2F-230F-5D8C-22142784548D}"/>
                </a:ext>
              </a:extLst>
            </p:cNvPr>
            <p:cNvSpPr>
              <a:spLocks noChangeShapeType="1"/>
            </p:cNvSpPr>
            <p:nvPr/>
          </p:nvSpPr>
          <p:spPr bwMode="auto">
            <a:xfrm flipH="1">
              <a:off x="1735853" y="3481387"/>
              <a:ext cx="180000" cy="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101" name="组合 2">
            <a:extLst>
              <a:ext uri="{FF2B5EF4-FFF2-40B4-BE49-F238E27FC236}">
                <a16:creationId xmlns:a16="http://schemas.microsoft.com/office/drawing/2014/main" id="{77271BE8-1DE7-3888-F902-A27FCE7651CB}"/>
              </a:ext>
            </a:extLst>
          </p:cNvPr>
          <p:cNvGrpSpPr>
            <a:grpSpLocks/>
          </p:cNvGrpSpPr>
          <p:nvPr/>
        </p:nvGrpSpPr>
        <p:grpSpPr bwMode="auto">
          <a:xfrm>
            <a:off x="1735138" y="3492500"/>
            <a:ext cx="482600" cy="550863"/>
            <a:chOff x="1735853" y="3491870"/>
            <a:chExt cx="482213" cy="550838"/>
          </a:xfrm>
        </p:grpSpPr>
        <p:sp>
          <p:nvSpPr>
            <p:cNvPr id="81102" name="Line 108">
              <a:extLst>
                <a:ext uri="{FF2B5EF4-FFF2-40B4-BE49-F238E27FC236}">
                  <a16:creationId xmlns:a16="http://schemas.microsoft.com/office/drawing/2014/main" id="{8AD0B936-A68C-78FD-A044-6A5638BF20FF}"/>
                </a:ext>
              </a:extLst>
            </p:cNvPr>
            <p:cNvSpPr>
              <a:spLocks noChangeShapeType="1"/>
            </p:cNvSpPr>
            <p:nvPr/>
          </p:nvSpPr>
          <p:spPr bwMode="auto">
            <a:xfrm>
              <a:off x="2002066" y="3509760"/>
              <a:ext cx="216000" cy="0"/>
            </a:xfrm>
            <a:prstGeom prst="line">
              <a:avLst/>
            </a:prstGeom>
            <a:noFill/>
            <a:ln w="5080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103" name="Line 140">
              <a:extLst>
                <a:ext uri="{FF2B5EF4-FFF2-40B4-BE49-F238E27FC236}">
                  <a16:creationId xmlns:a16="http://schemas.microsoft.com/office/drawing/2014/main" id="{FFC49199-2A52-F902-CB91-84FC4D6DA7CC}"/>
                </a:ext>
              </a:extLst>
            </p:cNvPr>
            <p:cNvSpPr>
              <a:spLocks noChangeShapeType="1"/>
            </p:cNvSpPr>
            <p:nvPr/>
          </p:nvSpPr>
          <p:spPr bwMode="auto">
            <a:xfrm>
              <a:off x="2002066" y="3491870"/>
              <a:ext cx="0" cy="54000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104" name="Line 138">
              <a:extLst>
                <a:ext uri="{FF2B5EF4-FFF2-40B4-BE49-F238E27FC236}">
                  <a16:creationId xmlns:a16="http://schemas.microsoft.com/office/drawing/2014/main" id="{554895EE-B3CD-920E-49C1-48804B490B1C}"/>
                </a:ext>
              </a:extLst>
            </p:cNvPr>
            <p:cNvSpPr>
              <a:spLocks noChangeShapeType="1"/>
            </p:cNvSpPr>
            <p:nvPr/>
          </p:nvSpPr>
          <p:spPr bwMode="auto">
            <a:xfrm flipH="1">
              <a:off x="1735853" y="4042708"/>
              <a:ext cx="288000" cy="0"/>
            </a:xfrm>
            <a:prstGeom prst="line">
              <a:avLst/>
            </a:prstGeom>
            <a:noFill/>
            <a:ln w="5080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0" name="矩形 209">
            <a:extLst>
              <a:ext uri="{FF2B5EF4-FFF2-40B4-BE49-F238E27FC236}">
                <a16:creationId xmlns:a16="http://schemas.microsoft.com/office/drawing/2014/main" id="{FDCF81A9-E8AB-EDF4-A91A-810A094540AC}"/>
              </a:ext>
            </a:extLst>
          </p:cNvPr>
          <p:cNvSpPr/>
          <p:nvPr/>
        </p:nvSpPr>
        <p:spPr bwMode="auto">
          <a:xfrm>
            <a:off x="6337300" y="2690813"/>
            <a:ext cx="2435225" cy="3135312"/>
          </a:xfrm>
          <a:prstGeom prst="rect">
            <a:avLst/>
          </a:prstGeom>
          <a:solidFill>
            <a:schemeClr val="bg1">
              <a:lumMod val="75000"/>
              <a:alpha val="76000"/>
            </a:schemeClr>
          </a:solidFill>
          <a:ln w="12700" cap="flat" cmpd="sng" algn="ctr">
            <a:solidFill>
              <a:schemeClr val="tx1"/>
            </a:solidFill>
            <a:prstDash val="solid"/>
            <a:round/>
            <a:headEnd type="none" w="med" len="med"/>
            <a:tailEnd type="none" w="med" len="med"/>
          </a:ln>
          <a:effectLst/>
        </p:spPr>
        <p:txBody>
          <a:bodyPr/>
          <a:lstStyle/>
          <a:p>
            <a:pPr eaLnBrk="0" hangingPunct="0">
              <a:defRPr/>
            </a:pPr>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31">
                                            <p:txEl>
                                              <p:pRg st="0" end="0"/>
                                            </p:txEl>
                                          </p:spTgt>
                                        </p:tgtEl>
                                        <p:attrNameLst>
                                          <p:attrName>style.visibility</p:attrName>
                                        </p:attrNameLst>
                                      </p:cBhvr>
                                      <p:to>
                                        <p:strVal val="visible"/>
                                      </p:to>
                                    </p:set>
                                    <p:animEffect transition="in" filter="blinds(horizontal)">
                                      <p:cBhvr>
                                        <p:cTn id="7" dur="500"/>
                                        <p:tgtEl>
                                          <p:spTgt spid="4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9">
                                            <p:txEl>
                                              <p:pRg st="0" end="0"/>
                                            </p:txEl>
                                          </p:spTgt>
                                        </p:tgtEl>
                                        <p:attrNameLst>
                                          <p:attrName>style.visibility</p:attrName>
                                        </p:attrNameLst>
                                      </p:cBhvr>
                                      <p:to>
                                        <p:strVal val="visible"/>
                                      </p:to>
                                    </p:set>
                                    <p:animEffect transition="in" filter="blinds(horizontal)">
                                      <p:cBhvr>
                                        <p:cTn id="12" dur="500"/>
                                        <p:tgtEl>
                                          <p:spTgt spid="42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40">
                                            <p:txEl>
                                              <p:pRg st="0" end="0"/>
                                            </p:txEl>
                                          </p:spTgt>
                                        </p:tgtEl>
                                        <p:attrNameLst>
                                          <p:attrName>style.visibility</p:attrName>
                                        </p:attrNameLst>
                                      </p:cBhvr>
                                      <p:to>
                                        <p:strVal val="visible"/>
                                      </p:to>
                                    </p:set>
                                    <p:animEffect transition="in" filter="blinds(horizontal)">
                                      <p:cBhvr>
                                        <p:cTn id="17" dur="500"/>
                                        <p:tgtEl>
                                          <p:spTgt spid="440">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72">
                                            <p:txEl>
                                              <p:pRg st="0" end="0"/>
                                            </p:txEl>
                                          </p:spTgt>
                                        </p:tgtEl>
                                        <p:attrNameLst>
                                          <p:attrName>style.visibility</p:attrName>
                                        </p:attrNameLst>
                                      </p:cBhvr>
                                      <p:to>
                                        <p:strVal val="visible"/>
                                      </p:to>
                                    </p:set>
                                    <p:animEffect transition="in" filter="blinds(horizontal)">
                                      <p:cBhvr>
                                        <p:cTn id="22" dur="500"/>
                                        <p:tgtEl>
                                          <p:spTgt spid="472">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41">
                                            <p:txEl>
                                              <p:pRg st="0" end="0"/>
                                            </p:txEl>
                                          </p:spTgt>
                                        </p:tgtEl>
                                        <p:attrNameLst>
                                          <p:attrName>style.visibility</p:attrName>
                                        </p:attrNameLst>
                                      </p:cBhvr>
                                      <p:to>
                                        <p:strVal val="visible"/>
                                      </p:to>
                                    </p:set>
                                    <p:animEffect transition="in" filter="blinds(horizontal)">
                                      <p:cBhvr>
                                        <p:cTn id="27" dur="500"/>
                                        <p:tgtEl>
                                          <p:spTgt spid="441">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53"/>
                                        </p:tgtEl>
                                        <p:attrNameLst>
                                          <p:attrName>style.visibility</p:attrName>
                                        </p:attrNameLst>
                                      </p:cBhvr>
                                      <p:to>
                                        <p:strVal val="visible"/>
                                      </p:to>
                                    </p:set>
                                    <p:animEffect transition="in" filter="blinds(horizontal)">
                                      <p:cBhvr>
                                        <p:cTn id="32" dur="500"/>
                                        <p:tgtEl>
                                          <p:spTgt spid="5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70">
                                            <p:txEl>
                                              <p:pRg st="0" end="0"/>
                                            </p:txEl>
                                          </p:spTgt>
                                        </p:tgtEl>
                                        <p:attrNameLst>
                                          <p:attrName>style.visibility</p:attrName>
                                        </p:attrNameLst>
                                      </p:cBhvr>
                                      <p:to>
                                        <p:strVal val="visible"/>
                                      </p:to>
                                    </p:set>
                                    <p:animEffect transition="in" filter="blinds(horizontal)">
                                      <p:cBhvr>
                                        <p:cTn id="37" dur="500"/>
                                        <p:tgtEl>
                                          <p:spTgt spid="470">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09">
                                            <p:txEl>
                                              <p:pRg st="0" end="0"/>
                                            </p:txEl>
                                          </p:spTgt>
                                        </p:tgtEl>
                                        <p:attrNameLst>
                                          <p:attrName>style.visibility</p:attrName>
                                        </p:attrNameLst>
                                      </p:cBhvr>
                                      <p:to>
                                        <p:strVal val="visible"/>
                                      </p:to>
                                    </p:set>
                                    <p:animEffect transition="in" filter="blinds(horizontal)">
                                      <p:cBhvr>
                                        <p:cTn id="42" dur="500"/>
                                        <p:tgtEl>
                                          <p:spTgt spid="509">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23">
                                            <p:txEl>
                                              <p:pRg st="0" end="0"/>
                                            </p:txEl>
                                          </p:spTgt>
                                        </p:tgtEl>
                                        <p:attrNameLst>
                                          <p:attrName>style.visibility</p:attrName>
                                        </p:attrNameLst>
                                      </p:cBhvr>
                                      <p:to>
                                        <p:strVal val="visible"/>
                                      </p:to>
                                    </p:set>
                                    <p:animEffect transition="in" filter="blinds(horizontal)">
                                      <p:cBhvr>
                                        <p:cTn id="47" dur="500"/>
                                        <p:tgtEl>
                                          <p:spTgt spid="2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5963452A-B86E-2C2E-9751-7D92097C85AF}"/>
              </a:ext>
            </a:extLst>
          </p:cNvPr>
          <p:cNvSpPr>
            <a:spLocks noGrp="1" noChangeArrowheads="1"/>
          </p:cNvSpPr>
          <p:nvPr>
            <p:ph type="title"/>
          </p:nvPr>
        </p:nvSpPr>
        <p:spPr>
          <a:xfrm>
            <a:off x="800100" y="228600"/>
            <a:ext cx="4840288" cy="368300"/>
          </a:xfrm>
        </p:spPr>
        <p:txBody>
          <a:bodyPr/>
          <a:lstStyle/>
          <a:p>
            <a:r>
              <a:rPr lang="zh-CN" altLang="en-US">
                <a:ea typeface="宋体" panose="02010600030101010101" pitchFamily="2" charset="-122"/>
              </a:rPr>
              <a:t>第四周期结束时的状态：</a:t>
            </a:r>
          </a:p>
        </p:txBody>
      </p:sp>
      <p:sp>
        <p:nvSpPr>
          <p:cNvPr id="82946" name="Rectangle 4">
            <a:extLst>
              <a:ext uri="{FF2B5EF4-FFF2-40B4-BE49-F238E27FC236}">
                <a16:creationId xmlns:a16="http://schemas.microsoft.com/office/drawing/2014/main" id="{DA33E2F7-148B-40A3-89A5-A89ADD2E46DE}"/>
              </a:ext>
            </a:extLst>
          </p:cNvPr>
          <p:cNvSpPr>
            <a:spLocks noChangeArrowheads="1"/>
          </p:cNvSpPr>
          <p:nvPr/>
        </p:nvSpPr>
        <p:spPr bwMode="auto">
          <a:xfrm>
            <a:off x="2212975" y="31527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2947" name="Rectangle 5">
            <a:extLst>
              <a:ext uri="{FF2B5EF4-FFF2-40B4-BE49-F238E27FC236}">
                <a16:creationId xmlns:a16="http://schemas.microsoft.com/office/drawing/2014/main" id="{110B3D87-DA68-06B2-5735-406A02047CD0}"/>
              </a:ext>
            </a:extLst>
          </p:cNvPr>
          <p:cNvSpPr>
            <a:spLocks noChangeArrowheads="1"/>
          </p:cNvSpPr>
          <p:nvPr/>
        </p:nvSpPr>
        <p:spPr bwMode="auto">
          <a:xfrm rot="5400000">
            <a:off x="1293019" y="4077494"/>
            <a:ext cx="21034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IF/ID</a:t>
            </a:r>
            <a:r>
              <a:rPr lang="en-US" altLang="zh-CN">
                <a:ea typeface="宋体" panose="02010600030101010101" pitchFamily="2" charset="-122"/>
              </a:rPr>
              <a:t>: Beq Instruction</a:t>
            </a:r>
          </a:p>
        </p:txBody>
      </p:sp>
      <p:sp>
        <p:nvSpPr>
          <p:cNvPr id="82948" name="Line 6">
            <a:extLst>
              <a:ext uri="{FF2B5EF4-FFF2-40B4-BE49-F238E27FC236}">
                <a16:creationId xmlns:a16="http://schemas.microsoft.com/office/drawing/2014/main" id="{CB40C94A-8D04-3E1A-93D2-B3D42FB932E0}"/>
              </a:ext>
            </a:extLst>
          </p:cNvPr>
          <p:cNvSpPr>
            <a:spLocks noChangeShapeType="1"/>
          </p:cNvSpPr>
          <p:nvPr/>
        </p:nvSpPr>
        <p:spPr bwMode="auto">
          <a:xfrm>
            <a:off x="2362200" y="28479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49" name="Rectangle 7">
            <a:extLst>
              <a:ext uri="{FF2B5EF4-FFF2-40B4-BE49-F238E27FC236}">
                <a16:creationId xmlns:a16="http://schemas.microsoft.com/office/drawing/2014/main" id="{F69840C6-270F-A453-6FAC-B42BDF16E931}"/>
              </a:ext>
            </a:extLst>
          </p:cNvPr>
          <p:cNvSpPr>
            <a:spLocks noChangeArrowheads="1"/>
          </p:cNvSpPr>
          <p:nvPr/>
        </p:nvSpPr>
        <p:spPr bwMode="auto">
          <a:xfrm>
            <a:off x="4041775" y="31527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2950" name="Rectangle 8">
            <a:extLst>
              <a:ext uri="{FF2B5EF4-FFF2-40B4-BE49-F238E27FC236}">
                <a16:creationId xmlns:a16="http://schemas.microsoft.com/office/drawing/2014/main" id="{4D6A6AAF-36A2-F3C9-95FD-6E1331C8D2FA}"/>
              </a:ext>
            </a:extLst>
          </p:cNvPr>
          <p:cNvSpPr>
            <a:spLocks noChangeArrowheads="1"/>
          </p:cNvSpPr>
          <p:nvPr/>
        </p:nvSpPr>
        <p:spPr bwMode="auto">
          <a:xfrm rot="5400000">
            <a:off x="3006725" y="4157663"/>
            <a:ext cx="23495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ID/EX</a:t>
            </a:r>
            <a:r>
              <a:rPr lang="en-US" altLang="zh-CN">
                <a:ea typeface="宋体" panose="02010600030101010101" pitchFamily="2" charset="-122"/>
              </a:rPr>
              <a:t>: Store’s busA &amp; B</a:t>
            </a:r>
          </a:p>
        </p:txBody>
      </p:sp>
      <p:sp>
        <p:nvSpPr>
          <p:cNvPr id="82951" name="Rectangle 9">
            <a:extLst>
              <a:ext uri="{FF2B5EF4-FFF2-40B4-BE49-F238E27FC236}">
                <a16:creationId xmlns:a16="http://schemas.microsoft.com/office/drawing/2014/main" id="{0CA8BC01-BC10-D8D4-9E7E-61323DA235AE}"/>
              </a:ext>
            </a:extLst>
          </p:cNvPr>
          <p:cNvSpPr>
            <a:spLocks noChangeArrowheads="1"/>
          </p:cNvSpPr>
          <p:nvPr/>
        </p:nvSpPr>
        <p:spPr bwMode="auto">
          <a:xfrm>
            <a:off x="5870575" y="31527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2952" name="Rectangle 10">
            <a:extLst>
              <a:ext uri="{FF2B5EF4-FFF2-40B4-BE49-F238E27FC236}">
                <a16:creationId xmlns:a16="http://schemas.microsoft.com/office/drawing/2014/main" id="{C68D8BFC-DDF5-32CD-B06E-ACFB4A71FE71}"/>
              </a:ext>
            </a:extLst>
          </p:cNvPr>
          <p:cNvSpPr>
            <a:spLocks noChangeArrowheads="1"/>
          </p:cNvSpPr>
          <p:nvPr/>
        </p:nvSpPr>
        <p:spPr bwMode="auto">
          <a:xfrm rot="5400000">
            <a:off x="4932363" y="4157663"/>
            <a:ext cx="21526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EX/M</a:t>
            </a:r>
            <a:r>
              <a:rPr lang="en-US" altLang="zh-CN">
                <a:ea typeface="宋体" panose="02010600030101010101" pitchFamily="2" charset="-122"/>
              </a:rPr>
              <a:t>: R-type’s Result</a:t>
            </a:r>
          </a:p>
        </p:txBody>
      </p:sp>
      <p:sp>
        <p:nvSpPr>
          <p:cNvPr id="82953" name="Rectangle 11">
            <a:extLst>
              <a:ext uri="{FF2B5EF4-FFF2-40B4-BE49-F238E27FC236}">
                <a16:creationId xmlns:a16="http://schemas.microsoft.com/office/drawing/2014/main" id="{F2C863C8-D638-5EEB-8818-4E95B041521F}"/>
              </a:ext>
            </a:extLst>
          </p:cNvPr>
          <p:cNvSpPr>
            <a:spLocks noChangeArrowheads="1"/>
          </p:cNvSpPr>
          <p:nvPr/>
        </p:nvSpPr>
        <p:spPr bwMode="auto">
          <a:xfrm>
            <a:off x="7775575" y="31527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2954" name="Rectangle 12">
            <a:extLst>
              <a:ext uri="{FF2B5EF4-FFF2-40B4-BE49-F238E27FC236}">
                <a16:creationId xmlns:a16="http://schemas.microsoft.com/office/drawing/2014/main" id="{CC0E80FD-B8E6-9308-D880-EBD5FCF3C342}"/>
              </a:ext>
            </a:extLst>
          </p:cNvPr>
          <p:cNvSpPr>
            <a:spLocks noChangeArrowheads="1"/>
          </p:cNvSpPr>
          <p:nvPr/>
        </p:nvSpPr>
        <p:spPr bwMode="auto">
          <a:xfrm rot="5400000">
            <a:off x="6940550" y="4156076"/>
            <a:ext cx="195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M/WB</a:t>
            </a:r>
            <a:r>
              <a:rPr lang="en-US" altLang="zh-CN">
                <a:ea typeface="宋体" panose="02010600030101010101" pitchFamily="2" charset="-122"/>
              </a:rPr>
              <a:t>: Load’s Dout</a:t>
            </a:r>
          </a:p>
        </p:txBody>
      </p:sp>
      <p:sp>
        <p:nvSpPr>
          <p:cNvPr id="82955" name="Rectangle 13">
            <a:extLst>
              <a:ext uri="{FF2B5EF4-FFF2-40B4-BE49-F238E27FC236}">
                <a16:creationId xmlns:a16="http://schemas.microsoft.com/office/drawing/2014/main" id="{794D393F-7257-5742-9A80-BB5E8E1BEE98}"/>
              </a:ext>
            </a:extLst>
          </p:cNvPr>
          <p:cNvSpPr>
            <a:spLocks noChangeArrowheads="1"/>
          </p:cNvSpPr>
          <p:nvPr/>
        </p:nvSpPr>
        <p:spPr bwMode="auto">
          <a:xfrm>
            <a:off x="688975" y="3152775"/>
            <a:ext cx="288925" cy="1117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2956" name="Rectangle 14">
            <a:extLst>
              <a:ext uri="{FF2B5EF4-FFF2-40B4-BE49-F238E27FC236}">
                <a16:creationId xmlns:a16="http://schemas.microsoft.com/office/drawing/2014/main" id="{044E445A-9DAB-4643-4B30-90F0294500E0}"/>
              </a:ext>
            </a:extLst>
          </p:cNvPr>
          <p:cNvSpPr>
            <a:spLocks noChangeArrowheads="1"/>
          </p:cNvSpPr>
          <p:nvPr/>
        </p:nvSpPr>
        <p:spPr bwMode="auto">
          <a:xfrm rot="5400000">
            <a:off x="388938" y="3543300"/>
            <a:ext cx="8826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PC</a:t>
            </a:r>
            <a:r>
              <a:rPr lang="en-US" altLang="zh-CN">
                <a:ea typeface="宋体" panose="02010600030101010101" pitchFamily="2" charset="-122"/>
              </a:rPr>
              <a:t> = 16</a:t>
            </a:r>
          </a:p>
        </p:txBody>
      </p:sp>
      <p:sp>
        <p:nvSpPr>
          <p:cNvPr id="82957" name="Rectangle 15">
            <a:extLst>
              <a:ext uri="{FF2B5EF4-FFF2-40B4-BE49-F238E27FC236}">
                <a16:creationId xmlns:a16="http://schemas.microsoft.com/office/drawing/2014/main" id="{1C1B9C48-9E3D-831F-F8D6-8C1EB1FAE52F}"/>
              </a:ext>
            </a:extLst>
          </p:cNvPr>
          <p:cNvSpPr>
            <a:spLocks noChangeArrowheads="1"/>
          </p:cNvSpPr>
          <p:nvPr/>
        </p:nvSpPr>
        <p:spPr bwMode="auto">
          <a:xfrm>
            <a:off x="6784975" y="3609975"/>
            <a:ext cx="636588" cy="127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2958" name="Rectangle 16">
            <a:extLst>
              <a:ext uri="{FF2B5EF4-FFF2-40B4-BE49-F238E27FC236}">
                <a16:creationId xmlns:a16="http://schemas.microsoft.com/office/drawing/2014/main" id="{7776502B-0C5B-519F-A7E9-E55084ABC5E4}"/>
              </a:ext>
            </a:extLst>
          </p:cNvPr>
          <p:cNvSpPr>
            <a:spLocks noChangeArrowheads="1"/>
          </p:cNvSpPr>
          <p:nvPr/>
        </p:nvSpPr>
        <p:spPr bwMode="auto">
          <a:xfrm>
            <a:off x="6684963" y="3617913"/>
            <a:ext cx="7842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Data</a:t>
            </a:r>
          </a:p>
          <a:p>
            <a:pPr algn="ctr"/>
            <a:r>
              <a:rPr lang="en-US" altLang="zh-CN">
                <a:solidFill>
                  <a:schemeClr val="accent2"/>
                </a:solidFill>
                <a:latin typeface="Arial" panose="020B0604020202020204" pitchFamily="34" charset="0"/>
                <a:ea typeface="宋体" panose="02010600030101010101" pitchFamily="2" charset="-122"/>
              </a:rPr>
              <a:t>Mem</a:t>
            </a:r>
          </a:p>
        </p:txBody>
      </p:sp>
      <p:sp>
        <p:nvSpPr>
          <p:cNvPr id="82959" name="Rectangle 17">
            <a:extLst>
              <a:ext uri="{FF2B5EF4-FFF2-40B4-BE49-F238E27FC236}">
                <a16:creationId xmlns:a16="http://schemas.microsoft.com/office/drawing/2014/main" id="{817D3DC4-9DF6-DCAE-F783-C34E4EBE93C1}"/>
              </a:ext>
            </a:extLst>
          </p:cNvPr>
          <p:cNvSpPr>
            <a:spLocks noChangeArrowheads="1"/>
          </p:cNvSpPr>
          <p:nvPr/>
        </p:nvSpPr>
        <p:spPr bwMode="auto">
          <a:xfrm>
            <a:off x="6724650" y="4383088"/>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WA</a:t>
            </a:r>
          </a:p>
        </p:txBody>
      </p:sp>
      <p:sp>
        <p:nvSpPr>
          <p:cNvPr id="82960" name="Rectangle 18">
            <a:extLst>
              <a:ext uri="{FF2B5EF4-FFF2-40B4-BE49-F238E27FC236}">
                <a16:creationId xmlns:a16="http://schemas.microsoft.com/office/drawing/2014/main" id="{BF520FAD-44A3-235C-6C9C-85C7917D7729}"/>
              </a:ext>
            </a:extLst>
          </p:cNvPr>
          <p:cNvSpPr>
            <a:spLocks noChangeArrowheads="1"/>
          </p:cNvSpPr>
          <p:nvPr/>
        </p:nvSpPr>
        <p:spPr bwMode="auto">
          <a:xfrm>
            <a:off x="6767513" y="4598988"/>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82961" name="Rectangle 19">
            <a:extLst>
              <a:ext uri="{FF2B5EF4-FFF2-40B4-BE49-F238E27FC236}">
                <a16:creationId xmlns:a16="http://schemas.microsoft.com/office/drawing/2014/main" id="{45994C25-D6FC-F1A0-EDCB-0E3A86ED6E01}"/>
              </a:ext>
            </a:extLst>
          </p:cNvPr>
          <p:cNvSpPr>
            <a:spLocks noChangeArrowheads="1"/>
          </p:cNvSpPr>
          <p:nvPr/>
        </p:nvSpPr>
        <p:spPr bwMode="auto">
          <a:xfrm>
            <a:off x="6696075" y="4140200"/>
            <a:ext cx="473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82962" name="Rectangle 20">
            <a:extLst>
              <a:ext uri="{FF2B5EF4-FFF2-40B4-BE49-F238E27FC236}">
                <a16:creationId xmlns:a16="http://schemas.microsoft.com/office/drawing/2014/main" id="{FC77BA7E-E7ED-C047-A965-B265918CF0EE}"/>
              </a:ext>
            </a:extLst>
          </p:cNvPr>
          <p:cNvSpPr>
            <a:spLocks noChangeArrowheads="1"/>
          </p:cNvSpPr>
          <p:nvPr/>
        </p:nvSpPr>
        <p:spPr bwMode="auto">
          <a:xfrm>
            <a:off x="7031038" y="4154488"/>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Do</a:t>
            </a:r>
          </a:p>
        </p:txBody>
      </p:sp>
      <p:sp>
        <p:nvSpPr>
          <p:cNvPr id="82963" name="Rectangle 21">
            <a:extLst>
              <a:ext uri="{FF2B5EF4-FFF2-40B4-BE49-F238E27FC236}">
                <a16:creationId xmlns:a16="http://schemas.microsoft.com/office/drawing/2014/main" id="{52726011-3F36-AEB8-C160-385ECDE825FA}"/>
              </a:ext>
            </a:extLst>
          </p:cNvPr>
          <p:cNvSpPr>
            <a:spLocks noChangeArrowheads="1"/>
          </p:cNvSpPr>
          <p:nvPr/>
        </p:nvSpPr>
        <p:spPr bwMode="auto">
          <a:xfrm>
            <a:off x="1374775" y="3152775"/>
            <a:ext cx="365125" cy="2032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2964" name="Rectangle 22">
            <a:extLst>
              <a:ext uri="{FF2B5EF4-FFF2-40B4-BE49-F238E27FC236}">
                <a16:creationId xmlns:a16="http://schemas.microsoft.com/office/drawing/2014/main" id="{EA930CFC-08A1-D422-9D67-D969D6619E17}"/>
              </a:ext>
            </a:extLst>
          </p:cNvPr>
          <p:cNvSpPr>
            <a:spLocks noChangeArrowheads="1"/>
          </p:cNvSpPr>
          <p:nvPr/>
        </p:nvSpPr>
        <p:spPr bwMode="auto">
          <a:xfrm rot="5400000">
            <a:off x="1266031" y="4217194"/>
            <a:ext cx="6334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IUnit</a:t>
            </a:r>
          </a:p>
        </p:txBody>
      </p:sp>
      <p:sp>
        <p:nvSpPr>
          <p:cNvPr id="82965" name="Rectangle 23">
            <a:extLst>
              <a:ext uri="{FF2B5EF4-FFF2-40B4-BE49-F238E27FC236}">
                <a16:creationId xmlns:a16="http://schemas.microsoft.com/office/drawing/2014/main" id="{B6173E38-E2F3-43D3-F32A-23494A23F9E2}"/>
              </a:ext>
            </a:extLst>
          </p:cNvPr>
          <p:cNvSpPr>
            <a:spLocks noChangeArrowheads="1"/>
          </p:cNvSpPr>
          <p:nvPr/>
        </p:nvSpPr>
        <p:spPr bwMode="auto">
          <a:xfrm>
            <a:off x="1357313" y="3773488"/>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a:t>
            </a:r>
          </a:p>
        </p:txBody>
      </p:sp>
      <p:sp>
        <p:nvSpPr>
          <p:cNvPr id="82966" name="Rectangle 24">
            <a:extLst>
              <a:ext uri="{FF2B5EF4-FFF2-40B4-BE49-F238E27FC236}">
                <a16:creationId xmlns:a16="http://schemas.microsoft.com/office/drawing/2014/main" id="{FD4F909B-59E0-AD54-DE9A-E1CE737EAB2B}"/>
              </a:ext>
            </a:extLst>
          </p:cNvPr>
          <p:cNvSpPr>
            <a:spLocks noChangeArrowheads="1"/>
          </p:cNvSpPr>
          <p:nvPr/>
        </p:nvSpPr>
        <p:spPr bwMode="auto">
          <a:xfrm>
            <a:off x="1509713" y="4852988"/>
            <a:ext cx="260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a:t>
            </a:r>
          </a:p>
        </p:txBody>
      </p:sp>
      <p:sp>
        <p:nvSpPr>
          <p:cNvPr id="82967" name="Rectangle 25">
            <a:extLst>
              <a:ext uri="{FF2B5EF4-FFF2-40B4-BE49-F238E27FC236}">
                <a16:creationId xmlns:a16="http://schemas.microsoft.com/office/drawing/2014/main" id="{6F86FFDF-AFAB-60A2-03EB-96DEFA7C4A52}"/>
              </a:ext>
            </a:extLst>
          </p:cNvPr>
          <p:cNvSpPr>
            <a:spLocks noChangeArrowheads="1"/>
          </p:cNvSpPr>
          <p:nvPr/>
        </p:nvSpPr>
        <p:spPr bwMode="auto">
          <a:xfrm>
            <a:off x="3073400" y="3768725"/>
            <a:ext cx="608013" cy="11874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2968" name="Rectangle 26">
            <a:extLst>
              <a:ext uri="{FF2B5EF4-FFF2-40B4-BE49-F238E27FC236}">
                <a16:creationId xmlns:a16="http://schemas.microsoft.com/office/drawing/2014/main" id="{5CEC8F77-ED7A-B1E9-0C1E-2124787AC3BE}"/>
              </a:ext>
            </a:extLst>
          </p:cNvPr>
          <p:cNvSpPr>
            <a:spLocks noChangeArrowheads="1"/>
          </p:cNvSpPr>
          <p:nvPr/>
        </p:nvSpPr>
        <p:spPr bwMode="auto">
          <a:xfrm>
            <a:off x="3005138" y="4398963"/>
            <a:ext cx="6778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RFile</a:t>
            </a:r>
          </a:p>
        </p:txBody>
      </p:sp>
      <p:sp>
        <p:nvSpPr>
          <p:cNvPr id="82969" name="Rectangle 27">
            <a:extLst>
              <a:ext uri="{FF2B5EF4-FFF2-40B4-BE49-F238E27FC236}">
                <a16:creationId xmlns:a16="http://schemas.microsoft.com/office/drawing/2014/main" id="{B2D65E7B-A6E8-1CF3-605A-15CB2B71308D}"/>
              </a:ext>
            </a:extLst>
          </p:cNvPr>
          <p:cNvSpPr>
            <a:spLocks noChangeArrowheads="1"/>
          </p:cNvSpPr>
          <p:nvPr/>
        </p:nvSpPr>
        <p:spPr bwMode="auto">
          <a:xfrm>
            <a:off x="3338513" y="4662488"/>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82970" name="Rectangle 28">
            <a:extLst>
              <a:ext uri="{FF2B5EF4-FFF2-40B4-BE49-F238E27FC236}">
                <a16:creationId xmlns:a16="http://schemas.microsoft.com/office/drawing/2014/main" id="{B7E326EF-A8AB-9D97-C863-4748CEEAD1A5}"/>
              </a:ext>
            </a:extLst>
          </p:cNvPr>
          <p:cNvSpPr>
            <a:spLocks noChangeArrowheads="1"/>
          </p:cNvSpPr>
          <p:nvPr/>
        </p:nvSpPr>
        <p:spPr bwMode="auto">
          <a:xfrm>
            <a:off x="3033713" y="3827463"/>
            <a:ext cx="4397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82971" name="Rectangle 29">
            <a:extLst>
              <a:ext uri="{FF2B5EF4-FFF2-40B4-BE49-F238E27FC236}">
                <a16:creationId xmlns:a16="http://schemas.microsoft.com/office/drawing/2014/main" id="{D7A4BF6A-8CAC-4336-6308-3F5EA8058E4A}"/>
              </a:ext>
            </a:extLst>
          </p:cNvPr>
          <p:cNvSpPr>
            <a:spLocks noChangeArrowheads="1"/>
          </p:cNvSpPr>
          <p:nvPr/>
        </p:nvSpPr>
        <p:spPr bwMode="auto">
          <a:xfrm>
            <a:off x="3033713" y="4157663"/>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Rb</a:t>
            </a:r>
          </a:p>
        </p:txBody>
      </p:sp>
      <p:sp>
        <p:nvSpPr>
          <p:cNvPr id="82972" name="Rectangle 30">
            <a:extLst>
              <a:ext uri="{FF2B5EF4-FFF2-40B4-BE49-F238E27FC236}">
                <a16:creationId xmlns:a16="http://schemas.microsoft.com/office/drawing/2014/main" id="{60A6246A-BE9A-7650-D46A-789F608F0DA9}"/>
              </a:ext>
            </a:extLst>
          </p:cNvPr>
          <p:cNvSpPr>
            <a:spLocks noChangeArrowheads="1"/>
          </p:cNvSpPr>
          <p:nvPr/>
        </p:nvSpPr>
        <p:spPr bwMode="auto">
          <a:xfrm>
            <a:off x="2995613" y="4681538"/>
            <a:ext cx="485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Rw</a:t>
            </a:r>
          </a:p>
        </p:txBody>
      </p:sp>
      <p:sp>
        <p:nvSpPr>
          <p:cNvPr id="71711" name="Rectangle 31">
            <a:extLst>
              <a:ext uri="{FF2B5EF4-FFF2-40B4-BE49-F238E27FC236}">
                <a16:creationId xmlns:a16="http://schemas.microsoft.com/office/drawing/2014/main" id="{D01CB854-4447-4E67-DA75-AB132FB54F7F}"/>
              </a:ext>
            </a:extLst>
          </p:cNvPr>
          <p:cNvSpPr>
            <a:spLocks noChangeArrowheads="1"/>
          </p:cNvSpPr>
          <p:nvPr/>
        </p:nvSpPr>
        <p:spPr bwMode="auto">
          <a:xfrm>
            <a:off x="2981325" y="2035175"/>
            <a:ext cx="1174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rgbClr val="CC0000"/>
                </a:solidFill>
                <a:latin typeface="Arial" panose="020B0604020202020204" pitchFamily="34" charset="0"/>
                <a:ea typeface="宋体" panose="02010600030101010101" pitchFamily="2" charset="-122"/>
              </a:rPr>
              <a:t>RegWr=0</a:t>
            </a:r>
            <a:endParaRPr lang="zh-CN" altLang="en-US" u="sng">
              <a:solidFill>
                <a:srgbClr val="CC0000"/>
              </a:solidFill>
              <a:latin typeface="Arial" panose="020B0604020202020204" pitchFamily="34" charset="0"/>
              <a:ea typeface="宋体" panose="02010600030101010101" pitchFamily="2" charset="-122"/>
            </a:endParaRPr>
          </a:p>
        </p:txBody>
      </p:sp>
      <p:sp>
        <p:nvSpPr>
          <p:cNvPr id="82974" name="Line 32">
            <a:extLst>
              <a:ext uri="{FF2B5EF4-FFF2-40B4-BE49-F238E27FC236}">
                <a16:creationId xmlns:a16="http://schemas.microsoft.com/office/drawing/2014/main" id="{5D271A8B-D349-555A-FB93-5C933BD8FDEC}"/>
              </a:ext>
            </a:extLst>
          </p:cNvPr>
          <p:cNvSpPr>
            <a:spLocks noChangeShapeType="1"/>
          </p:cNvSpPr>
          <p:nvPr/>
        </p:nvSpPr>
        <p:spPr bwMode="auto">
          <a:xfrm>
            <a:off x="5324475" y="4672013"/>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3" name="Rectangle 33">
            <a:extLst>
              <a:ext uri="{FF2B5EF4-FFF2-40B4-BE49-F238E27FC236}">
                <a16:creationId xmlns:a16="http://schemas.microsoft.com/office/drawing/2014/main" id="{0F6199BA-8E3B-2967-E365-271ADCBD9F26}"/>
              </a:ext>
            </a:extLst>
          </p:cNvPr>
          <p:cNvSpPr>
            <a:spLocks noChangeArrowheads="1"/>
          </p:cNvSpPr>
          <p:nvPr/>
        </p:nvSpPr>
        <p:spPr bwMode="auto">
          <a:xfrm>
            <a:off x="2519363" y="1731963"/>
            <a:ext cx="1265237" cy="336550"/>
          </a:xfrm>
          <a:prstGeom prst="rect">
            <a:avLst/>
          </a:prstGeom>
          <a:solidFill>
            <a:schemeClr val="tx2">
              <a:lumMod val="25000"/>
              <a:lumOff val="75000"/>
            </a:schemeClr>
          </a:solidFill>
          <a:ln w="12700">
            <a:noFill/>
            <a:miter lim="800000"/>
          </a:ln>
        </p:spPr>
        <p:txBody>
          <a:bodyPr lIns="90488" tIns="44450" rIns="90488" bIns="44450">
            <a:spAutoFit/>
          </a:bodyPr>
          <a:lstStyle/>
          <a:p>
            <a:pPr eaLnBrk="0" hangingPunct="0">
              <a:defRPr/>
            </a:pPr>
            <a:r>
              <a:rPr lang="en-US" altLang="zh-CN" u="sng" dirty="0" err="1">
                <a:solidFill>
                  <a:schemeClr val="accent2"/>
                </a:solidFill>
                <a:latin typeface="Arial" panose="020B0604020202020204" pitchFamily="34" charset="0"/>
                <a:ea typeface="宋体" panose="02010600030101010101" pitchFamily="2" charset="-122"/>
              </a:rPr>
              <a:t>ExtOp</a:t>
            </a:r>
            <a:r>
              <a:rPr lang="en-US" altLang="zh-CN" u="sng" dirty="0">
                <a:solidFill>
                  <a:schemeClr val="accent2"/>
                </a:solidFill>
                <a:latin typeface="Arial" panose="020B0604020202020204" pitchFamily="34" charset="0"/>
                <a:ea typeface="宋体" panose="02010600030101010101" pitchFamily="2" charset="-122"/>
              </a:rPr>
              <a:t>=010 </a:t>
            </a:r>
          </a:p>
        </p:txBody>
      </p:sp>
      <p:sp>
        <p:nvSpPr>
          <p:cNvPr id="71714" name="Line 34">
            <a:extLst>
              <a:ext uri="{FF2B5EF4-FFF2-40B4-BE49-F238E27FC236}">
                <a16:creationId xmlns:a16="http://schemas.microsoft.com/office/drawing/2014/main" id="{AB530D19-665F-492E-27C6-A4A9BBA8F70F}"/>
              </a:ext>
            </a:extLst>
          </p:cNvPr>
          <p:cNvSpPr>
            <a:spLocks noChangeShapeType="1"/>
          </p:cNvSpPr>
          <p:nvPr/>
        </p:nvSpPr>
        <p:spPr bwMode="auto">
          <a:xfrm>
            <a:off x="5454650" y="4292600"/>
            <a:ext cx="415925"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7" name="Rectangle 35">
            <a:extLst>
              <a:ext uri="{FF2B5EF4-FFF2-40B4-BE49-F238E27FC236}">
                <a16:creationId xmlns:a16="http://schemas.microsoft.com/office/drawing/2014/main" id="{A49EF655-F329-333C-8E22-121DD3E5C835}"/>
              </a:ext>
            </a:extLst>
          </p:cNvPr>
          <p:cNvSpPr>
            <a:spLocks noChangeArrowheads="1"/>
          </p:cNvSpPr>
          <p:nvPr/>
        </p:nvSpPr>
        <p:spPr bwMode="auto">
          <a:xfrm>
            <a:off x="4846638" y="4094163"/>
            <a:ext cx="6540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Exec</a:t>
            </a:r>
          </a:p>
          <a:p>
            <a:pPr algn="ctr"/>
            <a:r>
              <a:rPr lang="en-US" altLang="zh-CN">
                <a:solidFill>
                  <a:schemeClr val="accent2"/>
                </a:solidFill>
                <a:latin typeface="Arial" panose="020B0604020202020204" pitchFamily="34" charset="0"/>
                <a:ea typeface="宋体" panose="02010600030101010101" pitchFamily="2" charset="-122"/>
              </a:rPr>
              <a:t>Unit</a:t>
            </a:r>
          </a:p>
        </p:txBody>
      </p:sp>
      <p:sp>
        <p:nvSpPr>
          <p:cNvPr id="82978" name="Rectangle 36">
            <a:extLst>
              <a:ext uri="{FF2B5EF4-FFF2-40B4-BE49-F238E27FC236}">
                <a16:creationId xmlns:a16="http://schemas.microsoft.com/office/drawing/2014/main" id="{E867E7F0-1042-5359-ECAB-8D4C0B3CF13A}"/>
              </a:ext>
            </a:extLst>
          </p:cNvPr>
          <p:cNvSpPr>
            <a:spLocks noChangeArrowheads="1"/>
          </p:cNvSpPr>
          <p:nvPr/>
        </p:nvSpPr>
        <p:spPr bwMode="auto">
          <a:xfrm>
            <a:off x="4889500" y="3152775"/>
            <a:ext cx="584200" cy="1498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2979" name="Rectangle 37">
            <a:extLst>
              <a:ext uri="{FF2B5EF4-FFF2-40B4-BE49-F238E27FC236}">
                <a16:creationId xmlns:a16="http://schemas.microsoft.com/office/drawing/2014/main" id="{C70412EB-D051-D249-FE68-0A80C6A2B788}"/>
              </a:ext>
            </a:extLst>
          </p:cNvPr>
          <p:cNvSpPr>
            <a:spLocks noChangeArrowheads="1"/>
          </p:cNvSpPr>
          <p:nvPr/>
        </p:nvSpPr>
        <p:spPr bwMode="auto">
          <a:xfrm>
            <a:off x="4862513" y="3675063"/>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82980" name="Rectangle 38">
            <a:extLst>
              <a:ext uri="{FF2B5EF4-FFF2-40B4-BE49-F238E27FC236}">
                <a16:creationId xmlns:a16="http://schemas.microsoft.com/office/drawing/2014/main" id="{D4BC4168-BB0C-70DE-B962-79F5BD31B5F5}"/>
              </a:ext>
            </a:extLst>
          </p:cNvPr>
          <p:cNvSpPr>
            <a:spLocks noChangeArrowheads="1"/>
          </p:cNvSpPr>
          <p:nvPr/>
        </p:nvSpPr>
        <p:spPr bwMode="auto">
          <a:xfrm>
            <a:off x="4862513" y="3929063"/>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sp>
        <p:nvSpPr>
          <p:cNvPr id="82981" name="Line 39">
            <a:extLst>
              <a:ext uri="{FF2B5EF4-FFF2-40B4-BE49-F238E27FC236}">
                <a16:creationId xmlns:a16="http://schemas.microsoft.com/office/drawing/2014/main" id="{E18ECD26-8066-6897-0F24-93E622FE4F43}"/>
              </a:ext>
            </a:extLst>
          </p:cNvPr>
          <p:cNvSpPr>
            <a:spLocks noChangeShapeType="1"/>
          </p:cNvSpPr>
          <p:nvPr/>
        </p:nvSpPr>
        <p:spPr bwMode="auto">
          <a:xfrm flipH="1">
            <a:off x="2851150" y="2065338"/>
            <a:ext cx="0" cy="1344612"/>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82" name="Rectangle 40">
            <a:extLst>
              <a:ext uri="{FF2B5EF4-FFF2-40B4-BE49-F238E27FC236}">
                <a16:creationId xmlns:a16="http://schemas.microsoft.com/office/drawing/2014/main" id="{0F0097F0-A171-1CF8-9ED4-87B8A3DE850F}"/>
              </a:ext>
            </a:extLst>
          </p:cNvPr>
          <p:cNvSpPr>
            <a:spLocks noChangeArrowheads="1"/>
          </p:cNvSpPr>
          <p:nvPr/>
        </p:nvSpPr>
        <p:spPr bwMode="auto">
          <a:xfrm>
            <a:off x="4862513" y="3424238"/>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82983" name="Line 41">
            <a:extLst>
              <a:ext uri="{FF2B5EF4-FFF2-40B4-BE49-F238E27FC236}">
                <a16:creationId xmlns:a16="http://schemas.microsoft.com/office/drawing/2014/main" id="{070F8362-145E-6A81-0DB7-AC19C825F59A}"/>
              </a:ext>
            </a:extLst>
          </p:cNvPr>
          <p:cNvSpPr>
            <a:spLocks noChangeShapeType="1"/>
          </p:cNvSpPr>
          <p:nvPr/>
        </p:nvSpPr>
        <p:spPr bwMode="auto">
          <a:xfrm>
            <a:off x="5334000" y="2085975"/>
            <a:ext cx="0" cy="10414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2" name="Rectangle 42">
            <a:extLst>
              <a:ext uri="{FF2B5EF4-FFF2-40B4-BE49-F238E27FC236}">
                <a16:creationId xmlns:a16="http://schemas.microsoft.com/office/drawing/2014/main" id="{2A14AFA3-6E91-5A13-9AF5-5E65AE58ECE4}"/>
              </a:ext>
            </a:extLst>
          </p:cNvPr>
          <p:cNvSpPr>
            <a:spLocks noChangeArrowheads="1"/>
          </p:cNvSpPr>
          <p:nvPr/>
        </p:nvSpPr>
        <p:spPr bwMode="auto">
          <a:xfrm>
            <a:off x="4557713" y="1768475"/>
            <a:ext cx="1409700" cy="336550"/>
          </a:xfrm>
          <a:prstGeom prst="rect">
            <a:avLst/>
          </a:prstGeom>
          <a:solidFill>
            <a:schemeClr val="tx2">
              <a:lumMod val="25000"/>
              <a:lumOff val="75000"/>
            </a:schemeClr>
          </a:solidFill>
          <a:ln w="12700">
            <a:noFill/>
            <a:miter lim="800000"/>
          </a:ln>
        </p:spPr>
        <p:txBody>
          <a:bodyPr wrap="none"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ALUctr=R-</a:t>
            </a:r>
            <a:r>
              <a:rPr lang="zh-CN" altLang="en-US" u="sng">
                <a:solidFill>
                  <a:schemeClr val="accent2"/>
                </a:solidFill>
                <a:latin typeface="微软雅黑" panose="020B0503020204020204" pitchFamily="34" charset="-122"/>
                <a:ea typeface="微软雅黑" panose="020B0503020204020204" pitchFamily="34" charset="-122"/>
              </a:rPr>
              <a:t>型</a:t>
            </a:r>
            <a:endParaRPr lang="en-US" altLang="zh-CN" u="sng">
              <a:solidFill>
                <a:schemeClr val="accent2"/>
              </a:solidFill>
              <a:latin typeface="微软雅黑" panose="020B0503020204020204" pitchFamily="34" charset="-122"/>
              <a:ea typeface="微软雅黑" panose="020B0503020204020204" pitchFamily="34" charset="-122"/>
            </a:endParaRPr>
          </a:p>
        </p:txBody>
      </p:sp>
      <p:sp>
        <p:nvSpPr>
          <p:cNvPr id="71723" name="Rectangle 43">
            <a:extLst>
              <a:ext uri="{FF2B5EF4-FFF2-40B4-BE49-F238E27FC236}">
                <a16:creationId xmlns:a16="http://schemas.microsoft.com/office/drawing/2014/main" id="{EFB2CFDF-F03A-40B2-C21F-632DF0E234EF}"/>
              </a:ext>
            </a:extLst>
          </p:cNvPr>
          <p:cNvSpPr>
            <a:spLocks noChangeArrowheads="1"/>
          </p:cNvSpPr>
          <p:nvPr/>
        </p:nvSpPr>
        <p:spPr bwMode="auto">
          <a:xfrm>
            <a:off x="5111750" y="5757863"/>
            <a:ext cx="1325563" cy="336550"/>
          </a:xfrm>
          <a:prstGeom prst="rect">
            <a:avLst/>
          </a:prstGeom>
          <a:solidFill>
            <a:schemeClr val="tx2">
              <a:lumMod val="25000"/>
              <a:lumOff val="75000"/>
            </a:schemeClr>
          </a:solidFill>
          <a:ln w="12700">
            <a:noFill/>
            <a:miter lim="800000"/>
          </a:ln>
        </p:spPr>
        <p:txBody>
          <a:bodyPr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ALUBSrc=0</a:t>
            </a:r>
          </a:p>
        </p:txBody>
      </p:sp>
      <p:sp>
        <p:nvSpPr>
          <p:cNvPr id="82986" name="Line 45">
            <a:extLst>
              <a:ext uri="{FF2B5EF4-FFF2-40B4-BE49-F238E27FC236}">
                <a16:creationId xmlns:a16="http://schemas.microsoft.com/office/drawing/2014/main" id="{6307E575-17F4-4B9E-5D42-DCA2EF90F12D}"/>
              </a:ext>
            </a:extLst>
          </p:cNvPr>
          <p:cNvSpPr>
            <a:spLocks noChangeShapeType="1"/>
          </p:cNvSpPr>
          <p:nvPr/>
        </p:nvSpPr>
        <p:spPr bwMode="auto">
          <a:xfrm>
            <a:off x="4356100" y="3597275"/>
            <a:ext cx="508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201">
            <a:extLst>
              <a:ext uri="{FF2B5EF4-FFF2-40B4-BE49-F238E27FC236}">
                <a16:creationId xmlns:a16="http://schemas.microsoft.com/office/drawing/2014/main" id="{1D838DAA-DD8E-4300-B143-0AF163B7BDCE}"/>
              </a:ext>
            </a:extLst>
          </p:cNvPr>
          <p:cNvGrpSpPr>
            <a:grpSpLocks/>
          </p:cNvGrpSpPr>
          <p:nvPr/>
        </p:nvGrpSpPr>
        <p:grpSpPr bwMode="auto">
          <a:xfrm>
            <a:off x="4321175" y="3825875"/>
            <a:ext cx="558800" cy="304800"/>
            <a:chOff x="2722" y="2544"/>
            <a:chExt cx="352" cy="192"/>
          </a:xfrm>
        </p:grpSpPr>
        <p:sp>
          <p:nvSpPr>
            <p:cNvPr id="82988" name="Line 46">
              <a:extLst>
                <a:ext uri="{FF2B5EF4-FFF2-40B4-BE49-F238E27FC236}">
                  <a16:creationId xmlns:a16="http://schemas.microsoft.com/office/drawing/2014/main" id="{EF1A6F14-CBFA-E3FB-A1EA-736D9A00EDA6}"/>
                </a:ext>
              </a:extLst>
            </p:cNvPr>
            <p:cNvSpPr>
              <a:spLocks noChangeShapeType="1"/>
            </p:cNvSpPr>
            <p:nvPr/>
          </p:nvSpPr>
          <p:spPr bwMode="auto">
            <a:xfrm>
              <a:off x="2728" y="2736"/>
              <a:ext cx="346"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89" name="Line 47">
              <a:extLst>
                <a:ext uri="{FF2B5EF4-FFF2-40B4-BE49-F238E27FC236}">
                  <a16:creationId xmlns:a16="http://schemas.microsoft.com/office/drawing/2014/main" id="{5B4C56B1-9348-8125-B86D-8BE7B0807DA5}"/>
                </a:ext>
              </a:extLst>
            </p:cNvPr>
            <p:cNvSpPr>
              <a:spLocks noChangeShapeType="1"/>
            </p:cNvSpPr>
            <p:nvPr/>
          </p:nvSpPr>
          <p:spPr bwMode="auto">
            <a:xfrm>
              <a:off x="2722" y="2544"/>
              <a:ext cx="352"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2990" name="Group 204">
            <a:extLst>
              <a:ext uri="{FF2B5EF4-FFF2-40B4-BE49-F238E27FC236}">
                <a16:creationId xmlns:a16="http://schemas.microsoft.com/office/drawing/2014/main" id="{A5949433-9115-1219-583B-CF7737655C10}"/>
              </a:ext>
            </a:extLst>
          </p:cNvPr>
          <p:cNvGrpSpPr>
            <a:grpSpLocks/>
          </p:cNvGrpSpPr>
          <p:nvPr/>
        </p:nvGrpSpPr>
        <p:grpSpPr bwMode="auto">
          <a:xfrm>
            <a:off x="3683000" y="3825875"/>
            <a:ext cx="330200" cy="304800"/>
            <a:chOff x="2320" y="2544"/>
            <a:chExt cx="208" cy="192"/>
          </a:xfrm>
        </p:grpSpPr>
        <p:sp>
          <p:nvSpPr>
            <p:cNvPr id="82991" name="Line 44">
              <a:extLst>
                <a:ext uri="{FF2B5EF4-FFF2-40B4-BE49-F238E27FC236}">
                  <a16:creationId xmlns:a16="http://schemas.microsoft.com/office/drawing/2014/main" id="{9E8718D5-8E3F-7E7B-EDD8-C4DF83B388D8}"/>
                </a:ext>
              </a:extLst>
            </p:cNvPr>
            <p:cNvSpPr>
              <a:spLocks noChangeShapeType="1"/>
            </p:cNvSpPr>
            <p:nvPr/>
          </p:nvSpPr>
          <p:spPr bwMode="auto">
            <a:xfrm>
              <a:off x="2320" y="2544"/>
              <a:ext cx="208"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92" name="Line 48">
              <a:extLst>
                <a:ext uri="{FF2B5EF4-FFF2-40B4-BE49-F238E27FC236}">
                  <a16:creationId xmlns:a16="http://schemas.microsoft.com/office/drawing/2014/main" id="{283B016E-E0D9-63D5-7D16-64EBD3A2F415}"/>
                </a:ext>
              </a:extLst>
            </p:cNvPr>
            <p:cNvSpPr>
              <a:spLocks noChangeShapeType="1"/>
            </p:cNvSpPr>
            <p:nvPr/>
          </p:nvSpPr>
          <p:spPr bwMode="auto">
            <a:xfrm>
              <a:off x="2320" y="2736"/>
              <a:ext cx="208"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1731" name="Line 51">
            <a:extLst>
              <a:ext uri="{FF2B5EF4-FFF2-40B4-BE49-F238E27FC236}">
                <a16:creationId xmlns:a16="http://schemas.microsoft.com/office/drawing/2014/main" id="{0BF9A9A9-B989-432F-C242-1FC594846513}"/>
              </a:ext>
            </a:extLst>
          </p:cNvPr>
          <p:cNvSpPr>
            <a:spLocks noChangeShapeType="1"/>
          </p:cNvSpPr>
          <p:nvPr/>
        </p:nvSpPr>
        <p:spPr bwMode="auto">
          <a:xfrm>
            <a:off x="6197600" y="4283075"/>
            <a:ext cx="558800" cy="0"/>
          </a:xfrm>
          <a:prstGeom prst="line">
            <a:avLst/>
          </a:prstGeom>
          <a:noFill/>
          <a:ln w="508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94" name="Line 52">
            <a:extLst>
              <a:ext uri="{FF2B5EF4-FFF2-40B4-BE49-F238E27FC236}">
                <a16:creationId xmlns:a16="http://schemas.microsoft.com/office/drawing/2014/main" id="{F55305F0-8305-717D-9E86-13E259CD8772}"/>
              </a:ext>
            </a:extLst>
          </p:cNvPr>
          <p:cNvSpPr>
            <a:spLocks noChangeShapeType="1"/>
          </p:cNvSpPr>
          <p:nvPr/>
        </p:nvSpPr>
        <p:spPr bwMode="auto">
          <a:xfrm>
            <a:off x="4495800" y="4143375"/>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95" name="Line 53">
            <a:extLst>
              <a:ext uri="{FF2B5EF4-FFF2-40B4-BE49-F238E27FC236}">
                <a16:creationId xmlns:a16="http://schemas.microsoft.com/office/drawing/2014/main" id="{CB5FB9AF-642C-F881-531E-9422EB334370}"/>
              </a:ext>
            </a:extLst>
          </p:cNvPr>
          <p:cNvSpPr>
            <a:spLocks noChangeShapeType="1"/>
          </p:cNvSpPr>
          <p:nvPr/>
        </p:nvSpPr>
        <p:spPr bwMode="auto">
          <a:xfrm>
            <a:off x="4508500" y="4816475"/>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96" name="Line 54">
            <a:extLst>
              <a:ext uri="{FF2B5EF4-FFF2-40B4-BE49-F238E27FC236}">
                <a16:creationId xmlns:a16="http://schemas.microsoft.com/office/drawing/2014/main" id="{580484B2-205C-8BA7-3526-E65DFA7714CE}"/>
              </a:ext>
            </a:extLst>
          </p:cNvPr>
          <p:cNvSpPr>
            <a:spLocks noChangeShapeType="1"/>
          </p:cNvSpPr>
          <p:nvPr/>
        </p:nvSpPr>
        <p:spPr bwMode="auto">
          <a:xfrm>
            <a:off x="6184900" y="4816475"/>
            <a:ext cx="584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97" name="Line 55">
            <a:extLst>
              <a:ext uri="{FF2B5EF4-FFF2-40B4-BE49-F238E27FC236}">
                <a16:creationId xmlns:a16="http://schemas.microsoft.com/office/drawing/2014/main" id="{E4407ED5-CBD8-D998-BBFB-CF8674BF8465}"/>
              </a:ext>
            </a:extLst>
          </p:cNvPr>
          <p:cNvSpPr>
            <a:spLocks noChangeShapeType="1"/>
          </p:cNvSpPr>
          <p:nvPr/>
        </p:nvSpPr>
        <p:spPr bwMode="auto">
          <a:xfrm>
            <a:off x="6413500" y="45116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98" name="Line 56">
            <a:extLst>
              <a:ext uri="{FF2B5EF4-FFF2-40B4-BE49-F238E27FC236}">
                <a16:creationId xmlns:a16="http://schemas.microsoft.com/office/drawing/2014/main" id="{6AB3C509-39F8-0E15-E69D-8553CD2710B7}"/>
              </a:ext>
            </a:extLst>
          </p:cNvPr>
          <p:cNvSpPr>
            <a:spLocks noChangeShapeType="1"/>
          </p:cNvSpPr>
          <p:nvPr/>
        </p:nvSpPr>
        <p:spPr bwMode="auto">
          <a:xfrm>
            <a:off x="6400800" y="4295775"/>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7" name="Line 57">
            <a:extLst>
              <a:ext uri="{FF2B5EF4-FFF2-40B4-BE49-F238E27FC236}">
                <a16:creationId xmlns:a16="http://schemas.microsoft.com/office/drawing/2014/main" id="{E2C93FF0-0A92-5109-8B3F-6996F848F409}"/>
              </a:ext>
            </a:extLst>
          </p:cNvPr>
          <p:cNvSpPr>
            <a:spLocks noChangeShapeType="1"/>
          </p:cNvSpPr>
          <p:nvPr/>
        </p:nvSpPr>
        <p:spPr bwMode="auto">
          <a:xfrm>
            <a:off x="7416800" y="4359275"/>
            <a:ext cx="330200" cy="0"/>
          </a:xfrm>
          <a:prstGeom prst="line">
            <a:avLst/>
          </a:prstGeom>
          <a:noFill/>
          <a:ln w="508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00" name="Line 58">
            <a:extLst>
              <a:ext uri="{FF2B5EF4-FFF2-40B4-BE49-F238E27FC236}">
                <a16:creationId xmlns:a16="http://schemas.microsoft.com/office/drawing/2014/main" id="{124493DA-7797-E3D5-2CB2-CA780BCAF37C}"/>
              </a:ext>
            </a:extLst>
          </p:cNvPr>
          <p:cNvSpPr>
            <a:spLocks noChangeShapeType="1"/>
          </p:cNvSpPr>
          <p:nvPr/>
        </p:nvSpPr>
        <p:spPr bwMode="auto">
          <a:xfrm>
            <a:off x="6413500" y="4968875"/>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3001" name="Group 66">
            <a:extLst>
              <a:ext uri="{FF2B5EF4-FFF2-40B4-BE49-F238E27FC236}">
                <a16:creationId xmlns:a16="http://schemas.microsoft.com/office/drawing/2014/main" id="{E0030B52-8162-7227-49AD-B15D78F86178}"/>
              </a:ext>
            </a:extLst>
          </p:cNvPr>
          <p:cNvGrpSpPr>
            <a:grpSpLocks/>
          </p:cNvGrpSpPr>
          <p:nvPr/>
        </p:nvGrpSpPr>
        <p:grpSpPr bwMode="auto">
          <a:xfrm>
            <a:off x="8397875" y="4219575"/>
            <a:ext cx="333375" cy="949325"/>
            <a:chOff x="5290" y="2792"/>
            <a:chExt cx="210" cy="598"/>
          </a:xfrm>
        </p:grpSpPr>
        <p:sp>
          <p:nvSpPr>
            <p:cNvPr id="83002" name="Line 59">
              <a:extLst>
                <a:ext uri="{FF2B5EF4-FFF2-40B4-BE49-F238E27FC236}">
                  <a16:creationId xmlns:a16="http://schemas.microsoft.com/office/drawing/2014/main" id="{D396C4DB-5541-A1F1-A8B0-FB5E5BF9D683}"/>
                </a:ext>
              </a:extLst>
            </p:cNvPr>
            <p:cNvSpPr>
              <a:spLocks noChangeShapeType="1"/>
            </p:cNvSpPr>
            <p:nvPr/>
          </p:nvSpPr>
          <p:spPr bwMode="auto">
            <a:xfrm>
              <a:off x="5328" y="2792"/>
              <a:ext cx="0" cy="5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03" name="Line 60">
              <a:extLst>
                <a:ext uri="{FF2B5EF4-FFF2-40B4-BE49-F238E27FC236}">
                  <a16:creationId xmlns:a16="http://schemas.microsoft.com/office/drawing/2014/main" id="{8F1940DD-9793-3722-761B-7344E2EB054A}"/>
                </a:ext>
              </a:extLst>
            </p:cNvPr>
            <p:cNvSpPr>
              <a:spLocks noChangeShapeType="1"/>
            </p:cNvSpPr>
            <p:nvPr/>
          </p:nvSpPr>
          <p:spPr bwMode="auto">
            <a:xfrm>
              <a:off x="5336" y="2792"/>
              <a:ext cx="128" cy="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04" name="Line 61">
              <a:extLst>
                <a:ext uri="{FF2B5EF4-FFF2-40B4-BE49-F238E27FC236}">
                  <a16:creationId xmlns:a16="http://schemas.microsoft.com/office/drawing/2014/main" id="{BBC7DE07-1BD0-87F9-7DBC-C06446A9E1A5}"/>
                </a:ext>
              </a:extLst>
            </p:cNvPr>
            <p:cNvSpPr>
              <a:spLocks noChangeShapeType="1"/>
            </p:cNvSpPr>
            <p:nvPr/>
          </p:nvSpPr>
          <p:spPr bwMode="auto">
            <a:xfrm flipV="1">
              <a:off x="5336" y="3283"/>
              <a:ext cx="128"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05" name="Line 62">
              <a:extLst>
                <a:ext uri="{FF2B5EF4-FFF2-40B4-BE49-F238E27FC236}">
                  <a16:creationId xmlns:a16="http://schemas.microsoft.com/office/drawing/2014/main" id="{F40019A0-4235-995B-5925-BC09E5ADC4B9}"/>
                </a:ext>
              </a:extLst>
            </p:cNvPr>
            <p:cNvSpPr>
              <a:spLocks noChangeShapeType="1"/>
            </p:cNvSpPr>
            <p:nvPr/>
          </p:nvSpPr>
          <p:spPr bwMode="auto">
            <a:xfrm>
              <a:off x="5472" y="2844"/>
              <a:ext cx="0" cy="4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06" name="Rectangle 63">
              <a:extLst>
                <a:ext uri="{FF2B5EF4-FFF2-40B4-BE49-F238E27FC236}">
                  <a16:creationId xmlns:a16="http://schemas.microsoft.com/office/drawing/2014/main" id="{C0AFDEAF-4244-C552-6459-84CA5CBE214C}"/>
                </a:ext>
              </a:extLst>
            </p:cNvPr>
            <p:cNvSpPr>
              <a:spLocks noChangeArrowheads="1"/>
            </p:cNvSpPr>
            <p:nvPr/>
          </p:nvSpPr>
          <p:spPr bwMode="auto">
            <a:xfrm rot="5400000">
              <a:off x="5210" y="2976"/>
              <a:ext cx="3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Mux</a:t>
              </a:r>
            </a:p>
          </p:txBody>
        </p:sp>
        <p:sp>
          <p:nvSpPr>
            <p:cNvPr id="83007" name="Rectangle 64">
              <a:extLst>
                <a:ext uri="{FF2B5EF4-FFF2-40B4-BE49-F238E27FC236}">
                  <a16:creationId xmlns:a16="http://schemas.microsoft.com/office/drawing/2014/main" id="{15E0331D-6E53-500E-9049-65FACD16B180}"/>
                </a:ext>
              </a:extLst>
            </p:cNvPr>
            <p:cNvSpPr>
              <a:spLocks noChangeArrowheads="1"/>
            </p:cNvSpPr>
            <p:nvPr/>
          </p:nvSpPr>
          <p:spPr bwMode="auto">
            <a:xfrm>
              <a:off x="5303" y="280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1</a:t>
              </a:r>
              <a:endParaRPr lang="zh-CN" altLang="en-US" sz="1400" b="0">
                <a:ea typeface="宋体" panose="02010600030101010101" pitchFamily="2" charset="-122"/>
              </a:endParaRPr>
            </a:p>
          </p:txBody>
        </p:sp>
        <p:sp>
          <p:nvSpPr>
            <p:cNvPr id="83008" name="Rectangle 65">
              <a:extLst>
                <a:ext uri="{FF2B5EF4-FFF2-40B4-BE49-F238E27FC236}">
                  <a16:creationId xmlns:a16="http://schemas.microsoft.com/office/drawing/2014/main" id="{D490F92D-BAAE-061C-C5C4-5E182C65D216}"/>
                </a:ext>
              </a:extLst>
            </p:cNvPr>
            <p:cNvSpPr>
              <a:spLocks noChangeArrowheads="1"/>
            </p:cNvSpPr>
            <p:nvPr/>
          </p:nvSpPr>
          <p:spPr bwMode="auto">
            <a:xfrm>
              <a:off x="5303" y="319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0</a:t>
              </a:r>
              <a:endParaRPr lang="zh-CN" altLang="en-US" sz="1400" b="0">
                <a:ea typeface="宋体" panose="02010600030101010101" pitchFamily="2" charset="-122"/>
              </a:endParaRPr>
            </a:p>
          </p:txBody>
        </p:sp>
      </p:grpSp>
      <p:sp>
        <p:nvSpPr>
          <p:cNvPr id="83009" name="Line 67">
            <a:extLst>
              <a:ext uri="{FF2B5EF4-FFF2-40B4-BE49-F238E27FC236}">
                <a16:creationId xmlns:a16="http://schemas.microsoft.com/office/drawing/2014/main" id="{9B9E3D40-B3BC-F47C-0B1D-2ED42AD7804C}"/>
              </a:ext>
            </a:extLst>
          </p:cNvPr>
          <p:cNvSpPr>
            <a:spLocks noChangeShapeType="1"/>
          </p:cNvSpPr>
          <p:nvPr/>
        </p:nvSpPr>
        <p:spPr bwMode="auto">
          <a:xfrm>
            <a:off x="8089900" y="43592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10" name="Line 68">
            <a:extLst>
              <a:ext uri="{FF2B5EF4-FFF2-40B4-BE49-F238E27FC236}">
                <a16:creationId xmlns:a16="http://schemas.microsoft.com/office/drawing/2014/main" id="{47A5B541-FAE0-4C09-3BEF-0914B5FCBD25}"/>
              </a:ext>
            </a:extLst>
          </p:cNvPr>
          <p:cNvSpPr>
            <a:spLocks noChangeShapeType="1"/>
          </p:cNvSpPr>
          <p:nvPr/>
        </p:nvSpPr>
        <p:spPr bwMode="auto">
          <a:xfrm>
            <a:off x="8089900" y="49688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11" name="Line 70">
            <a:extLst>
              <a:ext uri="{FF2B5EF4-FFF2-40B4-BE49-F238E27FC236}">
                <a16:creationId xmlns:a16="http://schemas.microsoft.com/office/drawing/2014/main" id="{7B152D20-8064-1C53-AE5D-FECB43AB10CE}"/>
              </a:ext>
            </a:extLst>
          </p:cNvPr>
          <p:cNvSpPr>
            <a:spLocks noChangeShapeType="1"/>
          </p:cNvSpPr>
          <p:nvPr/>
        </p:nvSpPr>
        <p:spPr bwMode="auto">
          <a:xfrm>
            <a:off x="2679700" y="5349875"/>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12" name="Line 72">
            <a:extLst>
              <a:ext uri="{FF2B5EF4-FFF2-40B4-BE49-F238E27FC236}">
                <a16:creationId xmlns:a16="http://schemas.microsoft.com/office/drawing/2014/main" id="{16C39C5F-9B06-5D1F-577E-EF6DB36E9DBF}"/>
              </a:ext>
            </a:extLst>
          </p:cNvPr>
          <p:cNvSpPr>
            <a:spLocks noChangeShapeType="1"/>
          </p:cNvSpPr>
          <p:nvPr/>
        </p:nvSpPr>
        <p:spPr bwMode="auto">
          <a:xfrm>
            <a:off x="5484813" y="3398838"/>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13" name="Line 74">
            <a:extLst>
              <a:ext uri="{FF2B5EF4-FFF2-40B4-BE49-F238E27FC236}">
                <a16:creationId xmlns:a16="http://schemas.microsoft.com/office/drawing/2014/main" id="{7AB12209-EF73-7968-D80F-5D1304A54109}"/>
              </a:ext>
            </a:extLst>
          </p:cNvPr>
          <p:cNvSpPr>
            <a:spLocks noChangeShapeType="1"/>
          </p:cNvSpPr>
          <p:nvPr/>
        </p:nvSpPr>
        <p:spPr bwMode="auto">
          <a:xfrm>
            <a:off x="8534400" y="5133975"/>
            <a:ext cx="0" cy="736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5" name="Rectangle 75">
            <a:extLst>
              <a:ext uri="{FF2B5EF4-FFF2-40B4-BE49-F238E27FC236}">
                <a16:creationId xmlns:a16="http://schemas.microsoft.com/office/drawing/2014/main" id="{C81A0EA8-8FE0-FCA5-2305-89D108B138CA}"/>
              </a:ext>
            </a:extLst>
          </p:cNvPr>
          <p:cNvSpPr>
            <a:spLocks noChangeArrowheads="1"/>
          </p:cNvSpPr>
          <p:nvPr/>
        </p:nvSpPr>
        <p:spPr bwMode="auto">
          <a:xfrm>
            <a:off x="7437438" y="5824538"/>
            <a:ext cx="14620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rgbClr val="CC0000"/>
                </a:solidFill>
                <a:latin typeface="Arial" panose="020B0604020202020204" pitchFamily="34" charset="0"/>
                <a:ea typeface="宋体" panose="02010600030101010101" pitchFamily="2" charset="-122"/>
              </a:rPr>
              <a:t>MemtoReg=0</a:t>
            </a:r>
          </a:p>
        </p:txBody>
      </p:sp>
      <p:sp>
        <p:nvSpPr>
          <p:cNvPr id="83015" name="Line 83">
            <a:extLst>
              <a:ext uri="{FF2B5EF4-FFF2-40B4-BE49-F238E27FC236}">
                <a16:creationId xmlns:a16="http://schemas.microsoft.com/office/drawing/2014/main" id="{23FAA1EE-DD87-0F63-A4F7-EE6B1452DFAE}"/>
              </a:ext>
            </a:extLst>
          </p:cNvPr>
          <p:cNvSpPr>
            <a:spLocks noChangeShapeType="1"/>
          </p:cNvSpPr>
          <p:nvPr/>
        </p:nvSpPr>
        <p:spPr bwMode="auto">
          <a:xfrm>
            <a:off x="4960938" y="4664075"/>
            <a:ext cx="3175"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4" name="Rectangle 84">
            <a:extLst>
              <a:ext uri="{FF2B5EF4-FFF2-40B4-BE49-F238E27FC236}">
                <a16:creationId xmlns:a16="http://schemas.microsoft.com/office/drawing/2014/main" id="{C5940538-2556-504D-C2BF-658868445261}"/>
              </a:ext>
            </a:extLst>
          </p:cNvPr>
          <p:cNvSpPr>
            <a:spLocks noChangeArrowheads="1"/>
          </p:cNvSpPr>
          <p:nvPr/>
        </p:nvSpPr>
        <p:spPr bwMode="auto">
          <a:xfrm>
            <a:off x="3856038" y="5741988"/>
            <a:ext cx="1314450" cy="336550"/>
          </a:xfrm>
          <a:prstGeom prst="rect">
            <a:avLst/>
          </a:prstGeom>
          <a:solidFill>
            <a:schemeClr val="tx2">
              <a:lumMod val="25000"/>
              <a:lumOff val="75000"/>
            </a:schemeClr>
          </a:solidFill>
          <a:ln w="12700">
            <a:noFill/>
            <a:miter lim="800000"/>
          </a:ln>
        </p:spPr>
        <p:txBody>
          <a:bodyPr wrap="none"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ALUASrc=0</a:t>
            </a:r>
          </a:p>
        </p:txBody>
      </p:sp>
      <p:sp>
        <p:nvSpPr>
          <p:cNvPr id="83017" name="Rectangle 86">
            <a:extLst>
              <a:ext uri="{FF2B5EF4-FFF2-40B4-BE49-F238E27FC236}">
                <a16:creationId xmlns:a16="http://schemas.microsoft.com/office/drawing/2014/main" id="{7B3CC83B-ACCF-DBE6-C098-344261F419E8}"/>
              </a:ext>
            </a:extLst>
          </p:cNvPr>
          <p:cNvSpPr>
            <a:spLocks noChangeArrowheads="1"/>
          </p:cNvSpPr>
          <p:nvPr/>
        </p:nvSpPr>
        <p:spPr bwMode="auto">
          <a:xfrm>
            <a:off x="2652713" y="5068888"/>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Rd</a:t>
            </a:r>
          </a:p>
        </p:txBody>
      </p:sp>
      <p:sp>
        <p:nvSpPr>
          <p:cNvPr id="83018" name="Rectangle 87">
            <a:extLst>
              <a:ext uri="{FF2B5EF4-FFF2-40B4-BE49-F238E27FC236}">
                <a16:creationId xmlns:a16="http://schemas.microsoft.com/office/drawing/2014/main" id="{EA652186-F1B9-29F7-0EBC-81AE77EAD58F}"/>
              </a:ext>
            </a:extLst>
          </p:cNvPr>
          <p:cNvSpPr>
            <a:spLocks noChangeArrowheads="1"/>
          </p:cNvSpPr>
          <p:nvPr/>
        </p:nvSpPr>
        <p:spPr bwMode="auto">
          <a:xfrm>
            <a:off x="3451225" y="3244850"/>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83019" name="Line 88">
            <a:extLst>
              <a:ext uri="{FF2B5EF4-FFF2-40B4-BE49-F238E27FC236}">
                <a16:creationId xmlns:a16="http://schemas.microsoft.com/office/drawing/2014/main" id="{5E714678-798F-B653-162B-228E3671F017}"/>
              </a:ext>
            </a:extLst>
          </p:cNvPr>
          <p:cNvSpPr>
            <a:spLocks noChangeShapeType="1"/>
          </p:cNvSpPr>
          <p:nvPr/>
        </p:nvSpPr>
        <p:spPr bwMode="auto">
          <a:xfrm>
            <a:off x="1743075" y="5045075"/>
            <a:ext cx="468313"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20" name="Line 89">
            <a:extLst>
              <a:ext uri="{FF2B5EF4-FFF2-40B4-BE49-F238E27FC236}">
                <a16:creationId xmlns:a16="http://schemas.microsoft.com/office/drawing/2014/main" id="{DC2A7F67-2628-19A0-6568-A5FB533A7283}"/>
              </a:ext>
            </a:extLst>
          </p:cNvPr>
          <p:cNvSpPr>
            <a:spLocks noChangeShapeType="1"/>
          </p:cNvSpPr>
          <p:nvPr/>
        </p:nvSpPr>
        <p:spPr bwMode="auto">
          <a:xfrm>
            <a:off x="2527300" y="3292475"/>
            <a:ext cx="1498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21" name="Rectangle 90">
            <a:extLst>
              <a:ext uri="{FF2B5EF4-FFF2-40B4-BE49-F238E27FC236}">
                <a16:creationId xmlns:a16="http://schemas.microsoft.com/office/drawing/2014/main" id="{9E8FAFCC-D913-F005-488A-145D6F7DACAB}"/>
              </a:ext>
            </a:extLst>
          </p:cNvPr>
          <p:cNvSpPr>
            <a:spLocks noChangeArrowheads="1"/>
          </p:cNvSpPr>
          <p:nvPr/>
        </p:nvSpPr>
        <p:spPr bwMode="auto">
          <a:xfrm>
            <a:off x="2862263" y="3016250"/>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83022" name="Line 91">
            <a:extLst>
              <a:ext uri="{FF2B5EF4-FFF2-40B4-BE49-F238E27FC236}">
                <a16:creationId xmlns:a16="http://schemas.microsoft.com/office/drawing/2014/main" id="{95145750-4E9C-8A86-9753-A0E3CA00AD82}"/>
              </a:ext>
            </a:extLst>
          </p:cNvPr>
          <p:cNvSpPr>
            <a:spLocks noChangeShapeType="1"/>
          </p:cNvSpPr>
          <p:nvPr/>
        </p:nvSpPr>
        <p:spPr bwMode="auto">
          <a:xfrm>
            <a:off x="4356100" y="3292475"/>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23" name="Rectangle 92">
            <a:extLst>
              <a:ext uri="{FF2B5EF4-FFF2-40B4-BE49-F238E27FC236}">
                <a16:creationId xmlns:a16="http://schemas.microsoft.com/office/drawing/2014/main" id="{DF88AA16-B229-246B-ADE8-07E0CFDAFFDB}"/>
              </a:ext>
            </a:extLst>
          </p:cNvPr>
          <p:cNvSpPr>
            <a:spLocks noChangeArrowheads="1"/>
          </p:cNvSpPr>
          <p:nvPr/>
        </p:nvSpPr>
        <p:spPr bwMode="auto">
          <a:xfrm>
            <a:off x="4862513" y="3119438"/>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83024" name="Rectangle 93">
            <a:extLst>
              <a:ext uri="{FF2B5EF4-FFF2-40B4-BE49-F238E27FC236}">
                <a16:creationId xmlns:a16="http://schemas.microsoft.com/office/drawing/2014/main" id="{8E42AF98-EC01-E11C-C064-302337882666}"/>
              </a:ext>
            </a:extLst>
          </p:cNvPr>
          <p:cNvSpPr>
            <a:spLocks noChangeArrowheads="1"/>
          </p:cNvSpPr>
          <p:nvPr/>
        </p:nvSpPr>
        <p:spPr bwMode="auto">
          <a:xfrm>
            <a:off x="2597150" y="3684588"/>
            <a:ext cx="5572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Rs1</a:t>
            </a:r>
          </a:p>
        </p:txBody>
      </p:sp>
      <p:sp>
        <p:nvSpPr>
          <p:cNvPr id="83025" name="Rectangle 94">
            <a:extLst>
              <a:ext uri="{FF2B5EF4-FFF2-40B4-BE49-F238E27FC236}">
                <a16:creationId xmlns:a16="http://schemas.microsoft.com/office/drawing/2014/main" id="{82FBF6C9-890A-BE9A-3A41-C0E4E67D6588}"/>
              </a:ext>
            </a:extLst>
          </p:cNvPr>
          <p:cNvSpPr>
            <a:spLocks noChangeArrowheads="1"/>
          </p:cNvSpPr>
          <p:nvPr/>
        </p:nvSpPr>
        <p:spPr bwMode="auto">
          <a:xfrm>
            <a:off x="2597150" y="4306888"/>
            <a:ext cx="557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Rs2</a:t>
            </a:r>
          </a:p>
        </p:txBody>
      </p:sp>
      <p:sp>
        <p:nvSpPr>
          <p:cNvPr id="71778" name="Line 98">
            <a:extLst>
              <a:ext uri="{FF2B5EF4-FFF2-40B4-BE49-F238E27FC236}">
                <a16:creationId xmlns:a16="http://schemas.microsoft.com/office/drawing/2014/main" id="{7C48E3B9-CA8B-7AEA-BE99-CE56AEB30CB3}"/>
              </a:ext>
            </a:extLst>
          </p:cNvPr>
          <p:cNvSpPr>
            <a:spLocks noChangeShapeType="1"/>
          </p:cNvSpPr>
          <p:nvPr/>
        </p:nvSpPr>
        <p:spPr bwMode="auto">
          <a:xfrm>
            <a:off x="6197600" y="5197475"/>
            <a:ext cx="1549400" cy="0"/>
          </a:xfrm>
          <a:prstGeom prst="line">
            <a:avLst/>
          </a:prstGeom>
          <a:noFill/>
          <a:ln w="508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27" name="Line 99">
            <a:extLst>
              <a:ext uri="{FF2B5EF4-FFF2-40B4-BE49-F238E27FC236}">
                <a16:creationId xmlns:a16="http://schemas.microsoft.com/office/drawing/2014/main" id="{FA5075D9-A206-7BD4-4067-8995B11950FE}"/>
              </a:ext>
            </a:extLst>
          </p:cNvPr>
          <p:cNvSpPr>
            <a:spLocks noChangeShapeType="1"/>
          </p:cNvSpPr>
          <p:nvPr/>
        </p:nvSpPr>
        <p:spPr bwMode="auto">
          <a:xfrm>
            <a:off x="8089900" y="5197475"/>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28" name="Line 100">
            <a:extLst>
              <a:ext uri="{FF2B5EF4-FFF2-40B4-BE49-F238E27FC236}">
                <a16:creationId xmlns:a16="http://schemas.microsoft.com/office/drawing/2014/main" id="{E540D4AA-68AF-3880-87A8-B26472B23A7E}"/>
              </a:ext>
            </a:extLst>
          </p:cNvPr>
          <p:cNvSpPr>
            <a:spLocks noChangeShapeType="1"/>
          </p:cNvSpPr>
          <p:nvPr/>
        </p:nvSpPr>
        <p:spPr bwMode="auto">
          <a:xfrm>
            <a:off x="8305800" y="5210175"/>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29" name="Line 101">
            <a:extLst>
              <a:ext uri="{FF2B5EF4-FFF2-40B4-BE49-F238E27FC236}">
                <a16:creationId xmlns:a16="http://schemas.microsoft.com/office/drawing/2014/main" id="{0221EFD4-D313-8BDF-CB39-9A2D93DA9DC7}"/>
              </a:ext>
            </a:extLst>
          </p:cNvPr>
          <p:cNvSpPr>
            <a:spLocks noChangeShapeType="1"/>
          </p:cNvSpPr>
          <p:nvPr/>
        </p:nvSpPr>
        <p:spPr bwMode="auto">
          <a:xfrm flipH="1">
            <a:off x="3187700" y="5578475"/>
            <a:ext cx="5130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30" name="Line 102">
            <a:extLst>
              <a:ext uri="{FF2B5EF4-FFF2-40B4-BE49-F238E27FC236}">
                <a16:creationId xmlns:a16="http://schemas.microsoft.com/office/drawing/2014/main" id="{D6FFE5C5-6D02-1F09-BB4B-C38BFD842119}"/>
              </a:ext>
            </a:extLst>
          </p:cNvPr>
          <p:cNvSpPr>
            <a:spLocks noChangeShapeType="1"/>
          </p:cNvSpPr>
          <p:nvPr/>
        </p:nvSpPr>
        <p:spPr bwMode="auto">
          <a:xfrm flipV="1">
            <a:off x="3200400" y="4956175"/>
            <a:ext cx="0" cy="635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31" name="Line 103">
            <a:extLst>
              <a:ext uri="{FF2B5EF4-FFF2-40B4-BE49-F238E27FC236}">
                <a16:creationId xmlns:a16="http://schemas.microsoft.com/office/drawing/2014/main" id="{C23A4B1D-2E9B-100E-FB6B-A4865DF2620A}"/>
              </a:ext>
            </a:extLst>
          </p:cNvPr>
          <p:cNvSpPr>
            <a:spLocks noChangeShapeType="1"/>
          </p:cNvSpPr>
          <p:nvPr/>
        </p:nvSpPr>
        <p:spPr bwMode="auto">
          <a:xfrm>
            <a:off x="8699500" y="4740275"/>
            <a:ext cx="127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32" name="Line 104">
            <a:extLst>
              <a:ext uri="{FF2B5EF4-FFF2-40B4-BE49-F238E27FC236}">
                <a16:creationId xmlns:a16="http://schemas.microsoft.com/office/drawing/2014/main" id="{3CE5604C-01BE-B0D9-A8F8-7DD97FE1008D}"/>
              </a:ext>
            </a:extLst>
          </p:cNvPr>
          <p:cNvSpPr>
            <a:spLocks noChangeShapeType="1"/>
          </p:cNvSpPr>
          <p:nvPr/>
        </p:nvSpPr>
        <p:spPr bwMode="auto">
          <a:xfrm>
            <a:off x="8839200" y="4752975"/>
            <a:ext cx="0" cy="965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33" name="Line 105">
            <a:extLst>
              <a:ext uri="{FF2B5EF4-FFF2-40B4-BE49-F238E27FC236}">
                <a16:creationId xmlns:a16="http://schemas.microsoft.com/office/drawing/2014/main" id="{213537BD-0628-DA5B-5653-EF8031959D91}"/>
              </a:ext>
            </a:extLst>
          </p:cNvPr>
          <p:cNvSpPr>
            <a:spLocks noChangeShapeType="1"/>
          </p:cNvSpPr>
          <p:nvPr/>
        </p:nvSpPr>
        <p:spPr bwMode="auto">
          <a:xfrm flipH="1">
            <a:off x="3492500" y="5730875"/>
            <a:ext cx="535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34" name="Line 106">
            <a:extLst>
              <a:ext uri="{FF2B5EF4-FFF2-40B4-BE49-F238E27FC236}">
                <a16:creationId xmlns:a16="http://schemas.microsoft.com/office/drawing/2014/main" id="{6CA91BB3-239D-0BFD-9E96-F2F750F488A8}"/>
              </a:ext>
            </a:extLst>
          </p:cNvPr>
          <p:cNvSpPr>
            <a:spLocks noChangeShapeType="1"/>
          </p:cNvSpPr>
          <p:nvPr/>
        </p:nvSpPr>
        <p:spPr bwMode="auto">
          <a:xfrm flipV="1">
            <a:off x="3505200" y="4956175"/>
            <a:ext cx="0" cy="787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3035" name="Group 203">
            <a:extLst>
              <a:ext uri="{FF2B5EF4-FFF2-40B4-BE49-F238E27FC236}">
                <a16:creationId xmlns:a16="http://schemas.microsoft.com/office/drawing/2014/main" id="{7E2DDD0D-AF5B-B4EF-620E-D68942237B0B}"/>
              </a:ext>
            </a:extLst>
          </p:cNvPr>
          <p:cNvGrpSpPr>
            <a:grpSpLocks/>
          </p:cNvGrpSpPr>
          <p:nvPr/>
        </p:nvGrpSpPr>
        <p:grpSpPr bwMode="auto">
          <a:xfrm>
            <a:off x="2540000" y="3571875"/>
            <a:ext cx="1473200" cy="1498600"/>
            <a:chOff x="1600" y="2384"/>
            <a:chExt cx="928" cy="944"/>
          </a:xfrm>
        </p:grpSpPr>
        <p:sp>
          <p:nvSpPr>
            <p:cNvPr id="83036" name="Line 49">
              <a:extLst>
                <a:ext uri="{FF2B5EF4-FFF2-40B4-BE49-F238E27FC236}">
                  <a16:creationId xmlns:a16="http://schemas.microsoft.com/office/drawing/2014/main" id="{E2B4CB36-AE2E-8657-94A0-4C625A53DFB9}"/>
                </a:ext>
              </a:extLst>
            </p:cNvPr>
            <p:cNvSpPr>
              <a:spLocks noChangeShapeType="1"/>
            </p:cNvSpPr>
            <p:nvPr/>
          </p:nvSpPr>
          <p:spPr bwMode="auto">
            <a:xfrm flipV="1">
              <a:off x="1696" y="2638"/>
              <a:ext cx="256" cy="2"/>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37" name="Line 50">
              <a:extLst>
                <a:ext uri="{FF2B5EF4-FFF2-40B4-BE49-F238E27FC236}">
                  <a16:creationId xmlns:a16="http://schemas.microsoft.com/office/drawing/2014/main" id="{CD741AA1-537A-B85A-F50E-5F8AAA5DC053}"/>
                </a:ext>
              </a:extLst>
            </p:cNvPr>
            <p:cNvSpPr>
              <a:spLocks noChangeShapeType="1"/>
            </p:cNvSpPr>
            <p:nvPr/>
          </p:nvSpPr>
          <p:spPr bwMode="auto">
            <a:xfrm>
              <a:off x="1696" y="2832"/>
              <a:ext cx="227"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38" name="Line 69">
              <a:extLst>
                <a:ext uri="{FF2B5EF4-FFF2-40B4-BE49-F238E27FC236}">
                  <a16:creationId xmlns:a16="http://schemas.microsoft.com/office/drawing/2014/main" id="{45F60EDA-6DB2-36A0-95B2-B4DDDCD6DC26}"/>
                </a:ext>
              </a:extLst>
            </p:cNvPr>
            <p:cNvSpPr>
              <a:spLocks noChangeShapeType="1"/>
            </p:cNvSpPr>
            <p:nvPr/>
          </p:nvSpPr>
          <p:spPr bwMode="auto">
            <a:xfrm>
              <a:off x="1696" y="2400"/>
              <a:ext cx="832"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39" name="Line 95">
              <a:extLst>
                <a:ext uri="{FF2B5EF4-FFF2-40B4-BE49-F238E27FC236}">
                  <a16:creationId xmlns:a16="http://schemas.microsoft.com/office/drawing/2014/main" id="{4387C1B6-93F5-47D7-4E47-5B6077EA0BC9}"/>
                </a:ext>
              </a:extLst>
            </p:cNvPr>
            <p:cNvSpPr>
              <a:spLocks noChangeShapeType="1"/>
            </p:cNvSpPr>
            <p:nvPr/>
          </p:nvSpPr>
          <p:spPr bwMode="auto">
            <a:xfrm flipV="1">
              <a:off x="1680" y="2384"/>
              <a:ext cx="0" cy="944"/>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40" name="Line 107">
              <a:extLst>
                <a:ext uri="{FF2B5EF4-FFF2-40B4-BE49-F238E27FC236}">
                  <a16:creationId xmlns:a16="http://schemas.microsoft.com/office/drawing/2014/main" id="{D0822BBE-EE83-DE34-1993-CA624F6634A2}"/>
                </a:ext>
              </a:extLst>
            </p:cNvPr>
            <p:cNvSpPr>
              <a:spLocks noChangeShapeType="1"/>
            </p:cNvSpPr>
            <p:nvPr/>
          </p:nvSpPr>
          <p:spPr bwMode="auto">
            <a:xfrm>
              <a:off x="1600" y="3312"/>
              <a:ext cx="64" cy="0"/>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3041" name="Rectangle 109">
            <a:extLst>
              <a:ext uri="{FF2B5EF4-FFF2-40B4-BE49-F238E27FC236}">
                <a16:creationId xmlns:a16="http://schemas.microsoft.com/office/drawing/2014/main" id="{B594D62D-493A-91C0-2EF7-5B661A1DA552}"/>
              </a:ext>
            </a:extLst>
          </p:cNvPr>
          <p:cNvSpPr>
            <a:spLocks noChangeArrowheads="1"/>
          </p:cNvSpPr>
          <p:nvPr/>
        </p:nvSpPr>
        <p:spPr bwMode="auto">
          <a:xfrm rot="5400000">
            <a:off x="1208088" y="3275013"/>
            <a:ext cx="6953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PC+4</a:t>
            </a:r>
          </a:p>
        </p:txBody>
      </p:sp>
      <p:sp>
        <p:nvSpPr>
          <p:cNvPr id="83042" name="Line 110">
            <a:extLst>
              <a:ext uri="{FF2B5EF4-FFF2-40B4-BE49-F238E27FC236}">
                <a16:creationId xmlns:a16="http://schemas.microsoft.com/office/drawing/2014/main" id="{846135CA-8968-99CF-72A6-975BABDED107}"/>
              </a:ext>
            </a:extLst>
          </p:cNvPr>
          <p:cNvSpPr>
            <a:spLocks noChangeShapeType="1"/>
          </p:cNvSpPr>
          <p:nvPr/>
        </p:nvSpPr>
        <p:spPr bwMode="auto">
          <a:xfrm>
            <a:off x="1016000" y="3902075"/>
            <a:ext cx="330200"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43" name="Line 111">
            <a:extLst>
              <a:ext uri="{FF2B5EF4-FFF2-40B4-BE49-F238E27FC236}">
                <a16:creationId xmlns:a16="http://schemas.microsoft.com/office/drawing/2014/main" id="{E70B6FA2-B5B7-87CD-5128-52A9335CEFBF}"/>
              </a:ext>
            </a:extLst>
          </p:cNvPr>
          <p:cNvSpPr>
            <a:spLocks noChangeShapeType="1"/>
          </p:cNvSpPr>
          <p:nvPr/>
        </p:nvSpPr>
        <p:spPr bwMode="auto">
          <a:xfrm>
            <a:off x="5499100" y="39020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44" name="Line 112">
            <a:extLst>
              <a:ext uri="{FF2B5EF4-FFF2-40B4-BE49-F238E27FC236}">
                <a16:creationId xmlns:a16="http://schemas.microsoft.com/office/drawing/2014/main" id="{5148BDFA-F94A-ED57-26E0-0F5D7B4110DB}"/>
              </a:ext>
            </a:extLst>
          </p:cNvPr>
          <p:cNvSpPr>
            <a:spLocks noChangeShapeType="1"/>
          </p:cNvSpPr>
          <p:nvPr/>
        </p:nvSpPr>
        <p:spPr bwMode="auto">
          <a:xfrm flipH="1">
            <a:off x="6616700" y="3292475"/>
            <a:ext cx="257175"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45" name="Line 113">
            <a:extLst>
              <a:ext uri="{FF2B5EF4-FFF2-40B4-BE49-F238E27FC236}">
                <a16:creationId xmlns:a16="http://schemas.microsoft.com/office/drawing/2014/main" id="{7990A46A-6CF8-8FEE-F8A3-B78588FD30E8}"/>
              </a:ext>
            </a:extLst>
          </p:cNvPr>
          <p:cNvSpPr>
            <a:spLocks noChangeShapeType="1"/>
          </p:cNvSpPr>
          <p:nvPr/>
        </p:nvSpPr>
        <p:spPr bwMode="auto">
          <a:xfrm flipH="1">
            <a:off x="6616700" y="3444875"/>
            <a:ext cx="257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3046" name="Group 119">
            <a:extLst>
              <a:ext uri="{FF2B5EF4-FFF2-40B4-BE49-F238E27FC236}">
                <a16:creationId xmlns:a16="http://schemas.microsoft.com/office/drawing/2014/main" id="{D254E119-ED03-C69D-8FF4-4BDAEB5D81F8}"/>
              </a:ext>
            </a:extLst>
          </p:cNvPr>
          <p:cNvGrpSpPr>
            <a:grpSpLocks/>
          </p:cNvGrpSpPr>
          <p:nvPr/>
        </p:nvGrpSpPr>
        <p:grpSpPr bwMode="auto">
          <a:xfrm>
            <a:off x="6848475" y="3216275"/>
            <a:ext cx="395288" cy="306388"/>
            <a:chOff x="4314" y="2160"/>
            <a:chExt cx="249" cy="193"/>
          </a:xfrm>
        </p:grpSpPr>
        <p:sp>
          <p:nvSpPr>
            <p:cNvPr id="83047" name="Arc 114">
              <a:extLst>
                <a:ext uri="{FF2B5EF4-FFF2-40B4-BE49-F238E27FC236}">
                  <a16:creationId xmlns:a16="http://schemas.microsoft.com/office/drawing/2014/main" id="{D27E2024-246C-9937-5E03-BFE5F089CA94}"/>
                </a:ext>
              </a:extLst>
            </p:cNvPr>
            <p:cNvSpPr>
              <a:spLocks noChangeArrowheads="1"/>
            </p:cNvSpPr>
            <p:nvPr/>
          </p:nvSpPr>
          <p:spPr bwMode="auto">
            <a:xfrm>
              <a:off x="4466" y="2169"/>
              <a:ext cx="89" cy="88"/>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3048" name="Arc 115">
              <a:extLst>
                <a:ext uri="{FF2B5EF4-FFF2-40B4-BE49-F238E27FC236}">
                  <a16:creationId xmlns:a16="http://schemas.microsoft.com/office/drawing/2014/main" id="{C3522804-EDEB-51BA-DDA4-40F965AB00CA}"/>
                </a:ext>
              </a:extLst>
            </p:cNvPr>
            <p:cNvSpPr>
              <a:spLocks noChangeArrowheads="1"/>
            </p:cNvSpPr>
            <p:nvPr/>
          </p:nvSpPr>
          <p:spPr bwMode="auto">
            <a:xfrm rot="10800000">
              <a:off x="4475" y="2265"/>
              <a:ext cx="88" cy="88"/>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3049" name="Line 116">
              <a:extLst>
                <a:ext uri="{FF2B5EF4-FFF2-40B4-BE49-F238E27FC236}">
                  <a16:creationId xmlns:a16="http://schemas.microsoft.com/office/drawing/2014/main" id="{BE71905F-9778-736A-ACA0-6CB451D40863}"/>
                </a:ext>
              </a:extLst>
            </p:cNvPr>
            <p:cNvSpPr>
              <a:spLocks noChangeShapeType="1"/>
            </p:cNvSpPr>
            <p:nvPr/>
          </p:nvSpPr>
          <p:spPr bwMode="auto">
            <a:xfrm flipH="1">
              <a:off x="4314" y="2160"/>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50" name="Line 117">
              <a:extLst>
                <a:ext uri="{FF2B5EF4-FFF2-40B4-BE49-F238E27FC236}">
                  <a16:creationId xmlns:a16="http://schemas.microsoft.com/office/drawing/2014/main" id="{ED14A765-4746-6CD3-8FA9-70D4CB30B591}"/>
                </a:ext>
              </a:extLst>
            </p:cNvPr>
            <p:cNvSpPr>
              <a:spLocks noChangeShapeType="1"/>
            </p:cNvSpPr>
            <p:nvPr/>
          </p:nvSpPr>
          <p:spPr bwMode="auto">
            <a:xfrm flipH="1">
              <a:off x="4314" y="2352"/>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51" name="Line 118">
              <a:extLst>
                <a:ext uri="{FF2B5EF4-FFF2-40B4-BE49-F238E27FC236}">
                  <a16:creationId xmlns:a16="http://schemas.microsoft.com/office/drawing/2014/main" id="{139501BB-493E-F4DC-18AA-A41027CDA943}"/>
                </a:ext>
              </a:extLst>
            </p:cNvPr>
            <p:cNvSpPr>
              <a:spLocks noChangeShapeType="1"/>
            </p:cNvSpPr>
            <p:nvPr/>
          </p:nvSpPr>
          <p:spPr bwMode="auto">
            <a:xfrm>
              <a:off x="4322" y="2168"/>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3052" name="Rectangle 120">
            <a:extLst>
              <a:ext uri="{FF2B5EF4-FFF2-40B4-BE49-F238E27FC236}">
                <a16:creationId xmlns:a16="http://schemas.microsoft.com/office/drawing/2014/main" id="{4928EB6E-2FFB-1842-C96D-AB08EFB07957}"/>
              </a:ext>
            </a:extLst>
          </p:cNvPr>
          <p:cNvSpPr>
            <a:spLocks noChangeArrowheads="1"/>
          </p:cNvSpPr>
          <p:nvPr/>
        </p:nvSpPr>
        <p:spPr bwMode="auto">
          <a:xfrm flipH="1">
            <a:off x="6073775" y="3614738"/>
            <a:ext cx="6207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71801" name="Rectangle 121">
            <a:extLst>
              <a:ext uri="{FF2B5EF4-FFF2-40B4-BE49-F238E27FC236}">
                <a16:creationId xmlns:a16="http://schemas.microsoft.com/office/drawing/2014/main" id="{E8175B44-FB37-B71A-F86B-976055491922}"/>
              </a:ext>
            </a:extLst>
          </p:cNvPr>
          <p:cNvSpPr>
            <a:spLocks noChangeArrowheads="1"/>
          </p:cNvSpPr>
          <p:nvPr/>
        </p:nvSpPr>
        <p:spPr bwMode="auto">
          <a:xfrm flipH="1">
            <a:off x="6030913" y="1941513"/>
            <a:ext cx="1111250" cy="333375"/>
          </a:xfrm>
          <a:prstGeom prst="rect">
            <a:avLst/>
          </a:prstGeom>
          <a:solidFill>
            <a:schemeClr val="tx2">
              <a:lumMod val="25000"/>
              <a:lumOff val="75000"/>
            </a:schemeClr>
          </a:solidFill>
          <a:ln w="12700">
            <a:noFill/>
            <a:miter lim="800000"/>
          </a:ln>
        </p:spPr>
        <p:txBody>
          <a:bodyPr wrap="none"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Branch=0</a:t>
            </a:r>
          </a:p>
        </p:txBody>
      </p:sp>
      <p:sp>
        <p:nvSpPr>
          <p:cNvPr id="83054" name="Line 122">
            <a:extLst>
              <a:ext uri="{FF2B5EF4-FFF2-40B4-BE49-F238E27FC236}">
                <a16:creationId xmlns:a16="http://schemas.microsoft.com/office/drawing/2014/main" id="{B0685827-496E-E13B-45C5-D91580E66245}"/>
              </a:ext>
            </a:extLst>
          </p:cNvPr>
          <p:cNvSpPr>
            <a:spLocks noChangeShapeType="1"/>
          </p:cNvSpPr>
          <p:nvPr/>
        </p:nvSpPr>
        <p:spPr bwMode="auto">
          <a:xfrm flipV="1">
            <a:off x="6629400" y="3432175"/>
            <a:ext cx="0" cy="482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55" name="Line 123">
            <a:extLst>
              <a:ext uri="{FF2B5EF4-FFF2-40B4-BE49-F238E27FC236}">
                <a16:creationId xmlns:a16="http://schemas.microsoft.com/office/drawing/2014/main" id="{D0484141-6A40-AAC3-5CA1-725EF1E8C9DC}"/>
              </a:ext>
            </a:extLst>
          </p:cNvPr>
          <p:cNvSpPr>
            <a:spLocks noChangeShapeType="1"/>
          </p:cNvSpPr>
          <p:nvPr/>
        </p:nvSpPr>
        <p:spPr bwMode="auto">
          <a:xfrm flipH="1" flipV="1">
            <a:off x="6616700" y="2289175"/>
            <a:ext cx="0" cy="1006475"/>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56" name="Line 124">
            <a:extLst>
              <a:ext uri="{FF2B5EF4-FFF2-40B4-BE49-F238E27FC236}">
                <a16:creationId xmlns:a16="http://schemas.microsoft.com/office/drawing/2014/main" id="{15B597B9-2291-A84A-0C47-C0D67630EA76}"/>
              </a:ext>
            </a:extLst>
          </p:cNvPr>
          <p:cNvSpPr>
            <a:spLocks noChangeShapeType="1"/>
          </p:cNvSpPr>
          <p:nvPr/>
        </p:nvSpPr>
        <p:spPr bwMode="auto">
          <a:xfrm>
            <a:off x="6184900" y="3902075"/>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57" name="Line 125">
            <a:extLst>
              <a:ext uri="{FF2B5EF4-FFF2-40B4-BE49-F238E27FC236}">
                <a16:creationId xmlns:a16="http://schemas.microsoft.com/office/drawing/2014/main" id="{32A0150B-5B6A-FB7D-C8D8-779AA92AD7C1}"/>
              </a:ext>
            </a:extLst>
          </p:cNvPr>
          <p:cNvSpPr>
            <a:spLocks noChangeShapeType="1"/>
          </p:cNvSpPr>
          <p:nvPr/>
        </p:nvSpPr>
        <p:spPr bwMode="auto">
          <a:xfrm>
            <a:off x="6184900" y="3397250"/>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3058" name="Group 130">
            <a:extLst>
              <a:ext uri="{FF2B5EF4-FFF2-40B4-BE49-F238E27FC236}">
                <a16:creationId xmlns:a16="http://schemas.microsoft.com/office/drawing/2014/main" id="{299CB234-DF39-345A-ECF7-5B7D3FC1FF5C}"/>
              </a:ext>
            </a:extLst>
          </p:cNvPr>
          <p:cNvGrpSpPr>
            <a:grpSpLocks/>
          </p:cNvGrpSpPr>
          <p:nvPr/>
        </p:nvGrpSpPr>
        <p:grpSpPr bwMode="auto">
          <a:xfrm>
            <a:off x="1092200" y="2619375"/>
            <a:ext cx="254000" cy="533400"/>
            <a:chOff x="688" y="1784"/>
            <a:chExt cx="160" cy="336"/>
          </a:xfrm>
        </p:grpSpPr>
        <p:sp>
          <p:nvSpPr>
            <p:cNvPr id="83059" name="Line 126">
              <a:extLst>
                <a:ext uri="{FF2B5EF4-FFF2-40B4-BE49-F238E27FC236}">
                  <a16:creationId xmlns:a16="http://schemas.microsoft.com/office/drawing/2014/main" id="{C8164307-46D3-E031-D356-F7D6123EB7C9}"/>
                </a:ext>
              </a:extLst>
            </p:cNvPr>
            <p:cNvSpPr>
              <a:spLocks noChangeShapeType="1"/>
            </p:cNvSpPr>
            <p:nvPr/>
          </p:nvSpPr>
          <p:spPr bwMode="auto">
            <a:xfrm>
              <a:off x="840" y="1784"/>
              <a:ext cx="0" cy="3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60" name="Line 127">
              <a:extLst>
                <a:ext uri="{FF2B5EF4-FFF2-40B4-BE49-F238E27FC236}">
                  <a16:creationId xmlns:a16="http://schemas.microsoft.com/office/drawing/2014/main" id="{2115AC4C-9BE4-2CCF-C26C-D0C391614663}"/>
                </a:ext>
              </a:extLst>
            </p:cNvPr>
            <p:cNvSpPr>
              <a:spLocks noChangeShapeType="1"/>
            </p:cNvSpPr>
            <p:nvPr/>
          </p:nvSpPr>
          <p:spPr bwMode="auto">
            <a:xfrm flipH="1">
              <a:off x="688" y="1784"/>
              <a:ext cx="160" cy="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61" name="Line 128">
              <a:extLst>
                <a:ext uri="{FF2B5EF4-FFF2-40B4-BE49-F238E27FC236}">
                  <a16:creationId xmlns:a16="http://schemas.microsoft.com/office/drawing/2014/main" id="{128DFB9D-AD24-3F9E-D5DC-00F1EF46C765}"/>
                </a:ext>
              </a:extLst>
            </p:cNvPr>
            <p:cNvSpPr>
              <a:spLocks noChangeShapeType="1"/>
            </p:cNvSpPr>
            <p:nvPr/>
          </p:nvSpPr>
          <p:spPr bwMode="auto">
            <a:xfrm flipH="1" flipV="1">
              <a:off x="688" y="2063"/>
              <a:ext cx="160"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62" name="Line 129">
              <a:extLst>
                <a:ext uri="{FF2B5EF4-FFF2-40B4-BE49-F238E27FC236}">
                  <a16:creationId xmlns:a16="http://schemas.microsoft.com/office/drawing/2014/main" id="{8EF8B2F9-EB61-9886-771A-7E7A1AA1D6A4}"/>
                </a:ext>
              </a:extLst>
            </p:cNvPr>
            <p:cNvSpPr>
              <a:spLocks noChangeShapeType="1"/>
            </p:cNvSpPr>
            <p:nvPr/>
          </p:nvSpPr>
          <p:spPr bwMode="auto">
            <a:xfrm>
              <a:off x="696" y="1815"/>
              <a:ext cx="0" cy="2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3063" name="Rectangle 131">
            <a:extLst>
              <a:ext uri="{FF2B5EF4-FFF2-40B4-BE49-F238E27FC236}">
                <a16:creationId xmlns:a16="http://schemas.microsoft.com/office/drawing/2014/main" id="{2F9E71F4-365E-ADEE-EF43-9488288B80E5}"/>
              </a:ext>
            </a:extLst>
          </p:cNvPr>
          <p:cNvSpPr>
            <a:spLocks noChangeArrowheads="1"/>
          </p:cNvSpPr>
          <p:nvPr/>
        </p:nvSpPr>
        <p:spPr bwMode="auto">
          <a:xfrm flipH="1">
            <a:off x="1103313" y="2638425"/>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1</a:t>
            </a:r>
          </a:p>
        </p:txBody>
      </p:sp>
      <p:sp>
        <p:nvSpPr>
          <p:cNvPr id="83064" name="Rectangle 132">
            <a:extLst>
              <a:ext uri="{FF2B5EF4-FFF2-40B4-BE49-F238E27FC236}">
                <a16:creationId xmlns:a16="http://schemas.microsoft.com/office/drawing/2014/main" id="{B1939EB6-0A95-BECF-8057-53C3C569F8FD}"/>
              </a:ext>
            </a:extLst>
          </p:cNvPr>
          <p:cNvSpPr>
            <a:spLocks noChangeArrowheads="1"/>
          </p:cNvSpPr>
          <p:nvPr/>
        </p:nvSpPr>
        <p:spPr bwMode="auto">
          <a:xfrm flipH="1">
            <a:off x="1103313" y="2806700"/>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0</a:t>
            </a:r>
          </a:p>
        </p:txBody>
      </p:sp>
      <p:sp>
        <p:nvSpPr>
          <p:cNvPr id="83065" name="Oval 135">
            <a:extLst>
              <a:ext uri="{FF2B5EF4-FFF2-40B4-BE49-F238E27FC236}">
                <a16:creationId xmlns:a16="http://schemas.microsoft.com/office/drawing/2014/main" id="{30C15FA4-C024-935A-80EB-80EE14A4CA10}"/>
              </a:ext>
            </a:extLst>
          </p:cNvPr>
          <p:cNvSpPr>
            <a:spLocks noChangeArrowheads="1"/>
          </p:cNvSpPr>
          <p:nvPr/>
        </p:nvSpPr>
        <p:spPr bwMode="auto">
          <a:xfrm>
            <a:off x="2298700" y="30003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3066" name="Line 136">
            <a:extLst>
              <a:ext uri="{FF2B5EF4-FFF2-40B4-BE49-F238E27FC236}">
                <a16:creationId xmlns:a16="http://schemas.microsoft.com/office/drawing/2014/main" id="{BE9AD285-2ADF-059B-7A16-EA4BA4975574}"/>
              </a:ext>
            </a:extLst>
          </p:cNvPr>
          <p:cNvSpPr>
            <a:spLocks noChangeShapeType="1"/>
          </p:cNvSpPr>
          <p:nvPr/>
        </p:nvSpPr>
        <p:spPr bwMode="auto">
          <a:xfrm>
            <a:off x="838200" y="2847975"/>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67" name="Oval 137">
            <a:extLst>
              <a:ext uri="{FF2B5EF4-FFF2-40B4-BE49-F238E27FC236}">
                <a16:creationId xmlns:a16="http://schemas.microsoft.com/office/drawing/2014/main" id="{3890296A-831F-4693-BF08-D472D48F0F2C}"/>
              </a:ext>
            </a:extLst>
          </p:cNvPr>
          <p:cNvSpPr>
            <a:spLocks noChangeArrowheads="1"/>
          </p:cNvSpPr>
          <p:nvPr/>
        </p:nvSpPr>
        <p:spPr bwMode="auto">
          <a:xfrm>
            <a:off x="774700" y="3000375"/>
            <a:ext cx="127000"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3068" name="Line 141">
            <a:extLst>
              <a:ext uri="{FF2B5EF4-FFF2-40B4-BE49-F238E27FC236}">
                <a16:creationId xmlns:a16="http://schemas.microsoft.com/office/drawing/2014/main" id="{BE1ABBBC-BA76-AD7B-487E-FA8A6AA3DB71}"/>
              </a:ext>
            </a:extLst>
          </p:cNvPr>
          <p:cNvSpPr>
            <a:spLocks noChangeShapeType="1"/>
          </p:cNvSpPr>
          <p:nvPr/>
        </p:nvSpPr>
        <p:spPr bwMode="auto">
          <a:xfrm flipH="1">
            <a:off x="1282700" y="2759075"/>
            <a:ext cx="51308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69" name="Line 142">
            <a:extLst>
              <a:ext uri="{FF2B5EF4-FFF2-40B4-BE49-F238E27FC236}">
                <a16:creationId xmlns:a16="http://schemas.microsoft.com/office/drawing/2014/main" id="{96600A17-2A94-B229-F302-DFDFB6F1EA42}"/>
              </a:ext>
            </a:extLst>
          </p:cNvPr>
          <p:cNvSpPr>
            <a:spLocks noChangeShapeType="1"/>
          </p:cNvSpPr>
          <p:nvPr/>
        </p:nvSpPr>
        <p:spPr bwMode="auto">
          <a:xfrm flipV="1">
            <a:off x="6399213" y="2755900"/>
            <a:ext cx="0" cy="647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70" name="Line 143">
            <a:extLst>
              <a:ext uri="{FF2B5EF4-FFF2-40B4-BE49-F238E27FC236}">
                <a16:creationId xmlns:a16="http://schemas.microsoft.com/office/drawing/2014/main" id="{2AD86CB8-4BCE-9929-D5CC-6F73B7087759}"/>
              </a:ext>
            </a:extLst>
          </p:cNvPr>
          <p:cNvSpPr>
            <a:spLocks noChangeShapeType="1"/>
          </p:cNvSpPr>
          <p:nvPr/>
        </p:nvSpPr>
        <p:spPr bwMode="auto">
          <a:xfrm>
            <a:off x="7251700" y="3368675"/>
            <a:ext cx="27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71" name="Line 144">
            <a:extLst>
              <a:ext uri="{FF2B5EF4-FFF2-40B4-BE49-F238E27FC236}">
                <a16:creationId xmlns:a16="http://schemas.microsoft.com/office/drawing/2014/main" id="{DAD34AD7-79BE-86DC-449F-3EDCA1CAD97A}"/>
              </a:ext>
            </a:extLst>
          </p:cNvPr>
          <p:cNvSpPr>
            <a:spLocks noChangeShapeType="1"/>
          </p:cNvSpPr>
          <p:nvPr/>
        </p:nvSpPr>
        <p:spPr bwMode="auto">
          <a:xfrm>
            <a:off x="1231900" y="2454275"/>
            <a:ext cx="57959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72" name="Line 145">
            <a:extLst>
              <a:ext uri="{FF2B5EF4-FFF2-40B4-BE49-F238E27FC236}">
                <a16:creationId xmlns:a16="http://schemas.microsoft.com/office/drawing/2014/main" id="{4E0EC134-83AE-FEE3-D230-A5A26BD069E7}"/>
              </a:ext>
            </a:extLst>
          </p:cNvPr>
          <p:cNvSpPr>
            <a:spLocks noChangeShapeType="1"/>
          </p:cNvSpPr>
          <p:nvPr/>
        </p:nvSpPr>
        <p:spPr bwMode="auto">
          <a:xfrm>
            <a:off x="7543800" y="2543175"/>
            <a:ext cx="0" cy="828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73" name="Line 146">
            <a:extLst>
              <a:ext uri="{FF2B5EF4-FFF2-40B4-BE49-F238E27FC236}">
                <a16:creationId xmlns:a16="http://schemas.microsoft.com/office/drawing/2014/main" id="{87FCAFC1-029B-43A5-0AD2-3C2D96889CC3}"/>
              </a:ext>
            </a:extLst>
          </p:cNvPr>
          <p:cNvSpPr>
            <a:spLocks noChangeShapeType="1"/>
          </p:cNvSpPr>
          <p:nvPr/>
        </p:nvSpPr>
        <p:spPr bwMode="auto">
          <a:xfrm>
            <a:off x="1219200" y="2466975"/>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74" name="Line 147">
            <a:extLst>
              <a:ext uri="{FF2B5EF4-FFF2-40B4-BE49-F238E27FC236}">
                <a16:creationId xmlns:a16="http://schemas.microsoft.com/office/drawing/2014/main" id="{A324027A-C664-06E9-ECE3-47267EBB84A2}"/>
              </a:ext>
            </a:extLst>
          </p:cNvPr>
          <p:cNvSpPr>
            <a:spLocks noChangeShapeType="1"/>
          </p:cNvSpPr>
          <p:nvPr/>
        </p:nvSpPr>
        <p:spPr bwMode="auto">
          <a:xfrm>
            <a:off x="4191000" y="28479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75" name="Oval 148">
            <a:extLst>
              <a:ext uri="{FF2B5EF4-FFF2-40B4-BE49-F238E27FC236}">
                <a16:creationId xmlns:a16="http://schemas.microsoft.com/office/drawing/2014/main" id="{3373FBC9-3557-E14A-91BD-AAC21B254F30}"/>
              </a:ext>
            </a:extLst>
          </p:cNvPr>
          <p:cNvSpPr>
            <a:spLocks noChangeArrowheads="1"/>
          </p:cNvSpPr>
          <p:nvPr/>
        </p:nvSpPr>
        <p:spPr bwMode="auto">
          <a:xfrm>
            <a:off x="4127500" y="30003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3076" name="Line 149">
            <a:extLst>
              <a:ext uri="{FF2B5EF4-FFF2-40B4-BE49-F238E27FC236}">
                <a16:creationId xmlns:a16="http://schemas.microsoft.com/office/drawing/2014/main" id="{54028D09-AF6A-EAC8-E74E-F217B121C705}"/>
              </a:ext>
            </a:extLst>
          </p:cNvPr>
          <p:cNvSpPr>
            <a:spLocks noChangeShapeType="1"/>
          </p:cNvSpPr>
          <p:nvPr/>
        </p:nvSpPr>
        <p:spPr bwMode="auto">
          <a:xfrm>
            <a:off x="6019800" y="28479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77" name="Oval 150">
            <a:extLst>
              <a:ext uri="{FF2B5EF4-FFF2-40B4-BE49-F238E27FC236}">
                <a16:creationId xmlns:a16="http://schemas.microsoft.com/office/drawing/2014/main" id="{69E401AF-1709-FBF9-313D-A2429F6835F3}"/>
              </a:ext>
            </a:extLst>
          </p:cNvPr>
          <p:cNvSpPr>
            <a:spLocks noChangeArrowheads="1"/>
          </p:cNvSpPr>
          <p:nvPr/>
        </p:nvSpPr>
        <p:spPr bwMode="auto">
          <a:xfrm>
            <a:off x="5956300" y="30003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3078" name="Line 151">
            <a:extLst>
              <a:ext uri="{FF2B5EF4-FFF2-40B4-BE49-F238E27FC236}">
                <a16:creationId xmlns:a16="http://schemas.microsoft.com/office/drawing/2014/main" id="{BC0CF790-08CB-FFFC-76F3-996A6B2E796F}"/>
              </a:ext>
            </a:extLst>
          </p:cNvPr>
          <p:cNvSpPr>
            <a:spLocks noChangeShapeType="1"/>
          </p:cNvSpPr>
          <p:nvPr/>
        </p:nvSpPr>
        <p:spPr bwMode="auto">
          <a:xfrm>
            <a:off x="7924800" y="28479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79" name="Oval 152">
            <a:extLst>
              <a:ext uri="{FF2B5EF4-FFF2-40B4-BE49-F238E27FC236}">
                <a16:creationId xmlns:a16="http://schemas.microsoft.com/office/drawing/2014/main" id="{082AB1A1-931E-9A34-DBAE-AC2B3175117C}"/>
              </a:ext>
            </a:extLst>
          </p:cNvPr>
          <p:cNvSpPr>
            <a:spLocks noChangeArrowheads="1"/>
          </p:cNvSpPr>
          <p:nvPr/>
        </p:nvSpPr>
        <p:spPr bwMode="auto">
          <a:xfrm>
            <a:off x="7861300" y="30003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3080" name="Line 153">
            <a:extLst>
              <a:ext uri="{FF2B5EF4-FFF2-40B4-BE49-F238E27FC236}">
                <a16:creationId xmlns:a16="http://schemas.microsoft.com/office/drawing/2014/main" id="{6BC56AF5-31C2-0987-3402-A7C48BED73A9}"/>
              </a:ext>
            </a:extLst>
          </p:cNvPr>
          <p:cNvSpPr>
            <a:spLocks noChangeShapeType="1"/>
          </p:cNvSpPr>
          <p:nvPr/>
        </p:nvSpPr>
        <p:spPr bwMode="auto">
          <a:xfrm flipV="1">
            <a:off x="990600" y="14509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81" name="Line 154">
            <a:extLst>
              <a:ext uri="{FF2B5EF4-FFF2-40B4-BE49-F238E27FC236}">
                <a16:creationId xmlns:a16="http://schemas.microsoft.com/office/drawing/2014/main" id="{67480BAE-6E0F-4F63-2C31-D72C540BCF6C}"/>
              </a:ext>
            </a:extLst>
          </p:cNvPr>
          <p:cNvSpPr>
            <a:spLocks noChangeShapeType="1"/>
          </p:cNvSpPr>
          <p:nvPr/>
        </p:nvSpPr>
        <p:spPr bwMode="auto">
          <a:xfrm flipV="1">
            <a:off x="2514600" y="14509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82" name="Line 155">
            <a:extLst>
              <a:ext uri="{FF2B5EF4-FFF2-40B4-BE49-F238E27FC236}">
                <a16:creationId xmlns:a16="http://schemas.microsoft.com/office/drawing/2014/main" id="{60244434-0941-1290-73DE-0CE2B1D38400}"/>
              </a:ext>
            </a:extLst>
          </p:cNvPr>
          <p:cNvSpPr>
            <a:spLocks noChangeShapeType="1"/>
          </p:cNvSpPr>
          <p:nvPr/>
        </p:nvSpPr>
        <p:spPr bwMode="auto">
          <a:xfrm flipV="1">
            <a:off x="2362200" y="1450975"/>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83" name="Line 156">
            <a:extLst>
              <a:ext uri="{FF2B5EF4-FFF2-40B4-BE49-F238E27FC236}">
                <a16:creationId xmlns:a16="http://schemas.microsoft.com/office/drawing/2014/main" id="{89EF0487-B405-F72F-F94C-4A046B026AFC}"/>
              </a:ext>
            </a:extLst>
          </p:cNvPr>
          <p:cNvSpPr>
            <a:spLocks noChangeShapeType="1"/>
          </p:cNvSpPr>
          <p:nvPr/>
        </p:nvSpPr>
        <p:spPr bwMode="auto">
          <a:xfrm flipV="1">
            <a:off x="4343400" y="14509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84" name="Line 157">
            <a:extLst>
              <a:ext uri="{FF2B5EF4-FFF2-40B4-BE49-F238E27FC236}">
                <a16:creationId xmlns:a16="http://schemas.microsoft.com/office/drawing/2014/main" id="{F489D47E-752E-A71B-0EEC-4450F4766465}"/>
              </a:ext>
            </a:extLst>
          </p:cNvPr>
          <p:cNvSpPr>
            <a:spLocks noChangeShapeType="1"/>
          </p:cNvSpPr>
          <p:nvPr/>
        </p:nvSpPr>
        <p:spPr bwMode="auto">
          <a:xfrm flipV="1">
            <a:off x="4191000" y="1450975"/>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85" name="Line 158">
            <a:extLst>
              <a:ext uri="{FF2B5EF4-FFF2-40B4-BE49-F238E27FC236}">
                <a16:creationId xmlns:a16="http://schemas.microsoft.com/office/drawing/2014/main" id="{FEE623F6-5FC1-3F91-D705-05E14E969D5F}"/>
              </a:ext>
            </a:extLst>
          </p:cNvPr>
          <p:cNvSpPr>
            <a:spLocks noChangeShapeType="1"/>
          </p:cNvSpPr>
          <p:nvPr/>
        </p:nvSpPr>
        <p:spPr bwMode="auto">
          <a:xfrm flipV="1">
            <a:off x="6172200" y="13747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86" name="Line 159">
            <a:extLst>
              <a:ext uri="{FF2B5EF4-FFF2-40B4-BE49-F238E27FC236}">
                <a16:creationId xmlns:a16="http://schemas.microsoft.com/office/drawing/2014/main" id="{4390B02D-BF09-E573-9978-216DBD7EF232}"/>
              </a:ext>
            </a:extLst>
          </p:cNvPr>
          <p:cNvSpPr>
            <a:spLocks noChangeShapeType="1"/>
          </p:cNvSpPr>
          <p:nvPr/>
        </p:nvSpPr>
        <p:spPr bwMode="auto">
          <a:xfrm flipV="1">
            <a:off x="6019800" y="1374775"/>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87" name="Line 160">
            <a:extLst>
              <a:ext uri="{FF2B5EF4-FFF2-40B4-BE49-F238E27FC236}">
                <a16:creationId xmlns:a16="http://schemas.microsoft.com/office/drawing/2014/main" id="{B3BDEA0A-D40C-8679-7EED-6E7AE37DF02F}"/>
              </a:ext>
            </a:extLst>
          </p:cNvPr>
          <p:cNvSpPr>
            <a:spLocks noChangeShapeType="1"/>
          </p:cNvSpPr>
          <p:nvPr/>
        </p:nvSpPr>
        <p:spPr bwMode="auto">
          <a:xfrm flipV="1">
            <a:off x="7924800" y="1374775"/>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88" name="Line 161">
            <a:extLst>
              <a:ext uri="{FF2B5EF4-FFF2-40B4-BE49-F238E27FC236}">
                <a16:creationId xmlns:a16="http://schemas.microsoft.com/office/drawing/2014/main" id="{EEB55343-3973-0FDD-23E8-AD90F5F1B80D}"/>
              </a:ext>
            </a:extLst>
          </p:cNvPr>
          <p:cNvSpPr>
            <a:spLocks noChangeShapeType="1"/>
          </p:cNvSpPr>
          <p:nvPr/>
        </p:nvSpPr>
        <p:spPr bwMode="auto">
          <a:xfrm flipV="1">
            <a:off x="838200" y="1450975"/>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89" name="Line 162">
            <a:extLst>
              <a:ext uri="{FF2B5EF4-FFF2-40B4-BE49-F238E27FC236}">
                <a16:creationId xmlns:a16="http://schemas.microsoft.com/office/drawing/2014/main" id="{566B48C3-D291-7D73-75E0-B231AB6558AC}"/>
              </a:ext>
            </a:extLst>
          </p:cNvPr>
          <p:cNvSpPr>
            <a:spLocks noChangeShapeType="1"/>
          </p:cNvSpPr>
          <p:nvPr/>
        </p:nvSpPr>
        <p:spPr bwMode="auto">
          <a:xfrm>
            <a:off x="1003300" y="1616075"/>
            <a:ext cx="1346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90" name="Rectangle 163">
            <a:extLst>
              <a:ext uri="{FF2B5EF4-FFF2-40B4-BE49-F238E27FC236}">
                <a16:creationId xmlns:a16="http://schemas.microsoft.com/office/drawing/2014/main" id="{EBBD9D18-92FE-F56B-6979-B0F8E4CA44F3}"/>
              </a:ext>
            </a:extLst>
          </p:cNvPr>
          <p:cNvSpPr>
            <a:spLocks noChangeArrowheads="1"/>
          </p:cNvSpPr>
          <p:nvPr/>
        </p:nvSpPr>
        <p:spPr bwMode="auto">
          <a:xfrm>
            <a:off x="925513" y="1247775"/>
            <a:ext cx="1327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12: </a:t>
            </a:r>
            <a:r>
              <a:rPr lang="en-US" altLang="zh-CN">
                <a:solidFill>
                  <a:srgbClr val="CC0000"/>
                </a:solidFill>
                <a:latin typeface="Arial" panose="020B0604020202020204" pitchFamily="34" charset="0"/>
                <a:ea typeface="宋体" panose="02010600030101010101" pitchFamily="2" charset="-122"/>
              </a:rPr>
              <a:t>Beq’s IF</a:t>
            </a:r>
          </a:p>
        </p:txBody>
      </p:sp>
      <p:sp>
        <p:nvSpPr>
          <p:cNvPr id="83091" name="Line 164">
            <a:extLst>
              <a:ext uri="{FF2B5EF4-FFF2-40B4-BE49-F238E27FC236}">
                <a16:creationId xmlns:a16="http://schemas.microsoft.com/office/drawing/2014/main" id="{3B8CB504-292C-535F-417A-C56F3D2357B8}"/>
              </a:ext>
            </a:extLst>
          </p:cNvPr>
          <p:cNvSpPr>
            <a:spLocks noChangeShapeType="1"/>
          </p:cNvSpPr>
          <p:nvPr/>
        </p:nvSpPr>
        <p:spPr bwMode="auto">
          <a:xfrm>
            <a:off x="469900" y="16160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92" name="Line 168">
            <a:extLst>
              <a:ext uri="{FF2B5EF4-FFF2-40B4-BE49-F238E27FC236}">
                <a16:creationId xmlns:a16="http://schemas.microsoft.com/office/drawing/2014/main" id="{C879A570-E787-E2B1-EC3A-00EA3034052A}"/>
              </a:ext>
            </a:extLst>
          </p:cNvPr>
          <p:cNvSpPr>
            <a:spLocks noChangeShapeType="1"/>
          </p:cNvSpPr>
          <p:nvPr/>
        </p:nvSpPr>
        <p:spPr bwMode="auto">
          <a:xfrm>
            <a:off x="2527300" y="1616075"/>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93" name="Rectangle 169">
            <a:extLst>
              <a:ext uri="{FF2B5EF4-FFF2-40B4-BE49-F238E27FC236}">
                <a16:creationId xmlns:a16="http://schemas.microsoft.com/office/drawing/2014/main" id="{05FD0046-669A-5A3C-0DE8-AFFA52D74C1E}"/>
              </a:ext>
            </a:extLst>
          </p:cNvPr>
          <p:cNvSpPr>
            <a:spLocks noChangeArrowheads="1"/>
          </p:cNvSpPr>
          <p:nvPr/>
        </p:nvSpPr>
        <p:spPr bwMode="auto">
          <a:xfrm>
            <a:off x="2513013" y="1235075"/>
            <a:ext cx="1419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8: </a:t>
            </a:r>
            <a:r>
              <a:rPr lang="en-US" altLang="zh-CN">
                <a:solidFill>
                  <a:srgbClr val="CC0000"/>
                </a:solidFill>
                <a:latin typeface="Arial" panose="020B0604020202020204" pitchFamily="34" charset="0"/>
                <a:ea typeface="宋体" panose="02010600030101010101" pitchFamily="2" charset="-122"/>
              </a:rPr>
              <a:t>Store’s</a:t>
            </a:r>
            <a:r>
              <a:rPr lang="en-US" altLang="zh-CN">
                <a:solidFill>
                  <a:srgbClr val="CC0000"/>
                </a:solidFill>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ID</a:t>
            </a:r>
          </a:p>
        </p:txBody>
      </p:sp>
      <p:sp>
        <p:nvSpPr>
          <p:cNvPr id="83094" name="Line 170">
            <a:extLst>
              <a:ext uri="{FF2B5EF4-FFF2-40B4-BE49-F238E27FC236}">
                <a16:creationId xmlns:a16="http://schemas.microsoft.com/office/drawing/2014/main" id="{84386219-B691-3B65-091E-EB34BD7AD58F}"/>
              </a:ext>
            </a:extLst>
          </p:cNvPr>
          <p:cNvSpPr>
            <a:spLocks noChangeShapeType="1"/>
          </p:cNvSpPr>
          <p:nvPr/>
        </p:nvSpPr>
        <p:spPr bwMode="auto">
          <a:xfrm>
            <a:off x="4356100" y="1616075"/>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95" name="Rectangle 171">
            <a:extLst>
              <a:ext uri="{FF2B5EF4-FFF2-40B4-BE49-F238E27FC236}">
                <a16:creationId xmlns:a16="http://schemas.microsoft.com/office/drawing/2014/main" id="{B9C930E4-C1CC-36FF-51AD-179352A08B55}"/>
              </a:ext>
            </a:extLst>
          </p:cNvPr>
          <p:cNvSpPr>
            <a:spLocks noChangeArrowheads="1"/>
          </p:cNvSpPr>
          <p:nvPr/>
        </p:nvSpPr>
        <p:spPr bwMode="auto">
          <a:xfrm>
            <a:off x="4278313" y="1235075"/>
            <a:ext cx="1612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4: </a:t>
            </a:r>
            <a:r>
              <a:rPr lang="en-US" altLang="zh-CN">
                <a:solidFill>
                  <a:srgbClr val="CC0000"/>
                </a:solidFill>
                <a:latin typeface="Arial" panose="020B0604020202020204" pitchFamily="34" charset="0"/>
                <a:ea typeface="宋体" panose="02010600030101010101" pitchFamily="2" charset="-122"/>
              </a:rPr>
              <a:t>R-type’s  EX</a:t>
            </a:r>
          </a:p>
        </p:txBody>
      </p:sp>
      <p:sp>
        <p:nvSpPr>
          <p:cNvPr id="83096" name="Line 172">
            <a:extLst>
              <a:ext uri="{FF2B5EF4-FFF2-40B4-BE49-F238E27FC236}">
                <a16:creationId xmlns:a16="http://schemas.microsoft.com/office/drawing/2014/main" id="{C019FE82-A53F-9BA0-C7EC-FE7946C6A6E8}"/>
              </a:ext>
            </a:extLst>
          </p:cNvPr>
          <p:cNvSpPr>
            <a:spLocks noChangeShapeType="1"/>
          </p:cNvSpPr>
          <p:nvPr/>
        </p:nvSpPr>
        <p:spPr bwMode="auto">
          <a:xfrm>
            <a:off x="6184900" y="1616075"/>
            <a:ext cx="1727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97" name="Rectangle 173">
            <a:extLst>
              <a:ext uri="{FF2B5EF4-FFF2-40B4-BE49-F238E27FC236}">
                <a16:creationId xmlns:a16="http://schemas.microsoft.com/office/drawing/2014/main" id="{D3BD3656-CBDD-11BF-F7FE-2A9E66BE4DD0}"/>
              </a:ext>
            </a:extLst>
          </p:cNvPr>
          <p:cNvSpPr>
            <a:spLocks noChangeArrowheads="1"/>
          </p:cNvSpPr>
          <p:nvPr/>
        </p:nvSpPr>
        <p:spPr bwMode="auto">
          <a:xfrm>
            <a:off x="6145213" y="1235075"/>
            <a:ext cx="13636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0: </a:t>
            </a:r>
            <a:r>
              <a:rPr lang="en-US" altLang="zh-CN">
                <a:solidFill>
                  <a:srgbClr val="CC0000"/>
                </a:solidFill>
                <a:latin typeface="Arial" panose="020B0604020202020204" pitchFamily="34" charset="0"/>
                <a:ea typeface="宋体" panose="02010600030101010101" pitchFamily="2" charset="-122"/>
              </a:rPr>
              <a:t>Load’s  M</a:t>
            </a:r>
          </a:p>
        </p:txBody>
      </p:sp>
      <p:sp>
        <p:nvSpPr>
          <p:cNvPr id="83098" name="Line 175">
            <a:extLst>
              <a:ext uri="{FF2B5EF4-FFF2-40B4-BE49-F238E27FC236}">
                <a16:creationId xmlns:a16="http://schemas.microsoft.com/office/drawing/2014/main" id="{457E7A59-87E0-C34C-951A-BBD3B44CAA86}"/>
              </a:ext>
            </a:extLst>
          </p:cNvPr>
          <p:cNvSpPr>
            <a:spLocks noChangeShapeType="1"/>
          </p:cNvSpPr>
          <p:nvPr/>
        </p:nvSpPr>
        <p:spPr bwMode="auto">
          <a:xfrm>
            <a:off x="2667000" y="5057775"/>
            <a:ext cx="0" cy="279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 name="Group 202">
            <a:extLst>
              <a:ext uri="{FF2B5EF4-FFF2-40B4-BE49-F238E27FC236}">
                <a16:creationId xmlns:a16="http://schemas.microsoft.com/office/drawing/2014/main" id="{407031BE-4195-6D3B-9E8D-18D935C81935}"/>
              </a:ext>
            </a:extLst>
          </p:cNvPr>
          <p:cNvGrpSpPr>
            <a:grpSpLocks/>
          </p:cNvGrpSpPr>
          <p:nvPr/>
        </p:nvGrpSpPr>
        <p:grpSpPr bwMode="auto">
          <a:xfrm>
            <a:off x="4321175" y="5191125"/>
            <a:ext cx="1520825" cy="158750"/>
            <a:chOff x="2722" y="3404"/>
            <a:chExt cx="958" cy="100"/>
          </a:xfrm>
        </p:grpSpPr>
        <p:sp>
          <p:nvSpPr>
            <p:cNvPr id="83100" name="Line 73">
              <a:extLst>
                <a:ext uri="{FF2B5EF4-FFF2-40B4-BE49-F238E27FC236}">
                  <a16:creationId xmlns:a16="http://schemas.microsoft.com/office/drawing/2014/main" id="{9655EBBF-5258-E9D3-DE3E-6F7845201A5B}"/>
                </a:ext>
              </a:extLst>
            </p:cNvPr>
            <p:cNvSpPr>
              <a:spLocks noChangeShapeType="1"/>
            </p:cNvSpPr>
            <p:nvPr/>
          </p:nvSpPr>
          <p:spPr bwMode="auto">
            <a:xfrm>
              <a:off x="3028" y="3408"/>
              <a:ext cx="652"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101" name="Line 96">
              <a:extLst>
                <a:ext uri="{FF2B5EF4-FFF2-40B4-BE49-F238E27FC236}">
                  <a16:creationId xmlns:a16="http://schemas.microsoft.com/office/drawing/2014/main" id="{6318AC76-8FBD-2437-6A78-9BF5B49FBBDD}"/>
                </a:ext>
              </a:extLst>
            </p:cNvPr>
            <p:cNvSpPr>
              <a:spLocks noChangeShapeType="1"/>
            </p:cNvSpPr>
            <p:nvPr/>
          </p:nvSpPr>
          <p:spPr bwMode="auto">
            <a:xfrm>
              <a:off x="2722" y="3504"/>
              <a:ext cx="154" cy="0"/>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02" name="Line 176">
              <a:extLst>
                <a:ext uri="{FF2B5EF4-FFF2-40B4-BE49-F238E27FC236}">
                  <a16:creationId xmlns:a16="http://schemas.microsoft.com/office/drawing/2014/main" id="{BD5D518E-6B9A-019B-430E-C332F9FB7563}"/>
                </a:ext>
              </a:extLst>
            </p:cNvPr>
            <p:cNvSpPr>
              <a:spLocks noChangeShapeType="1"/>
            </p:cNvSpPr>
            <p:nvPr/>
          </p:nvSpPr>
          <p:spPr bwMode="auto">
            <a:xfrm flipV="1">
              <a:off x="2866" y="3404"/>
              <a:ext cx="166" cy="98"/>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3103" name="Group 187">
            <a:extLst>
              <a:ext uri="{FF2B5EF4-FFF2-40B4-BE49-F238E27FC236}">
                <a16:creationId xmlns:a16="http://schemas.microsoft.com/office/drawing/2014/main" id="{F04D2D3D-35C8-D66A-1005-2D1139FFC2FA}"/>
              </a:ext>
            </a:extLst>
          </p:cNvPr>
          <p:cNvGrpSpPr>
            <a:grpSpLocks/>
          </p:cNvGrpSpPr>
          <p:nvPr/>
        </p:nvGrpSpPr>
        <p:grpSpPr bwMode="auto">
          <a:xfrm>
            <a:off x="2890838" y="2314575"/>
            <a:ext cx="703262" cy="1417638"/>
            <a:chOff x="1751" y="1592"/>
            <a:chExt cx="443" cy="893"/>
          </a:xfrm>
        </p:grpSpPr>
        <p:sp>
          <p:nvSpPr>
            <p:cNvPr id="83104" name="Line 177">
              <a:extLst>
                <a:ext uri="{FF2B5EF4-FFF2-40B4-BE49-F238E27FC236}">
                  <a16:creationId xmlns:a16="http://schemas.microsoft.com/office/drawing/2014/main" id="{3841ADEF-32F6-3CAE-46EC-45CFE28BEAD9}"/>
                </a:ext>
              </a:extLst>
            </p:cNvPr>
            <p:cNvSpPr>
              <a:spLocks noChangeShapeType="1"/>
            </p:cNvSpPr>
            <p:nvPr/>
          </p:nvSpPr>
          <p:spPr bwMode="auto">
            <a:xfrm>
              <a:off x="2160" y="1592"/>
              <a:ext cx="0" cy="32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3105" name="Group 183">
              <a:extLst>
                <a:ext uri="{FF2B5EF4-FFF2-40B4-BE49-F238E27FC236}">
                  <a16:creationId xmlns:a16="http://schemas.microsoft.com/office/drawing/2014/main" id="{72F5CAA6-153F-4985-6E0F-EDF6E0398BFE}"/>
                </a:ext>
              </a:extLst>
            </p:cNvPr>
            <p:cNvGrpSpPr>
              <a:grpSpLocks/>
            </p:cNvGrpSpPr>
            <p:nvPr/>
          </p:nvGrpSpPr>
          <p:grpSpPr bwMode="auto">
            <a:xfrm>
              <a:off x="1986" y="1914"/>
              <a:ext cx="208" cy="248"/>
              <a:chOff x="1986" y="1914"/>
              <a:chExt cx="208" cy="248"/>
            </a:xfrm>
          </p:grpSpPr>
          <p:sp>
            <p:nvSpPr>
              <p:cNvPr id="83106" name="Arc 178">
                <a:extLst>
                  <a:ext uri="{FF2B5EF4-FFF2-40B4-BE49-F238E27FC236}">
                    <a16:creationId xmlns:a16="http://schemas.microsoft.com/office/drawing/2014/main" id="{F1070166-08FB-A626-0FE7-8A0FDCFD7372}"/>
                  </a:ext>
                </a:extLst>
              </p:cNvPr>
              <p:cNvSpPr>
                <a:spLocks noChangeArrowheads="1"/>
              </p:cNvSpPr>
              <p:nvPr/>
            </p:nvSpPr>
            <p:spPr bwMode="auto">
              <a:xfrm rot="5400000">
                <a:off x="2085" y="2068"/>
                <a:ext cx="89" cy="88"/>
              </a:xfrm>
              <a:custGeom>
                <a:avLst/>
                <a:gdLst>
                  <a:gd name="T0" fmla="*/ 0 w 21843"/>
                  <a:gd name="T1" fmla="*/ 1 h 21600"/>
                  <a:gd name="T2" fmla="*/ 244 w 21843"/>
                  <a:gd name="T3" fmla="*/ 0 h 21600"/>
                  <a:gd name="T4" fmla="*/ 21842 w 21843"/>
                  <a:gd name="T5" fmla="*/ 21353 h 21600"/>
                  <a:gd name="T6" fmla="*/ 0 w 21843"/>
                  <a:gd name="T7" fmla="*/ 1 h 21600"/>
                  <a:gd name="T8" fmla="*/ 244 w 21843"/>
                  <a:gd name="T9" fmla="*/ 0 h 21600"/>
                  <a:gd name="T10" fmla="*/ 21842 w 21843"/>
                  <a:gd name="T11" fmla="*/ 21353 h 21600"/>
                  <a:gd name="T12" fmla="*/ 244 w 21843"/>
                  <a:gd name="T13" fmla="*/ 21600 h 21600"/>
                  <a:gd name="T14" fmla="*/ 0 w 21843"/>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3" h="21600" fill="none">
                    <a:moveTo>
                      <a:pt x="0" y="1"/>
                    </a:moveTo>
                    <a:cubicBezTo>
                      <a:pt x="81" y="0"/>
                      <a:pt x="162" y="-1"/>
                      <a:pt x="244" y="0"/>
                    </a:cubicBezTo>
                    <a:cubicBezTo>
                      <a:pt x="12077" y="0"/>
                      <a:pt x="21707" y="9520"/>
                      <a:pt x="21842" y="21353"/>
                    </a:cubicBezTo>
                  </a:path>
                  <a:path w="21843" h="21600" stroke="0">
                    <a:moveTo>
                      <a:pt x="0" y="1"/>
                    </a:moveTo>
                    <a:cubicBezTo>
                      <a:pt x="81" y="0"/>
                      <a:pt x="162" y="-1"/>
                      <a:pt x="244" y="0"/>
                    </a:cubicBezTo>
                    <a:cubicBezTo>
                      <a:pt x="12077" y="0"/>
                      <a:pt x="21707" y="9520"/>
                      <a:pt x="21842" y="21353"/>
                    </a:cubicBezTo>
                    <a:lnTo>
                      <a:pt x="244"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3107" name="Arc 179">
                <a:extLst>
                  <a:ext uri="{FF2B5EF4-FFF2-40B4-BE49-F238E27FC236}">
                    <a16:creationId xmlns:a16="http://schemas.microsoft.com/office/drawing/2014/main" id="{930C87E5-1683-CFEE-6E10-A91CA796B5ED}"/>
                  </a:ext>
                </a:extLst>
              </p:cNvPr>
              <p:cNvSpPr>
                <a:spLocks noChangeArrowheads="1"/>
              </p:cNvSpPr>
              <p:nvPr/>
            </p:nvSpPr>
            <p:spPr bwMode="auto">
              <a:xfrm rot="-5400000">
                <a:off x="1998" y="2069"/>
                <a:ext cx="88" cy="87"/>
              </a:xfrm>
              <a:custGeom>
                <a:avLst/>
                <a:gdLst>
                  <a:gd name="T0" fmla="*/ 0 w 21599"/>
                  <a:gd name="T1" fmla="*/ 21352 h 21599"/>
                  <a:gd name="T2" fmla="*/ 21355 w 21599"/>
                  <a:gd name="T3" fmla="*/ 0 h 21599"/>
                  <a:gd name="T4" fmla="*/ 0 w 21599"/>
                  <a:gd name="T5" fmla="*/ 21352 h 21599"/>
                  <a:gd name="T6" fmla="*/ 21355 w 21599"/>
                  <a:gd name="T7" fmla="*/ 0 h 21599"/>
                  <a:gd name="T8" fmla="*/ 21599 w 21599"/>
                  <a:gd name="T9" fmla="*/ 21599 h 21599"/>
                  <a:gd name="T10" fmla="*/ 0 w 21599"/>
                  <a:gd name="T11" fmla="*/ 21352 h 21599"/>
                </a:gdLst>
                <a:ahLst/>
                <a:cxnLst>
                  <a:cxn ang="0">
                    <a:pos x="T0" y="T1"/>
                  </a:cxn>
                  <a:cxn ang="0">
                    <a:pos x="T2" y="T3"/>
                  </a:cxn>
                  <a:cxn ang="0">
                    <a:pos x="T4" y="T5"/>
                  </a:cxn>
                  <a:cxn ang="0">
                    <a:pos x="T6" y="T7"/>
                  </a:cxn>
                  <a:cxn ang="0">
                    <a:pos x="T8" y="T9"/>
                  </a:cxn>
                  <a:cxn ang="0">
                    <a:pos x="T10" y="T11"/>
                  </a:cxn>
                </a:cxnLst>
                <a:rect l="0" t="0" r="r" b="b"/>
                <a:pathLst>
                  <a:path w="21599" h="21599" fill="none">
                    <a:moveTo>
                      <a:pt x="0" y="21352"/>
                    </a:moveTo>
                    <a:cubicBezTo>
                      <a:pt x="134" y="9614"/>
                      <a:pt x="9617" y="132"/>
                      <a:pt x="21355" y="0"/>
                    </a:cubicBezTo>
                  </a:path>
                  <a:path w="21599" h="21599" stroke="0">
                    <a:moveTo>
                      <a:pt x="0" y="21352"/>
                    </a:moveTo>
                    <a:cubicBezTo>
                      <a:pt x="134" y="9614"/>
                      <a:pt x="9617" y="132"/>
                      <a:pt x="21355" y="0"/>
                    </a:cubicBezTo>
                    <a:lnTo>
                      <a:pt x="21599" y="21599"/>
                    </a:lnTo>
                    <a:lnTo>
                      <a:pt x="0" y="21352"/>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3108" name="Line 180">
                <a:extLst>
                  <a:ext uri="{FF2B5EF4-FFF2-40B4-BE49-F238E27FC236}">
                    <a16:creationId xmlns:a16="http://schemas.microsoft.com/office/drawing/2014/main" id="{917A2036-EB95-EEB7-D279-278E6766A300}"/>
                  </a:ext>
                </a:extLst>
              </p:cNvPr>
              <p:cNvSpPr>
                <a:spLocks noChangeShapeType="1"/>
              </p:cNvSpPr>
              <p:nvPr/>
            </p:nvSpPr>
            <p:spPr bwMode="auto">
              <a:xfrm flipV="1">
                <a:off x="2186"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09" name="Line 181">
                <a:extLst>
                  <a:ext uri="{FF2B5EF4-FFF2-40B4-BE49-F238E27FC236}">
                    <a16:creationId xmlns:a16="http://schemas.microsoft.com/office/drawing/2014/main" id="{D260DF70-D031-AF59-6D58-143FD9BBAF49}"/>
                  </a:ext>
                </a:extLst>
              </p:cNvPr>
              <p:cNvSpPr>
                <a:spLocks noChangeShapeType="1"/>
              </p:cNvSpPr>
              <p:nvPr/>
            </p:nvSpPr>
            <p:spPr bwMode="auto">
              <a:xfrm flipV="1">
                <a:off x="1994"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10" name="Line 182">
                <a:extLst>
                  <a:ext uri="{FF2B5EF4-FFF2-40B4-BE49-F238E27FC236}">
                    <a16:creationId xmlns:a16="http://schemas.microsoft.com/office/drawing/2014/main" id="{21B170DE-A8E9-65A6-697D-A877DFB04C24}"/>
                  </a:ext>
                </a:extLst>
              </p:cNvPr>
              <p:cNvSpPr>
                <a:spLocks noChangeShapeType="1"/>
              </p:cNvSpPr>
              <p:nvPr/>
            </p:nvSpPr>
            <p:spPr bwMode="auto">
              <a:xfrm flipH="1">
                <a:off x="1986" y="1922"/>
                <a:ext cx="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3111" name="Line 184">
              <a:extLst>
                <a:ext uri="{FF2B5EF4-FFF2-40B4-BE49-F238E27FC236}">
                  <a16:creationId xmlns:a16="http://schemas.microsoft.com/office/drawing/2014/main" id="{37F10C67-6C82-41A8-EE11-7E490F9FB2BF}"/>
                </a:ext>
              </a:extLst>
            </p:cNvPr>
            <p:cNvSpPr>
              <a:spLocks noChangeShapeType="1"/>
            </p:cNvSpPr>
            <p:nvPr/>
          </p:nvSpPr>
          <p:spPr bwMode="auto">
            <a:xfrm>
              <a:off x="2112" y="2168"/>
              <a:ext cx="0" cy="317"/>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12" name="Line 185">
              <a:extLst>
                <a:ext uri="{FF2B5EF4-FFF2-40B4-BE49-F238E27FC236}">
                  <a16:creationId xmlns:a16="http://schemas.microsoft.com/office/drawing/2014/main" id="{C4D54286-3B37-5F0D-1A9B-489ED45D3E44}"/>
                </a:ext>
              </a:extLst>
            </p:cNvPr>
            <p:cNvSpPr>
              <a:spLocks noChangeShapeType="1"/>
            </p:cNvSpPr>
            <p:nvPr/>
          </p:nvSpPr>
          <p:spPr bwMode="auto">
            <a:xfrm>
              <a:off x="2016" y="1784"/>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13" name="Rectangle 186">
              <a:extLst>
                <a:ext uri="{FF2B5EF4-FFF2-40B4-BE49-F238E27FC236}">
                  <a16:creationId xmlns:a16="http://schemas.microsoft.com/office/drawing/2014/main" id="{307472B1-3DFE-F05F-694F-1745225326D1}"/>
                </a:ext>
              </a:extLst>
            </p:cNvPr>
            <p:cNvSpPr>
              <a:spLocks noChangeArrowheads="1"/>
            </p:cNvSpPr>
            <p:nvPr/>
          </p:nvSpPr>
          <p:spPr bwMode="auto">
            <a:xfrm>
              <a:off x="1751" y="1680"/>
              <a:ext cx="31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grpSp>
      <p:sp>
        <p:nvSpPr>
          <p:cNvPr id="83114" name="Line 188">
            <a:extLst>
              <a:ext uri="{FF2B5EF4-FFF2-40B4-BE49-F238E27FC236}">
                <a16:creationId xmlns:a16="http://schemas.microsoft.com/office/drawing/2014/main" id="{6386FB75-03CB-975F-EBE7-0AF5ED6024F9}"/>
              </a:ext>
            </a:extLst>
          </p:cNvPr>
          <p:cNvSpPr>
            <a:spLocks noChangeShapeType="1"/>
          </p:cNvSpPr>
          <p:nvPr/>
        </p:nvSpPr>
        <p:spPr bwMode="auto">
          <a:xfrm>
            <a:off x="7315200" y="4883150"/>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69" name="Rectangle 189">
            <a:extLst>
              <a:ext uri="{FF2B5EF4-FFF2-40B4-BE49-F238E27FC236}">
                <a16:creationId xmlns:a16="http://schemas.microsoft.com/office/drawing/2014/main" id="{D8E93454-9164-A89D-E2BF-65E375309F45}"/>
              </a:ext>
            </a:extLst>
          </p:cNvPr>
          <p:cNvSpPr>
            <a:spLocks noChangeArrowheads="1"/>
          </p:cNvSpPr>
          <p:nvPr/>
        </p:nvSpPr>
        <p:spPr bwMode="auto">
          <a:xfrm>
            <a:off x="5895975" y="6173788"/>
            <a:ext cx="1370013" cy="333375"/>
          </a:xfrm>
          <a:prstGeom prst="rect">
            <a:avLst/>
          </a:prstGeom>
          <a:solidFill>
            <a:schemeClr val="tx2">
              <a:lumMod val="25000"/>
              <a:lumOff val="75000"/>
            </a:schemeClr>
          </a:solidFill>
          <a:ln w="12700">
            <a:noFill/>
            <a:miter lim="800000"/>
          </a:ln>
        </p:spPr>
        <p:txBody>
          <a:bodyPr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MemWr=0</a:t>
            </a:r>
          </a:p>
        </p:txBody>
      </p:sp>
      <p:grpSp>
        <p:nvGrpSpPr>
          <p:cNvPr id="83116" name="Group 195">
            <a:extLst>
              <a:ext uri="{FF2B5EF4-FFF2-40B4-BE49-F238E27FC236}">
                <a16:creationId xmlns:a16="http://schemas.microsoft.com/office/drawing/2014/main" id="{D91CA95A-1B55-3E6C-42A5-DD5573161E91}"/>
              </a:ext>
            </a:extLst>
          </p:cNvPr>
          <p:cNvGrpSpPr>
            <a:grpSpLocks/>
          </p:cNvGrpSpPr>
          <p:nvPr/>
        </p:nvGrpSpPr>
        <p:grpSpPr bwMode="auto">
          <a:xfrm>
            <a:off x="6845300" y="5840413"/>
            <a:ext cx="358775" cy="304800"/>
            <a:chOff x="4277" y="3827"/>
            <a:chExt cx="226" cy="192"/>
          </a:xfrm>
        </p:grpSpPr>
        <p:sp>
          <p:nvSpPr>
            <p:cNvPr id="83117" name="Arc 190">
              <a:extLst>
                <a:ext uri="{FF2B5EF4-FFF2-40B4-BE49-F238E27FC236}">
                  <a16:creationId xmlns:a16="http://schemas.microsoft.com/office/drawing/2014/main" id="{02F24A63-28C0-11C0-5AE5-D5D60B710F84}"/>
                </a:ext>
              </a:extLst>
            </p:cNvPr>
            <p:cNvSpPr>
              <a:spLocks noChangeArrowheads="1"/>
            </p:cNvSpPr>
            <p:nvPr/>
          </p:nvSpPr>
          <p:spPr bwMode="auto">
            <a:xfrm>
              <a:off x="4406" y="3842"/>
              <a:ext cx="89" cy="77"/>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3118" name="Arc 191">
              <a:extLst>
                <a:ext uri="{FF2B5EF4-FFF2-40B4-BE49-F238E27FC236}">
                  <a16:creationId xmlns:a16="http://schemas.microsoft.com/office/drawing/2014/main" id="{15A4F024-0D61-16AB-0E05-43AB77F3DA63}"/>
                </a:ext>
              </a:extLst>
            </p:cNvPr>
            <p:cNvSpPr>
              <a:spLocks noChangeArrowheads="1"/>
            </p:cNvSpPr>
            <p:nvPr/>
          </p:nvSpPr>
          <p:spPr bwMode="auto">
            <a:xfrm rot="10800000">
              <a:off x="4415" y="3938"/>
              <a:ext cx="88" cy="77"/>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3119" name="Line 192">
              <a:extLst>
                <a:ext uri="{FF2B5EF4-FFF2-40B4-BE49-F238E27FC236}">
                  <a16:creationId xmlns:a16="http://schemas.microsoft.com/office/drawing/2014/main" id="{D97300A8-3A66-2022-34C1-465D27DDD07C}"/>
                </a:ext>
              </a:extLst>
            </p:cNvPr>
            <p:cNvSpPr>
              <a:spLocks noChangeShapeType="1"/>
            </p:cNvSpPr>
            <p:nvPr/>
          </p:nvSpPr>
          <p:spPr bwMode="auto">
            <a:xfrm flipH="1">
              <a:off x="4277" y="3827"/>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20" name="Line 193">
              <a:extLst>
                <a:ext uri="{FF2B5EF4-FFF2-40B4-BE49-F238E27FC236}">
                  <a16:creationId xmlns:a16="http://schemas.microsoft.com/office/drawing/2014/main" id="{B036BC03-D889-96A4-66B9-5FA7B74012F6}"/>
                </a:ext>
              </a:extLst>
            </p:cNvPr>
            <p:cNvSpPr>
              <a:spLocks noChangeShapeType="1"/>
            </p:cNvSpPr>
            <p:nvPr/>
          </p:nvSpPr>
          <p:spPr bwMode="auto">
            <a:xfrm flipH="1">
              <a:off x="4277" y="4019"/>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21" name="Line 194">
              <a:extLst>
                <a:ext uri="{FF2B5EF4-FFF2-40B4-BE49-F238E27FC236}">
                  <a16:creationId xmlns:a16="http://schemas.microsoft.com/office/drawing/2014/main" id="{4DFA61DD-248F-64AB-4356-1758C9CF8104}"/>
                </a:ext>
              </a:extLst>
            </p:cNvPr>
            <p:cNvSpPr>
              <a:spLocks noChangeShapeType="1"/>
            </p:cNvSpPr>
            <p:nvPr/>
          </p:nvSpPr>
          <p:spPr bwMode="auto">
            <a:xfrm>
              <a:off x="4285" y="3835"/>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3122" name="Line 196">
            <a:extLst>
              <a:ext uri="{FF2B5EF4-FFF2-40B4-BE49-F238E27FC236}">
                <a16:creationId xmlns:a16="http://schemas.microsoft.com/office/drawing/2014/main" id="{D1A0D7B9-BF90-0D9A-F746-68C77387BD25}"/>
              </a:ext>
            </a:extLst>
          </p:cNvPr>
          <p:cNvSpPr>
            <a:spLocks noChangeShapeType="1"/>
          </p:cNvSpPr>
          <p:nvPr/>
        </p:nvSpPr>
        <p:spPr bwMode="auto">
          <a:xfrm flipV="1">
            <a:off x="7175500" y="6010275"/>
            <a:ext cx="144463"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23" name="Line 197">
            <a:extLst>
              <a:ext uri="{FF2B5EF4-FFF2-40B4-BE49-F238E27FC236}">
                <a16:creationId xmlns:a16="http://schemas.microsoft.com/office/drawing/2014/main" id="{D2B6A951-C184-2A72-D833-DBB941C6E6C0}"/>
              </a:ext>
            </a:extLst>
          </p:cNvPr>
          <p:cNvSpPr>
            <a:spLocks noChangeShapeType="1"/>
          </p:cNvSpPr>
          <p:nvPr/>
        </p:nvSpPr>
        <p:spPr bwMode="auto">
          <a:xfrm flipH="1">
            <a:off x="6570663" y="6111875"/>
            <a:ext cx="287337"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24" name="Line 198">
            <a:extLst>
              <a:ext uri="{FF2B5EF4-FFF2-40B4-BE49-F238E27FC236}">
                <a16:creationId xmlns:a16="http://schemas.microsoft.com/office/drawing/2014/main" id="{169BE1F5-005F-82D5-FFF9-C7E8176C35EA}"/>
              </a:ext>
            </a:extLst>
          </p:cNvPr>
          <p:cNvSpPr>
            <a:spLocks noChangeShapeType="1"/>
          </p:cNvSpPr>
          <p:nvPr/>
        </p:nvSpPr>
        <p:spPr bwMode="auto">
          <a:xfrm flipH="1">
            <a:off x="6632575" y="5959475"/>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25" name="Rectangle 199">
            <a:extLst>
              <a:ext uri="{FF2B5EF4-FFF2-40B4-BE49-F238E27FC236}">
                <a16:creationId xmlns:a16="http://schemas.microsoft.com/office/drawing/2014/main" id="{E91F8F8C-B5D5-7E6A-9EC6-9D48C4A35E13}"/>
              </a:ext>
            </a:extLst>
          </p:cNvPr>
          <p:cNvSpPr>
            <a:spLocks noChangeArrowheads="1"/>
          </p:cNvSpPr>
          <p:nvPr/>
        </p:nvSpPr>
        <p:spPr bwMode="auto">
          <a:xfrm>
            <a:off x="6332538" y="5661025"/>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sp>
        <p:nvSpPr>
          <p:cNvPr id="83126" name="Rectangle 209">
            <a:extLst>
              <a:ext uri="{FF2B5EF4-FFF2-40B4-BE49-F238E27FC236}">
                <a16:creationId xmlns:a16="http://schemas.microsoft.com/office/drawing/2014/main" id="{43AE9917-D07B-7C4D-A413-91F6EB054B2F}"/>
              </a:ext>
            </a:extLst>
          </p:cNvPr>
          <p:cNvSpPr>
            <a:spLocks noChangeArrowheads="1"/>
          </p:cNvSpPr>
          <p:nvPr/>
        </p:nvSpPr>
        <p:spPr bwMode="auto">
          <a:xfrm>
            <a:off x="7953375" y="1290638"/>
            <a:ext cx="7794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NULL</a:t>
            </a:r>
            <a:endParaRPr lang="zh-CN" altLang="en-US">
              <a:solidFill>
                <a:srgbClr val="CC0000"/>
              </a:solidFill>
              <a:latin typeface="Arial" panose="020B0604020202020204" pitchFamily="34" charset="0"/>
              <a:ea typeface="宋体" panose="02010600030101010101" pitchFamily="2" charset="-122"/>
            </a:endParaRPr>
          </a:p>
        </p:txBody>
      </p:sp>
      <p:sp>
        <p:nvSpPr>
          <p:cNvPr id="83127" name="文本框 1">
            <a:extLst>
              <a:ext uri="{FF2B5EF4-FFF2-40B4-BE49-F238E27FC236}">
                <a16:creationId xmlns:a16="http://schemas.microsoft.com/office/drawing/2014/main" id="{D19BC65A-DD3F-F4C9-6ADD-4CE53E3EDED6}"/>
              </a:ext>
            </a:extLst>
          </p:cNvPr>
          <p:cNvSpPr txBox="1">
            <a:spLocks noChangeArrowheads="1"/>
          </p:cNvSpPr>
          <p:nvPr/>
        </p:nvSpPr>
        <p:spPr bwMode="auto">
          <a:xfrm>
            <a:off x="2803525" y="3433763"/>
            <a:ext cx="482600" cy="246062"/>
          </a:xfrm>
          <a:prstGeom prst="rect">
            <a:avLst/>
          </a:prstGeom>
          <a:solidFill>
            <a:schemeClr val="bg1"/>
          </a:solidFill>
          <a:ln w="38100">
            <a:solidFill>
              <a:schemeClr val="tx1"/>
            </a:solidFill>
            <a:miter lim="800000"/>
            <a:headEnd/>
            <a:tailEnd/>
          </a:ln>
        </p:spPr>
        <p:txBody>
          <a:bodyPr lIns="36000" tIns="0" rIns="0" bIns="0">
            <a:spAutoFit/>
          </a:bodyPr>
          <a:lstStyle/>
          <a:p>
            <a:r>
              <a:rPr lang="en-US" altLang="zh-CN">
                <a:latin typeface="微软雅黑" panose="020B0503020204020204" pitchFamily="34" charset="-122"/>
                <a:ea typeface="微软雅黑" panose="020B0503020204020204" pitchFamily="34" charset="-122"/>
              </a:rPr>
              <a:t>Ext</a:t>
            </a:r>
            <a:endParaRPr lang="zh-CN" altLang="en-US">
              <a:latin typeface="微软雅黑" panose="020B0503020204020204" pitchFamily="34" charset="-122"/>
              <a:ea typeface="微软雅黑" panose="020B0503020204020204" pitchFamily="34" charset="-122"/>
            </a:endParaRPr>
          </a:p>
        </p:txBody>
      </p:sp>
      <p:sp>
        <p:nvSpPr>
          <p:cNvPr id="83128" name="Line 91">
            <a:extLst>
              <a:ext uri="{FF2B5EF4-FFF2-40B4-BE49-F238E27FC236}">
                <a16:creationId xmlns:a16="http://schemas.microsoft.com/office/drawing/2014/main" id="{FC04EC44-4051-346E-C851-408BD5C9244E}"/>
              </a:ext>
            </a:extLst>
          </p:cNvPr>
          <p:cNvSpPr>
            <a:spLocks noChangeShapeType="1"/>
          </p:cNvSpPr>
          <p:nvPr/>
        </p:nvSpPr>
        <p:spPr bwMode="auto">
          <a:xfrm>
            <a:off x="7300913" y="1614488"/>
            <a:ext cx="2794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3129" name="组合 2">
            <a:extLst>
              <a:ext uri="{FF2B5EF4-FFF2-40B4-BE49-F238E27FC236}">
                <a16:creationId xmlns:a16="http://schemas.microsoft.com/office/drawing/2014/main" id="{2F4180BB-9845-6C7F-BF3C-EAA0BF56096A}"/>
              </a:ext>
            </a:extLst>
          </p:cNvPr>
          <p:cNvGrpSpPr>
            <a:grpSpLocks/>
          </p:cNvGrpSpPr>
          <p:nvPr/>
        </p:nvGrpSpPr>
        <p:grpSpPr bwMode="auto">
          <a:xfrm rot="-5400000">
            <a:off x="7062788" y="2232025"/>
            <a:ext cx="368300" cy="425450"/>
            <a:chOff x="367750" y="5042102"/>
            <a:chExt cx="385762" cy="373062"/>
          </a:xfrm>
        </p:grpSpPr>
        <p:sp>
          <p:nvSpPr>
            <p:cNvPr id="83130" name="Arc 60">
              <a:extLst>
                <a:ext uri="{FF2B5EF4-FFF2-40B4-BE49-F238E27FC236}">
                  <a16:creationId xmlns:a16="http://schemas.microsoft.com/office/drawing/2014/main" id="{DCC6F61C-E5FA-EB67-FA09-FA43BE3FABA5}"/>
                </a:ext>
              </a:extLst>
            </p:cNvPr>
            <p:cNvSpPr>
              <a:spLocks noChangeArrowheads="1"/>
            </p:cNvSpPr>
            <p:nvPr/>
          </p:nvSpPr>
          <p:spPr bwMode="auto">
            <a:xfrm rot="-5400000">
              <a:off x="386800" y="50230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3131" name="Arc 61">
              <a:extLst>
                <a:ext uri="{FF2B5EF4-FFF2-40B4-BE49-F238E27FC236}">
                  <a16:creationId xmlns:a16="http://schemas.microsoft.com/office/drawing/2014/main" id="{372F5A04-7AC5-24A2-F283-99DAA84EF103}"/>
                </a:ext>
              </a:extLst>
            </p:cNvPr>
            <p:cNvSpPr>
              <a:spLocks noChangeArrowheads="1"/>
            </p:cNvSpPr>
            <p:nvPr/>
          </p:nvSpPr>
          <p:spPr bwMode="auto">
            <a:xfrm rot="5400000">
              <a:off x="590000" y="50230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3132" name="Line 62">
              <a:extLst>
                <a:ext uri="{FF2B5EF4-FFF2-40B4-BE49-F238E27FC236}">
                  <a16:creationId xmlns:a16="http://schemas.microsoft.com/office/drawing/2014/main" id="{63F2FD1D-2347-C676-2B90-1C2E0974FFC6}"/>
                </a:ext>
              </a:extLst>
            </p:cNvPr>
            <p:cNvSpPr>
              <a:spLocks noChangeShapeType="1"/>
            </p:cNvSpPr>
            <p:nvPr/>
          </p:nvSpPr>
          <p:spPr bwMode="auto">
            <a:xfrm>
              <a:off x="369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33" name="Line 64">
              <a:extLst>
                <a:ext uri="{FF2B5EF4-FFF2-40B4-BE49-F238E27FC236}">
                  <a16:creationId xmlns:a16="http://schemas.microsoft.com/office/drawing/2014/main" id="{D258C761-E64D-F450-8CEB-8A7DCC7ECD2B}"/>
                </a:ext>
              </a:extLst>
            </p:cNvPr>
            <p:cNvSpPr>
              <a:spLocks noChangeShapeType="1"/>
            </p:cNvSpPr>
            <p:nvPr/>
          </p:nvSpPr>
          <p:spPr bwMode="auto">
            <a:xfrm>
              <a:off x="750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34" name="Arc 60">
              <a:extLst>
                <a:ext uri="{FF2B5EF4-FFF2-40B4-BE49-F238E27FC236}">
                  <a16:creationId xmlns:a16="http://schemas.microsoft.com/office/drawing/2014/main" id="{23B20C88-BA6B-90E5-BB46-7BDEFB2AF563}"/>
                </a:ext>
              </a:extLst>
            </p:cNvPr>
            <p:cNvSpPr>
              <a:spLocks noChangeArrowheads="1"/>
            </p:cNvSpPr>
            <p:nvPr/>
          </p:nvSpPr>
          <p:spPr bwMode="auto">
            <a:xfrm rot="-5400000">
              <a:off x="386800" y="52516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3135" name="Arc 61">
              <a:extLst>
                <a:ext uri="{FF2B5EF4-FFF2-40B4-BE49-F238E27FC236}">
                  <a16:creationId xmlns:a16="http://schemas.microsoft.com/office/drawing/2014/main" id="{C8E451F1-2115-B0E7-8171-68F1F4624CA5}"/>
                </a:ext>
              </a:extLst>
            </p:cNvPr>
            <p:cNvSpPr>
              <a:spLocks noChangeArrowheads="1"/>
            </p:cNvSpPr>
            <p:nvPr/>
          </p:nvSpPr>
          <p:spPr bwMode="auto">
            <a:xfrm rot="5400000">
              <a:off x="590000" y="52516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83136" name="Line 91">
            <a:extLst>
              <a:ext uri="{FF2B5EF4-FFF2-40B4-BE49-F238E27FC236}">
                <a16:creationId xmlns:a16="http://schemas.microsoft.com/office/drawing/2014/main" id="{D3910AB7-1A4F-B4EF-AB58-B467CFF48040}"/>
              </a:ext>
            </a:extLst>
          </p:cNvPr>
          <p:cNvSpPr>
            <a:spLocks noChangeShapeType="1"/>
          </p:cNvSpPr>
          <p:nvPr/>
        </p:nvSpPr>
        <p:spPr bwMode="auto">
          <a:xfrm>
            <a:off x="7304088" y="2527300"/>
            <a:ext cx="252412"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 name="Line 108">
            <a:extLst>
              <a:ext uri="{FF2B5EF4-FFF2-40B4-BE49-F238E27FC236}">
                <a16:creationId xmlns:a16="http://schemas.microsoft.com/office/drawing/2014/main" id="{9BC79DF0-A1FE-7E81-64B3-E117AA73EBF8}"/>
              </a:ext>
            </a:extLst>
          </p:cNvPr>
          <p:cNvSpPr>
            <a:spLocks noChangeShapeType="1"/>
          </p:cNvSpPr>
          <p:nvPr/>
        </p:nvSpPr>
        <p:spPr bwMode="auto">
          <a:xfrm flipH="1" flipV="1">
            <a:off x="7513638" y="1995488"/>
            <a:ext cx="1587" cy="395287"/>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2" name="Line 119">
            <a:extLst>
              <a:ext uri="{FF2B5EF4-FFF2-40B4-BE49-F238E27FC236}">
                <a16:creationId xmlns:a16="http://schemas.microsoft.com/office/drawing/2014/main" id="{22A5033A-A8A2-1A8F-F8CF-F262FC153696}"/>
              </a:ext>
            </a:extLst>
          </p:cNvPr>
          <p:cNvSpPr>
            <a:spLocks noChangeShapeType="1"/>
          </p:cNvSpPr>
          <p:nvPr/>
        </p:nvSpPr>
        <p:spPr bwMode="auto">
          <a:xfrm flipH="1">
            <a:off x="7331075" y="2378075"/>
            <a:ext cx="179388" cy="0"/>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3" name="Rectangle 121">
            <a:extLst>
              <a:ext uri="{FF2B5EF4-FFF2-40B4-BE49-F238E27FC236}">
                <a16:creationId xmlns:a16="http://schemas.microsoft.com/office/drawing/2014/main" id="{5E41FEF1-6049-1748-582F-C10C808AE087}"/>
              </a:ext>
            </a:extLst>
          </p:cNvPr>
          <p:cNvSpPr>
            <a:spLocks noChangeArrowheads="1"/>
          </p:cNvSpPr>
          <p:nvPr/>
        </p:nvSpPr>
        <p:spPr bwMode="auto">
          <a:xfrm flipH="1">
            <a:off x="6989763" y="1689100"/>
            <a:ext cx="962025" cy="334963"/>
          </a:xfrm>
          <a:prstGeom prst="rect">
            <a:avLst/>
          </a:prstGeom>
          <a:solidFill>
            <a:schemeClr val="tx2">
              <a:lumMod val="25000"/>
              <a:lumOff val="75000"/>
            </a:schemeClr>
          </a:solidFill>
          <a:ln w="12700">
            <a:noFill/>
            <a:miter lim="800000"/>
          </a:ln>
        </p:spPr>
        <p:txBody>
          <a:bodyPr wrap="none"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Jump=0</a:t>
            </a:r>
          </a:p>
        </p:txBody>
      </p:sp>
      <p:grpSp>
        <p:nvGrpSpPr>
          <p:cNvPr id="83140" name="组合 3">
            <a:extLst>
              <a:ext uri="{FF2B5EF4-FFF2-40B4-BE49-F238E27FC236}">
                <a16:creationId xmlns:a16="http://schemas.microsoft.com/office/drawing/2014/main" id="{3EF5D80A-A316-9B42-8B0A-6F9112DBFFBB}"/>
              </a:ext>
            </a:extLst>
          </p:cNvPr>
          <p:cNvGrpSpPr>
            <a:grpSpLocks/>
          </p:cNvGrpSpPr>
          <p:nvPr/>
        </p:nvGrpSpPr>
        <p:grpSpPr bwMode="auto">
          <a:xfrm>
            <a:off x="279400" y="2746375"/>
            <a:ext cx="1636713" cy="1155700"/>
            <a:chOff x="279400" y="2959100"/>
            <a:chExt cx="1636453" cy="1155700"/>
          </a:xfrm>
        </p:grpSpPr>
        <p:sp>
          <p:nvSpPr>
            <p:cNvPr id="83141" name="Line 133">
              <a:extLst>
                <a:ext uri="{FF2B5EF4-FFF2-40B4-BE49-F238E27FC236}">
                  <a16:creationId xmlns:a16="http://schemas.microsoft.com/office/drawing/2014/main" id="{98F1ACDE-6117-B1C1-BECC-B227D0709F6E}"/>
                </a:ext>
              </a:extLst>
            </p:cNvPr>
            <p:cNvSpPr>
              <a:spLocks noChangeShapeType="1"/>
            </p:cNvSpPr>
            <p:nvPr/>
          </p:nvSpPr>
          <p:spPr bwMode="auto">
            <a:xfrm>
              <a:off x="1320800" y="3200400"/>
              <a:ext cx="577850" cy="0"/>
            </a:xfrm>
            <a:prstGeom prst="line">
              <a:avLst/>
            </a:prstGeom>
            <a:noFill/>
            <a:ln w="50800">
              <a:solidFill>
                <a:schemeClr val="tx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3142" name="Line 134">
              <a:extLst>
                <a:ext uri="{FF2B5EF4-FFF2-40B4-BE49-F238E27FC236}">
                  <a16:creationId xmlns:a16="http://schemas.microsoft.com/office/drawing/2014/main" id="{81FCEB9C-0714-14E4-338D-FBA219FBADC3}"/>
                </a:ext>
              </a:extLst>
            </p:cNvPr>
            <p:cNvSpPr>
              <a:spLocks noChangeShapeType="1"/>
            </p:cNvSpPr>
            <p:nvPr/>
          </p:nvSpPr>
          <p:spPr bwMode="auto">
            <a:xfrm>
              <a:off x="1905000" y="3178175"/>
              <a:ext cx="0" cy="320675"/>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43" name="Line 138">
              <a:extLst>
                <a:ext uri="{FF2B5EF4-FFF2-40B4-BE49-F238E27FC236}">
                  <a16:creationId xmlns:a16="http://schemas.microsoft.com/office/drawing/2014/main" id="{8C5955AE-AAAB-E5E3-E91B-4C92861C62F3}"/>
                </a:ext>
              </a:extLst>
            </p:cNvPr>
            <p:cNvSpPr>
              <a:spLocks noChangeShapeType="1"/>
            </p:cNvSpPr>
            <p:nvPr/>
          </p:nvSpPr>
          <p:spPr bwMode="auto">
            <a:xfrm flipH="1">
              <a:off x="279400" y="2971800"/>
              <a:ext cx="8128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44" name="Line 139">
              <a:extLst>
                <a:ext uri="{FF2B5EF4-FFF2-40B4-BE49-F238E27FC236}">
                  <a16:creationId xmlns:a16="http://schemas.microsoft.com/office/drawing/2014/main" id="{1EF6B406-0C8C-0773-1471-9A9625702CA7}"/>
                </a:ext>
              </a:extLst>
            </p:cNvPr>
            <p:cNvSpPr>
              <a:spLocks noChangeShapeType="1"/>
            </p:cNvSpPr>
            <p:nvPr/>
          </p:nvSpPr>
          <p:spPr bwMode="auto">
            <a:xfrm>
              <a:off x="282575" y="4114800"/>
              <a:ext cx="377825"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145" name="Line 140">
              <a:extLst>
                <a:ext uri="{FF2B5EF4-FFF2-40B4-BE49-F238E27FC236}">
                  <a16:creationId xmlns:a16="http://schemas.microsoft.com/office/drawing/2014/main" id="{210FD712-88D9-27F1-F160-00FE01571071}"/>
                </a:ext>
              </a:extLst>
            </p:cNvPr>
            <p:cNvSpPr>
              <a:spLocks noChangeShapeType="1"/>
            </p:cNvSpPr>
            <p:nvPr/>
          </p:nvSpPr>
          <p:spPr bwMode="auto">
            <a:xfrm>
              <a:off x="304800" y="2997200"/>
              <a:ext cx="0" cy="111125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46" name="Line 174">
              <a:extLst>
                <a:ext uri="{FF2B5EF4-FFF2-40B4-BE49-F238E27FC236}">
                  <a16:creationId xmlns:a16="http://schemas.microsoft.com/office/drawing/2014/main" id="{3249D37B-2FBE-631B-7DBE-860FFF84DFE4}"/>
                </a:ext>
              </a:extLst>
            </p:cNvPr>
            <p:cNvSpPr>
              <a:spLocks noChangeShapeType="1"/>
            </p:cNvSpPr>
            <p:nvPr/>
          </p:nvSpPr>
          <p:spPr bwMode="auto">
            <a:xfrm>
              <a:off x="1073150" y="2959100"/>
              <a:ext cx="311150" cy="25400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47" name="Line 138">
              <a:extLst>
                <a:ext uri="{FF2B5EF4-FFF2-40B4-BE49-F238E27FC236}">
                  <a16:creationId xmlns:a16="http://schemas.microsoft.com/office/drawing/2014/main" id="{5D8C8BAF-E720-A8F1-29CA-43092F12AA5D}"/>
                </a:ext>
              </a:extLst>
            </p:cNvPr>
            <p:cNvSpPr>
              <a:spLocks noChangeShapeType="1"/>
            </p:cNvSpPr>
            <p:nvPr/>
          </p:nvSpPr>
          <p:spPr bwMode="auto">
            <a:xfrm flipH="1">
              <a:off x="1735853" y="3481387"/>
              <a:ext cx="1800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3148" name="组合 2">
            <a:extLst>
              <a:ext uri="{FF2B5EF4-FFF2-40B4-BE49-F238E27FC236}">
                <a16:creationId xmlns:a16="http://schemas.microsoft.com/office/drawing/2014/main" id="{79E289D9-AE08-7F3B-EB89-A6DA24F0984D}"/>
              </a:ext>
            </a:extLst>
          </p:cNvPr>
          <p:cNvGrpSpPr>
            <a:grpSpLocks/>
          </p:cNvGrpSpPr>
          <p:nvPr/>
        </p:nvGrpSpPr>
        <p:grpSpPr bwMode="auto">
          <a:xfrm>
            <a:off x="1735138" y="3279775"/>
            <a:ext cx="482600" cy="550863"/>
            <a:chOff x="1735853" y="3491870"/>
            <a:chExt cx="482213" cy="550838"/>
          </a:xfrm>
        </p:grpSpPr>
        <p:sp>
          <p:nvSpPr>
            <p:cNvPr id="83149" name="Line 108">
              <a:extLst>
                <a:ext uri="{FF2B5EF4-FFF2-40B4-BE49-F238E27FC236}">
                  <a16:creationId xmlns:a16="http://schemas.microsoft.com/office/drawing/2014/main" id="{592589C8-1261-D781-35B5-16F577039F16}"/>
                </a:ext>
              </a:extLst>
            </p:cNvPr>
            <p:cNvSpPr>
              <a:spLocks noChangeShapeType="1"/>
            </p:cNvSpPr>
            <p:nvPr/>
          </p:nvSpPr>
          <p:spPr bwMode="auto">
            <a:xfrm>
              <a:off x="2002066" y="3509760"/>
              <a:ext cx="216000"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150" name="Line 140">
              <a:extLst>
                <a:ext uri="{FF2B5EF4-FFF2-40B4-BE49-F238E27FC236}">
                  <a16:creationId xmlns:a16="http://schemas.microsoft.com/office/drawing/2014/main" id="{E6BFA23D-C93F-3FBC-6119-3CAA1C964700}"/>
                </a:ext>
              </a:extLst>
            </p:cNvPr>
            <p:cNvSpPr>
              <a:spLocks noChangeShapeType="1"/>
            </p:cNvSpPr>
            <p:nvPr/>
          </p:nvSpPr>
          <p:spPr bwMode="auto">
            <a:xfrm>
              <a:off x="2002066" y="3491870"/>
              <a:ext cx="0" cy="54000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151" name="Line 138">
              <a:extLst>
                <a:ext uri="{FF2B5EF4-FFF2-40B4-BE49-F238E27FC236}">
                  <a16:creationId xmlns:a16="http://schemas.microsoft.com/office/drawing/2014/main" id="{E29BBD4F-9553-5D68-2B19-73C4E758F4B2}"/>
                </a:ext>
              </a:extLst>
            </p:cNvPr>
            <p:cNvSpPr>
              <a:spLocks noChangeShapeType="1"/>
            </p:cNvSpPr>
            <p:nvPr/>
          </p:nvSpPr>
          <p:spPr bwMode="auto">
            <a:xfrm flipH="1">
              <a:off x="1735853" y="4042708"/>
              <a:ext cx="2880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11">
                                            <p:txEl>
                                              <p:pRg st="0" end="0"/>
                                            </p:txEl>
                                          </p:spTgt>
                                        </p:tgtEl>
                                        <p:attrNameLst>
                                          <p:attrName>style.visibility</p:attrName>
                                        </p:attrNameLst>
                                      </p:cBhvr>
                                      <p:to>
                                        <p:strVal val="visible"/>
                                      </p:to>
                                    </p:set>
                                    <p:animEffect transition="in" filter="blinds(horizontal)">
                                      <p:cBhvr>
                                        <p:cTn id="7" dur="500"/>
                                        <p:tgtEl>
                                          <p:spTgt spid="717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55">
                                            <p:txEl>
                                              <p:pRg st="0" end="0"/>
                                            </p:txEl>
                                          </p:spTgt>
                                        </p:tgtEl>
                                        <p:attrNameLst>
                                          <p:attrName>style.visibility</p:attrName>
                                        </p:attrNameLst>
                                      </p:cBhvr>
                                      <p:to>
                                        <p:strVal val="visible"/>
                                      </p:to>
                                    </p:set>
                                    <p:animEffect transition="in" filter="blinds(horizontal)">
                                      <p:cBhvr>
                                        <p:cTn id="12" dur="500"/>
                                        <p:tgtEl>
                                          <p:spTgt spid="7175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731"/>
                                        </p:tgtEl>
                                        <p:attrNameLst>
                                          <p:attrName>style.visibility</p:attrName>
                                        </p:attrNameLst>
                                      </p:cBhvr>
                                      <p:to>
                                        <p:strVal val="visible"/>
                                      </p:to>
                                    </p:set>
                                    <p:animEffect transition="in" filter="blinds(horizontal)">
                                      <p:cBhvr>
                                        <p:cTn id="17" dur="500"/>
                                        <p:tgtEl>
                                          <p:spTgt spid="717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1737"/>
                                        </p:tgtEl>
                                        <p:attrNameLst>
                                          <p:attrName>style.visibility</p:attrName>
                                        </p:attrNameLst>
                                      </p:cBhvr>
                                      <p:to>
                                        <p:strVal val="visible"/>
                                      </p:to>
                                    </p:set>
                                    <p:animEffect transition="in" filter="blinds(horizontal)">
                                      <p:cBhvr>
                                        <p:cTn id="22" dur="500"/>
                                        <p:tgtEl>
                                          <p:spTgt spid="717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778"/>
                                        </p:tgtEl>
                                        <p:attrNameLst>
                                          <p:attrName>style.visibility</p:attrName>
                                        </p:attrNameLst>
                                      </p:cBhvr>
                                      <p:to>
                                        <p:strVal val="visible"/>
                                      </p:to>
                                    </p:set>
                                    <p:animEffect transition="in" filter="blinds(horizontal)">
                                      <p:cBhvr>
                                        <p:cTn id="27" dur="500"/>
                                        <p:tgtEl>
                                          <p:spTgt spid="717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1801">
                                            <p:txEl>
                                              <p:pRg st="0" end="0"/>
                                            </p:txEl>
                                          </p:spTgt>
                                        </p:tgtEl>
                                        <p:attrNameLst>
                                          <p:attrName>style.visibility</p:attrName>
                                        </p:attrNameLst>
                                      </p:cBhvr>
                                      <p:to>
                                        <p:strVal val="visible"/>
                                      </p:to>
                                    </p:set>
                                    <p:animEffect transition="in" filter="blinds(horizontal)">
                                      <p:cBhvr>
                                        <p:cTn id="32" dur="500"/>
                                        <p:tgtEl>
                                          <p:spTgt spid="71801">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23">
                                            <p:txEl>
                                              <p:pRg st="0" end="0"/>
                                            </p:txEl>
                                          </p:spTgt>
                                        </p:tgtEl>
                                        <p:attrNameLst>
                                          <p:attrName>style.visibility</p:attrName>
                                        </p:attrNameLst>
                                      </p:cBhvr>
                                      <p:to>
                                        <p:strVal val="visible"/>
                                      </p:to>
                                    </p:set>
                                    <p:animEffect transition="in" filter="blinds(horizontal)">
                                      <p:cBhvr>
                                        <p:cTn id="37" dur="500"/>
                                        <p:tgtEl>
                                          <p:spTgt spid="223">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869"/>
                                        </p:tgtEl>
                                        <p:attrNameLst>
                                          <p:attrName>style.visibility</p:attrName>
                                        </p:attrNameLst>
                                      </p:cBhvr>
                                      <p:to>
                                        <p:strVal val="visible"/>
                                      </p:to>
                                    </p:set>
                                    <p:animEffect transition="in" filter="blinds(horizontal)">
                                      <p:cBhvr>
                                        <p:cTn id="42" dur="500"/>
                                        <p:tgtEl>
                                          <p:spTgt spid="7186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linds(horizontal)">
                                      <p:cBhvr>
                                        <p:cTn id="47" dur="500"/>
                                        <p:tgtEl>
                                          <p:spTgt spid="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71714"/>
                                        </p:tgtEl>
                                        <p:attrNameLst>
                                          <p:attrName>style.visibility</p:attrName>
                                        </p:attrNameLst>
                                      </p:cBhvr>
                                      <p:to>
                                        <p:strVal val="visible"/>
                                      </p:to>
                                    </p:set>
                                    <p:animEffect transition="in" filter="blinds(horizontal)">
                                      <p:cBhvr>
                                        <p:cTn id="52" dur="500"/>
                                        <p:tgtEl>
                                          <p:spTgt spid="7171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blinds(horizontal)">
                                      <p:cBhvr>
                                        <p:cTn id="57" dur="500"/>
                                        <p:tgtEl>
                                          <p:spTgt spid="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71722">
                                            <p:txEl>
                                              <p:pRg st="0" end="0"/>
                                            </p:txEl>
                                          </p:spTgt>
                                        </p:tgtEl>
                                        <p:attrNameLst>
                                          <p:attrName>style.visibility</p:attrName>
                                        </p:attrNameLst>
                                      </p:cBhvr>
                                      <p:to>
                                        <p:strVal val="visible"/>
                                      </p:to>
                                    </p:set>
                                    <p:animEffect transition="in" filter="blinds(horizontal)">
                                      <p:cBhvr>
                                        <p:cTn id="62" dur="500"/>
                                        <p:tgtEl>
                                          <p:spTgt spid="71722">
                                            <p:txEl>
                                              <p:pRg st="0" end="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71764">
                                            <p:txEl>
                                              <p:pRg st="0" end="0"/>
                                            </p:txEl>
                                          </p:spTgt>
                                        </p:tgtEl>
                                        <p:attrNameLst>
                                          <p:attrName>style.visibility</p:attrName>
                                        </p:attrNameLst>
                                      </p:cBhvr>
                                      <p:to>
                                        <p:strVal val="visible"/>
                                      </p:to>
                                    </p:set>
                                    <p:animEffect transition="in" filter="blinds(horizontal)">
                                      <p:cBhvr>
                                        <p:cTn id="67" dur="500"/>
                                        <p:tgtEl>
                                          <p:spTgt spid="71764">
                                            <p:txEl>
                                              <p:pRg st="0" end="0"/>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71723">
                                            <p:txEl>
                                              <p:pRg st="0" end="0"/>
                                            </p:txEl>
                                          </p:spTgt>
                                        </p:tgtEl>
                                        <p:attrNameLst>
                                          <p:attrName>style.visibility</p:attrName>
                                        </p:attrNameLst>
                                      </p:cBhvr>
                                      <p:to>
                                        <p:strVal val="visible"/>
                                      </p:to>
                                    </p:set>
                                    <p:animEffect transition="in" filter="blinds(horizontal)">
                                      <p:cBhvr>
                                        <p:cTn id="72" dur="500"/>
                                        <p:tgtEl>
                                          <p:spTgt spid="71723">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71713">
                                            <p:txEl>
                                              <p:pRg st="0" end="0"/>
                                            </p:txEl>
                                          </p:spTgt>
                                        </p:tgtEl>
                                        <p:attrNameLst>
                                          <p:attrName>style.visibility</p:attrName>
                                        </p:attrNameLst>
                                      </p:cBhvr>
                                      <p:to>
                                        <p:strVal val="visible"/>
                                      </p:to>
                                    </p:set>
                                    <p:animEffect transition="in" filter="blinds(horizontal)">
                                      <p:cBhvr>
                                        <p:cTn id="77" dur="500"/>
                                        <p:tgtEl>
                                          <p:spTgt spid="717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69"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80DC08EC-ADFC-A153-281D-2A772B42F79C}"/>
              </a:ext>
            </a:extLst>
          </p:cNvPr>
          <p:cNvSpPr>
            <a:spLocks noGrp="1" noChangeArrowheads="1"/>
          </p:cNvSpPr>
          <p:nvPr>
            <p:ph type="title"/>
          </p:nvPr>
        </p:nvSpPr>
        <p:spPr>
          <a:xfrm>
            <a:off x="800100" y="228600"/>
            <a:ext cx="4840288" cy="373063"/>
          </a:xfrm>
        </p:spPr>
        <p:txBody>
          <a:bodyPr/>
          <a:lstStyle/>
          <a:p>
            <a:r>
              <a:rPr lang="zh-CN" altLang="en-US">
                <a:ea typeface="宋体" panose="02010600030101010101" pitchFamily="2" charset="-122"/>
              </a:rPr>
              <a:t>第五周期结束时的状态：</a:t>
            </a:r>
          </a:p>
        </p:txBody>
      </p:sp>
      <p:sp>
        <p:nvSpPr>
          <p:cNvPr id="84994" name="Rectangle 4">
            <a:extLst>
              <a:ext uri="{FF2B5EF4-FFF2-40B4-BE49-F238E27FC236}">
                <a16:creationId xmlns:a16="http://schemas.microsoft.com/office/drawing/2014/main" id="{A80A66A0-9780-0FCD-C987-92A876DC9E92}"/>
              </a:ext>
            </a:extLst>
          </p:cNvPr>
          <p:cNvSpPr>
            <a:spLocks noChangeArrowheads="1"/>
          </p:cNvSpPr>
          <p:nvPr/>
        </p:nvSpPr>
        <p:spPr bwMode="auto">
          <a:xfrm>
            <a:off x="2212975" y="2884488"/>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4995" name="Rectangle 5">
            <a:extLst>
              <a:ext uri="{FF2B5EF4-FFF2-40B4-BE49-F238E27FC236}">
                <a16:creationId xmlns:a16="http://schemas.microsoft.com/office/drawing/2014/main" id="{723F8A06-8C97-A02C-FD4F-36F9FFF7A996}"/>
              </a:ext>
            </a:extLst>
          </p:cNvPr>
          <p:cNvSpPr>
            <a:spLocks noChangeArrowheads="1"/>
          </p:cNvSpPr>
          <p:nvPr/>
        </p:nvSpPr>
        <p:spPr bwMode="auto">
          <a:xfrm rot="5400000">
            <a:off x="1357313" y="3814763"/>
            <a:ext cx="1987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IF/ID</a:t>
            </a:r>
            <a:r>
              <a:rPr lang="en-US" altLang="zh-CN">
                <a:ea typeface="宋体" panose="02010600030101010101" pitchFamily="2" charset="-122"/>
              </a:rPr>
              <a:t>: ?? Instruction</a:t>
            </a:r>
          </a:p>
        </p:txBody>
      </p:sp>
      <p:sp>
        <p:nvSpPr>
          <p:cNvPr id="84996" name="Line 6">
            <a:extLst>
              <a:ext uri="{FF2B5EF4-FFF2-40B4-BE49-F238E27FC236}">
                <a16:creationId xmlns:a16="http://schemas.microsoft.com/office/drawing/2014/main" id="{561CF604-3A67-808B-4957-D41EF260E279}"/>
              </a:ext>
            </a:extLst>
          </p:cNvPr>
          <p:cNvSpPr>
            <a:spLocks noChangeShapeType="1"/>
          </p:cNvSpPr>
          <p:nvPr/>
        </p:nvSpPr>
        <p:spPr bwMode="auto">
          <a:xfrm>
            <a:off x="2362200" y="2579688"/>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997" name="Rectangle 7">
            <a:extLst>
              <a:ext uri="{FF2B5EF4-FFF2-40B4-BE49-F238E27FC236}">
                <a16:creationId xmlns:a16="http://schemas.microsoft.com/office/drawing/2014/main" id="{C7C9A5C4-D907-0D25-0E41-46C7A0EB8C38}"/>
              </a:ext>
            </a:extLst>
          </p:cNvPr>
          <p:cNvSpPr>
            <a:spLocks noChangeArrowheads="1"/>
          </p:cNvSpPr>
          <p:nvPr/>
        </p:nvSpPr>
        <p:spPr bwMode="auto">
          <a:xfrm>
            <a:off x="4041775" y="2884488"/>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4998" name="Rectangle 8">
            <a:extLst>
              <a:ext uri="{FF2B5EF4-FFF2-40B4-BE49-F238E27FC236}">
                <a16:creationId xmlns:a16="http://schemas.microsoft.com/office/drawing/2014/main" id="{B789E7F2-1DC9-66DD-4B1F-3728DB3F9539}"/>
              </a:ext>
            </a:extLst>
          </p:cNvPr>
          <p:cNvSpPr>
            <a:spLocks noChangeArrowheads="1"/>
          </p:cNvSpPr>
          <p:nvPr/>
        </p:nvSpPr>
        <p:spPr bwMode="auto">
          <a:xfrm rot="5400000">
            <a:off x="3091656" y="3888582"/>
            <a:ext cx="21764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ID/EX</a:t>
            </a:r>
            <a:r>
              <a:rPr lang="en-US" altLang="zh-CN">
                <a:ea typeface="宋体" panose="02010600030101010101" pitchFamily="2" charset="-122"/>
              </a:rPr>
              <a:t>:Beq’s busA &amp; B</a:t>
            </a:r>
          </a:p>
        </p:txBody>
      </p:sp>
      <p:sp>
        <p:nvSpPr>
          <p:cNvPr id="84999" name="Rectangle 9">
            <a:extLst>
              <a:ext uri="{FF2B5EF4-FFF2-40B4-BE49-F238E27FC236}">
                <a16:creationId xmlns:a16="http://schemas.microsoft.com/office/drawing/2014/main" id="{B2BE867C-22A8-E2D6-983B-74C6AC34BABF}"/>
              </a:ext>
            </a:extLst>
          </p:cNvPr>
          <p:cNvSpPr>
            <a:spLocks noChangeArrowheads="1"/>
          </p:cNvSpPr>
          <p:nvPr/>
        </p:nvSpPr>
        <p:spPr bwMode="auto">
          <a:xfrm>
            <a:off x="5870575" y="2884488"/>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000" name="Rectangle 10">
            <a:extLst>
              <a:ext uri="{FF2B5EF4-FFF2-40B4-BE49-F238E27FC236}">
                <a16:creationId xmlns:a16="http://schemas.microsoft.com/office/drawing/2014/main" id="{19F8452D-0500-0C2F-6503-753469A67FC8}"/>
              </a:ext>
            </a:extLst>
          </p:cNvPr>
          <p:cNvSpPr>
            <a:spLocks noChangeArrowheads="1"/>
          </p:cNvSpPr>
          <p:nvPr/>
        </p:nvSpPr>
        <p:spPr bwMode="auto">
          <a:xfrm rot="5400000">
            <a:off x="4999037" y="3890963"/>
            <a:ext cx="2022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EX/M</a:t>
            </a:r>
            <a:r>
              <a:rPr lang="en-US" altLang="zh-CN">
                <a:ea typeface="宋体" panose="02010600030101010101" pitchFamily="2" charset="-122"/>
              </a:rPr>
              <a:t>: Store’s Result</a:t>
            </a:r>
          </a:p>
        </p:txBody>
      </p:sp>
      <p:sp>
        <p:nvSpPr>
          <p:cNvPr id="85001" name="Rectangle 11">
            <a:extLst>
              <a:ext uri="{FF2B5EF4-FFF2-40B4-BE49-F238E27FC236}">
                <a16:creationId xmlns:a16="http://schemas.microsoft.com/office/drawing/2014/main" id="{23E2AD15-46D5-1651-14CD-87ED7AB85252}"/>
              </a:ext>
            </a:extLst>
          </p:cNvPr>
          <p:cNvSpPr>
            <a:spLocks noChangeArrowheads="1"/>
          </p:cNvSpPr>
          <p:nvPr/>
        </p:nvSpPr>
        <p:spPr bwMode="auto">
          <a:xfrm>
            <a:off x="7775575" y="2884488"/>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002" name="Rectangle 12">
            <a:extLst>
              <a:ext uri="{FF2B5EF4-FFF2-40B4-BE49-F238E27FC236}">
                <a16:creationId xmlns:a16="http://schemas.microsoft.com/office/drawing/2014/main" id="{41CFA5B4-BF0E-F952-2C75-D0C98D8F60FF}"/>
              </a:ext>
            </a:extLst>
          </p:cNvPr>
          <p:cNvSpPr>
            <a:spLocks noChangeArrowheads="1"/>
          </p:cNvSpPr>
          <p:nvPr/>
        </p:nvSpPr>
        <p:spPr bwMode="auto">
          <a:xfrm rot="5400000">
            <a:off x="6905625" y="3889376"/>
            <a:ext cx="2022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M/WB</a:t>
            </a:r>
            <a:r>
              <a:rPr lang="en-US" altLang="zh-CN">
                <a:ea typeface="宋体" panose="02010600030101010101" pitchFamily="2" charset="-122"/>
              </a:rPr>
              <a:t>: Rtype’s Dout</a:t>
            </a:r>
          </a:p>
        </p:txBody>
      </p:sp>
      <p:sp>
        <p:nvSpPr>
          <p:cNvPr id="85003" name="Rectangle 13">
            <a:extLst>
              <a:ext uri="{FF2B5EF4-FFF2-40B4-BE49-F238E27FC236}">
                <a16:creationId xmlns:a16="http://schemas.microsoft.com/office/drawing/2014/main" id="{99372FC7-B2DB-A18C-7CAB-9113FFAB52B0}"/>
              </a:ext>
            </a:extLst>
          </p:cNvPr>
          <p:cNvSpPr>
            <a:spLocks noChangeArrowheads="1"/>
          </p:cNvSpPr>
          <p:nvPr/>
        </p:nvSpPr>
        <p:spPr bwMode="auto">
          <a:xfrm>
            <a:off x="688975" y="2884488"/>
            <a:ext cx="288925" cy="1117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004" name="Rectangle 14">
            <a:extLst>
              <a:ext uri="{FF2B5EF4-FFF2-40B4-BE49-F238E27FC236}">
                <a16:creationId xmlns:a16="http://schemas.microsoft.com/office/drawing/2014/main" id="{9C939ECF-0F6B-BDA8-C7C1-9C68FB0B3738}"/>
              </a:ext>
            </a:extLst>
          </p:cNvPr>
          <p:cNvSpPr>
            <a:spLocks noChangeArrowheads="1"/>
          </p:cNvSpPr>
          <p:nvPr/>
        </p:nvSpPr>
        <p:spPr bwMode="auto">
          <a:xfrm rot="5400000">
            <a:off x="384175" y="3273426"/>
            <a:ext cx="892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PC</a:t>
            </a:r>
            <a:r>
              <a:rPr lang="en-US" altLang="zh-CN">
                <a:ea typeface="宋体" panose="02010600030101010101" pitchFamily="2" charset="-122"/>
              </a:rPr>
              <a:t> = 20</a:t>
            </a:r>
          </a:p>
        </p:txBody>
      </p:sp>
      <p:sp>
        <p:nvSpPr>
          <p:cNvPr id="85005" name="Rectangle 15">
            <a:extLst>
              <a:ext uri="{FF2B5EF4-FFF2-40B4-BE49-F238E27FC236}">
                <a16:creationId xmlns:a16="http://schemas.microsoft.com/office/drawing/2014/main" id="{961964C7-763A-1689-2900-5AE27EEC9533}"/>
              </a:ext>
            </a:extLst>
          </p:cNvPr>
          <p:cNvSpPr>
            <a:spLocks noChangeArrowheads="1"/>
          </p:cNvSpPr>
          <p:nvPr/>
        </p:nvSpPr>
        <p:spPr bwMode="auto">
          <a:xfrm>
            <a:off x="6784975" y="3341688"/>
            <a:ext cx="636588" cy="127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006" name="Rectangle 16">
            <a:extLst>
              <a:ext uri="{FF2B5EF4-FFF2-40B4-BE49-F238E27FC236}">
                <a16:creationId xmlns:a16="http://schemas.microsoft.com/office/drawing/2014/main" id="{9FDA2A70-6222-D7D2-86DE-D7B884153D89}"/>
              </a:ext>
            </a:extLst>
          </p:cNvPr>
          <p:cNvSpPr>
            <a:spLocks noChangeArrowheads="1"/>
          </p:cNvSpPr>
          <p:nvPr/>
        </p:nvSpPr>
        <p:spPr bwMode="auto">
          <a:xfrm>
            <a:off x="6684963" y="3349625"/>
            <a:ext cx="7842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Data</a:t>
            </a:r>
          </a:p>
          <a:p>
            <a:pPr algn="ctr"/>
            <a:r>
              <a:rPr lang="en-US" altLang="zh-CN">
                <a:solidFill>
                  <a:schemeClr val="accent2"/>
                </a:solidFill>
                <a:latin typeface="Arial" panose="020B0604020202020204" pitchFamily="34" charset="0"/>
                <a:ea typeface="宋体" panose="02010600030101010101" pitchFamily="2" charset="-122"/>
              </a:rPr>
              <a:t>Mem</a:t>
            </a:r>
          </a:p>
        </p:txBody>
      </p:sp>
      <p:sp>
        <p:nvSpPr>
          <p:cNvPr id="85007" name="Rectangle 17">
            <a:extLst>
              <a:ext uri="{FF2B5EF4-FFF2-40B4-BE49-F238E27FC236}">
                <a16:creationId xmlns:a16="http://schemas.microsoft.com/office/drawing/2014/main" id="{1EA68323-40F4-BD6C-E619-0DD76D94DD3F}"/>
              </a:ext>
            </a:extLst>
          </p:cNvPr>
          <p:cNvSpPr>
            <a:spLocks noChangeArrowheads="1"/>
          </p:cNvSpPr>
          <p:nvPr/>
        </p:nvSpPr>
        <p:spPr bwMode="auto">
          <a:xfrm>
            <a:off x="6724650" y="41148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WA</a:t>
            </a:r>
          </a:p>
        </p:txBody>
      </p:sp>
      <p:sp>
        <p:nvSpPr>
          <p:cNvPr id="85008" name="Rectangle 18">
            <a:extLst>
              <a:ext uri="{FF2B5EF4-FFF2-40B4-BE49-F238E27FC236}">
                <a16:creationId xmlns:a16="http://schemas.microsoft.com/office/drawing/2014/main" id="{2D3BC8FE-4097-7663-39DD-B8CE0B652468}"/>
              </a:ext>
            </a:extLst>
          </p:cNvPr>
          <p:cNvSpPr>
            <a:spLocks noChangeArrowheads="1"/>
          </p:cNvSpPr>
          <p:nvPr/>
        </p:nvSpPr>
        <p:spPr bwMode="auto">
          <a:xfrm>
            <a:off x="6767513" y="4330700"/>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85009" name="Rectangle 19">
            <a:extLst>
              <a:ext uri="{FF2B5EF4-FFF2-40B4-BE49-F238E27FC236}">
                <a16:creationId xmlns:a16="http://schemas.microsoft.com/office/drawing/2014/main" id="{85C76892-7792-E818-3FAE-315540A1DC7F}"/>
              </a:ext>
            </a:extLst>
          </p:cNvPr>
          <p:cNvSpPr>
            <a:spLocks noChangeArrowheads="1"/>
          </p:cNvSpPr>
          <p:nvPr/>
        </p:nvSpPr>
        <p:spPr bwMode="auto">
          <a:xfrm>
            <a:off x="6696075" y="3871913"/>
            <a:ext cx="473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85010" name="Rectangle 20">
            <a:extLst>
              <a:ext uri="{FF2B5EF4-FFF2-40B4-BE49-F238E27FC236}">
                <a16:creationId xmlns:a16="http://schemas.microsoft.com/office/drawing/2014/main" id="{75974132-2BE1-E348-4A9B-6A71579BB84D}"/>
              </a:ext>
            </a:extLst>
          </p:cNvPr>
          <p:cNvSpPr>
            <a:spLocks noChangeArrowheads="1"/>
          </p:cNvSpPr>
          <p:nvPr/>
        </p:nvSpPr>
        <p:spPr bwMode="auto">
          <a:xfrm>
            <a:off x="7031038" y="3886200"/>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Do</a:t>
            </a:r>
          </a:p>
        </p:txBody>
      </p:sp>
      <p:sp>
        <p:nvSpPr>
          <p:cNvPr id="85011" name="Rectangle 21">
            <a:extLst>
              <a:ext uri="{FF2B5EF4-FFF2-40B4-BE49-F238E27FC236}">
                <a16:creationId xmlns:a16="http://schemas.microsoft.com/office/drawing/2014/main" id="{5E18BDFB-F025-C225-5DFA-F1506A5E8634}"/>
              </a:ext>
            </a:extLst>
          </p:cNvPr>
          <p:cNvSpPr>
            <a:spLocks noChangeArrowheads="1"/>
          </p:cNvSpPr>
          <p:nvPr/>
        </p:nvSpPr>
        <p:spPr bwMode="auto">
          <a:xfrm>
            <a:off x="1374775" y="2884488"/>
            <a:ext cx="365125" cy="2032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012" name="Rectangle 22">
            <a:extLst>
              <a:ext uri="{FF2B5EF4-FFF2-40B4-BE49-F238E27FC236}">
                <a16:creationId xmlns:a16="http://schemas.microsoft.com/office/drawing/2014/main" id="{2CB15CFE-5994-1C0F-6A3E-2B2DDF3DBEFD}"/>
              </a:ext>
            </a:extLst>
          </p:cNvPr>
          <p:cNvSpPr>
            <a:spLocks noChangeArrowheads="1"/>
          </p:cNvSpPr>
          <p:nvPr/>
        </p:nvSpPr>
        <p:spPr bwMode="auto">
          <a:xfrm rot="5400000">
            <a:off x="1271588" y="3954463"/>
            <a:ext cx="6318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IUnit</a:t>
            </a:r>
          </a:p>
        </p:txBody>
      </p:sp>
      <p:sp>
        <p:nvSpPr>
          <p:cNvPr id="85013" name="Rectangle 23">
            <a:extLst>
              <a:ext uri="{FF2B5EF4-FFF2-40B4-BE49-F238E27FC236}">
                <a16:creationId xmlns:a16="http://schemas.microsoft.com/office/drawing/2014/main" id="{A6CF8F5A-6485-FDF4-E4B8-67FD2A5E84C7}"/>
              </a:ext>
            </a:extLst>
          </p:cNvPr>
          <p:cNvSpPr>
            <a:spLocks noChangeArrowheads="1"/>
          </p:cNvSpPr>
          <p:nvPr/>
        </p:nvSpPr>
        <p:spPr bwMode="auto">
          <a:xfrm>
            <a:off x="1357313" y="3505200"/>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a:t>
            </a:r>
          </a:p>
        </p:txBody>
      </p:sp>
      <p:sp>
        <p:nvSpPr>
          <p:cNvPr id="85014" name="Rectangle 24">
            <a:extLst>
              <a:ext uri="{FF2B5EF4-FFF2-40B4-BE49-F238E27FC236}">
                <a16:creationId xmlns:a16="http://schemas.microsoft.com/office/drawing/2014/main" id="{5F5F9300-BC6D-ABDE-A270-3E8703D57179}"/>
              </a:ext>
            </a:extLst>
          </p:cNvPr>
          <p:cNvSpPr>
            <a:spLocks noChangeArrowheads="1"/>
          </p:cNvSpPr>
          <p:nvPr/>
        </p:nvSpPr>
        <p:spPr bwMode="auto">
          <a:xfrm>
            <a:off x="1509713" y="4584700"/>
            <a:ext cx="260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a:t>
            </a:r>
          </a:p>
        </p:txBody>
      </p:sp>
      <p:sp>
        <p:nvSpPr>
          <p:cNvPr id="85015" name="Rectangle 25">
            <a:extLst>
              <a:ext uri="{FF2B5EF4-FFF2-40B4-BE49-F238E27FC236}">
                <a16:creationId xmlns:a16="http://schemas.microsoft.com/office/drawing/2014/main" id="{EEFDC920-E1D3-FE9B-CCB9-51D34921802E}"/>
              </a:ext>
            </a:extLst>
          </p:cNvPr>
          <p:cNvSpPr>
            <a:spLocks noChangeArrowheads="1"/>
          </p:cNvSpPr>
          <p:nvPr/>
        </p:nvSpPr>
        <p:spPr bwMode="auto">
          <a:xfrm>
            <a:off x="3073400" y="3500438"/>
            <a:ext cx="608013" cy="11874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016" name="Rectangle 26">
            <a:extLst>
              <a:ext uri="{FF2B5EF4-FFF2-40B4-BE49-F238E27FC236}">
                <a16:creationId xmlns:a16="http://schemas.microsoft.com/office/drawing/2014/main" id="{FA415BBF-1449-BBEF-A093-440F07EEABB2}"/>
              </a:ext>
            </a:extLst>
          </p:cNvPr>
          <p:cNvSpPr>
            <a:spLocks noChangeArrowheads="1"/>
          </p:cNvSpPr>
          <p:nvPr/>
        </p:nvSpPr>
        <p:spPr bwMode="auto">
          <a:xfrm>
            <a:off x="3005138" y="4130675"/>
            <a:ext cx="6778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RFile</a:t>
            </a:r>
          </a:p>
        </p:txBody>
      </p:sp>
      <p:sp>
        <p:nvSpPr>
          <p:cNvPr id="85017" name="Rectangle 27">
            <a:extLst>
              <a:ext uri="{FF2B5EF4-FFF2-40B4-BE49-F238E27FC236}">
                <a16:creationId xmlns:a16="http://schemas.microsoft.com/office/drawing/2014/main" id="{2F200512-2330-4692-CDC0-9C5A64D21275}"/>
              </a:ext>
            </a:extLst>
          </p:cNvPr>
          <p:cNvSpPr>
            <a:spLocks noChangeArrowheads="1"/>
          </p:cNvSpPr>
          <p:nvPr/>
        </p:nvSpPr>
        <p:spPr bwMode="auto">
          <a:xfrm>
            <a:off x="3338513" y="4394200"/>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85018" name="Rectangle 28">
            <a:extLst>
              <a:ext uri="{FF2B5EF4-FFF2-40B4-BE49-F238E27FC236}">
                <a16:creationId xmlns:a16="http://schemas.microsoft.com/office/drawing/2014/main" id="{8315C00E-15A0-5654-D32A-9F9C9F0BA135}"/>
              </a:ext>
            </a:extLst>
          </p:cNvPr>
          <p:cNvSpPr>
            <a:spLocks noChangeArrowheads="1"/>
          </p:cNvSpPr>
          <p:nvPr/>
        </p:nvSpPr>
        <p:spPr bwMode="auto">
          <a:xfrm>
            <a:off x="3033713" y="3559175"/>
            <a:ext cx="4397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85019" name="Rectangle 29">
            <a:extLst>
              <a:ext uri="{FF2B5EF4-FFF2-40B4-BE49-F238E27FC236}">
                <a16:creationId xmlns:a16="http://schemas.microsoft.com/office/drawing/2014/main" id="{030591E9-1DC4-0122-E82E-60ACB7435010}"/>
              </a:ext>
            </a:extLst>
          </p:cNvPr>
          <p:cNvSpPr>
            <a:spLocks noChangeArrowheads="1"/>
          </p:cNvSpPr>
          <p:nvPr/>
        </p:nvSpPr>
        <p:spPr bwMode="auto">
          <a:xfrm>
            <a:off x="3033713" y="3889375"/>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Rb</a:t>
            </a:r>
          </a:p>
        </p:txBody>
      </p:sp>
      <p:sp>
        <p:nvSpPr>
          <p:cNvPr id="85020" name="Rectangle 30">
            <a:extLst>
              <a:ext uri="{FF2B5EF4-FFF2-40B4-BE49-F238E27FC236}">
                <a16:creationId xmlns:a16="http://schemas.microsoft.com/office/drawing/2014/main" id="{41C187C4-E66A-480A-4D08-1F3F0A7828BD}"/>
              </a:ext>
            </a:extLst>
          </p:cNvPr>
          <p:cNvSpPr>
            <a:spLocks noChangeArrowheads="1"/>
          </p:cNvSpPr>
          <p:nvPr/>
        </p:nvSpPr>
        <p:spPr bwMode="auto">
          <a:xfrm>
            <a:off x="2995613" y="4413250"/>
            <a:ext cx="485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Rw</a:t>
            </a:r>
          </a:p>
        </p:txBody>
      </p:sp>
      <p:sp>
        <p:nvSpPr>
          <p:cNvPr id="71711" name="Rectangle 31">
            <a:extLst>
              <a:ext uri="{FF2B5EF4-FFF2-40B4-BE49-F238E27FC236}">
                <a16:creationId xmlns:a16="http://schemas.microsoft.com/office/drawing/2014/main" id="{2BA2F731-49E9-4FDB-2BF7-6C5052F530C2}"/>
              </a:ext>
            </a:extLst>
          </p:cNvPr>
          <p:cNvSpPr>
            <a:spLocks noChangeArrowheads="1"/>
          </p:cNvSpPr>
          <p:nvPr/>
        </p:nvSpPr>
        <p:spPr bwMode="auto">
          <a:xfrm>
            <a:off x="2981325" y="1768475"/>
            <a:ext cx="1174750" cy="333375"/>
          </a:xfrm>
          <a:prstGeom prst="rect">
            <a:avLst/>
          </a:prstGeom>
          <a:solidFill>
            <a:schemeClr val="tx2">
              <a:lumMod val="25000"/>
              <a:lumOff val="75000"/>
            </a:schemeClr>
          </a:solidFill>
          <a:ln w="12700">
            <a:noFill/>
            <a:miter lim="800000"/>
          </a:ln>
        </p:spPr>
        <p:txBody>
          <a:bodyPr lIns="90488" tIns="44450" rIns="90488" bIns="44450">
            <a:spAutoFit/>
          </a:bodyPr>
          <a:lstStyle/>
          <a:p>
            <a:pPr eaLnBrk="0" hangingPunct="0">
              <a:defRPr/>
            </a:pPr>
            <a:r>
              <a:rPr lang="en-US" altLang="zh-CN" u="sng" dirty="0" err="1">
                <a:solidFill>
                  <a:schemeClr val="accent2"/>
                </a:solidFill>
                <a:latin typeface="Arial" panose="020B0604020202020204" pitchFamily="34" charset="0"/>
                <a:ea typeface="宋体" panose="02010600030101010101" pitchFamily="2" charset="-122"/>
              </a:rPr>
              <a:t>RegWr</a:t>
            </a:r>
            <a:r>
              <a:rPr lang="en-US" altLang="zh-CN" u="sng" dirty="0">
                <a:solidFill>
                  <a:schemeClr val="accent2"/>
                </a:solidFill>
                <a:latin typeface="Arial" panose="020B0604020202020204" pitchFamily="34" charset="0"/>
                <a:ea typeface="宋体" panose="02010600030101010101" pitchFamily="2" charset="-122"/>
              </a:rPr>
              <a:t>=1</a:t>
            </a:r>
            <a:endParaRPr lang="zh-CN" altLang="en-US" u="sng" dirty="0">
              <a:solidFill>
                <a:schemeClr val="accent2"/>
              </a:solidFill>
              <a:latin typeface="Arial" panose="020B0604020202020204" pitchFamily="34" charset="0"/>
              <a:ea typeface="宋体" panose="02010600030101010101" pitchFamily="2" charset="-122"/>
            </a:endParaRPr>
          </a:p>
        </p:txBody>
      </p:sp>
      <p:sp>
        <p:nvSpPr>
          <p:cNvPr id="85022" name="Line 32">
            <a:extLst>
              <a:ext uri="{FF2B5EF4-FFF2-40B4-BE49-F238E27FC236}">
                <a16:creationId xmlns:a16="http://schemas.microsoft.com/office/drawing/2014/main" id="{F224FC78-B0AB-17D3-E30E-82CAD3B74EDD}"/>
              </a:ext>
            </a:extLst>
          </p:cNvPr>
          <p:cNvSpPr>
            <a:spLocks noChangeShapeType="1"/>
          </p:cNvSpPr>
          <p:nvPr/>
        </p:nvSpPr>
        <p:spPr bwMode="auto">
          <a:xfrm>
            <a:off x="5324475" y="4403725"/>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3" name="Rectangle 33">
            <a:extLst>
              <a:ext uri="{FF2B5EF4-FFF2-40B4-BE49-F238E27FC236}">
                <a16:creationId xmlns:a16="http://schemas.microsoft.com/office/drawing/2014/main" id="{32467C56-0F0B-3249-7CE5-63C438E19511}"/>
              </a:ext>
            </a:extLst>
          </p:cNvPr>
          <p:cNvSpPr>
            <a:spLocks noChangeArrowheads="1"/>
          </p:cNvSpPr>
          <p:nvPr/>
        </p:nvSpPr>
        <p:spPr bwMode="auto">
          <a:xfrm>
            <a:off x="2487613" y="1463675"/>
            <a:ext cx="1350962" cy="336550"/>
          </a:xfrm>
          <a:prstGeom prst="rect">
            <a:avLst/>
          </a:prstGeom>
          <a:solidFill>
            <a:schemeClr val="tx2">
              <a:lumMod val="25000"/>
              <a:lumOff val="75000"/>
            </a:schemeClr>
          </a:solidFill>
          <a:ln w="12700">
            <a:noFill/>
            <a:miter lim="800000"/>
          </a:ln>
        </p:spPr>
        <p:txBody>
          <a:bodyPr lIns="90488" tIns="44450" rIns="90488" bIns="44450">
            <a:spAutoFit/>
          </a:bodyPr>
          <a:lstStyle/>
          <a:p>
            <a:pPr eaLnBrk="0" hangingPunct="0">
              <a:defRPr/>
            </a:pPr>
            <a:r>
              <a:rPr lang="en-US" altLang="zh-CN" u="sng" dirty="0" err="1">
                <a:solidFill>
                  <a:schemeClr val="accent2"/>
                </a:solidFill>
                <a:latin typeface="Arial" panose="020B0604020202020204" pitchFamily="34" charset="0"/>
                <a:ea typeface="宋体" panose="02010600030101010101" pitchFamily="2" charset="-122"/>
              </a:rPr>
              <a:t>ExtOp</a:t>
            </a:r>
            <a:r>
              <a:rPr lang="en-US" altLang="zh-CN" u="sng" dirty="0">
                <a:solidFill>
                  <a:schemeClr val="accent2"/>
                </a:solidFill>
                <a:latin typeface="Arial" panose="020B0604020202020204" pitchFamily="34" charset="0"/>
                <a:ea typeface="宋体" panose="02010600030101010101" pitchFamily="2" charset="-122"/>
              </a:rPr>
              <a:t>=010</a:t>
            </a:r>
          </a:p>
        </p:txBody>
      </p:sp>
      <p:sp>
        <p:nvSpPr>
          <p:cNvPr id="85024" name="Rectangle 35">
            <a:extLst>
              <a:ext uri="{FF2B5EF4-FFF2-40B4-BE49-F238E27FC236}">
                <a16:creationId xmlns:a16="http://schemas.microsoft.com/office/drawing/2014/main" id="{3204E78B-C5F8-A3C8-12AB-1389E79B2D93}"/>
              </a:ext>
            </a:extLst>
          </p:cNvPr>
          <p:cNvSpPr>
            <a:spLocks noChangeArrowheads="1"/>
          </p:cNvSpPr>
          <p:nvPr/>
        </p:nvSpPr>
        <p:spPr bwMode="auto">
          <a:xfrm>
            <a:off x="4846638" y="3825875"/>
            <a:ext cx="6540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Exec</a:t>
            </a:r>
          </a:p>
          <a:p>
            <a:pPr algn="ctr"/>
            <a:r>
              <a:rPr lang="en-US" altLang="zh-CN">
                <a:solidFill>
                  <a:schemeClr val="accent2"/>
                </a:solidFill>
                <a:latin typeface="Arial" panose="020B0604020202020204" pitchFamily="34" charset="0"/>
                <a:ea typeface="宋体" panose="02010600030101010101" pitchFamily="2" charset="-122"/>
              </a:rPr>
              <a:t>Unit</a:t>
            </a:r>
          </a:p>
        </p:txBody>
      </p:sp>
      <p:sp>
        <p:nvSpPr>
          <p:cNvPr id="85025" name="Rectangle 36">
            <a:extLst>
              <a:ext uri="{FF2B5EF4-FFF2-40B4-BE49-F238E27FC236}">
                <a16:creationId xmlns:a16="http://schemas.microsoft.com/office/drawing/2014/main" id="{9F99CBA3-5F4B-AE57-1E70-3E83311F8FF0}"/>
              </a:ext>
            </a:extLst>
          </p:cNvPr>
          <p:cNvSpPr>
            <a:spLocks noChangeArrowheads="1"/>
          </p:cNvSpPr>
          <p:nvPr/>
        </p:nvSpPr>
        <p:spPr bwMode="auto">
          <a:xfrm>
            <a:off x="4889500" y="2884488"/>
            <a:ext cx="584200" cy="1498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026" name="Rectangle 37">
            <a:extLst>
              <a:ext uri="{FF2B5EF4-FFF2-40B4-BE49-F238E27FC236}">
                <a16:creationId xmlns:a16="http://schemas.microsoft.com/office/drawing/2014/main" id="{6B93FF27-DB8B-2692-5711-2198F0349BEB}"/>
              </a:ext>
            </a:extLst>
          </p:cNvPr>
          <p:cNvSpPr>
            <a:spLocks noChangeArrowheads="1"/>
          </p:cNvSpPr>
          <p:nvPr/>
        </p:nvSpPr>
        <p:spPr bwMode="auto">
          <a:xfrm>
            <a:off x="4862513" y="3406775"/>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85027" name="Rectangle 38">
            <a:extLst>
              <a:ext uri="{FF2B5EF4-FFF2-40B4-BE49-F238E27FC236}">
                <a16:creationId xmlns:a16="http://schemas.microsoft.com/office/drawing/2014/main" id="{42190DA0-4D65-AD10-4B93-D01721451696}"/>
              </a:ext>
            </a:extLst>
          </p:cNvPr>
          <p:cNvSpPr>
            <a:spLocks noChangeArrowheads="1"/>
          </p:cNvSpPr>
          <p:nvPr/>
        </p:nvSpPr>
        <p:spPr bwMode="auto">
          <a:xfrm>
            <a:off x="4862513" y="3660775"/>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sp>
        <p:nvSpPr>
          <p:cNvPr id="85028" name="Line 39">
            <a:extLst>
              <a:ext uri="{FF2B5EF4-FFF2-40B4-BE49-F238E27FC236}">
                <a16:creationId xmlns:a16="http://schemas.microsoft.com/office/drawing/2014/main" id="{B6CA42EC-CC24-8165-A870-7896ECFF3CE7}"/>
              </a:ext>
            </a:extLst>
          </p:cNvPr>
          <p:cNvSpPr>
            <a:spLocks noChangeShapeType="1"/>
          </p:cNvSpPr>
          <p:nvPr/>
        </p:nvSpPr>
        <p:spPr bwMode="auto">
          <a:xfrm flipH="1">
            <a:off x="2851150" y="1797050"/>
            <a:ext cx="0" cy="13462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29" name="Rectangle 40">
            <a:extLst>
              <a:ext uri="{FF2B5EF4-FFF2-40B4-BE49-F238E27FC236}">
                <a16:creationId xmlns:a16="http://schemas.microsoft.com/office/drawing/2014/main" id="{D0E7983E-4BF7-1EA2-F301-1FB584F4E623}"/>
              </a:ext>
            </a:extLst>
          </p:cNvPr>
          <p:cNvSpPr>
            <a:spLocks noChangeArrowheads="1"/>
          </p:cNvSpPr>
          <p:nvPr/>
        </p:nvSpPr>
        <p:spPr bwMode="auto">
          <a:xfrm>
            <a:off x="4862513" y="3155950"/>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85030" name="Line 41">
            <a:extLst>
              <a:ext uri="{FF2B5EF4-FFF2-40B4-BE49-F238E27FC236}">
                <a16:creationId xmlns:a16="http://schemas.microsoft.com/office/drawing/2014/main" id="{C5DC1916-07FC-29CB-3958-6F8AAC048F55}"/>
              </a:ext>
            </a:extLst>
          </p:cNvPr>
          <p:cNvSpPr>
            <a:spLocks noChangeShapeType="1"/>
          </p:cNvSpPr>
          <p:nvPr/>
        </p:nvSpPr>
        <p:spPr bwMode="auto">
          <a:xfrm>
            <a:off x="5334000" y="1817688"/>
            <a:ext cx="0" cy="10414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2" name="Rectangle 42">
            <a:extLst>
              <a:ext uri="{FF2B5EF4-FFF2-40B4-BE49-F238E27FC236}">
                <a16:creationId xmlns:a16="http://schemas.microsoft.com/office/drawing/2014/main" id="{911D6E12-9297-ED08-E497-4AF91438C100}"/>
              </a:ext>
            </a:extLst>
          </p:cNvPr>
          <p:cNvSpPr>
            <a:spLocks noChangeArrowheads="1"/>
          </p:cNvSpPr>
          <p:nvPr/>
        </p:nvSpPr>
        <p:spPr bwMode="auto">
          <a:xfrm>
            <a:off x="4557713" y="1500188"/>
            <a:ext cx="1349375" cy="336550"/>
          </a:xfrm>
          <a:prstGeom prst="rect">
            <a:avLst/>
          </a:prstGeom>
          <a:solidFill>
            <a:schemeClr val="tx2">
              <a:lumMod val="25000"/>
              <a:lumOff val="75000"/>
            </a:schemeClr>
          </a:solidFill>
          <a:ln w="12700">
            <a:noFill/>
            <a:miter lim="800000"/>
          </a:ln>
        </p:spPr>
        <p:txBody>
          <a:bodyPr wrap="none"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ALUctr=add</a:t>
            </a:r>
            <a:endParaRPr lang="en-US" altLang="zh-CN" u="sng">
              <a:solidFill>
                <a:schemeClr val="accent2"/>
              </a:solidFill>
              <a:latin typeface="微软雅黑" panose="020B0503020204020204" pitchFamily="34" charset="-122"/>
              <a:ea typeface="微软雅黑" panose="020B0503020204020204" pitchFamily="34" charset="-122"/>
            </a:endParaRPr>
          </a:p>
        </p:txBody>
      </p:sp>
      <p:sp>
        <p:nvSpPr>
          <p:cNvPr id="71723" name="Rectangle 43">
            <a:extLst>
              <a:ext uri="{FF2B5EF4-FFF2-40B4-BE49-F238E27FC236}">
                <a16:creationId xmlns:a16="http://schemas.microsoft.com/office/drawing/2014/main" id="{6C18957E-0D57-E1AE-3038-E74689948204}"/>
              </a:ext>
            </a:extLst>
          </p:cNvPr>
          <p:cNvSpPr>
            <a:spLocks noChangeArrowheads="1"/>
          </p:cNvSpPr>
          <p:nvPr/>
        </p:nvSpPr>
        <p:spPr bwMode="auto">
          <a:xfrm>
            <a:off x="5111750" y="5491163"/>
            <a:ext cx="1325563" cy="334962"/>
          </a:xfrm>
          <a:prstGeom prst="rect">
            <a:avLst/>
          </a:prstGeom>
          <a:solidFill>
            <a:schemeClr val="tx2">
              <a:lumMod val="25000"/>
              <a:lumOff val="75000"/>
            </a:schemeClr>
          </a:solidFill>
          <a:ln w="12700">
            <a:noFill/>
            <a:miter lim="800000"/>
          </a:ln>
        </p:spPr>
        <p:txBody>
          <a:bodyPr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ALUBSrc=2</a:t>
            </a:r>
          </a:p>
        </p:txBody>
      </p:sp>
      <p:sp>
        <p:nvSpPr>
          <p:cNvPr id="85033" name="Line 45">
            <a:extLst>
              <a:ext uri="{FF2B5EF4-FFF2-40B4-BE49-F238E27FC236}">
                <a16:creationId xmlns:a16="http://schemas.microsoft.com/office/drawing/2014/main" id="{82FB34D5-79EE-E113-7B5D-13F98574903E}"/>
              </a:ext>
            </a:extLst>
          </p:cNvPr>
          <p:cNvSpPr>
            <a:spLocks noChangeShapeType="1"/>
          </p:cNvSpPr>
          <p:nvPr/>
        </p:nvSpPr>
        <p:spPr bwMode="auto">
          <a:xfrm>
            <a:off x="4356100" y="3328988"/>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204">
            <a:extLst>
              <a:ext uri="{FF2B5EF4-FFF2-40B4-BE49-F238E27FC236}">
                <a16:creationId xmlns:a16="http://schemas.microsoft.com/office/drawing/2014/main" id="{DCC3B4C9-6A91-E8DD-5CC6-70D2FBD17509}"/>
              </a:ext>
            </a:extLst>
          </p:cNvPr>
          <p:cNvGrpSpPr>
            <a:grpSpLocks/>
          </p:cNvGrpSpPr>
          <p:nvPr/>
        </p:nvGrpSpPr>
        <p:grpSpPr bwMode="auto">
          <a:xfrm>
            <a:off x="3683000" y="3557588"/>
            <a:ext cx="330200" cy="304800"/>
            <a:chOff x="2320" y="2544"/>
            <a:chExt cx="208" cy="192"/>
          </a:xfrm>
        </p:grpSpPr>
        <p:sp>
          <p:nvSpPr>
            <p:cNvPr id="85035" name="Line 44">
              <a:extLst>
                <a:ext uri="{FF2B5EF4-FFF2-40B4-BE49-F238E27FC236}">
                  <a16:creationId xmlns:a16="http://schemas.microsoft.com/office/drawing/2014/main" id="{B26728D2-510A-FCB1-AB19-C1A3AB67CA72}"/>
                </a:ext>
              </a:extLst>
            </p:cNvPr>
            <p:cNvSpPr>
              <a:spLocks noChangeShapeType="1"/>
            </p:cNvSpPr>
            <p:nvPr/>
          </p:nvSpPr>
          <p:spPr bwMode="auto">
            <a:xfrm>
              <a:off x="2320" y="2544"/>
              <a:ext cx="208"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36" name="Line 48">
              <a:extLst>
                <a:ext uri="{FF2B5EF4-FFF2-40B4-BE49-F238E27FC236}">
                  <a16:creationId xmlns:a16="http://schemas.microsoft.com/office/drawing/2014/main" id="{95145A1F-DCC5-B9E1-2FC9-3C850CE64ED1}"/>
                </a:ext>
              </a:extLst>
            </p:cNvPr>
            <p:cNvSpPr>
              <a:spLocks noChangeShapeType="1"/>
            </p:cNvSpPr>
            <p:nvPr/>
          </p:nvSpPr>
          <p:spPr bwMode="auto">
            <a:xfrm>
              <a:off x="2320" y="2736"/>
              <a:ext cx="208"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5037" name="Line 52">
            <a:extLst>
              <a:ext uri="{FF2B5EF4-FFF2-40B4-BE49-F238E27FC236}">
                <a16:creationId xmlns:a16="http://schemas.microsoft.com/office/drawing/2014/main" id="{5EDAF026-A838-7849-48E2-DF1B1B856411}"/>
              </a:ext>
            </a:extLst>
          </p:cNvPr>
          <p:cNvSpPr>
            <a:spLocks noChangeShapeType="1"/>
          </p:cNvSpPr>
          <p:nvPr/>
        </p:nvSpPr>
        <p:spPr bwMode="auto">
          <a:xfrm>
            <a:off x="4495800" y="3875088"/>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38" name="Line 53">
            <a:extLst>
              <a:ext uri="{FF2B5EF4-FFF2-40B4-BE49-F238E27FC236}">
                <a16:creationId xmlns:a16="http://schemas.microsoft.com/office/drawing/2014/main" id="{EF1FF7FA-4BD7-C87E-0217-5C6349A1D8A7}"/>
              </a:ext>
            </a:extLst>
          </p:cNvPr>
          <p:cNvSpPr>
            <a:spLocks noChangeShapeType="1"/>
          </p:cNvSpPr>
          <p:nvPr/>
        </p:nvSpPr>
        <p:spPr bwMode="auto">
          <a:xfrm>
            <a:off x="4508500" y="4548188"/>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39" name="Line 54">
            <a:extLst>
              <a:ext uri="{FF2B5EF4-FFF2-40B4-BE49-F238E27FC236}">
                <a16:creationId xmlns:a16="http://schemas.microsoft.com/office/drawing/2014/main" id="{F27EEEB8-C818-8C3F-5E3B-EE3074C47656}"/>
              </a:ext>
            </a:extLst>
          </p:cNvPr>
          <p:cNvSpPr>
            <a:spLocks noChangeShapeType="1"/>
          </p:cNvSpPr>
          <p:nvPr/>
        </p:nvSpPr>
        <p:spPr bwMode="auto">
          <a:xfrm>
            <a:off x="6184900" y="4548188"/>
            <a:ext cx="584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40" name="Line 55">
            <a:extLst>
              <a:ext uri="{FF2B5EF4-FFF2-40B4-BE49-F238E27FC236}">
                <a16:creationId xmlns:a16="http://schemas.microsoft.com/office/drawing/2014/main" id="{FA2CE289-7323-6FE3-EF0B-C68EE55AA694}"/>
              </a:ext>
            </a:extLst>
          </p:cNvPr>
          <p:cNvSpPr>
            <a:spLocks noChangeShapeType="1"/>
          </p:cNvSpPr>
          <p:nvPr/>
        </p:nvSpPr>
        <p:spPr bwMode="auto">
          <a:xfrm>
            <a:off x="6413500" y="4243388"/>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41" name="Line 56">
            <a:extLst>
              <a:ext uri="{FF2B5EF4-FFF2-40B4-BE49-F238E27FC236}">
                <a16:creationId xmlns:a16="http://schemas.microsoft.com/office/drawing/2014/main" id="{4BAF9474-E867-10E6-5D7D-1C52C7F3207B}"/>
              </a:ext>
            </a:extLst>
          </p:cNvPr>
          <p:cNvSpPr>
            <a:spLocks noChangeShapeType="1"/>
          </p:cNvSpPr>
          <p:nvPr/>
        </p:nvSpPr>
        <p:spPr bwMode="auto">
          <a:xfrm>
            <a:off x="6400800" y="4027488"/>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42" name="Line 58">
            <a:extLst>
              <a:ext uri="{FF2B5EF4-FFF2-40B4-BE49-F238E27FC236}">
                <a16:creationId xmlns:a16="http://schemas.microsoft.com/office/drawing/2014/main" id="{C9649267-1E3E-F72B-DFF6-F3A2232EE629}"/>
              </a:ext>
            </a:extLst>
          </p:cNvPr>
          <p:cNvSpPr>
            <a:spLocks noChangeShapeType="1"/>
          </p:cNvSpPr>
          <p:nvPr/>
        </p:nvSpPr>
        <p:spPr bwMode="auto">
          <a:xfrm>
            <a:off x="6413500" y="4700588"/>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5043" name="Group 66">
            <a:extLst>
              <a:ext uri="{FF2B5EF4-FFF2-40B4-BE49-F238E27FC236}">
                <a16:creationId xmlns:a16="http://schemas.microsoft.com/office/drawing/2014/main" id="{ADA8CAB6-E655-2D53-F5A1-3E926BA469E2}"/>
              </a:ext>
            </a:extLst>
          </p:cNvPr>
          <p:cNvGrpSpPr>
            <a:grpSpLocks/>
          </p:cNvGrpSpPr>
          <p:nvPr/>
        </p:nvGrpSpPr>
        <p:grpSpPr bwMode="auto">
          <a:xfrm>
            <a:off x="8397875" y="3951288"/>
            <a:ext cx="333375" cy="949325"/>
            <a:chOff x="5290" y="2792"/>
            <a:chExt cx="210" cy="598"/>
          </a:xfrm>
        </p:grpSpPr>
        <p:sp>
          <p:nvSpPr>
            <p:cNvPr id="85044" name="Line 59">
              <a:extLst>
                <a:ext uri="{FF2B5EF4-FFF2-40B4-BE49-F238E27FC236}">
                  <a16:creationId xmlns:a16="http://schemas.microsoft.com/office/drawing/2014/main" id="{2DCB2D81-D7AF-F143-C2D4-B7DCB63BD63A}"/>
                </a:ext>
              </a:extLst>
            </p:cNvPr>
            <p:cNvSpPr>
              <a:spLocks noChangeShapeType="1"/>
            </p:cNvSpPr>
            <p:nvPr/>
          </p:nvSpPr>
          <p:spPr bwMode="auto">
            <a:xfrm>
              <a:off x="5328" y="2792"/>
              <a:ext cx="0" cy="5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45" name="Line 60">
              <a:extLst>
                <a:ext uri="{FF2B5EF4-FFF2-40B4-BE49-F238E27FC236}">
                  <a16:creationId xmlns:a16="http://schemas.microsoft.com/office/drawing/2014/main" id="{C3AB570F-CC19-3961-D63C-3C9428FD78E7}"/>
                </a:ext>
              </a:extLst>
            </p:cNvPr>
            <p:cNvSpPr>
              <a:spLocks noChangeShapeType="1"/>
            </p:cNvSpPr>
            <p:nvPr/>
          </p:nvSpPr>
          <p:spPr bwMode="auto">
            <a:xfrm>
              <a:off x="5336" y="2792"/>
              <a:ext cx="128" cy="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46" name="Line 61">
              <a:extLst>
                <a:ext uri="{FF2B5EF4-FFF2-40B4-BE49-F238E27FC236}">
                  <a16:creationId xmlns:a16="http://schemas.microsoft.com/office/drawing/2014/main" id="{53FB3728-9173-DDE5-9E29-D411B816820C}"/>
                </a:ext>
              </a:extLst>
            </p:cNvPr>
            <p:cNvSpPr>
              <a:spLocks noChangeShapeType="1"/>
            </p:cNvSpPr>
            <p:nvPr/>
          </p:nvSpPr>
          <p:spPr bwMode="auto">
            <a:xfrm flipV="1">
              <a:off x="5336" y="3283"/>
              <a:ext cx="128"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47" name="Line 62">
              <a:extLst>
                <a:ext uri="{FF2B5EF4-FFF2-40B4-BE49-F238E27FC236}">
                  <a16:creationId xmlns:a16="http://schemas.microsoft.com/office/drawing/2014/main" id="{07F96099-D994-B6B7-6E7E-D6C9C7BE065A}"/>
                </a:ext>
              </a:extLst>
            </p:cNvPr>
            <p:cNvSpPr>
              <a:spLocks noChangeShapeType="1"/>
            </p:cNvSpPr>
            <p:nvPr/>
          </p:nvSpPr>
          <p:spPr bwMode="auto">
            <a:xfrm>
              <a:off x="5472" y="2844"/>
              <a:ext cx="0" cy="4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48" name="Rectangle 63">
              <a:extLst>
                <a:ext uri="{FF2B5EF4-FFF2-40B4-BE49-F238E27FC236}">
                  <a16:creationId xmlns:a16="http://schemas.microsoft.com/office/drawing/2014/main" id="{6F8E5DA2-020F-A77A-DB07-FB642919BEDC}"/>
                </a:ext>
              </a:extLst>
            </p:cNvPr>
            <p:cNvSpPr>
              <a:spLocks noChangeArrowheads="1"/>
            </p:cNvSpPr>
            <p:nvPr/>
          </p:nvSpPr>
          <p:spPr bwMode="auto">
            <a:xfrm rot="5400000">
              <a:off x="5210" y="2976"/>
              <a:ext cx="3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Mux</a:t>
              </a:r>
            </a:p>
          </p:txBody>
        </p:sp>
        <p:sp>
          <p:nvSpPr>
            <p:cNvPr id="85049" name="Rectangle 64">
              <a:extLst>
                <a:ext uri="{FF2B5EF4-FFF2-40B4-BE49-F238E27FC236}">
                  <a16:creationId xmlns:a16="http://schemas.microsoft.com/office/drawing/2014/main" id="{89B496D5-C409-D5A3-6104-C43587D2C816}"/>
                </a:ext>
              </a:extLst>
            </p:cNvPr>
            <p:cNvSpPr>
              <a:spLocks noChangeArrowheads="1"/>
            </p:cNvSpPr>
            <p:nvPr/>
          </p:nvSpPr>
          <p:spPr bwMode="auto">
            <a:xfrm>
              <a:off x="5303" y="280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1</a:t>
              </a:r>
              <a:endParaRPr lang="zh-CN" altLang="en-US" sz="1400" b="0">
                <a:ea typeface="宋体" panose="02010600030101010101" pitchFamily="2" charset="-122"/>
              </a:endParaRPr>
            </a:p>
          </p:txBody>
        </p:sp>
        <p:sp>
          <p:nvSpPr>
            <p:cNvPr id="85050" name="Rectangle 65">
              <a:extLst>
                <a:ext uri="{FF2B5EF4-FFF2-40B4-BE49-F238E27FC236}">
                  <a16:creationId xmlns:a16="http://schemas.microsoft.com/office/drawing/2014/main" id="{36E28A60-7CB9-7064-DFE9-8ABD6A9797B8}"/>
                </a:ext>
              </a:extLst>
            </p:cNvPr>
            <p:cNvSpPr>
              <a:spLocks noChangeArrowheads="1"/>
            </p:cNvSpPr>
            <p:nvPr/>
          </p:nvSpPr>
          <p:spPr bwMode="auto">
            <a:xfrm>
              <a:off x="5303" y="319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0</a:t>
              </a:r>
              <a:endParaRPr lang="zh-CN" altLang="en-US" sz="1400" b="0">
                <a:ea typeface="宋体" panose="02010600030101010101" pitchFamily="2" charset="-122"/>
              </a:endParaRPr>
            </a:p>
          </p:txBody>
        </p:sp>
      </p:grpSp>
      <p:sp>
        <p:nvSpPr>
          <p:cNvPr id="85051" name="Line 67">
            <a:extLst>
              <a:ext uri="{FF2B5EF4-FFF2-40B4-BE49-F238E27FC236}">
                <a16:creationId xmlns:a16="http://schemas.microsoft.com/office/drawing/2014/main" id="{263D90D3-941F-F90F-D91B-B61AC0945EFE}"/>
              </a:ext>
            </a:extLst>
          </p:cNvPr>
          <p:cNvSpPr>
            <a:spLocks noChangeShapeType="1"/>
          </p:cNvSpPr>
          <p:nvPr/>
        </p:nvSpPr>
        <p:spPr bwMode="auto">
          <a:xfrm>
            <a:off x="8089900" y="4090988"/>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52" name="Line 68">
            <a:extLst>
              <a:ext uri="{FF2B5EF4-FFF2-40B4-BE49-F238E27FC236}">
                <a16:creationId xmlns:a16="http://schemas.microsoft.com/office/drawing/2014/main" id="{B5F1458A-C71E-1B39-2AEC-9261D1B68D9A}"/>
              </a:ext>
            </a:extLst>
          </p:cNvPr>
          <p:cNvSpPr>
            <a:spLocks noChangeShapeType="1"/>
          </p:cNvSpPr>
          <p:nvPr/>
        </p:nvSpPr>
        <p:spPr bwMode="auto">
          <a:xfrm>
            <a:off x="8089900" y="4700588"/>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53" name="Line 70">
            <a:extLst>
              <a:ext uri="{FF2B5EF4-FFF2-40B4-BE49-F238E27FC236}">
                <a16:creationId xmlns:a16="http://schemas.microsoft.com/office/drawing/2014/main" id="{59E4448E-0730-2289-9862-C2CB0720959D}"/>
              </a:ext>
            </a:extLst>
          </p:cNvPr>
          <p:cNvSpPr>
            <a:spLocks noChangeShapeType="1"/>
          </p:cNvSpPr>
          <p:nvPr/>
        </p:nvSpPr>
        <p:spPr bwMode="auto">
          <a:xfrm>
            <a:off x="2679700" y="5081588"/>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54" name="Line 72">
            <a:extLst>
              <a:ext uri="{FF2B5EF4-FFF2-40B4-BE49-F238E27FC236}">
                <a16:creationId xmlns:a16="http://schemas.microsoft.com/office/drawing/2014/main" id="{C3C28E26-3515-6A59-7DDA-BE24A8083751}"/>
              </a:ext>
            </a:extLst>
          </p:cNvPr>
          <p:cNvSpPr>
            <a:spLocks noChangeShapeType="1"/>
          </p:cNvSpPr>
          <p:nvPr/>
        </p:nvSpPr>
        <p:spPr bwMode="auto">
          <a:xfrm>
            <a:off x="5484813" y="3130550"/>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55" name="Line 74">
            <a:extLst>
              <a:ext uri="{FF2B5EF4-FFF2-40B4-BE49-F238E27FC236}">
                <a16:creationId xmlns:a16="http://schemas.microsoft.com/office/drawing/2014/main" id="{01ADC2D8-25D5-B224-9EE5-41A4571FE167}"/>
              </a:ext>
            </a:extLst>
          </p:cNvPr>
          <p:cNvSpPr>
            <a:spLocks noChangeShapeType="1"/>
          </p:cNvSpPr>
          <p:nvPr/>
        </p:nvSpPr>
        <p:spPr bwMode="auto">
          <a:xfrm>
            <a:off x="8534400" y="4865688"/>
            <a:ext cx="0" cy="736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5" name="Rectangle 75">
            <a:extLst>
              <a:ext uri="{FF2B5EF4-FFF2-40B4-BE49-F238E27FC236}">
                <a16:creationId xmlns:a16="http://schemas.microsoft.com/office/drawing/2014/main" id="{D3ADB843-7410-61B1-8CD2-2F3A90108D42}"/>
              </a:ext>
            </a:extLst>
          </p:cNvPr>
          <p:cNvSpPr>
            <a:spLocks noChangeArrowheads="1"/>
          </p:cNvSpPr>
          <p:nvPr/>
        </p:nvSpPr>
        <p:spPr bwMode="auto">
          <a:xfrm>
            <a:off x="7437438" y="5556250"/>
            <a:ext cx="1465262" cy="336550"/>
          </a:xfrm>
          <a:prstGeom prst="rect">
            <a:avLst/>
          </a:prstGeom>
          <a:solidFill>
            <a:schemeClr val="tx2">
              <a:lumMod val="25000"/>
              <a:lumOff val="75000"/>
            </a:schemeClr>
          </a:solidFill>
          <a:ln w="12700">
            <a:noFill/>
            <a:miter lim="800000"/>
          </a:ln>
        </p:spPr>
        <p:txBody>
          <a:bodyPr wrap="none"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MemtoReg=1</a:t>
            </a:r>
          </a:p>
        </p:txBody>
      </p:sp>
      <p:sp>
        <p:nvSpPr>
          <p:cNvPr id="85057" name="Line 83">
            <a:extLst>
              <a:ext uri="{FF2B5EF4-FFF2-40B4-BE49-F238E27FC236}">
                <a16:creationId xmlns:a16="http://schemas.microsoft.com/office/drawing/2014/main" id="{8C2020AF-E696-AA46-A311-C6A843A76E25}"/>
              </a:ext>
            </a:extLst>
          </p:cNvPr>
          <p:cNvSpPr>
            <a:spLocks noChangeShapeType="1"/>
          </p:cNvSpPr>
          <p:nvPr/>
        </p:nvSpPr>
        <p:spPr bwMode="auto">
          <a:xfrm>
            <a:off x="4960938" y="4395788"/>
            <a:ext cx="3175"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4" name="Rectangle 84">
            <a:extLst>
              <a:ext uri="{FF2B5EF4-FFF2-40B4-BE49-F238E27FC236}">
                <a16:creationId xmlns:a16="http://schemas.microsoft.com/office/drawing/2014/main" id="{F3454231-20A1-2B11-3298-23D83A162F44}"/>
              </a:ext>
            </a:extLst>
          </p:cNvPr>
          <p:cNvSpPr>
            <a:spLocks noChangeArrowheads="1"/>
          </p:cNvSpPr>
          <p:nvPr/>
        </p:nvSpPr>
        <p:spPr bwMode="auto">
          <a:xfrm>
            <a:off x="3856038" y="5473700"/>
            <a:ext cx="1314450" cy="336550"/>
          </a:xfrm>
          <a:prstGeom prst="rect">
            <a:avLst/>
          </a:prstGeom>
          <a:solidFill>
            <a:schemeClr val="tx2">
              <a:lumMod val="25000"/>
              <a:lumOff val="75000"/>
            </a:schemeClr>
          </a:solidFill>
          <a:ln w="12700">
            <a:noFill/>
            <a:miter lim="800000"/>
          </a:ln>
        </p:spPr>
        <p:txBody>
          <a:bodyPr wrap="none"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ALUASrc=0</a:t>
            </a:r>
          </a:p>
        </p:txBody>
      </p:sp>
      <p:sp>
        <p:nvSpPr>
          <p:cNvPr id="85059" name="Rectangle 86">
            <a:extLst>
              <a:ext uri="{FF2B5EF4-FFF2-40B4-BE49-F238E27FC236}">
                <a16:creationId xmlns:a16="http://schemas.microsoft.com/office/drawing/2014/main" id="{755AEFCA-E266-747E-BE06-4905F8AF2FAF}"/>
              </a:ext>
            </a:extLst>
          </p:cNvPr>
          <p:cNvSpPr>
            <a:spLocks noChangeArrowheads="1"/>
          </p:cNvSpPr>
          <p:nvPr/>
        </p:nvSpPr>
        <p:spPr bwMode="auto">
          <a:xfrm>
            <a:off x="2652713" y="4800600"/>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Rd</a:t>
            </a:r>
          </a:p>
        </p:txBody>
      </p:sp>
      <p:sp>
        <p:nvSpPr>
          <p:cNvPr id="85060" name="Rectangle 87">
            <a:extLst>
              <a:ext uri="{FF2B5EF4-FFF2-40B4-BE49-F238E27FC236}">
                <a16:creationId xmlns:a16="http://schemas.microsoft.com/office/drawing/2014/main" id="{0AAE094D-476F-5352-2570-8C430B8DC167}"/>
              </a:ext>
            </a:extLst>
          </p:cNvPr>
          <p:cNvSpPr>
            <a:spLocks noChangeArrowheads="1"/>
          </p:cNvSpPr>
          <p:nvPr/>
        </p:nvSpPr>
        <p:spPr bwMode="auto">
          <a:xfrm>
            <a:off x="3451225" y="2978150"/>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85061" name="Line 88">
            <a:extLst>
              <a:ext uri="{FF2B5EF4-FFF2-40B4-BE49-F238E27FC236}">
                <a16:creationId xmlns:a16="http://schemas.microsoft.com/office/drawing/2014/main" id="{D7AC55EA-1E33-807A-1FC1-EC1E5599D769}"/>
              </a:ext>
            </a:extLst>
          </p:cNvPr>
          <p:cNvSpPr>
            <a:spLocks noChangeShapeType="1"/>
          </p:cNvSpPr>
          <p:nvPr/>
        </p:nvSpPr>
        <p:spPr bwMode="auto">
          <a:xfrm>
            <a:off x="1743075" y="4776788"/>
            <a:ext cx="468313"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84" name="Line 89">
            <a:extLst>
              <a:ext uri="{FF2B5EF4-FFF2-40B4-BE49-F238E27FC236}">
                <a16:creationId xmlns:a16="http://schemas.microsoft.com/office/drawing/2014/main" id="{1AEE527D-5532-587D-F692-368FC9E019B2}"/>
              </a:ext>
            </a:extLst>
          </p:cNvPr>
          <p:cNvSpPr>
            <a:spLocks noChangeShapeType="1"/>
          </p:cNvSpPr>
          <p:nvPr/>
        </p:nvSpPr>
        <p:spPr bwMode="auto">
          <a:xfrm>
            <a:off x="2527300" y="3024188"/>
            <a:ext cx="1498600" cy="0"/>
          </a:xfrm>
          <a:prstGeom prst="line">
            <a:avLst/>
          </a:prstGeom>
          <a:noFill/>
          <a:ln w="5715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63" name="Rectangle 90">
            <a:extLst>
              <a:ext uri="{FF2B5EF4-FFF2-40B4-BE49-F238E27FC236}">
                <a16:creationId xmlns:a16="http://schemas.microsoft.com/office/drawing/2014/main" id="{09BEF79E-22C3-81C7-F36B-4EE70B907788}"/>
              </a:ext>
            </a:extLst>
          </p:cNvPr>
          <p:cNvSpPr>
            <a:spLocks noChangeArrowheads="1"/>
          </p:cNvSpPr>
          <p:nvPr/>
        </p:nvSpPr>
        <p:spPr bwMode="auto">
          <a:xfrm>
            <a:off x="2862263" y="2749550"/>
            <a:ext cx="4667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85064" name="Line 91">
            <a:extLst>
              <a:ext uri="{FF2B5EF4-FFF2-40B4-BE49-F238E27FC236}">
                <a16:creationId xmlns:a16="http://schemas.microsoft.com/office/drawing/2014/main" id="{D34DE997-E610-5AEE-8503-3F7F0D5789A5}"/>
              </a:ext>
            </a:extLst>
          </p:cNvPr>
          <p:cNvSpPr>
            <a:spLocks noChangeShapeType="1"/>
          </p:cNvSpPr>
          <p:nvPr/>
        </p:nvSpPr>
        <p:spPr bwMode="auto">
          <a:xfrm>
            <a:off x="4356100" y="3024188"/>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65" name="Rectangle 92">
            <a:extLst>
              <a:ext uri="{FF2B5EF4-FFF2-40B4-BE49-F238E27FC236}">
                <a16:creationId xmlns:a16="http://schemas.microsoft.com/office/drawing/2014/main" id="{9F15908B-027F-892A-5342-2CF9FC571B40}"/>
              </a:ext>
            </a:extLst>
          </p:cNvPr>
          <p:cNvSpPr>
            <a:spLocks noChangeArrowheads="1"/>
          </p:cNvSpPr>
          <p:nvPr/>
        </p:nvSpPr>
        <p:spPr bwMode="auto">
          <a:xfrm>
            <a:off x="4862513" y="2851150"/>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85066" name="Rectangle 93">
            <a:extLst>
              <a:ext uri="{FF2B5EF4-FFF2-40B4-BE49-F238E27FC236}">
                <a16:creationId xmlns:a16="http://schemas.microsoft.com/office/drawing/2014/main" id="{0AE3B23C-4563-2303-B904-7F7307EF0A93}"/>
              </a:ext>
            </a:extLst>
          </p:cNvPr>
          <p:cNvSpPr>
            <a:spLocks noChangeArrowheads="1"/>
          </p:cNvSpPr>
          <p:nvPr/>
        </p:nvSpPr>
        <p:spPr bwMode="auto">
          <a:xfrm>
            <a:off x="2597150" y="3416300"/>
            <a:ext cx="557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Rs1</a:t>
            </a:r>
          </a:p>
        </p:txBody>
      </p:sp>
      <p:sp>
        <p:nvSpPr>
          <p:cNvPr id="85067" name="Rectangle 94">
            <a:extLst>
              <a:ext uri="{FF2B5EF4-FFF2-40B4-BE49-F238E27FC236}">
                <a16:creationId xmlns:a16="http://schemas.microsoft.com/office/drawing/2014/main" id="{9C37DBC2-9B0A-6A20-278F-66F6A671A333}"/>
              </a:ext>
            </a:extLst>
          </p:cNvPr>
          <p:cNvSpPr>
            <a:spLocks noChangeArrowheads="1"/>
          </p:cNvSpPr>
          <p:nvPr/>
        </p:nvSpPr>
        <p:spPr bwMode="auto">
          <a:xfrm>
            <a:off x="2597150" y="4038600"/>
            <a:ext cx="557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Rs2</a:t>
            </a:r>
          </a:p>
        </p:txBody>
      </p:sp>
      <p:sp>
        <p:nvSpPr>
          <p:cNvPr id="85068" name="Line 99">
            <a:extLst>
              <a:ext uri="{FF2B5EF4-FFF2-40B4-BE49-F238E27FC236}">
                <a16:creationId xmlns:a16="http://schemas.microsoft.com/office/drawing/2014/main" id="{D477DADB-9EF4-E636-F627-DAE34C1CC536}"/>
              </a:ext>
            </a:extLst>
          </p:cNvPr>
          <p:cNvSpPr>
            <a:spLocks noChangeShapeType="1"/>
          </p:cNvSpPr>
          <p:nvPr/>
        </p:nvSpPr>
        <p:spPr bwMode="auto">
          <a:xfrm>
            <a:off x="8089900" y="4929188"/>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69" name="Line 100">
            <a:extLst>
              <a:ext uri="{FF2B5EF4-FFF2-40B4-BE49-F238E27FC236}">
                <a16:creationId xmlns:a16="http://schemas.microsoft.com/office/drawing/2014/main" id="{4E817D13-72BA-A6C5-3163-4EC65169E88F}"/>
              </a:ext>
            </a:extLst>
          </p:cNvPr>
          <p:cNvSpPr>
            <a:spLocks noChangeShapeType="1"/>
          </p:cNvSpPr>
          <p:nvPr/>
        </p:nvSpPr>
        <p:spPr bwMode="auto">
          <a:xfrm>
            <a:off x="8305800" y="4941888"/>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70" name="Line 101">
            <a:extLst>
              <a:ext uri="{FF2B5EF4-FFF2-40B4-BE49-F238E27FC236}">
                <a16:creationId xmlns:a16="http://schemas.microsoft.com/office/drawing/2014/main" id="{4C181F5E-F9B5-0558-D63E-EE83870E3135}"/>
              </a:ext>
            </a:extLst>
          </p:cNvPr>
          <p:cNvSpPr>
            <a:spLocks noChangeShapeType="1"/>
          </p:cNvSpPr>
          <p:nvPr/>
        </p:nvSpPr>
        <p:spPr bwMode="auto">
          <a:xfrm flipH="1">
            <a:off x="3187700" y="5310188"/>
            <a:ext cx="5130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71" name="Line 102">
            <a:extLst>
              <a:ext uri="{FF2B5EF4-FFF2-40B4-BE49-F238E27FC236}">
                <a16:creationId xmlns:a16="http://schemas.microsoft.com/office/drawing/2014/main" id="{F9186961-30E4-1481-E15C-29D1779BF442}"/>
              </a:ext>
            </a:extLst>
          </p:cNvPr>
          <p:cNvSpPr>
            <a:spLocks noChangeShapeType="1"/>
          </p:cNvSpPr>
          <p:nvPr/>
        </p:nvSpPr>
        <p:spPr bwMode="auto">
          <a:xfrm flipV="1">
            <a:off x="3200400" y="4687888"/>
            <a:ext cx="0" cy="635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72" name="Line 103">
            <a:extLst>
              <a:ext uri="{FF2B5EF4-FFF2-40B4-BE49-F238E27FC236}">
                <a16:creationId xmlns:a16="http://schemas.microsoft.com/office/drawing/2014/main" id="{AFCE0DA2-1C1A-3C0A-0C92-164B30EED313}"/>
              </a:ext>
            </a:extLst>
          </p:cNvPr>
          <p:cNvSpPr>
            <a:spLocks noChangeShapeType="1"/>
          </p:cNvSpPr>
          <p:nvPr/>
        </p:nvSpPr>
        <p:spPr bwMode="auto">
          <a:xfrm>
            <a:off x="8699500" y="4471988"/>
            <a:ext cx="127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73" name="Line 104">
            <a:extLst>
              <a:ext uri="{FF2B5EF4-FFF2-40B4-BE49-F238E27FC236}">
                <a16:creationId xmlns:a16="http://schemas.microsoft.com/office/drawing/2014/main" id="{0CCEAAF9-D3E4-C20F-C016-57D870CA9BEF}"/>
              </a:ext>
            </a:extLst>
          </p:cNvPr>
          <p:cNvSpPr>
            <a:spLocks noChangeShapeType="1"/>
          </p:cNvSpPr>
          <p:nvPr/>
        </p:nvSpPr>
        <p:spPr bwMode="auto">
          <a:xfrm>
            <a:off x="8839200" y="4484688"/>
            <a:ext cx="0" cy="965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74" name="Line 105">
            <a:extLst>
              <a:ext uri="{FF2B5EF4-FFF2-40B4-BE49-F238E27FC236}">
                <a16:creationId xmlns:a16="http://schemas.microsoft.com/office/drawing/2014/main" id="{A8E05097-B84A-72B7-D2A9-D6B6FF4E187C}"/>
              </a:ext>
            </a:extLst>
          </p:cNvPr>
          <p:cNvSpPr>
            <a:spLocks noChangeShapeType="1"/>
          </p:cNvSpPr>
          <p:nvPr/>
        </p:nvSpPr>
        <p:spPr bwMode="auto">
          <a:xfrm flipH="1">
            <a:off x="3492500" y="5462588"/>
            <a:ext cx="535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75" name="Line 106">
            <a:extLst>
              <a:ext uri="{FF2B5EF4-FFF2-40B4-BE49-F238E27FC236}">
                <a16:creationId xmlns:a16="http://schemas.microsoft.com/office/drawing/2014/main" id="{145A5CA8-C35C-F0BD-1092-1133B44B434D}"/>
              </a:ext>
            </a:extLst>
          </p:cNvPr>
          <p:cNvSpPr>
            <a:spLocks noChangeShapeType="1"/>
          </p:cNvSpPr>
          <p:nvPr/>
        </p:nvSpPr>
        <p:spPr bwMode="auto">
          <a:xfrm flipV="1">
            <a:off x="3505200" y="4687888"/>
            <a:ext cx="0" cy="787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 name="Group 203">
            <a:extLst>
              <a:ext uri="{FF2B5EF4-FFF2-40B4-BE49-F238E27FC236}">
                <a16:creationId xmlns:a16="http://schemas.microsoft.com/office/drawing/2014/main" id="{FEF997C5-0BB0-7040-FBF6-BCFD8C6FB335}"/>
              </a:ext>
            </a:extLst>
          </p:cNvPr>
          <p:cNvGrpSpPr>
            <a:grpSpLocks/>
          </p:cNvGrpSpPr>
          <p:nvPr/>
        </p:nvGrpSpPr>
        <p:grpSpPr bwMode="auto">
          <a:xfrm>
            <a:off x="2540000" y="3303588"/>
            <a:ext cx="1473200" cy="1498600"/>
            <a:chOff x="1600" y="2384"/>
            <a:chExt cx="928" cy="944"/>
          </a:xfrm>
        </p:grpSpPr>
        <p:sp>
          <p:nvSpPr>
            <p:cNvPr id="85077" name="Line 49">
              <a:extLst>
                <a:ext uri="{FF2B5EF4-FFF2-40B4-BE49-F238E27FC236}">
                  <a16:creationId xmlns:a16="http://schemas.microsoft.com/office/drawing/2014/main" id="{F4811F75-DF64-C25E-3FDB-C31413D18373}"/>
                </a:ext>
              </a:extLst>
            </p:cNvPr>
            <p:cNvSpPr>
              <a:spLocks noChangeShapeType="1"/>
            </p:cNvSpPr>
            <p:nvPr/>
          </p:nvSpPr>
          <p:spPr bwMode="auto">
            <a:xfrm flipV="1">
              <a:off x="1696" y="2638"/>
              <a:ext cx="256" cy="2"/>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78" name="Line 50">
              <a:extLst>
                <a:ext uri="{FF2B5EF4-FFF2-40B4-BE49-F238E27FC236}">
                  <a16:creationId xmlns:a16="http://schemas.microsoft.com/office/drawing/2014/main" id="{84A2AF97-21A0-E321-BA0D-A23AAA441962}"/>
                </a:ext>
              </a:extLst>
            </p:cNvPr>
            <p:cNvSpPr>
              <a:spLocks noChangeShapeType="1"/>
            </p:cNvSpPr>
            <p:nvPr/>
          </p:nvSpPr>
          <p:spPr bwMode="auto">
            <a:xfrm>
              <a:off x="1696" y="2832"/>
              <a:ext cx="227"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79" name="Line 69">
              <a:extLst>
                <a:ext uri="{FF2B5EF4-FFF2-40B4-BE49-F238E27FC236}">
                  <a16:creationId xmlns:a16="http://schemas.microsoft.com/office/drawing/2014/main" id="{677C270D-30BA-57E0-C5E7-6E3A575F6C23}"/>
                </a:ext>
              </a:extLst>
            </p:cNvPr>
            <p:cNvSpPr>
              <a:spLocks noChangeShapeType="1"/>
            </p:cNvSpPr>
            <p:nvPr/>
          </p:nvSpPr>
          <p:spPr bwMode="auto">
            <a:xfrm>
              <a:off x="1696" y="2400"/>
              <a:ext cx="832"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80" name="Line 95">
              <a:extLst>
                <a:ext uri="{FF2B5EF4-FFF2-40B4-BE49-F238E27FC236}">
                  <a16:creationId xmlns:a16="http://schemas.microsoft.com/office/drawing/2014/main" id="{9258D289-4EDA-2918-78AC-A163689A6CAD}"/>
                </a:ext>
              </a:extLst>
            </p:cNvPr>
            <p:cNvSpPr>
              <a:spLocks noChangeShapeType="1"/>
            </p:cNvSpPr>
            <p:nvPr/>
          </p:nvSpPr>
          <p:spPr bwMode="auto">
            <a:xfrm flipV="1">
              <a:off x="1680" y="2384"/>
              <a:ext cx="0" cy="944"/>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81" name="Line 107">
              <a:extLst>
                <a:ext uri="{FF2B5EF4-FFF2-40B4-BE49-F238E27FC236}">
                  <a16:creationId xmlns:a16="http://schemas.microsoft.com/office/drawing/2014/main" id="{64F4A06F-D060-D245-14E7-914CC207F166}"/>
                </a:ext>
              </a:extLst>
            </p:cNvPr>
            <p:cNvSpPr>
              <a:spLocks noChangeShapeType="1"/>
            </p:cNvSpPr>
            <p:nvPr/>
          </p:nvSpPr>
          <p:spPr bwMode="auto">
            <a:xfrm>
              <a:off x="1600" y="3312"/>
              <a:ext cx="64" cy="0"/>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082" name="Rectangle 109">
            <a:extLst>
              <a:ext uri="{FF2B5EF4-FFF2-40B4-BE49-F238E27FC236}">
                <a16:creationId xmlns:a16="http://schemas.microsoft.com/office/drawing/2014/main" id="{AFBC5A3F-9393-F696-B183-71A9C29E022C}"/>
              </a:ext>
            </a:extLst>
          </p:cNvPr>
          <p:cNvSpPr>
            <a:spLocks noChangeArrowheads="1"/>
          </p:cNvSpPr>
          <p:nvPr/>
        </p:nvSpPr>
        <p:spPr bwMode="auto">
          <a:xfrm rot="5400000">
            <a:off x="1202532" y="2999581"/>
            <a:ext cx="6937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PC+4</a:t>
            </a:r>
          </a:p>
        </p:txBody>
      </p:sp>
      <p:sp>
        <p:nvSpPr>
          <p:cNvPr id="85083" name="Line 110">
            <a:extLst>
              <a:ext uri="{FF2B5EF4-FFF2-40B4-BE49-F238E27FC236}">
                <a16:creationId xmlns:a16="http://schemas.microsoft.com/office/drawing/2014/main" id="{2F324368-B26C-08C1-DF3C-713EE8C45928}"/>
              </a:ext>
            </a:extLst>
          </p:cNvPr>
          <p:cNvSpPr>
            <a:spLocks noChangeShapeType="1"/>
          </p:cNvSpPr>
          <p:nvPr/>
        </p:nvSpPr>
        <p:spPr bwMode="auto">
          <a:xfrm>
            <a:off x="1016000" y="3633788"/>
            <a:ext cx="330200"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84" name="Line 111">
            <a:extLst>
              <a:ext uri="{FF2B5EF4-FFF2-40B4-BE49-F238E27FC236}">
                <a16:creationId xmlns:a16="http://schemas.microsoft.com/office/drawing/2014/main" id="{F485A7CF-79FA-DBB0-6C10-99D08355FC44}"/>
              </a:ext>
            </a:extLst>
          </p:cNvPr>
          <p:cNvSpPr>
            <a:spLocks noChangeShapeType="1"/>
          </p:cNvSpPr>
          <p:nvPr/>
        </p:nvSpPr>
        <p:spPr bwMode="auto">
          <a:xfrm>
            <a:off x="5499100" y="3633788"/>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85" name="Line 112">
            <a:extLst>
              <a:ext uri="{FF2B5EF4-FFF2-40B4-BE49-F238E27FC236}">
                <a16:creationId xmlns:a16="http://schemas.microsoft.com/office/drawing/2014/main" id="{8C72A930-8B94-E0F1-CFDC-04627AA79A55}"/>
              </a:ext>
            </a:extLst>
          </p:cNvPr>
          <p:cNvSpPr>
            <a:spLocks noChangeShapeType="1"/>
          </p:cNvSpPr>
          <p:nvPr/>
        </p:nvSpPr>
        <p:spPr bwMode="auto">
          <a:xfrm flipH="1">
            <a:off x="6616700" y="3024188"/>
            <a:ext cx="257175"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86" name="Line 113">
            <a:extLst>
              <a:ext uri="{FF2B5EF4-FFF2-40B4-BE49-F238E27FC236}">
                <a16:creationId xmlns:a16="http://schemas.microsoft.com/office/drawing/2014/main" id="{5B75EA3C-C1A6-0B2D-B0A3-6B6674BFE7EF}"/>
              </a:ext>
            </a:extLst>
          </p:cNvPr>
          <p:cNvSpPr>
            <a:spLocks noChangeShapeType="1"/>
          </p:cNvSpPr>
          <p:nvPr/>
        </p:nvSpPr>
        <p:spPr bwMode="auto">
          <a:xfrm flipH="1">
            <a:off x="6616700" y="3176588"/>
            <a:ext cx="257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5087" name="Group 119">
            <a:extLst>
              <a:ext uri="{FF2B5EF4-FFF2-40B4-BE49-F238E27FC236}">
                <a16:creationId xmlns:a16="http://schemas.microsoft.com/office/drawing/2014/main" id="{A0DDF461-90EE-ADFC-673B-3B22A7F83209}"/>
              </a:ext>
            </a:extLst>
          </p:cNvPr>
          <p:cNvGrpSpPr>
            <a:grpSpLocks/>
          </p:cNvGrpSpPr>
          <p:nvPr/>
        </p:nvGrpSpPr>
        <p:grpSpPr bwMode="auto">
          <a:xfrm>
            <a:off x="6848475" y="2947988"/>
            <a:ext cx="395288" cy="306387"/>
            <a:chOff x="4314" y="2160"/>
            <a:chExt cx="249" cy="193"/>
          </a:xfrm>
        </p:grpSpPr>
        <p:sp>
          <p:nvSpPr>
            <p:cNvPr id="85088" name="Arc 114">
              <a:extLst>
                <a:ext uri="{FF2B5EF4-FFF2-40B4-BE49-F238E27FC236}">
                  <a16:creationId xmlns:a16="http://schemas.microsoft.com/office/drawing/2014/main" id="{47C8A015-0FDA-6BF8-7321-08D5478DCB59}"/>
                </a:ext>
              </a:extLst>
            </p:cNvPr>
            <p:cNvSpPr>
              <a:spLocks noChangeArrowheads="1"/>
            </p:cNvSpPr>
            <p:nvPr/>
          </p:nvSpPr>
          <p:spPr bwMode="auto">
            <a:xfrm>
              <a:off x="4466" y="2169"/>
              <a:ext cx="89" cy="88"/>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5089" name="Arc 115">
              <a:extLst>
                <a:ext uri="{FF2B5EF4-FFF2-40B4-BE49-F238E27FC236}">
                  <a16:creationId xmlns:a16="http://schemas.microsoft.com/office/drawing/2014/main" id="{ECE43D6C-7FC3-B63D-9BC1-B3589BAA551D}"/>
                </a:ext>
              </a:extLst>
            </p:cNvPr>
            <p:cNvSpPr>
              <a:spLocks noChangeArrowheads="1"/>
            </p:cNvSpPr>
            <p:nvPr/>
          </p:nvSpPr>
          <p:spPr bwMode="auto">
            <a:xfrm rot="10800000">
              <a:off x="4475" y="2265"/>
              <a:ext cx="88" cy="88"/>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5090" name="Line 116">
              <a:extLst>
                <a:ext uri="{FF2B5EF4-FFF2-40B4-BE49-F238E27FC236}">
                  <a16:creationId xmlns:a16="http://schemas.microsoft.com/office/drawing/2014/main" id="{3DBDC42C-05AB-3051-6E71-2F61FDE4F59A}"/>
                </a:ext>
              </a:extLst>
            </p:cNvPr>
            <p:cNvSpPr>
              <a:spLocks noChangeShapeType="1"/>
            </p:cNvSpPr>
            <p:nvPr/>
          </p:nvSpPr>
          <p:spPr bwMode="auto">
            <a:xfrm flipH="1">
              <a:off x="4314" y="2160"/>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91" name="Line 117">
              <a:extLst>
                <a:ext uri="{FF2B5EF4-FFF2-40B4-BE49-F238E27FC236}">
                  <a16:creationId xmlns:a16="http://schemas.microsoft.com/office/drawing/2014/main" id="{648EEDC2-2122-150B-C600-B35096454780}"/>
                </a:ext>
              </a:extLst>
            </p:cNvPr>
            <p:cNvSpPr>
              <a:spLocks noChangeShapeType="1"/>
            </p:cNvSpPr>
            <p:nvPr/>
          </p:nvSpPr>
          <p:spPr bwMode="auto">
            <a:xfrm flipH="1">
              <a:off x="4314" y="2352"/>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92" name="Line 118">
              <a:extLst>
                <a:ext uri="{FF2B5EF4-FFF2-40B4-BE49-F238E27FC236}">
                  <a16:creationId xmlns:a16="http://schemas.microsoft.com/office/drawing/2014/main" id="{669709D3-34A2-6BFC-C0E5-C6C2F891D9E2}"/>
                </a:ext>
              </a:extLst>
            </p:cNvPr>
            <p:cNvSpPr>
              <a:spLocks noChangeShapeType="1"/>
            </p:cNvSpPr>
            <p:nvPr/>
          </p:nvSpPr>
          <p:spPr bwMode="auto">
            <a:xfrm>
              <a:off x="4322" y="2168"/>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093" name="Rectangle 120">
            <a:extLst>
              <a:ext uri="{FF2B5EF4-FFF2-40B4-BE49-F238E27FC236}">
                <a16:creationId xmlns:a16="http://schemas.microsoft.com/office/drawing/2014/main" id="{B1BC7B0D-2446-2B41-2658-1459527FDDCD}"/>
              </a:ext>
            </a:extLst>
          </p:cNvPr>
          <p:cNvSpPr>
            <a:spLocks noChangeArrowheads="1"/>
          </p:cNvSpPr>
          <p:nvPr/>
        </p:nvSpPr>
        <p:spPr bwMode="auto">
          <a:xfrm flipH="1">
            <a:off x="6073775" y="3346450"/>
            <a:ext cx="6207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71801" name="Rectangle 121">
            <a:extLst>
              <a:ext uri="{FF2B5EF4-FFF2-40B4-BE49-F238E27FC236}">
                <a16:creationId xmlns:a16="http://schemas.microsoft.com/office/drawing/2014/main" id="{F47F5D71-B69C-7566-6A00-CAE8EB471BE8}"/>
              </a:ext>
            </a:extLst>
          </p:cNvPr>
          <p:cNvSpPr>
            <a:spLocks noChangeArrowheads="1"/>
          </p:cNvSpPr>
          <p:nvPr/>
        </p:nvSpPr>
        <p:spPr bwMode="auto">
          <a:xfrm flipH="1">
            <a:off x="6030913" y="1673225"/>
            <a:ext cx="1111250" cy="333375"/>
          </a:xfrm>
          <a:prstGeom prst="rect">
            <a:avLst/>
          </a:prstGeom>
          <a:solidFill>
            <a:schemeClr val="tx2">
              <a:lumMod val="25000"/>
              <a:lumOff val="75000"/>
            </a:schemeClr>
          </a:solidFill>
          <a:ln w="12700">
            <a:noFill/>
            <a:miter lim="800000"/>
          </a:ln>
        </p:spPr>
        <p:txBody>
          <a:bodyPr wrap="none"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Branch=0</a:t>
            </a:r>
          </a:p>
        </p:txBody>
      </p:sp>
      <p:sp>
        <p:nvSpPr>
          <p:cNvPr id="85095" name="Line 122">
            <a:extLst>
              <a:ext uri="{FF2B5EF4-FFF2-40B4-BE49-F238E27FC236}">
                <a16:creationId xmlns:a16="http://schemas.microsoft.com/office/drawing/2014/main" id="{5B243B0A-F9C2-60C9-5404-7ADA2086EB70}"/>
              </a:ext>
            </a:extLst>
          </p:cNvPr>
          <p:cNvSpPr>
            <a:spLocks noChangeShapeType="1"/>
          </p:cNvSpPr>
          <p:nvPr/>
        </p:nvSpPr>
        <p:spPr bwMode="auto">
          <a:xfrm flipV="1">
            <a:off x="6629400" y="3163888"/>
            <a:ext cx="0" cy="482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96" name="Line 123">
            <a:extLst>
              <a:ext uri="{FF2B5EF4-FFF2-40B4-BE49-F238E27FC236}">
                <a16:creationId xmlns:a16="http://schemas.microsoft.com/office/drawing/2014/main" id="{AA82B13C-7477-3B5B-FABB-5BF96D3AEF03}"/>
              </a:ext>
            </a:extLst>
          </p:cNvPr>
          <p:cNvSpPr>
            <a:spLocks noChangeShapeType="1"/>
          </p:cNvSpPr>
          <p:nvPr/>
        </p:nvSpPr>
        <p:spPr bwMode="auto">
          <a:xfrm flipH="1" flipV="1">
            <a:off x="6616700" y="2020888"/>
            <a:ext cx="0" cy="1006475"/>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97" name="Line 124">
            <a:extLst>
              <a:ext uri="{FF2B5EF4-FFF2-40B4-BE49-F238E27FC236}">
                <a16:creationId xmlns:a16="http://schemas.microsoft.com/office/drawing/2014/main" id="{CFA1BD99-312F-51F9-360A-5B9758B506CF}"/>
              </a:ext>
            </a:extLst>
          </p:cNvPr>
          <p:cNvSpPr>
            <a:spLocks noChangeShapeType="1"/>
          </p:cNvSpPr>
          <p:nvPr/>
        </p:nvSpPr>
        <p:spPr bwMode="auto">
          <a:xfrm>
            <a:off x="6184900" y="3633788"/>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98" name="Line 125">
            <a:extLst>
              <a:ext uri="{FF2B5EF4-FFF2-40B4-BE49-F238E27FC236}">
                <a16:creationId xmlns:a16="http://schemas.microsoft.com/office/drawing/2014/main" id="{32E0259D-CD46-4EC5-799D-BBD3478C04B2}"/>
              </a:ext>
            </a:extLst>
          </p:cNvPr>
          <p:cNvSpPr>
            <a:spLocks noChangeShapeType="1"/>
          </p:cNvSpPr>
          <p:nvPr/>
        </p:nvSpPr>
        <p:spPr bwMode="auto">
          <a:xfrm>
            <a:off x="6184900" y="3128963"/>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5099" name="Group 130">
            <a:extLst>
              <a:ext uri="{FF2B5EF4-FFF2-40B4-BE49-F238E27FC236}">
                <a16:creationId xmlns:a16="http://schemas.microsoft.com/office/drawing/2014/main" id="{1E27C7A5-1341-54DA-603F-39036FB06A29}"/>
              </a:ext>
            </a:extLst>
          </p:cNvPr>
          <p:cNvGrpSpPr>
            <a:grpSpLocks/>
          </p:cNvGrpSpPr>
          <p:nvPr/>
        </p:nvGrpSpPr>
        <p:grpSpPr bwMode="auto">
          <a:xfrm>
            <a:off x="1092200" y="2351088"/>
            <a:ext cx="254000" cy="533400"/>
            <a:chOff x="688" y="1784"/>
            <a:chExt cx="160" cy="336"/>
          </a:xfrm>
        </p:grpSpPr>
        <p:sp>
          <p:nvSpPr>
            <p:cNvPr id="85100" name="Line 126">
              <a:extLst>
                <a:ext uri="{FF2B5EF4-FFF2-40B4-BE49-F238E27FC236}">
                  <a16:creationId xmlns:a16="http://schemas.microsoft.com/office/drawing/2014/main" id="{78907E96-EDD7-6B86-AD8A-11898675B216}"/>
                </a:ext>
              </a:extLst>
            </p:cNvPr>
            <p:cNvSpPr>
              <a:spLocks noChangeShapeType="1"/>
            </p:cNvSpPr>
            <p:nvPr/>
          </p:nvSpPr>
          <p:spPr bwMode="auto">
            <a:xfrm>
              <a:off x="840" y="1784"/>
              <a:ext cx="0" cy="3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01" name="Line 127">
              <a:extLst>
                <a:ext uri="{FF2B5EF4-FFF2-40B4-BE49-F238E27FC236}">
                  <a16:creationId xmlns:a16="http://schemas.microsoft.com/office/drawing/2014/main" id="{FB01072A-FC27-946C-A365-5A76AB34E666}"/>
                </a:ext>
              </a:extLst>
            </p:cNvPr>
            <p:cNvSpPr>
              <a:spLocks noChangeShapeType="1"/>
            </p:cNvSpPr>
            <p:nvPr/>
          </p:nvSpPr>
          <p:spPr bwMode="auto">
            <a:xfrm flipH="1">
              <a:off x="688" y="1784"/>
              <a:ext cx="160" cy="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02" name="Line 128">
              <a:extLst>
                <a:ext uri="{FF2B5EF4-FFF2-40B4-BE49-F238E27FC236}">
                  <a16:creationId xmlns:a16="http://schemas.microsoft.com/office/drawing/2014/main" id="{9EF2CAD0-743C-44F9-0D90-A91D74169CE2}"/>
                </a:ext>
              </a:extLst>
            </p:cNvPr>
            <p:cNvSpPr>
              <a:spLocks noChangeShapeType="1"/>
            </p:cNvSpPr>
            <p:nvPr/>
          </p:nvSpPr>
          <p:spPr bwMode="auto">
            <a:xfrm flipH="1" flipV="1">
              <a:off x="688" y="2063"/>
              <a:ext cx="160"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03" name="Line 129">
              <a:extLst>
                <a:ext uri="{FF2B5EF4-FFF2-40B4-BE49-F238E27FC236}">
                  <a16:creationId xmlns:a16="http://schemas.microsoft.com/office/drawing/2014/main" id="{9579847D-F239-F2E6-51E8-9EAD0B0B6C89}"/>
                </a:ext>
              </a:extLst>
            </p:cNvPr>
            <p:cNvSpPr>
              <a:spLocks noChangeShapeType="1"/>
            </p:cNvSpPr>
            <p:nvPr/>
          </p:nvSpPr>
          <p:spPr bwMode="auto">
            <a:xfrm>
              <a:off x="696" y="1815"/>
              <a:ext cx="0" cy="2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104" name="Rectangle 131">
            <a:extLst>
              <a:ext uri="{FF2B5EF4-FFF2-40B4-BE49-F238E27FC236}">
                <a16:creationId xmlns:a16="http://schemas.microsoft.com/office/drawing/2014/main" id="{18639944-8241-A1D8-C1BA-651011CEAF45}"/>
              </a:ext>
            </a:extLst>
          </p:cNvPr>
          <p:cNvSpPr>
            <a:spLocks noChangeArrowheads="1"/>
          </p:cNvSpPr>
          <p:nvPr/>
        </p:nvSpPr>
        <p:spPr bwMode="auto">
          <a:xfrm flipH="1">
            <a:off x="1103313" y="2370138"/>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1</a:t>
            </a:r>
          </a:p>
        </p:txBody>
      </p:sp>
      <p:sp>
        <p:nvSpPr>
          <p:cNvPr id="85105" name="Rectangle 132">
            <a:extLst>
              <a:ext uri="{FF2B5EF4-FFF2-40B4-BE49-F238E27FC236}">
                <a16:creationId xmlns:a16="http://schemas.microsoft.com/office/drawing/2014/main" id="{C28A303C-C050-BF75-D720-37DDAB15D114}"/>
              </a:ext>
            </a:extLst>
          </p:cNvPr>
          <p:cNvSpPr>
            <a:spLocks noChangeArrowheads="1"/>
          </p:cNvSpPr>
          <p:nvPr/>
        </p:nvSpPr>
        <p:spPr bwMode="auto">
          <a:xfrm flipH="1">
            <a:off x="1103313" y="2538413"/>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0</a:t>
            </a:r>
          </a:p>
        </p:txBody>
      </p:sp>
      <p:sp>
        <p:nvSpPr>
          <p:cNvPr id="85106" name="Oval 135">
            <a:extLst>
              <a:ext uri="{FF2B5EF4-FFF2-40B4-BE49-F238E27FC236}">
                <a16:creationId xmlns:a16="http://schemas.microsoft.com/office/drawing/2014/main" id="{423FB796-C519-09AF-1306-F82AFB74586B}"/>
              </a:ext>
            </a:extLst>
          </p:cNvPr>
          <p:cNvSpPr>
            <a:spLocks noChangeArrowheads="1"/>
          </p:cNvSpPr>
          <p:nvPr/>
        </p:nvSpPr>
        <p:spPr bwMode="auto">
          <a:xfrm>
            <a:off x="2298700" y="2732088"/>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107" name="Line 136">
            <a:extLst>
              <a:ext uri="{FF2B5EF4-FFF2-40B4-BE49-F238E27FC236}">
                <a16:creationId xmlns:a16="http://schemas.microsoft.com/office/drawing/2014/main" id="{00F3FB9D-F402-A71D-80BB-D81D942DFA25}"/>
              </a:ext>
            </a:extLst>
          </p:cNvPr>
          <p:cNvSpPr>
            <a:spLocks noChangeShapeType="1"/>
          </p:cNvSpPr>
          <p:nvPr/>
        </p:nvSpPr>
        <p:spPr bwMode="auto">
          <a:xfrm>
            <a:off x="838200" y="2579688"/>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08" name="Oval 137">
            <a:extLst>
              <a:ext uri="{FF2B5EF4-FFF2-40B4-BE49-F238E27FC236}">
                <a16:creationId xmlns:a16="http://schemas.microsoft.com/office/drawing/2014/main" id="{8AEDFE31-5188-30C5-C220-F2AA9B1998A1}"/>
              </a:ext>
            </a:extLst>
          </p:cNvPr>
          <p:cNvSpPr>
            <a:spLocks noChangeArrowheads="1"/>
          </p:cNvSpPr>
          <p:nvPr/>
        </p:nvSpPr>
        <p:spPr bwMode="auto">
          <a:xfrm>
            <a:off x="774700" y="2732088"/>
            <a:ext cx="127000"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109" name="Line 141">
            <a:extLst>
              <a:ext uri="{FF2B5EF4-FFF2-40B4-BE49-F238E27FC236}">
                <a16:creationId xmlns:a16="http://schemas.microsoft.com/office/drawing/2014/main" id="{634B7BA9-26EE-0F47-4F81-26C31FD88598}"/>
              </a:ext>
            </a:extLst>
          </p:cNvPr>
          <p:cNvSpPr>
            <a:spLocks noChangeShapeType="1"/>
          </p:cNvSpPr>
          <p:nvPr/>
        </p:nvSpPr>
        <p:spPr bwMode="auto">
          <a:xfrm flipH="1">
            <a:off x="1282700" y="2490788"/>
            <a:ext cx="51308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110" name="Line 142">
            <a:extLst>
              <a:ext uri="{FF2B5EF4-FFF2-40B4-BE49-F238E27FC236}">
                <a16:creationId xmlns:a16="http://schemas.microsoft.com/office/drawing/2014/main" id="{A2E69B3F-0A4F-38BD-FE77-E3D7D3745366}"/>
              </a:ext>
            </a:extLst>
          </p:cNvPr>
          <p:cNvSpPr>
            <a:spLocks noChangeShapeType="1"/>
          </p:cNvSpPr>
          <p:nvPr/>
        </p:nvSpPr>
        <p:spPr bwMode="auto">
          <a:xfrm flipV="1">
            <a:off x="6399213" y="2487613"/>
            <a:ext cx="0" cy="647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11" name="Line 143">
            <a:extLst>
              <a:ext uri="{FF2B5EF4-FFF2-40B4-BE49-F238E27FC236}">
                <a16:creationId xmlns:a16="http://schemas.microsoft.com/office/drawing/2014/main" id="{EC830A5A-ACB7-E999-3566-58F40C14478C}"/>
              </a:ext>
            </a:extLst>
          </p:cNvPr>
          <p:cNvSpPr>
            <a:spLocks noChangeShapeType="1"/>
          </p:cNvSpPr>
          <p:nvPr/>
        </p:nvSpPr>
        <p:spPr bwMode="auto">
          <a:xfrm>
            <a:off x="7251700" y="3100388"/>
            <a:ext cx="27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12" name="Line 144">
            <a:extLst>
              <a:ext uri="{FF2B5EF4-FFF2-40B4-BE49-F238E27FC236}">
                <a16:creationId xmlns:a16="http://schemas.microsoft.com/office/drawing/2014/main" id="{FECB46A9-AC3C-C976-0875-71173C997C44}"/>
              </a:ext>
            </a:extLst>
          </p:cNvPr>
          <p:cNvSpPr>
            <a:spLocks noChangeShapeType="1"/>
          </p:cNvSpPr>
          <p:nvPr/>
        </p:nvSpPr>
        <p:spPr bwMode="auto">
          <a:xfrm>
            <a:off x="1231900" y="2185988"/>
            <a:ext cx="57959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13" name="Line 145">
            <a:extLst>
              <a:ext uri="{FF2B5EF4-FFF2-40B4-BE49-F238E27FC236}">
                <a16:creationId xmlns:a16="http://schemas.microsoft.com/office/drawing/2014/main" id="{7FE62F33-5A65-1FF5-620F-54831B0E38EF}"/>
              </a:ext>
            </a:extLst>
          </p:cNvPr>
          <p:cNvSpPr>
            <a:spLocks noChangeShapeType="1"/>
          </p:cNvSpPr>
          <p:nvPr/>
        </p:nvSpPr>
        <p:spPr bwMode="auto">
          <a:xfrm>
            <a:off x="7543800" y="2276475"/>
            <a:ext cx="0" cy="8270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14" name="Line 146">
            <a:extLst>
              <a:ext uri="{FF2B5EF4-FFF2-40B4-BE49-F238E27FC236}">
                <a16:creationId xmlns:a16="http://schemas.microsoft.com/office/drawing/2014/main" id="{04CD2709-6169-9F00-EF0E-5CA7B8AC19B9}"/>
              </a:ext>
            </a:extLst>
          </p:cNvPr>
          <p:cNvSpPr>
            <a:spLocks noChangeShapeType="1"/>
          </p:cNvSpPr>
          <p:nvPr/>
        </p:nvSpPr>
        <p:spPr bwMode="auto">
          <a:xfrm>
            <a:off x="1219200" y="2198688"/>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15" name="Line 147">
            <a:extLst>
              <a:ext uri="{FF2B5EF4-FFF2-40B4-BE49-F238E27FC236}">
                <a16:creationId xmlns:a16="http://schemas.microsoft.com/office/drawing/2014/main" id="{9265BCB7-5E77-32F6-1A1B-79943543BF76}"/>
              </a:ext>
            </a:extLst>
          </p:cNvPr>
          <p:cNvSpPr>
            <a:spLocks noChangeShapeType="1"/>
          </p:cNvSpPr>
          <p:nvPr/>
        </p:nvSpPr>
        <p:spPr bwMode="auto">
          <a:xfrm>
            <a:off x="4191000" y="2579688"/>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16" name="Oval 148">
            <a:extLst>
              <a:ext uri="{FF2B5EF4-FFF2-40B4-BE49-F238E27FC236}">
                <a16:creationId xmlns:a16="http://schemas.microsoft.com/office/drawing/2014/main" id="{2EFC9DA3-6864-283F-C14B-4786DCF7D9C2}"/>
              </a:ext>
            </a:extLst>
          </p:cNvPr>
          <p:cNvSpPr>
            <a:spLocks noChangeArrowheads="1"/>
          </p:cNvSpPr>
          <p:nvPr/>
        </p:nvSpPr>
        <p:spPr bwMode="auto">
          <a:xfrm>
            <a:off x="4127500" y="2732088"/>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117" name="Line 149">
            <a:extLst>
              <a:ext uri="{FF2B5EF4-FFF2-40B4-BE49-F238E27FC236}">
                <a16:creationId xmlns:a16="http://schemas.microsoft.com/office/drawing/2014/main" id="{40C6E550-60B2-F3BF-48FF-F7D7312A7634}"/>
              </a:ext>
            </a:extLst>
          </p:cNvPr>
          <p:cNvSpPr>
            <a:spLocks noChangeShapeType="1"/>
          </p:cNvSpPr>
          <p:nvPr/>
        </p:nvSpPr>
        <p:spPr bwMode="auto">
          <a:xfrm>
            <a:off x="6019800" y="2579688"/>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18" name="Oval 150">
            <a:extLst>
              <a:ext uri="{FF2B5EF4-FFF2-40B4-BE49-F238E27FC236}">
                <a16:creationId xmlns:a16="http://schemas.microsoft.com/office/drawing/2014/main" id="{46436311-CA9F-7719-4149-8157DA88D9B7}"/>
              </a:ext>
            </a:extLst>
          </p:cNvPr>
          <p:cNvSpPr>
            <a:spLocks noChangeArrowheads="1"/>
          </p:cNvSpPr>
          <p:nvPr/>
        </p:nvSpPr>
        <p:spPr bwMode="auto">
          <a:xfrm>
            <a:off x="5956300" y="2732088"/>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119" name="Line 151">
            <a:extLst>
              <a:ext uri="{FF2B5EF4-FFF2-40B4-BE49-F238E27FC236}">
                <a16:creationId xmlns:a16="http://schemas.microsoft.com/office/drawing/2014/main" id="{472B6C01-D20C-F1E9-12EA-1FD55E1A7697}"/>
              </a:ext>
            </a:extLst>
          </p:cNvPr>
          <p:cNvSpPr>
            <a:spLocks noChangeShapeType="1"/>
          </p:cNvSpPr>
          <p:nvPr/>
        </p:nvSpPr>
        <p:spPr bwMode="auto">
          <a:xfrm>
            <a:off x="7924800" y="2579688"/>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20" name="Oval 152">
            <a:extLst>
              <a:ext uri="{FF2B5EF4-FFF2-40B4-BE49-F238E27FC236}">
                <a16:creationId xmlns:a16="http://schemas.microsoft.com/office/drawing/2014/main" id="{70380702-80A6-5166-708F-08074E83C6E4}"/>
              </a:ext>
            </a:extLst>
          </p:cNvPr>
          <p:cNvSpPr>
            <a:spLocks noChangeArrowheads="1"/>
          </p:cNvSpPr>
          <p:nvPr/>
        </p:nvSpPr>
        <p:spPr bwMode="auto">
          <a:xfrm>
            <a:off x="7861300" y="2732088"/>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5121" name="Line 153">
            <a:extLst>
              <a:ext uri="{FF2B5EF4-FFF2-40B4-BE49-F238E27FC236}">
                <a16:creationId xmlns:a16="http://schemas.microsoft.com/office/drawing/2014/main" id="{9CBE1098-D75A-D419-119E-95BC24F16D55}"/>
              </a:ext>
            </a:extLst>
          </p:cNvPr>
          <p:cNvSpPr>
            <a:spLocks noChangeShapeType="1"/>
          </p:cNvSpPr>
          <p:nvPr/>
        </p:nvSpPr>
        <p:spPr bwMode="auto">
          <a:xfrm flipV="1">
            <a:off x="990600" y="1182688"/>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22" name="Line 154">
            <a:extLst>
              <a:ext uri="{FF2B5EF4-FFF2-40B4-BE49-F238E27FC236}">
                <a16:creationId xmlns:a16="http://schemas.microsoft.com/office/drawing/2014/main" id="{5FD50533-5B38-22F2-1F26-2109831AE715}"/>
              </a:ext>
            </a:extLst>
          </p:cNvPr>
          <p:cNvSpPr>
            <a:spLocks noChangeShapeType="1"/>
          </p:cNvSpPr>
          <p:nvPr/>
        </p:nvSpPr>
        <p:spPr bwMode="auto">
          <a:xfrm flipV="1">
            <a:off x="2514600" y="1182688"/>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23" name="Line 155">
            <a:extLst>
              <a:ext uri="{FF2B5EF4-FFF2-40B4-BE49-F238E27FC236}">
                <a16:creationId xmlns:a16="http://schemas.microsoft.com/office/drawing/2014/main" id="{4A8DFFEC-46D2-4ABF-40CC-628EB2BD7BB6}"/>
              </a:ext>
            </a:extLst>
          </p:cNvPr>
          <p:cNvSpPr>
            <a:spLocks noChangeShapeType="1"/>
          </p:cNvSpPr>
          <p:nvPr/>
        </p:nvSpPr>
        <p:spPr bwMode="auto">
          <a:xfrm flipV="1">
            <a:off x="2362200" y="1182688"/>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24" name="Line 156">
            <a:extLst>
              <a:ext uri="{FF2B5EF4-FFF2-40B4-BE49-F238E27FC236}">
                <a16:creationId xmlns:a16="http://schemas.microsoft.com/office/drawing/2014/main" id="{739427A1-1DA1-682A-5986-2D178D86C232}"/>
              </a:ext>
            </a:extLst>
          </p:cNvPr>
          <p:cNvSpPr>
            <a:spLocks noChangeShapeType="1"/>
          </p:cNvSpPr>
          <p:nvPr/>
        </p:nvSpPr>
        <p:spPr bwMode="auto">
          <a:xfrm flipV="1">
            <a:off x="4343400" y="1182688"/>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25" name="Line 157">
            <a:extLst>
              <a:ext uri="{FF2B5EF4-FFF2-40B4-BE49-F238E27FC236}">
                <a16:creationId xmlns:a16="http://schemas.microsoft.com/office/drawing/2014/main" id="{0661C7E6-C528-44C8-4FB9-AA27EA0DE787}"/>
              </a:ext>
            </a:extLst>
          </p:cNvPr>
          <p:cNvSpPr>
            <a:spLocks noChangeShapeType="1"/>
          </p:cNvSpPr>
          <p:nvPr/>
        </p:nvSpPr>
        <p:spPr bwMode="auto">
          <a:xfrm flipV="1">
            <a:off x="4191000" y="1182688"/>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26" name="Line 158">
            <a:extLst>
              <a:ext uri="{FF2B5EF4-FFF2-40B4-BE49-F238E27FC236}">
                <a16:creationId xmlns:a16="http://schemas.microsoft.com/office/drawing/2014/main" id="{B731C765-FE63-CE05-735F-BC590BAB1C4A}"/>
              </a:ext>
            </a:extLst>
          </p:cNvPr>
          <p:cNvSpPr>
            <a:spLocks noChangeShapeType="1"/>
          </p:cNvSpPr>
          <p:nvPr/>
        </p:nvSpPr>
        <p:spPr bwMode="auto">
          <a:xfrm flipV="1">
            <a:off x="6172200" y="1106488"/>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27" name="Line 159">
            <a:extLst>
              <a:ext uri="{FF2B5EF4-FFF2-40B4-BE49-F238E27FC236}">
                <a16:creationId xmlns:a16="http://schemas.microsoft.com/office/drawing/2014/main" id="{E774B061-9C0F-019F-37A6-4B70488D668F}"/>
              </a:ext>
            </a:extLst>
          </p:cNvPr>
          <p:cNvSpPr>
            <a:spLocks noChangeShapeType="1"/>
          </p:cNvSpPr>
          <p:nvPr/>
        </p:nvSpPr>
        <p:spPr bwMode="auto">
          <a:xfrm flipV="1">
            <a:off x="6019800" y="1106488"/>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28" name="Line 160">
            <a:extLst>
              <a:ext uri="{FF2B5EF4-FFF2-40B4-BE49-F238E27FC236}">
                <a16:creationId xmlns:a16="http://schemas.microsoft.com/office/drawing/2014/main" id="{B99AD90F-EBD0-F9AA-F2AE-09CC4FB656F3}"/>
              </a:ext>
            </a:extLst>
          </p:cNvPr>
          <p:cNvSpPr>
            <a:spLocks noChangeShapeType="1"/>
          </p:cNvSpPr>
          <p:nvPr/>
        </p:nvSpPr>
        <p:spPr bwMode="auto">
          <a:xfrm flipV="1">
            <a:off x="7924800" y="1106488"/>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29" name="Line 161">
            <a:extLst>
              <a:ext uri="{FF2B5EF4-FFF2-40B4-BE49-F238E27FC236}">
                <a16:creationId xmlns:a16="http://schemas.microsoft.com/office/drawing/2014/main" id="{97214AC3-E54F-6119-73EA-2E5C2BC5DBBE}"/>
              </a:ext>
            </a:extLst>
          </p:cNvPr>
          <p:cNvSpPr>
            <a:spLocks noChangeShapeType="1"/>
          </p:cNvSpPr>
          <p:nvPr/>
        </p:nvSpPr>
        <p:spPr bwMode="auto">
          <a:xfrm flipV="1">
            <a:off x="838200" y="1182688"/>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30" name="Line 162">
            <a:extLst>
              <a:ext uri="{FF2B5EF4-FFF2-40B4-BE49-F238E27FC236}">
                <a16:creationId xmlns:a16="http://schemas.microsoft.com/office/drawing/2014/main" id="{70BB2AB4-B73E-C579-3AB5-8DB2F07A9DA6}"/>
              </a:ext>
            </a:extLst>
          </p:cNvPr>
          <p:cNvSpPr>
            <a:spLocks noChangeShapeType="1"/>
          </p:cNvSpPr>
          <p:nvPr/>
        </p:nvSpPr>
        <p:spPr bwMode="auto">
          <a:xfrm>
            <a:off x="1003300" y="1347788"/>
            <a:ext cx="1346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131" name="Line 164">
            <a:extLst>
              <a:ext uri="{FF2B5EF4-FFF2-40B4-BE49-F238E27FC236}">
                <a16:creationId xmlns:a16="http://schemas.microsoft.com/office/drawing/2014/main" id="{1A489DE8-17AF-81C7-CF7A-DE81F1C5B4BB}"/>
              </a:ext>
            </a:extLst>
          </p:cNvPr>
          <p:cNvSpPr>
            <a:spLocks noChangeShapeType="1"/>
          </p:cNvSpPr>
          <p:nvPr/>
        </p:nvSpPr>
        <p:spPr bwMode="auto">
          <a:xfrm>
            <a:off x="469900" y="1347788"/>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132" name="Line 168">
            <a:extLst>
              <a:ext uri="{FF2B5EF4-FFF2-40B4-BE49-F238E27FC236}">
                <a16:creationId xmlns:a16="http://schemas.microsoft.com/office/drawing/2014/main" id="{51BBF17A-882C-0197-4AD9-3ABF61BD0897}"/>
              </a:ext>
            </a:extLst>
          </p:cNvPr>
          <p:cNvSpPr>
            <a:spLocks noChangeShapeType="1"/>
          </p:cNvSpPr>
          <p:nvPr/>
        </p:nvSpPr>
        <p:spPr bwMode="auto">
          <a:xfrm>
            <a:off x="2527300" y="1347788"/>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133" name="Line 170">
            <a:extLst>
              <a:ext uri="{FF2B5EF4-FFF2-40B4-BE49-F238E27FC236}">
                <a16:creationId xmlns:a16="http://schemas.microsoft.com/office/drawing/2014/main" id="{1F68E879-9F71-F6BC-8AFF-B0356D5A057D}"/>
              </a:ext>
            </a:extLst>
          </p:cNvPr>
          <p:cNvSpPr>
            <a:spLocks noChangeShapeType="1"/>
          </p:cNvSpPr>
          <p:nvPr/>
        </p:nvSpPr>
        <p:spPr bwMode="auto">
          <a:xfrm>
            <a:off x="4356100" y="1347788"/>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134" name="Line 172">
            <a:extLst>
              <a:ext uri="{FF2B5EF4-FFF2-40B4-BE49-F238E27FC236}">
                <a16:creationId xmlns:a16="http://schemas.microsoft.com/office/drawing/2014/main" id="{0D0D5BA3-5A70-8803-1B71-2CF150862CB8}"/>
              </a:ext>
            </a:extLst>
          </p:cNvPr>
          <p:cNvSpPr>
            <a:spLocks noChangeShapeType="1"/>
          </p:cNvSpPr>
          <p:nvPr/>
        </p:nvSpPr>
        <p:spPr bwMode="auto">
          <a:xfrm>
            <a:off x="6184900" y="1347788"/>
            <a:ext cx="1727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135" name="Line 175">
            <a:extLst>
              <a:ext uri="{FF2B5EF4-FFF2-40B4-BE49-F238E27FC236}">
                <a16:creationId xmlns:a16="http://schemas.microsoft.com/office/drawing/2014/main" id="{CAF1E0CC-1C62-643A-91A0-44A289EF1A0D}"/>
              </a:ext>
            </a:extLst>
          </p:cNvPr>
          <p:cNvSpPr>
            <a:spLocks noChangeShapeType="1"/>
          </p:cNvSpPr>
          <p:nvPr/>
        </p:nvSpPr>
        <p:spPr bwMode="auto">
          <a:xfrm>
            <a:off x="2667000" y="4789488"/>
            <a:ext cx="0" cy="279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5136" name="Group 202">
            <a:extLst>
              <a:ext uri="{FF2B5EF4-FFF2-40B4-BE49-F238E27FC236}">
                <a16:creationId xmlns:a16="http://schemas.microsoft.com/office/drawing/2014/main" id="{C9AA4CD8-9450-C17E-C2C1-80E2E4FBB9C5}"/>
              </a:ext>
            </a:extLst>
          </p:cNvPr>
          <p:cNvGrpSpPr>
            <a:grpSpLocks/>
          </p:cNvGrpSpPr>
          <p:nvPr/>
        </p:nvGrpSpPr>
        <p:grpSpPr bwMode="auto">
          <a:xfrm>
            <a:off x="4321175" y="4922838"/>
            <a:ext cx="1520825" cy="158750"/>
            <a:chOff x="2722" y="3404"/>
            <a:chExt cx="958" cy="100"/>
          </a:xfrm>
        </p:grpSpPr>
        <p:sp>
          <p:nvSpPr>
            <p:cNvPr id="85137" name="Line 73">
              <a:extLst>
                <a:ext uri="{FF2B5EF4-FFF2-40B4-BE49-F238E27FC236}">
                  <a16:creationId xmlns:a16="http://schemas.microsoft.com/office/drawing/2014/main" id="{80A2F2C4-B63E-47D5-0323-B1AF13167710}"/>
                </a:ext>
              </a:extLst>
            </p:cNvPr>
            <p:cNvSpPr>
              <a:spLocks noChangeShapeType="1"/>
            </p:cNvSpPr>
            <p:nvPr/>
          </p:nvSpPr>
          <p:spPr bwMode="auto">
            <a:xfrm>
              <a:off x="3028" y="3408"/>
              <a:ext cx="65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138" name="Line 96">
              <a:extLst>
                <a:ext uri="{FF2B5EF4-FFF2-40B4-BE49-F238E27FC236}">
                  <a16:creationId xmlns:a16="http://schemas.microsoft.com/office/drawing/2014/main" id="{39904071-4A19-8EED-E558-1D751B752A37}"/>
                </a:ext>
              </a:extLst>
            </p:cNvPr>
            <p:cNvSpPr>
              <a:spLocks noChangeShapeType="1"/>
            </p:cNvSpPr>
            <p:nvPr/>
          </p:nvSpPr>
          <p:spPr bwMode="auto">
            <a:xfrm>
              <a:off x="2722" y="3504"/>
              <a:ext cx="15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39" name="Line 176">
              <a:extLst>
                <a:ext uri="{FF2B5EF4-FFF2-40B4-BE49-F238E27FC236}">
                  <a16:creationId xmlns:a16="http://schemas.microsoft.com/office/drawing/2014/main" id="{6C020B5D-F7B0-F726-FCDC-26B39D4C7B98}"/>
                </a:ext>
              </a:extLst>
            </p:cNvPr>
            <p:cNvSpPr>
              <a:spLocks noChangeShapeType="1"/>
            </p:cNvSpPr>
            <p:nvPr/>
          </p:nvSpPr>
          <p:spPr bwMode="auto">
            <a:xfrm flipV="1">
              <a:off x="2866" y="3404"/>
              <a:ext cx="166" cy="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5140" name="Group 187">
            <a:extLst>
              <a:ext uri="{FF2B5EF4-FFF2-40B4-BE49-F238E27FC236}">
                <a16:creationId xmlns:a16="http://schemas.microsoft.com/office/drawing/2014/main" id="{95CB5751-F3D8-E0D7-E49B-D7E4373997D4}"/>
              </a:ext>
            </a:extLst>
          </p:cNvPr>
          <p:cNvGrpSpPr>
            <a:grpSpLocks/>
          </p:cNvGrpSpPr>
          <p:nvPr/>
        </p:nvGrpSpPr>
        <p:grpSpPr bwMode="auto">
          <a:xfrm>
            <a:off x="2890838" y="2046288"/>
            <a:ext cx="703262" cy="1417637"/>
            <a:chOff x="1751" y="1592"/>
            <a:chExt cx="443" cy="893"/>
          </a:xfrm>
        </p:grpSpPr>
        <p:sp>
          <p:nvSpPr>
            <p:cNvPr id="85141" name="Line 177">
              <a:extLst>
                <a:ext uri="{FF2B5EF4-FFF2-40B4-BE49-F238E27FC236}">
                  <a16:creationId xmlns:a16="http://schemas.microsoft.com/office/drawing/2014/main" id="{3CDC9D46-D20F-9F59-2315-0ADB9A65324E}"/>
                </a:ext>
              </a:extLst>
            </p:cNvPr>
            <p:cNvSpPr>
              <a:spLocks noChangeShapeType="1"/>
            </p:cNvSpPr>
            <p:nvPr/>
          </p:nvSpPr>
          <p:spPr bwMode="auto">
            <a:xfrm>
              <a:off x="2160" y="1592"/>
              <a:ext cx="0" cy="32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5142" name="Group 183">
              <a:extLst>
                <a:ext uri="{FF2B5EF4-FFF2-40B4-BE49-F238E27FC236}">
                  <a16:creationId xmlns:a16="http://schemas.microsoft.com/office/drawing/2014/main" id="{46BBED08-C21F-7D34-169E-5CE6D202BAC9}"/>
                </a:ext>
              </a:extLst>
            </p:cNvPr>
            <p:cNvGrpSpPr>
              <a:grpSpLocks/>
            </p:cNvGrpSpPr>
            <p:nvPr/>
          </p:nvGrpSpPr>
          <p:grpSpPr bwMode="auto">
            <a:xfrm>
              <a:off x="1986" y="1914"/>
              <a:ext cx="208" cy="248"/>
              <a:chOff x="1986" y="1914"/>
              <a:chExt cx="208" cy="248"/>
            </a:xfrm>
          </p:grpSpPr>
          <p:sp>
            <p:nvSpPr>
              <p:cNvPr id="85143" name="Arc 178">
                <a:extLst>
                  <a:ext uri="{FF2B5EF4-FFF2-40B4-BE49-F238E27FC236}">
                    <a16:creationId xmlns:a16="http://schemas.microsoft.com/office/drawing/2014/main" id="{E76F46FB-CFE9-AA1F-595A-A38C17A5A242}"/>
                  </a:ext>
                </a:extLst>
              </p:cNvPr>
              <p:cNvSpPr>
                <a:spLocks noChangeArrowheads="1"/>
              </p:cNvSpPr>
              <p:nvPr/>
            </p:nvSpPr>
            <p:spPr bwMode="auto">
              <a:xfrm rot="5400000">
                <a:off x="2085" y="2068"/>
                <a:ext cx="89" cy="88"/>
              </a:xfrm>
              <a:custGeom>
                <a:avLst/>
                <a:gdLst>
                  <a:gd name="T0" fmla="*/ 0 w 21843"/>
                  <a:gd name="T1" fmla="*/ 1 h 21600"/>
                  <a:gd name="T2" fmla="*/ 244 w 21843"/>
                  <a:gd name="T3" fmla="*/ 0 h 21600"/>
                  <a:gd name="T4" fmla="*/ 21842 w 21843"/>
                  <a:gd name="T5" fmla="*/ 21353 h 21600"/>
                  <a:gd name="T6" fmla="*/ 0 w 21843"/>
                  <a:gd name="T7" fmla="*/ 1 h 21600"/>
                  <a:gd name="T8" fmla="*/ 244 w 21843"/>
                  <a:gd name="T9" fmla="*/ 0 h 21600"/>
                  <a:gd name="T10" fmla="*/ 21842 w 21843"/>
                  <a:gd name="T11" fmla="*/ 21353 h 21600"/>
                  <a:gd name="T12" fmla="*/ 244 w 21843"/>
                  <a:gd name="T13" fmla="*/ 21600 h 21600"/>
                  <a:gd name="T14" fmla="*/ 0 w 21843"/>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3" h="21600" fill="none">
                    <a:moveTo>
                      <a:pt x="0" y="1"/>
                    </a:moveTo>
                    <a:cubicBezTo>
                      <a:pt x="81" y="0"/>
                      <a:pt x="162" y="-1"/>
                      <a:pt x="244" y="0"/>
                    </a:cubicBezTo>
                    <a:cubicBezTo>
                      <a:pt x="12077" y="0"/>
                      <a:pt x="21707" y="9520"/>
                      <a:pt x="21842" y="21353"/>
                    </a:cubicBezTo>
                  </a:path>
                  <a:path w="21843" h="21600" stroke="0">
                    <a:moveTo>
                      <a:pt x="0" y="1"/>
                    </a:moveTo>
                    <a:cubicBezTo>
                      <a:pt x="81" y="0"/>
                      <a:pt x="162" y="-1"/>
                      <a:pt x="244" y="0"/>
                    </a:cubicBezTo>
                    <a:cubicBezTo>
                      <a:pt x="12077" y="0"/>
                      <a:pt x="21707" y="9520"/>
                      <a:pt x="21842" y="21353"/>
                    </a:cubicBezTo>
                    <a:lnTo>
                      <a:pt x="244"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5144" name="Arc 179">
                <a:extLst>
                  <a:ext uri="{FF2B5EF4-FFF2-40B4-BE49-F238E27FC236}">
                    <a16:creationId xmlns:a16="http://schemas.microsoft.com/office/drawing/2014/main" id="{A34CE9EC-894D-BDC5-753D-7DC32E89BC35}"/>
                  </a:ext>
                </a:extLst>
              </p:cNvPr>
              <p:cNvSpPr>
                <a:spLocks noChangeArrowheads="1"/>
              </p:cNvSpPr>
              <p:nvPr/>
            </p:nvSpPr>
            <p:spPr bwMode="auto">
              <a:xfrm rot="-5400000">
                <a:off x="1998" y="2069"/>
                <a:ext cx="88" cy="87"/>
              </a:xfrm>
              <a:custGeom>
                <a:avLst/>
                <a:gdLst>
                  <a:gd name="T0" fmla="*/ 0 w 21599"/>
                  <a:gd name="T1" fmla="*/ 21352 h 21599"/>
                  <a:gd name="T2" fmla="*/ 21355 w 21599"/>
                  <a:gd name="T3" fmla="*/ 0 h 21599"/>
                  <a:gd name="T4" fmla="*/ 0 w 21599"/>
                  <a:gd name="T5" fmla="*/ 21352 h 21599"/>
                  <a:gd name="T6" fmla="*/ 21355 w 21599"/>
                  <a:gd name="T7" fmla="*/ 0 h 21599"/>
                  <a:gd name="T8" fmla="*/ 21599 w 21599"/>
                  <a:gd name="T9" fmla="*/ 21599 h 21599"/>
                  <a:gd name="T10" fmla="*/ 0 w 21599"/>
                  <a:gd name="T11" fmla="*/ 21352 h 21599"/>
                </a:gdLst>
                <a:ahLst/>
                <a:cxnLst>
                  <a:cxn ang="0">
                    <a:pos x="T0" y="T1"/>
                  </a:cxn>
                  <a:cxn ang="0">
                    <a:pos x="T2" y="T3"/>
                  </a:cxn>
                  <a:cxn ang="0">
                    <a:pos x="T4" y="T5"/>
                  </a:cxn>
                  <a:cxn ang="0">
                    <a:pos x="T6" y="T7"/>
                  </a:cxn>
                  <a:cxn ang="0">
                    <a:pos x="T8" y="T9"/>
                  </a:cxn>
                  <a:cxn ang="0">
                    <a:pos x="T10" y="T11"/>
                  </a:cxn>
                </a:cxnLst>
                <a:rect l="0" t="0" r="r" b="b"/>
                <a:pathLst>
                  <a:path w="21599" h="21599" fill="none">
                    <a:moveTo>
                      <a:pt x="0" y="21352"/>
                    </a:moveTo>
                    <a:cubicBezTo>
                      <a:pt x="134" y="9614"/>
                      <a:pt x="9617" y="132"/>
                      <a:pt x="21355" y="0"/>
                    </a:cubicBezTo>
                  </a:path>
                  <a:path w="21599" h="21599" stroke="0">
                    <a:moveTo>
                      <a:pt x="0" y="21352"/>
                    </a:moveTo>
                    <a:cubicBezTo>
                      <a:pt x="134" y="9614"/>
                      <a:pt x="9617" y="132"/>
                      <a:pt x="21355" y="0"/>
                    </a:cubicBezTo>
                    <a:lnTo>
                      <a:pt x="21599" y="21599"/>
                    </a:lnTo>
                    <a:lnTo>
                      <a:pt x="0" y="21352"/>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5145" name="Line 180">
                <a:extLst>
                  <a:ext uri="{FF2B5EF4-FFF2-40B4-BE49-F238E27FC236}">
                    <a16:creationId xmlns:a16="http://schemas.microsoft.com/office/drawing/2014/main" id="{B7293070-5A15-1117-B1B3-426B59B60EB6}"/>
                  </a:ext>
                </a:extLst>
              </p:cNvPr>
              <p:cNvSpPr>
                <a:spLocks noChangeShapeType="1"/>
              </p:cNvSpPr>
              <p:nvPr/>
            </p:nvSpPr>
            <p:spPr bwMode="auto">
              <a:xfrm flipV="1">
                <a:off x="2186"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46" name="Line 181">
                <a:extLst>
                  <a:ext uri="{FF2B5EF4-FFF2-40B4-BE49-F238E27FC236}">
                    <a16:creationId xmlns:a16="http://schemas.microsoft.com/office/drawing/2014/main" id="{2A39EAB8-8EA9-FA95-F7C2-DEEE777A1D0E}"/>
                  </a:ext>
                </a:extLst>
              </p:cNvPr>
              <p:cNvSpPr>
                <a:spLocks noChangeShapeType="1"/>
              </p:cNvSpPr>
              <p:nvPr/>
            </p:nvSpPr>
            <p:spPr bwMode="auto">
              <a:xfrm flipV="1">
                <a:off x="1994"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47" name="Line 182">
                <a:extLst>
                  <a:ext uri="{FF2B5EF4-FFF2-40B4-BE49-F238E27FC236}">
                    <a16:creationId xmlns:a16="http://schemas.microsoft.com/office/drawing/2014/main" id="{0D386BC0-73A7-F778-5594-6DF39773348F}"/>
                  </a:ext>
                </a:extLst>
              </p:cNvPr>
              <p:cNvSpPr>
                <a:spLocks noChangeShapeType="1"/>
              </p:cNvSpPr>
              <p:nvPr/>
            </p:nvSpPr>
            <p:spPr bwMode="auto">
              <a:xfrm flipH="1">
                <a:off x="1986" y="1922"/>
                <a:ext cx="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148" name="Line 184">
              <a:extLst>
                <a:ext uri="{FF2B5EF4-FFF2-40B4-BE49-F238E27FC236}">
                  <a16:creationId xmlns:a16="http://schemas.microsoft.com/office/drawing/2014/main" id="{58EF499B-B7CB-A98D-2BBE-3A531F38AE0F}"/>
                </a:ext>
              </a:extLst>
            </p:cNvPr>
            <p:cNvSpPr>
              <a:spLocks noChangeShapeType="1"/>
            </p:cNvSpPr>
            <p:nvPr/>
          </p:nvSpPr>
          <p:spPr bwMode="auto">
            <a:xfrm>
              <a:off x="2112" y="2168"/>
              <a:ext cx="0" cy="317"/>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49" name="Line 185">
              <a:extLst>
                <a:ext uri="{FF2B5EF4-FFF2-40B4-BE49-F238E27FC236}">
                  <a16:creationId xmlns:a16="http://schemas.microsoft.com/office/drawing/2014/main" id="{23A1DBF0-BC43-33AB-427A-6F4CF6146001}"/>
                </a:ext>
              </a:extLst>
            </p:cNvPr>
            <p:cNvSpPr>
              <a:spLocks noChangeShapeType="1"/>
            </p:cNvSpPr>
            <p:nvPr/>
          </p:nvSpPr>
          <p:spPr bwMode="auto">
            <a:xfrm>
              <a:off x="2016" y="1784"/>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50" name="Rectangle 186">
              <a:extLst>
                <a:ext uri="{FF2B5EF4-FFF2-40B4-BE49-F238E27FC236}">
                  <a16:creationId xmlns:a16="http://schemas.microsoft.com/office/drawing/2014/main" id="{42D4A87B-A44F-AE80-8479-DFA3F7562D83}"/>
                </a:ext>
              </a:extLst>
            </p:cNvPr>
            <p:cNvSpPr>
              <a:spLocks noChangeArrowheads="1"/>
            </p:cNvSpPr>
            <p:nvPr/>
          </p:nvSpPr>
          <p:spPr bwMode="auto">
            <a:xfrm>
              <a:off x="1751" y="1680"/>
              <a:ext cx="31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grpSp>
      <p:sp>
        <p:nvSpPr>
          <p:cNvPr id="85151" name="Line 188">
            <a:extLst>
              <a:ext uri="{FF2B5EF4-FFF2-40B4-BE49-F238E27FC236}">
                <a16:creationId xmlns:a16="http://schemas.microsoft.com/office/drawing/2014/main" id="{BAB0B9FE-377C-2651-BC34-9E8F7BE4A137}"/>
              </a:ext>
            </a:extLst>
          </p:cNvPr>
          <p:cNvSpPr>
            <a:spLocks noChangeShapeType="1"/>
          </p:cNvSpPr>
          <p:nvPr/>
        </p:nvSpPr>
        <p:spPr bwMode="auto">
          <a:xfrm>
            <a:off x="7315200" y="4616450"/>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69" name="Rectangle 189">
            <a:extLst>
              <a:ext uri="{FF2B5EF4-FFF2-40B4-BE49-F238E27FC236}">
                <a16:creationId xmlns:a16="http://schemas.microsoft.com/office/drawing/2014/main" id="{5DE535D0-FA4E-829E-E48C-E7A18733ACDE}"/>
              </a:ext>
            </a:extLst>
          </p:cNvPr>
          <p:cNvSpPr>
            <a:spLocks noChangeArrowheads="1"/>
          </p:cNvSpPr>
          <p:nvPr/>
        </p:nvSpPr>
        <p:spPr bwMode="auto">
          <a:xfrm>
            <a:off x="5895975" y="5905500"/>
            <a:ext cx="1370013" cy="333375"/>
          </a:xfrm>
          <a:prstGeom prst="rect">
            <a:avLst/>
          </a:prstGeom>
          <a:solidFill>
            <a:schemeClr val="tx2">
              <a:lumMod val="25000"/>
              <a:lumOff val="75000"/>
            </a:schemeClr>
          </a:solidFill>
          <a:ln w="12700">
            <a:noFill/>
            <a:miter lim="800000"/>
          </a:ln>
        </p:spPr>
        <p:txBody>
          <a:bodyPr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MemWr=0</a:t>
            </a:r>
          </a:p>
        </p:txBody>
      </p:sp>
      <p:grpSp>
        <p:nvGrpSpPr>
          <p:cNvPr id="85153" name="Group 195">
            <a:extLst>
              <a:ext uri="{FF2B5EF4-FFF2-40B4-BE49-F238E27FC236}">
                <a16:creationId xmlns:a16="http://schemas.microsoft.com/office/drawing/2014/main" id="{5A01F86F-212D-5B62-42BE-5BAF06EF6E53}"/>
              </a:ext>
            </a:extLst>
          </p:cNvPr>
          <p:cNvGrpSpPr>
            <a:grpSpLocks/>
          </p:cNvGrpSpPr>
          <p:nvPr/>
        </p:nvGrpSpPr>
        <p:grpSpPr bwMode="auto">
          <a:xfrm>
            <a:off x="6845300" y="5573713"/>
            <a:ext cx="358775" cy="304800"/>
            <a:chOff x="4277" y="3827"/>
            <a:chExt cx="226" cy="192"/>
          </a:xfrm>
        </p:grpSpPr>
        <p:sp>
          <p:nvSpPr>
            <p:cNvPr id="85154" name="Arc 190">
              <a:extLst>
                <a:ext uri="{FF2B5EF4-FFF2-40B4-BE49-F238E27FC236}">
                  <a16:creationId xmlns:a16="http://schemas.microsoft.com/office/drawing/2014/main" id="{AD8ECE7E-D17B-3E65-2D22-5F380A2960CE}"/>
                </a:ext>
              </a:extLst>
            </p:cNvPr>
            <p:cNvSpPr>
              <a:spLocks noChangeArrowheads="1"/>
            </p:cNvSpPr>
            <p:nvPr/>
          </p:nvSpPr>
          <p:spPr bwMode="auto">
            <a:xfrm>
              <a:off x="4406" y="3842"/>
              <a:ext cx="89" cy="77"/>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5155" name="Arc 191">
              <a:extLst>
                <a:ext uri="{FF2B5EF4-FFF2-40B4-BE49-F238E27FC236}">
                  <a16:creationId xmlns:a16="http://schemas.microsoft.com/office/drawing/2014/main" id="{C82A259A-DF76-5A78-BC47-D5E235486DEE}"/>
                </a:ext>
              </a:extLst>
            </p:cNvPr>
            <p:cNvSpPr>
              <a:spLocks noChangeArrowheads="1"/>
            </p:cNvSpPr>
            <p:nvPr/>
          </p:nvSpPr>
          <p:spPr bwMode="auto">
            <a:xfrm rot="10800000">
              <a:off x="4415" y="3938"/>
              <a:ext cx="88" cy="77"/>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5156" name="Line 192">
              <a:extLst>
                <a:ext uri="{FF2B5EF4-FFF2-40B4-BE49-F238E27FC236}">
                  <a16:creationId xmlns:a16="http://schemas.microsoft.com/office/drawing/2014/main" id="{BAA16288-D73E-4065-6562-3198506BDD31}"/>
                </a:ext>
              </a:extLst>
            </p:cNvPr>
            <p:cNvSpPr>
              <a:spLocks noChangeShapeType="1"/>
            </p:cNvSpPr>
            <p:nvPr/>
          </p:nvSpPr>
          <p:spPr bwMode="auto">
            <a:xfrm flipH="1">
              <a:off x="4277" y="3827"/>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57" name="Line 193">
              <a:extLst>
                <a:ext uri="{FF2B5EF4-FFF2-40B4-BE49-F238E27FC236}">
                  <a16:creationId xmlns:a16="http://schemas.microsoft.com/office/drawing/2014/main" id="{563805CC-0695-4771-4D48-5598CC83B3C6}"/>
                </a:ext>
              </a:extLst>
            </p:cNvPr>
            <p:cNvSpPr>
              <a:spLocks noChangeShapeType="1"/>
            </p:cNvSpPr>
            <p:nvPr/>
          </p:nvSpPr>
          <p:spPr bwMode="auto">
            <a:xfrm flipH="1">
              <a:off x="4277" y="4019"/>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58" name="Line 194">
              <a:extLst>
                <a:ext uri="{FF2B5EF4-FFF2-40B4-BE49-F238E27FC236}">
                  <a16:creationId xmlns:a16="http://schemas.microsoft.com/office/drawing/2014/main" id="{0A81E194-8DED-BFDB-CE71-F5EAB0DCCD49}"/>
                </a:ext>
              </a:extLst>
            </p:cNvPr>
            <p:cNvSpPr>
              <a:spLocks noChangeShapeType="1"/>
            </p:cNvSpPr>
            <p:nvPr/>
          </p:nvSpPr>
          <p:spPr bwMode="auto">
            <a:xfrm>
              <a:off x="4285" y="3835"/>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159" name="Line 196">
            <a:extLst>
              <a:ext uri="{FF2B5EF4-FFF2-40B4-BE49-F238E27FC236}">
                <a16:creationId xmlns:a16="http://schemas.microsoft.com/office/drawing/2014/main" id="{569AFC7A-345E-45B6-F5EF-0757A469B40B}"/>
              </a:ext>
            </a:extLst>
          </p:cNvPr>
          <p:cNvSpPr>
            <a:spLocks noChangeShapeType="1"/>
          </p:cNvSpPr>
          <p:nvPr/>
        </p:nvSpPr>
        <p:spPr bwMode="auto">
          <a:xfrm flipV="1">
            <a:off x="7175500" y="5743575"/>
            <a:ext cx="144463"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60" name="Line 197">
            <a:extLst>
              <a:ext uri="{FF2B5EF4-FFF2-40B4-BE49-F238E27FC236}">
                <a16:creationId xmlns:a16="http://schemas.microsoft.com/office/drawing/2014/main" id="{8523D904-EFDA-6BAA-885B-45DF450E5478}"/>
              </a:ext>
            </a:extLst>
          </p:cNvPr>
          <p:cNvSpPr>
            <a:spLocks noChangeShapeType="1"/>
          </p:cNvSpPr>
          <p:nvPr/>
        </p:nvSpPr>
        <p:spPr bwMode="auto">
          <a:xfrm flipH="1">
            <a:off x="6570663" y="5843588"/>
            <a:ext cx="287337"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61" name="Line 198">
            <a:extLst>
              <a:ext uri="{FF2B5EF4-FFF2-40B4-BE49-F238E27FC236}">
                <a16:creationId xmlns:a16="http://schemas.microsoft.com/office/drawing/2014/main" id="{E4EDD06B-4029-8027-7572-B62555A87DC3}"/>
              </a:ext>
            </a:extLst>
          </p:cNvPr>
          <p:cNvSpPr>
            <a:spLocks noChangeShapeType="1"/>
          </p:cNvSpPr>
          <p:nvPr/>
        </p:nvSpPr>
        <p:spPr bwMode="auto">
          <a:xfrm flipH="1">
            <a:off x="6632575" y="5691188"/>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62" name="Rectangle 199">
            <a:extLst>
              <a:ext uri="{FF2B5EF4-FFF2-40B4-BE49-F238E27FC236}">
                <a16:creationId xmlns:a16="http://schemas.microsoft.com/office/drawing/2014/main" id="{59F24152-3950-1BCA-5A5C-843096617A5F}"/>
              </a:ext>
            </a:extLst>
          </p:cNvPr>
          <p:cNvSpPr>
            <a:spLocks noChangeArrowheads="1"/>
          </p:cNvSpPr>
          <p:nvPr/>
        </p:nvSpPr>
        <p:spPr bwMode="auto">
          <a:xfrm>
            <a:off x="6332538" y="5394325"/>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sp>
        <p:nvSpPr>
          <p:cNvPr id="85163" name="文本框 1">
            <a:extLst>
              <a:ext uri="{FF2B5EF4-FFF2-40B4-BE49-F238E27FC236}">
                <a16:creationId xmlns:a16="http://schemas.microsoft.com/office/drawing/2014/main" id="{D5048C2B-B34C-778D-0B92-FA4978DA2507}"/>
              </a:ext>
            </a:extLst>
          </p:cNvPr>
          <p:cNvSpPr txBox="1">
            <a:spLocks noChangeArrowheads="1"/>
          </p:cNvSpPr>
          <p:nvPr/>
        </p:nvSpPr>
        <p:spPr bwMode="auto">
          <a:xfrm>
            <a:off x="2803525" y="3165475"/>
            <a:ext cx="482600" cy="246063"/>
          </a:xfrm>
          <a:prstGeom prst="rect">
            <a:avLst/>
          </a:prstGeom>
          <a:solidFill>
            <a:schemeClr val="bg1"/>
          </a:solidFill>
          <a:ln w="38100">
            <a:solidFill>
              <a:schemeClr val="tx1"/>
            </a:solidFill>
            <a:miter lim="800000"/>
            <a:headEnd/>
            <a:tailEnd/>
          </a:ln>
        </p:spPr>
        <p:txBody>
          <a:bodyPr lIns="36000" tIns="0" rIns="0" bIns="0">
            <a:spAutoFit/>
          </a:bodyPr>
          <a:lstStyle/>
          <a:p>
            <a:r>
              <a:rPr lang="en-US" altLang="zh-CN">
                <a:latin typeface="微软雅黑" panose="020B0503020204020204" pitchFamily="34" charset="-122"/>
                <a:ea typeface="微软雅黑" panose="020B0503020204020204" pitchFamily="34" charset="-122"/>
              </a:rPr>
              <a:t>Ext</a:t>
            </a:r>
            <a:endParaRPr lang="zh-CN" altLang="en-US">
              <a:latin typeface="微软雅黑" panose="020B0503020204020204" pitchFamily="34" charset="-122"/>
              <a:ea typeface="微软雅黑" panose="020B0503020204020204" pitchFamily="34" charset="-122"/>
            </a:endParaRPr>
          </a:p>
        </p:txBody>
      </p:sp>
      <p:sp>
        <p:nvSpPr>
          <p:cNvPr id="85164" name="Line 91">
            <a:extLst>
              <a:ext uri="{FF2B5EF4-FFF2-40B4-BE49-F238E27FC236}">
                <a16:creationId xmlns:a16="http://schemas.microsoft.com/office/drawing/2014/main" id="{984BB9AA-0862-A47A-E47F-8B830EF951A2}"/>
              </a:ext>
            </a:extLst>
          </p:cNvPr>
          <p:cNvSpPr>
            <a:spLocks noChangeShapeType="1"/>
          </p:cNvSpPr>
          <p:nvPr/>
        </p:nvSpPr>
        <p:spPr bwMode="auto">
          <a:xfrm>
            <a:off x="7300913" y="1346200"/>
            <a:ext cx="27940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5165" name="组合 2">
            <a:extLst>
              <a:ext uri="{FF2B5EF4-FFF2-40B4-BE49-F238E27FC236}">
                <a16:creationId xmlns:a16="http://schemas.microsoft.com/office/drawing/2014/main" id="{6EAE1B2F-1D01-F038-C6CD-43C75A7CAFE3}"/>
              </a:ext>
            </a:extLst>
          </p:cNvPr>
          <p:cNvGrpSpPr>
            <a:grpSpLocks/>
          </p:cNvGrpSpPr>
          <p:nvPr/>
        </p:nvGrpSpPr>
        <p:grpSpPr bwMode="auto">
          <a:xfrm rot="-5400000">
            <a:off x="7062788" y="1965325"/>
            <a:ext cx="368300" cy="425450"/>
            <a:chOff x="367750" y="5042102"/>
            <a:chExt cx="385762" cy="373062"/>
          </a:xfrm>
        </p:grpSpPr>
        <p:sp>
          <p:nvSpPr>
            <p:cNvPr id="85166" name="Arc 60">
              <a:extLst>
                <a:ext uri="{FF2B5EF4-FFF2-40B4-BE49-F238E27FC236}">
                  <a16:creationId xmlns:a16="http://schemas.microsoft.com/office/drawing/2014/main" id="{97614EF6-DFCB-1ADC-1109-E495A99427A5}"/>
                </a:ext>
              </a:extLst>
            </p:cNvPr>
            <p:cNvSpPr>
              <a:spLocks noChangeArrowheads="1"/>
            </p:cNvSpPr>
            <p:nvPr/>
          </p:nvSpPr>
          <p:spPr bwMode="auto">
            <a:xfrm rot="-5400000">
              <a:off x="386800" y="50230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5167" name="Arc 61">
              <a:extLst>
                <a:ext uri="{FF2B5EF4-FFF2-40B4-BE49-F238E27FC236}">
                  <a16:creationId xmlns:a16="http://schemas.microsoft.com/office/drawing/2014/main" id="{1C4673FF-9918-F768-4176-7B9AF9586728}"/>
                </a:ext>
              </a:extLst>
            </p:cNvPr>
            <p:cNvSpPr>
              <a:spLocks noChangeArrowheads="1"/>
            </p:cNvSpPr>
            <p:nvPr/>
          </p:nvSpPr>
          <p:spPr bwMode="auto">
            <a:xfrm rot="5400000">
              <a:off x="590000" y="50230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5168" name="Line 62">
              <a:extLst>
                <a:ext uri="{FF2B5EF4-FFF2-40B4-BE49-F238E27FC236}">
                  <a16:creationId xmlns:a16="http://schemas.microsoft.com/office/drawing/2014/main" id="{7B6987E9-7013-2054-E31E-4592C21A5B72}"/>
                </a:ext>
              </a:extLst>
            </p:cNvPr>
            <p:cNvSpPr>
              <a:spLocks noChangeShapeType="1"/>
            </p:cNvSpPr>
            <p:nvPr/>
          </p:nvSpPr>
          <p:spPr bwMode="auto">
            <a:xfrm>
              <a:off x="369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69" name="Line 64">
              <a:extLst>
                <a:ext uri="{FF2B5EF4-FFF2-40B4-BE49-F238E27FC236}">
                  <a16:creationId xmlns:a16="http://schemas.microsoft.com/office/drawing/2014/main" id="{EC7C4A26-85EC-68D9-710D-29FB64BAF95A}"/>
                </a:ext>
              </a:extLst>
            </p:cNvPr>
            <p:cNvSpPr>
              <a:spLocks noChangeShapeType="1"/>
            </p:cNvSpPr>
            <p:nvPr/>
          </p:nvSpPr>
          <p:spPr bwMode="auto">
            <a:xfrm>
              <a:off x="750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70" name="Arc 60">
              <a:extLst>
                <a:ext uri="{FF2B5EF4-FFF2-40B4-BE49-F238E27FC236}">
                  <a16:creationId xmlns:a16="http://schemas.microsoft.com/office/drawing/2014/main" id="{7BC8812B-69A1-0089-1E5D-4577DB3B1531}"/>
                </a:ext>
              </a:extLst>
            </p:cNvPr>
            <p:cNvSpPr>
              <a:spLocks noChangeArrowheads="1"/>
            </p:cNvSpPr>
            <p:nvPr/>
          </p:nvSpPr>
          <p:spPr bwMode="auto">
            <a:xfrm rot="-5400000">
              <a:off x="386800" y="52516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5171" name="Arc 61">
              <a:extLst>
                <a:ext uri="{FF2B5EF4-FFF2-40B4-BE49-F238E27FC236}">
                  <a16:creationId xmlns:a16="http://schemas.microsoft.com/office/drawing/2014/main" id="{86CCD446-21E1-33C0-0B5D-EB8EC621C7A7}"/>
                </a:ext>
              </a:extLst>
            </p:cNvPr>
            <p:cNvSpPr>
              <a:spLocks noChangeArrowheads="1"/>
            </p:cNvSpPr>
            <p:nvPr/>
          </p:nvSpPr>
          <p:spPr bwMode="auto">
            <a:xfrm rot="5400000">
              <a:off x="590000" y="52516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85172" name="Line 91">
            <a:extLst>
              <a:ext uri="{FF2B5EF4-FFF2-40B4-BE49-F238E27FC236}">
                <a16:creationId xmlns:a16="http://schemas.microsoft.com/office/drawing/2014/main" id="{F44144D3-7907-834E-96BA-1C17E4C736A1}"/>
              </a:ext>
            </a:extLst>
          </p:cNvPr>
          <p:cNvSpPr>
            <a:spLocks noChangeShapeType="1"/>
          </p:cNvSpPr>
          <p:nvPr/>
        </p:nvSpPr>
        <p:spPr bwMode="auto">
          <a:xfrm>
            <a:off x="7304088" y="2259013"/>
            <a:ext cx="252412"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 name="Line 108">
            <a:extLst>
              <a:ext uri="{FF2B5EF4-FFF2-40B4-BE49-F238E27FC236}">
                <a16:creationId xmlns:a16="http://schemas.microsoft.com/office/drawing/2014/main" id="{CE7364D9-F65C-A4E9-2B90-97538A799DC8}"/>
              </a:ext>
            </a:extLst>
          </p:cNvPr>
          <p:cNvSpPr>
            <a:spLocks noChangeShapeType="1"/>
          </p:cNvSpPr>
          <p:nvPr/>
        </p:nvSpPr>
        <p:spPr bwMode="auto">
          <a:xfrm flipH="1" flipV="1">
            <a:off x="7513638" y="1727200"/>
            <a:ext cx="1587" cy="395288"/>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2" name="Line 119">
            <a:extLst>
              <a:ext uri="{FF2B5EF4-FFF2-40B4-BE49-F238E27FC236}">
                <a16:creationId xmlns:a16="http://schemas.microsoft.com/office/drawing/2014/main" id="{879CBAD8-31CD-370E-C99C-D95B84AB3357}"/>
              </a:ext>
            </a:extLst>
          </p:cNvPr>
          <p:cNvSpPr>
            <a:spLocks noChangeShapeType="1"/>
          </p:cNvSpPr>
          <p:nvPr/>
        </p:nvSpPr>
        <p:spPr bwMode="auto">
          <a:xfrm flipH="1">
            <a:off x="7331075" y="2111375"/>
            <a:ext cx="179388" cy="0"/>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3" name="Rectangle 121">
            <a:extLst>
              <a:ext uri="{FF2B5EF4-FFF2-40B4-BE49-F238E27FC236}">
                <a16:creationId xmlns:a16="http://schemas.microsoft.com/office/drawing/2014/main" id="{5CEDD8CE-70EB-D06D-39F1-87F3046F7ADD}"/>
              </a:ext>
            </a:extLst>
          </p:cNvPr>
          <p:cNvSpPr>
            <a:spLocks noChangeArrowheads="1"/>
          </p:cNvSpPr>
          <p:nvPr/>
        </p:nvSpPr>
        <p:spPr bwMode="auto">
          <a:xfrm flipH="1">
            <a:off x="6989763" y="1420813"/>
            <a:ext cx="962025" cy="336550"/>
          </a:xfrm>
          <a:prstGeom prst="rect">
            <a:avLst/>
          </a:prstGeom>
          <a:solidFill>
            <a:schemeClr val="tx2">
              <a:lumMod val="25000"/>
              <a:lumOff val="75000"/>
            </a:schemeClr>
          </a:solidFill>
          <a:ln w="12700">
            <a:noFill/>
            <a:miter lim="800000"/>
          </a:ln>
        </p:spPr>
        <p:txBody>
          <a:bodyPr wrap="none" lIns="90488" tIns="44450" rIns="90488" bIns="44450">
            <a:spAutoFit/>
          </a:bodyPr>
          <a:lstStyle/>
          <a:p>
            <a:pPr eaLnBrk="0" hangingPunct="0">
              <a:defRPr/>
            </a:pPr>
            <a:r>
              <a:rPr lang="en-US" altLang="zh-CN" u="sng">
                <a:solidFill>
                  <a:schemeClr val="accent2"/>
                </a:solidFill>
                <a:latin typeface="Arial" panose="020B0604020202020204" pitchFamily="34" charset="0"/>
                <a:ea typeface="宋体" panose="02010600030101010101" pitchFamily="2" charset="-122"/>
              </a:rPr>
              <a:t>Jump=0</a:t>
            </a:r>
          </a:p>
        </p:txBody>
      </p:sp>
      <p:grpSp>
        <p:nvGrpSpPr>
          <p:cNvPr id="85176" name="组合 3">
            <a:extLst>
              <a:ext uri="{FF2B5EF4-FFF2-40B4-BE49-F238E27FC236}">
                <a16:creationId xmlns:a16="http://schemas.microsoft.com/office/drawing/2014/main" id="{54064343-BA84-7462-0CBE-C17EE6CBA864}"/>
              </a:ext>
            </a:extLst>
          </p:cNvPr>
          <p:cNvGrpSpPr>
            <a:grpSpLocks/>
          </p:cNvGrpSpPr>
          <p:nvPr/>
        </p:nvGrpSpPr>
        <p:grpSpPr bwMode="auto">
          <a:xfrm>
            <a:off x="279400" y="2478088"/>
            <a:ext cx="1636713" cy="1155700"/>
            <a:chOff x="279400" y="2959100"/>
            <a:chExt cx="1636453" cy="1155700"/>
          </a:xfrm>
        </p:grpSpPr>
        <p:sp>
          <p:nvSpPr>
            <p:cNvPr id="85177" name="Line 133">
              <a:extLst>
                <a:ext uri="{FF2B5EF4-FFF2-40B4-BE49-F238E27FC236}">
                  <a16:creationId xmlns:a16="http://schemas.microsoft.com/office/drawing/2014/main" id="{427A6D53-3EF0-111A-1BED-C208D28D829A}"/>
                </a:ext>
              </a:extLst>
            </p:cNvPr>
            <p:cNvSpPr>
              <a:spLocks noChangeShapeType="1"/>
            </p:cNvSpPr>
            <p:nvPr/>
          </p:nvSpPr>
          <p:spPr bwMode="auto">
            <a:xfrm>
              <a:off x="1320800" y="3200400"/>
              <a:ext cx="577850" cy="0"/>
            </a:xfrm>
            <a:prstGeom prst="line">
              <a:avLst/>
            </a:prstGeom>
            <a:noFill/>
            <a:ln w="50800">
              <a:solidFill>
                <a:schemeClr val="tx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5178" name="Line 134">
              <a:extLst>
                <a:ext uri="{FF2B5EF4-FFF2-40B4-BE49-F238E27FC236}">
                  <a16:creationId xmlns:a16="http://schemas.microsoft.com/office/drawing/2014/main" id="{E9BB11F4-F290-4A29-7565-E3790885C6A4}"/>
                </a:ext>
              </a:extLst>
            </p:cNvPr>
            <p:cNvSpPr>
              <a:spLocks noChangeShapeType="1"/>
            </p:cNvSpPr>
            <p:nvPr/>
          </p:nvSpPr>
          <p:spPr bwMode="auto">
            <a:xfrm>
              <a:off x="1905000" y="3178175"/>
              <a:ext cx="0" cy="320675"/>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79" name="Line 138">
              <a:extLst>
                <a:ext uri="{FF2B5EF4-FFF2-40B4-BE49-F238E27FC236}">
                  <a16:creationId xmlns:a16="http://schemas.microsoft.com/office/drawing/2014/main" id="{32D961D6-EB65-5818-EAFE-01F98CBE6654}"/>
                </a:ext>
              </a:extLst>
            </p:cNvPr>
            <p:cNvSpPr>
              <a:spLocks noChangeShapeType="1"/>
            </p:cNvSpPr>
            <p:nvPr/>
          </p:nvSpPr>
          <p:spPr bwMode="auto">
            <a:xfrm flipH="1">
              <a:off x="279400" y="2971800"/>
              <a:ext cx="8128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80" name="Line 139">
              <a:extLst>
                <a:ext uri="{FF2B5EF4-FFF2-40B4-BE49-F238E27FC236}">
                  <a16:creationId xmlns:a16="http://schemas.microsoft.com/office/drawing/2014/main" id="{260721FE-210C-CA61-3371-01A4BC2BF26F}"/>
                </a:ext>
              </a:extLst>
            </p:cNvPr>
            <p:cNvSpPr>
              <a:spLocks noChangeShapeType="1"/>
            </p:cNvSpPr>
            <p:nvPr/>
          </p:nvSpPr>
          <p:spPr bwMode="auto">
            <a:xfrm>
              <a:off x="282575" y="4114800"/>
              <a:ext cx="377825"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181" name="Line 140">
              <a:extLst>
                <a:ext uri="{FF2B5EF4-FFF2-40B4-BE49-F238E27FC236}">
                  <a16:creationId xmlns:a16="http://schemas.microsoft.com/office/drawing/2014/main" id="{6AF2F5A1-D180-C68E-04BC-F0F6CBBECEA9}"/>
                </a:ext>
              </a:extLst>
            </p:cNvPr>
            <p:cNvSpPr>
              <a:spLocks noChangeShapeType="1"/>
            </p:cNvSpPr>
            <p:nvPr/>
          </p:nvSpPr>
          <p:spPr bwMode="auto">
            <a:xfrm>
              <a:off x="304800" y="2997200"/>
              <a:ext cx="0" cy="111125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82" name="Line 174">
              <a:extLst>
                <a:ext uri="{FF2B5EF4-FFF2-40B4-BE49-F238E27FC236}">
                  <a16:creationId xmlns:a16="http://schemas.microsoft.com/office/drawing/2014/main" id="{93FB4CDC-A908-92ED-CDC3-9181B328A1FF}"/>
                </a:ext>
              </a:extLst>
            </p:cNvPr>
            <p:cNvSpPr>
              <a:spLocks noChangeShapeType="1"/>
            </p:cNvSpPr>
            <p:nvPr/>
          </p:nvSpPr>
          <p:spPr bwMode="auto">
            <a:xfrm>
              <a:off x="1073150" y="2959100"/>
              <a:ext cx="311150" cy="25400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83" name="Line 138">
              <a:extLst>
                <a:ext uri="{FF2B5EF4-FFF2-40B4-BE49-F238E27FC236}">
                  <a16:creationId xmlns:a16="http://schemas.microsoft.com/office/drawing/2014/main" id="{701A162F-A41A-505E-CFA7-83671A5CDA99}"/>
                </a:ext>
              </a:extLst>
            </p:cNvPr>
            <p:cNvSpPr>
              <a:spLocks noChangeShapeType="1"/>
            </p:cNvSpPr>
            <p:nvPr/>
          </p:nvSpPr>
          <p:spPr bwMode="auto">
            <a:xfrm flipH="1">
              <a:off x="1735853" y="3481387"/>
              <a:ext cx="1800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5184" name="组合 2">
            <a:extLst>
              <a:ext uri="{FF2B5EF4-FFF2-40B4-BE49-F238E27FC236}">
                <a16:creationId xmlns:a16="http://schemas.microsoft.com/office/drawing/2014/main" id="{721C8302-60F6-1B70-F1B1-BD102A8BDB18}"/>
              </a:ext>
            </a:extLst>
          </p:cNvPr>
          <p:cNvGrpSpPr>
            <a:grpSpLocks/>
          </p:cNvGrpSpPr>
          <p:nvPr/>
        </p:nvGrpSpPr>
        <p:grpSpPr bwMode="auto">
          <a:xfrm>
            <a:off x="1735138" y="3011488"/>
            <a:ext cx="482600" cy="550862"/>
            <a:chOff x="1735853" y="3491870"/>
            <a:chExt cx="482213" cy="550838"/>
          </a:xfrm>
        </p:grpSpPr>
        <p:sp>
          <p:nvSpPr>
            <p:cNvPr id="85185" name="Line 108">
              <a:extLst>
                <a:ext uri="{FF2B5EF4-FFF2-40B4-BE49-F238E27FC236}">
                  <a16:creationId xmlns:a16="http://schemas.microsoft.com/office/drawing/2014/main" id="{9AE12BA2-5530-BBE3-4320-068E01A99A39}"/>
                </a:ext>
              </a:extLst>
            </p:cNvPr>
            <p:cNvSpPr>
              <a:spLocks noChangeShapeType="1"/>
            </p:cNvSpPr>
            <p:nvPr/>
          </p:nvSpPr>
          <p:spPr bwMode="auto">
            <a:xfrm>
              <a:off x="2002066" y="3509760"/>
              <a:ext cx="216000"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186" name="Line 140">
              <a:extLst>
                <a:ext uri="{FF2B5EF4-FFF2-40B4-BE49-F238E27FC236}">
                  <a16:creationId xmlns:a16="http://schemas.microsoft.com/office/drawing/2014/main" id="{2F3A212A-6C76-3CA2-211B-0A7C008F9179}"/>
                </a:ext>
              </a:extLst>
            </p:cNvPr>
            <p:cNvSpPr>
              <a:spLocks noChangeShapeType="1"/>
            </p:cNvSpPr>
            <p:nvPr/>
          </p:nvSpPr>
          <p:spPr bwMode="auto">
            <a:xfrm>
              <a:off x="2002066" y="3491870"/>
              <a:ext cx="0" cy="54000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87" name="Line 138">
              <a:extLst>
                <a:ext uri="{FF2B5EF4-FFF2-40B4-BE49-F238E27FC236}">
                  <a16:creationId xmlns:a16="http://schemas.microsoft.com/office/drawing/2014/main" id="{F1C4C95B-B56F-9995-5929-73D5B1F4E35F}"/>
                </a:ext>
              </a:extLst>
            </p:cNvPr>
            <p:cNvSpPr>
              <a:spLocks noChangeShapeType="1"/>
            </p:cNvSpPr>
            <p:nvPr/>
          </p:nvSpPr>
          <p:spPr bwMode="auto">
            <a:xfrm flipH="1">
              <a:off x="1735853" y="4042708"/>
              <a:ext cx="2880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9" name="Rectangle 162">
            <a:extLst>
              <a:ext uri="{FF2B5EF4-FFF2-40B4-BE49-F238E27FC236}">
                <a16:creationId xmlns:a16="http://schemas.microsoft.com/office/drawing/2014/main" id="{7DD49ADB-899C-F4A3-0F73-CA6BF078DC1D}"/>
              </a:ext>
            </a:extLst>
          </p:cNvPr>
          <p:cNvSpPr>
            <a:spLocks noChangeArrowheads="1"/>
          </p:cNvSpPr>
          <p:nvPr/>
        </p:nvSpPr>
        <p:spPr bwMode="auto">
          <a:xfrm>
            <a:off x="985838" y="854075"/>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16: </a:t>
            </a:r>
            <a:r>
              <a:rPr lang="en-US" altLang="zh-CN">
                <a:solidFill>
                  <a:srgbClr val="CC0000"/>
                </a:solidFill>
                <a:latin typeface="Arial" panose="020B0604020202020204" pitchFamily="34" charset="0"/>
                <a:ea typeface="宋体" panose="02010600030101010101" pitchFamily="2" charset="-122"/>
              </a:rPr>
              <a:t>?’s IF</a:t>
            </a:r>
          </a:p>
        </p:txBody>
      </p:sp>
      <p:sp>
        <p:nvSpPr>
          <p:cNvPr id="230" name="Rectangle 168">
            <a:extLst>
              <a:ext uri="{FF2B5EF4-FFF2-40B4-BE49-F238E27FC236}">
                <a16:creationId xmlns:a16="http://schemas.microsoft.com/office/drawing/2014/main" id="{9D2DC558-0E70-1CA3-DF98-374EE86AE48D}"/>
              </a:ext>
            </a:extLst>
          </p:cNvPr>
          <p:cNvSpPr>
            <a:spLocks noChangeArrowheads="1"/>
          </p:cNvSpPr>
          <p:nvPr/>
        </p:nvSpPr>
        <p:spPr bwMode="auto">
          <a:xfrm>
            <a:off x="2522538" y="866775"/>
            <a:ext cx="15621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12</a:t>
            </a:r>
            <a:r>
              <a:rPr lang="zh-CN" altLang="en-US">
                <a:solidFill>
                  <a:srgbClr val="CC0000"/>
                </a:solidFill>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Beq’s</a:t>
            </a:r>
            <a:r>
              <a:rPr lang="en-US" altLang="zh-CN">
                <a:solidFill>
                  <a:srgbClr val="CC0000"/>
                </a:solidFill>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Reg</a:t>
            </a:r>
          </a:p>
        </p:txBody>
      </p:sp>
      <p:sp>
        <p:nvSpPr>
          <p:cNvPr id="231" name="Rectangle 170">
            <a:extLst>
              <a:ext uri="{FF2B5EF4-FFF2-40B4-BE49-F238E27FC236}">
                <a16:creationId xmlns:a16="http://schemas.microsoft.com/office/drawing/2014/main" id="{7BDCC114-D7CE-27CA-491B-F1160F7789A5}"/>
              </a:ext>
            </a:extLst>
          </p:cNvPr>
          <p:cNvSpPr>
            <a:spLocks noChangeArrowheads="1"/>
          </p:cNvSpPr>
          <p:nvPr/>
        </p:nvSpPr>
        <p:spPr bwMode="auto">
          <a:xfrm>
            <a:off x="4300538" y="854075"/>
            <a:ext cx="1695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8: </a:t>
            </a:r>
            <a:r>
              <a:rPr lang="en-US" altLang="zh-CN">
                <a:solidFill>
                  <a:srgbClr val="CC0000"/>
                </a:solidFill>
                <a:latin typeface="Arial" panose="020B0604020202020204" pitchFamily="34" charset="0"/>
                <a:ea typeface="宋体" panose="02010600030101010101" pitchFamily="2" charset="-122"/>
              </a:rPr>
              <a:t>Store’s  Exec</a:t>
            </a:r>
          </a:p>
        </p:txBody>
      </p:sp>
      <p:sp>
        <p:nvSpPr>
          <p:cNvPr id="232" name="Rectangle 172">
            <a:extLst>
              <a:ext uri="{FF2B5EF4-FFF2-40B4-BE49-F238E27FC236}">
                <a16:creationId xmlns:a16="http://schemas.microsoft.com/office/drawing/2014/main" id="{D220E11E-BFAB-9073-5F3A-315C9BBB02ED}"/>
              </a:ext>
            </a:extLst>
          </p:cNvPr>
          <p:cNvSpPr>
            <a:spLocks noChangeArrowheads="1"/>
          </p:cNvSpPr>
          <p:nvPr/>
        </p:nvSpPr>
        <p:spPr bwMode="auto">
          <a:xfrm>
            <a:off x="6103938" y="841375"/>
            <a:ext cx="17986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4: </a:t>
            </a:r>
            <a:r>
              <a:rPr lang="en-US" altLang="zh-CN">
                <a:solidFill>
                  <a:srgbClr val="CC0000"/>
                </a:solidFill>
                <a:latin typeface="Arial" panose="020B0604020202020204" pitchFamily="34" charset="0"/>
                <a:ea typeface="宋体" panose="02010600030101010101" pitchFamily="2" charset="-122"/>
              </a:rPr>
              <a:t>R-type’s  Mem</a:t>
            </a:r>
          </a:p>
        </p:txBody>
      </p:sp>
      <p:sp>
        <p:nvSpPr>
          <p:cNvPr id="85192" name="Rectangle 213">
            <a:extLst>
              <a:ext uri="{FF2B5EF4-FFF2-40B4-BE49-F238E27FC236}">
                <a16:creationId xmlns:a16="http://schemas.microsoft.com/office/drawing/2014/main" id="{54F24002-43A2-EF89-65A0-D2A91E99514E}"/>
              </a:ext>
            </a:extLst>
          </p:cNvPr>
          <p:cNvSpPr>
            <a:spLocks noChangeArrowheads="1"/>
          </p:cNvSpPr>
          <p:nvPr/>
        </p:nvSpPr>
        <p:spPr bwMode="auto">
          <a:xfrm>
            <a:off x="8104188" y="585788"/>
            <a:ext cx="8699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0: </a:t>
            </a:r>
            <a:r>
              <a:rPr lang="en-US" altLang="zh-CN">
                <a:solidFill>
                  <a:srgbClr val="CC0000"/>
                </a:solidFill>
                <a:latin typeface="Arial" panose="020B0604020202020204" pitchFamily="34" charset="0"/>
                <a:ea typeface="宋体" panose="02010600030101010101" pitchFamily="2" charset="-122"/>
              </a:rPr>
              <a:t>Load’s  WB</a:t>
            </a:r>
          </a:p>
        </p:txBody>
      </p:sp>
      <p:sp>
        <p:nvSpPr>
          <p:cNvPr id="85193" name="Line 214">
            <a:extLst>
              <a:ext uri="{FF2B5EF4-FFF2-40B4-BE49-F238E27FC236}">
                <a16:creationId xmlns:a16="http://schemas.microsoft.com/office/drawing/2014/main" id="{F3D31128-927B-FBFF-0D14-AE3C21CF7E3E}"/>
              </a:ext>
            </a:extLst>
          </p:cNvPr>
          <p:cNvSpPr>
            <a:spLocks noChangeShapeType="1"/>
          </p:cNvSpPr>
          <p:nvPr/>
        </p:nvSpPr>
        <p:spPr bwMode="auto">
          <a:xfrm flipH="1">
            <a:off x="3505200" y="1144588"/>
            <a:ext cx="4686300" cy="650875"/>
          </a:xfrm>
          <a:prstGeom prst="line">
            <a:avLst/>
          </a:prstGeom>
          <a:noFill/>
          <a:ln w="1905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 name="Group 205">
            <a:extLst>
              <a:ext uri="{FF2B5EF4-FFF2-40B4-BE49-F238E27FC236}">
                <a16:creationId xmlns:a16="http://schemas.microsoft.com/office/drawing/2014/main" id="{D5793C00-4CA3-A19B-7BC0-193F4F46FAC6}"/>
              </a:ext>
            </a:extLst>
          </p:cNvPr>
          <p:cNvGrpSpPr>
            <a:grpSpLocks/>
          </p:cNvGrpSpPr>
          <p:nvPr/>
        </p:nvGrpSpPr>
        <p:grpSpPr bwMode="auto">
          <a:xfrm>
            <a:off x="3186113" y="4667250"/>
            <a:ext cx="5156200" cy="660400"/>
            <a:chOff x="2000" y="3248"/>
            <a:chExt cx="3248" cy="416"/>
          </a:xfrm>
        </p:grpSpPr>
        <p:sp>
          <p:nvSpPr>
            <p:cNvPr id="85195" name="Line 98">
              <a:extLst>
                <a:ext uri="{FF2B5EF4-FFF2-40B4-BE49-F238E27FC236}">
                  <a16:creationId xmlns:a16="http://schemas.microsoft.com/office/drawing/2014/main" id="{53152F4A-6E00-BBAE-E45A-A2D8032E1DB0}"/>
                </a:ext>
              </a:extLst>
            </p:cNvPr>
            <p:cNvSpPr>
              <a:spLocks noChangeShapeType="1"/>
            </p:cNvSpPr>
            <p:nvPr/>
          </p:nvSpPr>
          <p:spPr bwMode="auto">
            <a:xfrm>
              <a:off x="5086" y="3408"/>
              <a:ext cx="148" cy="0"/>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96" name="Line 99">
              <a:extLst>
                <a:ext uri="{FF2B5EF4-FFF2-40B4-BE49-F238E27FC236}">
                  <a16:creationId xmlns:a16="http://schemas.microsoft.com/office/drawing/2014/main" id="{E421921C-0768-C50E-03E9-F6C4310B0FA5}"/>
                </a:ext>
              </a:extLst>
            </p:cNvPr>
            <p:cNvSpPr>
              <a:spLocks noChangeShapeType="1"/>
            </p:cNvSpPr>
            <p:nvPr/>
          </p:nvSpPr>
          <p:spPr bwMode="auto">
            <a:xfrm flipH="1">
              <a:off x="5232" y="3406"/>
              <a:ext cx="0" cy="238"/>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97" name="Line 100">
              <a:extLst>
                <a:ext uri="{FF2B5EF4-FFF2-40B4-BE49-F238E27FC236}">
                  <a16:creationId xmlns:a16="http://schemas.microsoft.com/office/drawing/2014/main" id="{E8E05950-FF8E-05AF-85C4-76AD85A0A0DA}"/>
                </a:ext>
              </a:extLst>
            </p:cNvPr>
            <p:cNvSpPr>
              <a:spLocks noChangeShapeType="1"/>
            </p:cNvSpPr>
            <p:nvPr/>
          </p:nvSpPr>
          <p:spPr bwMode="auto">
            <a:xfrm flipH="1">
              <a:off x="2000" y="3648"/>
              <a:ext cx="3248" cy="0"/>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198" name="Line 101">
              <a:extLst>
                <a:ext uri="{FF2B5EF4-FFF2-40B4-BE49-F238E27FC236}">
                  <a16:creationId xmlns:a16="http://schemas.microsoft.com/office/drawing/2014/main" id="{BEDEC3F6-453D-0278-1EED-B187BD8479F4}"/>
                </a:ext>
              </a:extLst>
            </p:cNvPr>
            <p:cNvSpPr>
              <a:spLocks noChangeShapeType="1"/>
            </p:cNvSpPr>
            <p:nvPr/>
          </p:nvSpPr>
          <p:spPr bwMode="auto">
            <a:xfrm flipV="1">
              <a:off x="2016" y="3248"/>
              <a:ext cx="0" cy="416"/>
            </a:xfrm>
            <a:prstGeom prst="line">
              <a:avLst/>
            </a:prstGeom>
            <a:noFill/>
            <a:ln w="508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6" name="Group 204">
            <a:extLst>
              <a:ext uri="{FF2B5EF4-FFF2-40B4-BE49-F238E27FC236}">
                <a16:creationId xmlns:a16="http://schemas.microsoft.com/office/drawing/2014/main" id="{CF166449-3A4F-E22A-30D4-035E4EB5A572}"/>
              </a:ext>
            </a:extLst>
          </p:cNvPr>
          <p:cNvGrpSpPr>
            <a:grpSpLocks/>
          </p:cNvGrpSpPr>
          <p:nvPr/>
        </p:nvGrpSpPr>
        <p:grpSpPr bwMode="auto">
          <a:xfrm>
            <a:off x="3460750" y="4089400"/>
            <a:ext cx="5384800" cy="1397000"/>
            <a:chOff x="2192" y="2880"/>
            <a:chExt cx="3392" cy="880"/>
          </a:xfrm>
        </p:grpSpPr>
        <p:sp>
          <p:nvSpPr>
            <p:cNvPr id="85200" name="Line 66">
              <a:extLst>
                <a:ext uri="{FF2B5EF4-FFF2-40B4-BE49-F238E27FC236}">
                  <a16:creationId xmlns:a16="http://schemas.microsoft.com/office/drawing/2014/main" id="{EC7E8A18-6868-6BC8-5579-555FAC25D08B}"/>
                </a:ext>
              </a:extLst>
            </p:cNvPr>
            <p:cNvSpPr>
              <a:spLocks noChangeShapeType="1"/>
            </p:cNvSpPr>
            <p:nvPr/>
          </p:nvSpPr>
          <p:spPr bwMode="auto">
            <a:xfrm>
              <a:off x="5092" y="2880"/>
              <a:ext cx="244" cy="0"/>
            </a:xfrm>
            <a:prstGeom prst="line">
              <a:avLst/>
            </a:prstGeom>
            <a:noFill/>
            <a:ln w="508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201" name="Line 102">
              <a:extLst>
                <a:ext uri="{FF2B5EF4-FFF2-40B4-BE49-F238E27FC236}">
                  <a16:creationId xmlns:a16="http://schemas.microsoft.com/office/drawing/2014/main" id="{BE0FA348-80BC-C21C-E0A6-FFAFE0649ABC}"/>
                </a:ext>
              </a:extLst>
            </p:cNvPr>
            <p:cNvSpPr>
              <a:spLocks noChangeShapeType="1"/>
            </p:cNvSpPr>
            <p:nvPr/>
          </p:nvSpPr>
          <p:spPr bwMode="auto">
            <a:xfrm>
              <a:off x="5488" y="3120"/>
              <a:ext cx="82" cy="0"/>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202" name="Line 103">
              <a:extLst>
                <a:ext uri="{FF2B5EF4-FFF2-40B4-BE49-F238E27FC236}">
                  <a16:creationId xmlns:a16="http://schemas.microsoft.com/office/drawing/2014/main" id="{46C397B8-E28C-80E7-EB74-A04E468F249F}"/>
                </a:ext>
              </a:extLst>
            </p:cNvPr>
            <p:cNvSpPr>
              <a:spLocks noChangeShapeType="1"/>
            </p:cNvSpPr>
            <p:nvPr/>
          </p:nvSpPr>
          <p:spPr bwMode="auto">
            <a:xfrm>
              <a:off x="5568" y="3124"/>
              <a:ext cx="0" cy="604"/>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203" name="Line 104">
              <a:extLst>
                <a:ext uri="{FF2B5EF4-FFF2-40B4-BE49-F238E27FC236}">
                  <a16:creationId xmlns:a16="http://schemas.microsoft.com/office/drawing/2014/main" id="{D4236F16-54DC-C8F2-87DE-27084AC0E4F4}"/>
                </a:ext>
              </a:extLst>
            </p:cNvPr>
            <p:cNvSpPr>
              <a:spLocks noChangeShapeType="1"/>
            </p:cNvSpPr>
            <p:nvPr/>
          </p:nvSpPr>
          <p:spPr bwMode="auto">
            <a:xfrm flipH="1">
              <a:off x="2192" y="3744"/>
              <a:ext cx="3392" cy="0"/>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204" name="Line 105">
              <a:extLst>
                <a:ext uri="{FF2B5EF4-FFF2-40B4-BE49-F238E27FC236}">
                  <a16:creationId xmlns:a16="http://schemas.microsoft.com/office/drawing/2014/main" id="{C57F6085-E166-D60D-223D-C65804DB91EE}"/>
                </a:ext>
              </a:extLst>
            </p:cNvPr>
            <p:cNvSpPr>
              <a:spLocks noChangeShapeType="1"/>
            </p:cNvSpPr>
            <p:nvPr/>
          </p:nvSpPr>
          <p:spPr bwMode="auto">
            <a:xfrm flipV="1">
              <a:off x="2208" y="3248"/>
              <a:ext cx="0" cy="512"/>
            </a:xfrm>
            <a:prstGeom prst="line">
              <a:avLst/>
            </a:prstGeom>
            <a:noFill/>
            <a:ln w="508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205" name="Line 179">
              <a:extLst>
                <a:ext uri="{FF2B5EF4-FFF2-40B4-BE49-F238E27FC236}">
                  <a16:creationId xmlns:a16="http://schemas.microsoft.com/office/drawing/2014/main" id="{A2574D05-490F-C090-4294-65D671B73435}"/>
                </a:ext>
              </a:extLst>
            </p:cNvPr>
            <p:cNvSpPr>
              <a:spLocks noChangeShapeType="1"/>
            </p:cNvSpPr>
            <p:nvPr/>
          </p:nvSpPr>
          <p:spPr bwMode="auto">
            <a:xfrm>
              <a:off x="5326" y="2890"/>
              <a:ext cx="154" cy="232"/>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206" name="Line 178">
            <a:extLst>
              <a:ext uri="{FF2B5EF4-FFF2-40B4-BE49-F238E27FC236}">
                <a16:creationId xmlns:a16="http://schemas.microsoft.com/office/drawing/2014/main" id="{D8A1CBB6-B823-C118-2179-09A7E398EEDA}"/>
              </a:ext>
            </a:extLst>
          </p:cNvPr>
          <p:cNvSpPr>
            <a:spLocks noChangeShapeType="1"/>
          </p:cNvSpPr>
          <p:nvPr/>
        </p:nvSpPr>
        <p:spPr bwMode="auto">
          <a:xfrm>
            <a:off x="7454900" y="4065588"/>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207" name="Line 177">
            <a:extLst>
              <a:ext uri="{FF2B5EF4-FFF2-40B4-BE49-F238E27FC236}">
                <a16:creationId xmlns:a16="http://schemas.microsoft.com/office/drawing/2014/main" id="{D1236FD8-EC7A-6BBC-8ED2-365CB66D6AFC}"/>
              </a:ext>
            </a:extLst>
          </p:cNvPr>
          <p:cNvSpPr>
            <a:spLocks noChangeShapeType="1"/>
          </p:cNvSpPr>
          <p:nvPr/>
        </p:nvSpPr>
        <p:spPr bwMode="auto">
          <a:xfrm>
            <a:off x="6413500" y="4027488"/>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7" name="Group 206">
            <a:extLst>
              <a:ext uri="{FF2B5EF4-FFF2-40B4-BE49-F238E27FC236}">
                <a16:creationId xmlns:a16="http://schemas.microsoft.com/office/drawing/2014/main" id="{BDD7A728-A00F-D143-BBF3-13562F65C867}"/>
              </a:ext>
            </a:extLst>
          </p:cNvPr>
          <p:cNvGrpSpPr>
            <a:grpSpLocks/>
          </p:cNvGrpSpPr>
          <p:nvPr/>
        </p:nvGrpSpPr>
        <p:grpSpPr bwMode="auto">
          <a:xfrm>
            <a:off x="6180138" y="4003675"/>
            <a:ext cx="1577975" cy="701675"/>
            <a:chOff x="3886" y="2824"/>
            <a:chExt cx="994" cy="442"/>
          </a:xfrm>
        </p:grpSpPr>
        <p:sp>
          <p:nvSpPr>
            <p:cNvPr id="85209" name="Line 51">
              <a:extLst>
                <a:ext uri="{FF2B5EF4-FFF2-40B4-BE49-F238E27FC236}">
                  <a16:creationId xmlns:a16="http://schemas.microsoft.com/office/drawing/2014/main" id="{790780F3-BB55-BE10-37D3-2B011ADA411A}"/>
                </a:ext>
              </a:extLst>
            </p:cNvPr>
            <p:cNvSpPr>
              <a:spLocks noChangeShapeType="1"/>
            </p:cNvSpPr>
            <p:nvPr/>
          </p:nvSpPr>
          <p:spPr bwMode="auto">
            <a:xfrm flipV="1">
              <a:off x="3886" y="2832"/>
              <a:ext cx="148" cy="0"/>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210" name="Line 56">
              <a:extLst>
                <a:ext uri="{FF2B5EF4-FFF2-40B4-BE49-F238E27FC236}">
                  <a16:creationId xmlns:a16="http://schemas.microsoft.com/office/drawing/2014/main" id="{6323F89A-601D-8D1C-DBEF-03267763BC07}"/>
                </a:ext>
              </a:extLst>
            </p:cNvPr>
            <p:cNvSpPr>
              <a:spLocks noChangeShapeType="1"/>
            </p:cNvSpPr>
            <p:nvPr/>
          </p:nvSpPr>
          <p:spPr bwMode="auto">
            <a:xfrm>
              <a:off x="4032" y="2824"/>
              <a:ext cx="0" cy="442"/>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211" name="Line 57">
              <a:extLst>
                <a:ext uri="{FF2B5EF4-FFF2-40B4-BE49-F238E27FC236}">
                  <a16:creationId xmlns:a16="http://schemas.microsoft.com/office/drawing/2014/main" id="{893F1C48-1943-5019-86C5-8CC493DF861B}"/>
                </a:ext>
              </a:extLst>
            </p:cNvPr>
            <p:cNvSpPr>
              <a:spLocks noChangeShapeType="1"/>
            </p:cNvSpPr>
            <p:nvPr/>
          </p:nvSpPr>
          <p:spPr bwMode="auto">
            <a:xfrm>
              <a:off x="4018" y="3264"/>
              <a:ext cx="862" cy="0"/>
            </a:xfrm>
            <a:prstGeom prst="line">
              <a:avLst/>
            </a:prstGeom>
            <a:noFill/>
            <a:ln w="508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3" name="Line 97">
            <a:extLst>
              <a:ext uri="{FF2B5EF4-FFF2-40B4-BE49-F238E27FC236}">
                <a16:creationId xmlns:a16="http://schemas.microsoft.com/office/drawing/2014/main" id="{622EA8F5-1A7B-2AD7-845E-905CE97CAF44}"/>
              </a:ext>
            </a:extLst>
          </p:cNvPr>
          <p:cNvSpPr>
            <a:spLocks noChangeShapeType="1"/>
          </p:cNvSpPr>
          <p:nvPr/>
        </p:nvSpPr>
        <p:spPr bwMode="auto">
          <a:xfrm>
            <a:off x="6199188" y="4940300"/>
            <a:ext cx="1549400" cy="0"/>
          </a:xfrm>
          <a:prstGeom prst="line">
            <a:avLst/>
          </a:prstGeom>
          <a:noFill/>
          <a:ln w="508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8" name="Group 207">
            <a:extLst>
              <a:ext uri="{FF2B5EF4-FFF2-40B4-BE49-F238E27FC236}">
                <a16:creationId xmlns:a16="http://schemas.microsoft.com/office/drawing/2014/main" id="{11801ED0-0DE1-A4C3-F0F4-3125B95A9A44}"/>
              </a:ext>
            </a:extLst>
          </p:cNvPr>
          <p:cNvGrpSpPr>
            <a:grpSpLocks/>
          </p:cNvGrpSpPr>
          <p:nvPr/>
        </p:nvGrpSpPr>
        <p:grpSpPr bwMode="auto">
          <a:xfrm>
            <a:off x="4379913" y="3330575"/>
            <a:ext cx="482600" cy="228600"/>
            <a:chOff x="2752" y="2400"/>
            <a:chExt cx="304" cy="144"/>
          </a:xfrm>
        </p:grpSpPr>
        <p:sp>
          <p:nvSpPr>
            <p:cNvPr id="85214" name="Line 45">
              <a:extLst>
                <a:ext uri="{FF2B5EF4-FFF2-40B4-BE49-F238E27FC236}">
                  <a16:creationId xmlns:a16="http://schemas.microsoft.com/office/drawing/2014/main" id="{721CBA49-DB27-05A2-63D0-37495153FB37}"/>
                </a:ext>
              </a:extLst>
            </p:cNvPr>
            <p:cNvSpPr>
              <a:spLocks noChangeShapeType="1"/>
            </p:cNvSpPr>
            <p:nvPr/>
          </p:nvSpPr>
          <p:spPr bwMode="auto">
            <a:xfrm>
              <a:off x="2752" y="2400"/>
              <a:ext cx="304"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215" name="Line 47">
              <a:extLst>
                <a:ext uri="{FF2B5EF4-FFF2-40B4-BE49-F238E27FC236}">
                  <a16:creationId xmlns:a16="http://schemas.microsoft.com/office/drawing/2014/main" id="{45F8A041-8D40-9660-BD8A-A767B5F668A2}"/>
                </a:ext>
              </a:extLst>
            </p:cNvPr>
            <p:cNvSpPr>
              <a:spLocks noChangeShapeType="1"/>
            </p:cNvSpPr>
            <p:nvPr/>
          </p:nvSpPr>
          <p:spPr bwMode="auto">
            <a:xfrm>
              <a:off x="2752" y="2544"/>
              <a:ext cx="304"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9" name="Group 208">
            <a:extLst>
              <a:ext uri="{FF2B5EF4-FFF2-40B4-BE49-F238E27FC236}">
                <a16:creationId xmlns:a16="http://schemas.microsoft.com/office/drawing/2014/main" id="{5EE120D7-F2A8-8B1C-0159-A2D23196E84B}"/>
              </a:ext>
            </a:extLst>
          </p:cNvPr>
          <p:cNvGrpSpPr>
            <a:grpSpLocks/>
          </p:cNvGrpSpPr>
          <p:nvPr/>
        </p:nvGrpSpPr>
        <p:grpSpPr bwMode="auto">
          <a:xfrm>
            <a:off x="4329113" y="3863975"/>
            <a:ext cx="1524000" cy="698500"/>
            <a:chOff x="2720" y="2736"/>
            <a:chExt cx="960" cy="440"/>
          </a:xfrm>
        </p:grpSpPr>
        <p:sp>
          <p:nvSpPr>
            <p:cNvPr id="85217" name="Line 52">
              <a:extLst>
                <a:ext uri="{FF2B5EF4-FFF2-40B4-BE49-F238E27FC236}">
                  <a16:creationId xmlns:a16="http://schemas.microsoft.com/office/drawing/2014/main" id="{66AA902B-37D7-0D0D-1548-792A4FCC9E0C}"/>
                </a:ext>
              </a:extLst>
            </p:cNvPr>
            <p:cNvSpPr>
              <a:spLocks noChangeShapeType="1"/>
            </p:cNvSpPr>
            <p:nvPr/>
          </p:nvSpPr>
          <p:spPr bwMode="auto">
            <a:xfrm>
              <a:off x="2832" y="2752"/>
              <a:ext cx="0" cy="424"/>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218" name="Line 53">
              <a:extLst>
                <a:ext uri="{FF2B5EF4-FFF2-40B4-BE49-F238E27FC236}">
                  <a16:creationId xmlns:a16="http://schemas.microsoft.com/office/drawing/2014/main" id="{7BF3FD0B-3135-3EBF-A6D8-02B1DBA8505E}"/>
                </a:ext>
              </a:extLst>
            </p:cNvPr>
            <p:cNvSpPr>
              <a:spLocks noChangeShapeType="1"/>
            </p:cNvSpPr>
            <p:nvPr/>
          </p:nvSpPr>
          <p:spPr bwMode="auto">
            <a:xfrm>
              <a:off x="2830" y="3168"/>
              <a:ext cx="850"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219" name="Line 176">
              <a:extLst>
                <a:ext uri="{FF2B5EF4-FFF2-40B4-BE49-F238E27FC236}">
                  <a16:creationId xmlns:a16="http://schemas.microsoft.com/office/drawing/2014/main" id="{7129F14B-8BD9-DD3E-BE23-6F4CDC76E2A2}"/>
                </a:ext>
              </a:extLst>
            </p:cNvPr>
            <p:cNvSpPr>
              <a:spLocks noChangeShapeType="1"/>
            </p:cNvSpPr>
            <p:nvPr/>
          </p:nvSpPr>
          <p:spPr bwMode="auto">
            <a:xfrm flipH="1">
              <a:off x="2720" y="2736"/>
              <a:ext cx="128" cy="0"/>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1" name="Line 34">
            <a:extLst>
              <a:ext uri="{FF2B5EF4-FFF2-40B4-BE49-F238E27FC236}">
                <a16:creationId xmlns:a16="http://schemas.microsoft.com/office/drawing/2014/main" id="{E4FDC8C5-B896-9E0F-8B77-1169C9D8BFDF}"/>
              </a:ext>
            </a:extLst>
          </p:cNvPr>
          <p:cNvSpPr>
            <a:spLocks noChangeShapeType="1"/>
          </p:cNvSpPr>
          <p:nvPr/>
        </p:nvSpPr>
        <p:spPr bwMode="auto">
          <a:xfrm>
            <a:off x="5494338" y="4067175"/>
            <a:ext cx="387350"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221" name="Line 111">
            <a:extLst>
              <a:ext uri="{FF2B5EF4-FFF2-40B4-BE49-F238E27FC236}">
                <a16:creationId xmlns:a16="http://schemas.microsoft.com/office/drawing/2014/main" id="{02957071-576F-70AA-5E03-F8086F566D55}"/>
              </a:ext>
            </a:extLst>
          </p:cNvPr>
          <p:cNvSpPr>
            <a:spLocks noChangeShapeType="1"/>
          </p:cNvSpPr>
          <p:nvPr/>
        </p:nvSpPr>
        <p:spPr bwMode="auto">
          <a:xfrm>
            <a:off x="4532313" y="3852863"/>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3" name="Text Box 211">
            <a:extLst>
              <a:ext uri="{FF2B5EF4-FFF2-40B4-BE49-F238E27FC236}">
                <a16:creationId xmlns:a16="http://schemas.microsoft.com/office/drawing/2014/main" id="{A6501586-0690-027C-930E-4B161F7552FD}"/>
              </a:ext>
            </a:extLst>
          </p:cNvPr>
          <p:cNvSpPr txBox="1">
            <a:spLocks noChangeArrowheads="1"/>
          </p:cNvSpPr>
          <p:nvPr/>
        </p:nvSpPr>
        <p:spPr bwMode="auto">
          <a:xfrm>
            <a:off x="39688" y="5173663"/>
            <a:ext cx="2238375"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zh-CN" altLang="en-US" sz="1900">
                <a:solidFill>
                  <a:srgbClr val="CC0000"/>
                </a:solidFill>
                <a:latin typeface="Arial" panose="020B0604020202020204" pitchFamily="34" charset="0"/>
                <a:ea typeface="黑体" panose="02010609060101010101" pitchFamily="49" charset="-122"/>
              </a:rPr>
              <a:t>同一周期寄存器有读和写，可能吗？</a:t>
            </a:r>
            <a:endParaRPr lang="en-US" altLang="zh-CN" sz="1900">
              <a:solidFill>
                <a:srgbClr val="CC0000"/>
              </a:solidFill>
              <a:latin typeface="Arial" panose="020B0604020202020204" pitchFamily="34" charset="0"/>
              <a:ea typeface="黑体" panose="02010609060101010101" pitchFamily="49" charset="-122"/>
            </a:endParaRPr>
          </a:p>
        </p:txBody>
      </p:sp>
      <p:sp>
        <p:nvSpPr>
          <p:cNvPr id="264" name="Text Box 212">
            <a:extLst>
              <a:ext uri="{FF2B5EF4-FFF2-40B4-BE49-F238E27FC236}">
                <a16:creationId xmlns:a16="http://schemas.microsoft.com/office/drawing/2014/main" id="{B59662B6-9F0F-65E2-CD3F-94A4CA758B33}"/>
              </a:ext>
            </a:extLst>
          </p:cNvPr>
          <p:cNvSpPr txBox="1">
            <a:spLocks noChangeArrowheads="1"/>
          </p:cNvSpPr>
          <p:nvPr/>
        </p:nvSpPr>
        <p:spPr bwMode="auto">
          <a:xfrm>
            <a:off x="2871788" y="6059488"/>
            <a:ext cx="30575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1900">
                <a:ea typeface="黑体" panose="02010609060101010101" pitchFamily="49" charset="-122"/>
              </a:rPr>
              <a:t>寄存器的写口和读口可看成是独立的两个部件！</a:t>
            </a:r>
            <a:endParaRPr lang="en-US" altLang="zh-CN" sz="1900">
              <a:ea typeface="黑体" panose="02010609060101010101" pitchFamily="49" charset="-122"/>
            </a:endParaRPr>
          </a:p>
        </p:txBody>
      </p:sp>
      <p:sp>
        <p:nvSpPr>
          <p:cNvPr id="6" name="矩形 5">
            <a:extLst>
              <a:ext uri="{FF2B5EF4-FFF2-40B4-BE49-F238E27FC236}">
                <a16:creationId xmlns:a16="http://schemas.microsoft.com/office/drawing/2014/main" id="{46322684-022A-3EF6-330D-F253D48384E3}"/>
              </a:ext>
            </a:extLst>
          </p:cNvPr>
          <p:cNvSpPr>
            <a:spLocks noChangeArrowheads="1"/>
          </p:cNvSpPr>
          <p:nvPr/>
        </p:nvSpPr>
        <p:spPr bwMode="auto">
          <a:xfrm>
            <a:off x="53975" y="5830888"/>
            <a:ext cx="27495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1900">
                <a:solidFill>
                  <a:srgbClr val="008000"/>
                </a:solidFill>
                <a:latin typeface="Arial" panose="020B0604020202020204" pitchFamily="34" charset="0"/>
                <a:ea typeface="黑体" panose="02010609060101010101" pitchFamily="49" charset="-122"/>
              </a:rPr>
              <a:t>利用时钟上升和下降沿两次触发，能做到前半周期写，后半周期读</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11">
                                            <p:txEl>
                                              <p:pRg st="0" end="0"/>
                                            </p:txEl>
                                          </p:spTgt>
                                        </p:tgtEl>
                                        <p:attrNameLst>
                                          <p:attrName>style.visibility</p:attrName>
                                        </p:attrNameLst>
                                      </p:cBhvr>
                                      <p:to>
                                        <p:strVal val="visible"/>
                                      </p:to>
                                    </p:set>
                                    <p:animEffect transition="in" filter="blinds(horizontal)">
                                      <p:cBhvr>
                                        <p:cTn id="7" dur="500"/>
                                        <p:tgtEl>
                                          <p:spTgt spid="717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55">
                                            <p:txEl>
                                              <p:pRg st="0" end="0"/>
                                            </p:txEl>
                                          </p:spTgt>
                                        </p:tgtEl>
                                        <p:attrNameLst>
                                          <p:attrName>style.visibility</p:attrName>
                                        </p:attrNameLst>
                                      </p:cBhvr>
                                      <p:to>
                                        <p:strVal val="visible"/>
                                      </p:to>
                                    </p:set>
                                    <p:animEffect transition="in" filter="blinds(horizontal)">
                                      <p:cBhvr>
                                        <p:cTn id="12" dur="500"/>
                                        <p:tgtEl>
                                          <p:spTgt spid="7175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2"/>
                                        </p:tgtEl>
                                        <p:attrNameLst>
                                          <p:attrName>style.visibility</p:attrName>
                                        </p:attrNameLst>
                                      </p:cBhvr>
                                      <p:to>
                                        <p:strVal val="visible"/>
                                      </p:to>
                                    </p:set>
                                    <p:animEffect transition="in" filter="blinds(horizontal)">
                                      <p:cBhvr>
                                        <p:cTn id="27" dur="500"/>
                                        <p:tgtEl>
                                          <p:spTgt spid="2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1801">
                                            <p:txEl>
                                              <p:pRg st="0" end="0"/>
                                            </p:txEl>
                                          </p:spTgt>
                                        </p:tgtEl>
                                        <p:attrNameLst>
                                          <p:attrName>style.visibility</p:attrName>
                                        </p:attrNameLst>
                                      </p:cBhvr>
                                      <p:to>
                                        <p:strVal val="visible"/>
                                      </p:to>
                                    </p:set>
                                    <p:animEffect transition="in" filter="blinds(horizontal)">
                                      <p:cBhvr>
                                        <p:cTn id="32" dur="500"/>
                                        <p:tgtEl>
                                          <p:spTgt spid="71801">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23">
                                            <p:txEl>
                                              <p:pRg st="0" end="0"/>
                                            </p:txEl>
                                          </p:spTgt>
                                        </p:tgtEl>
                                        <p:attrNameLst>
                                          <p:attrName>style.visibility</p:attrName>
                                        </p:attrNameLst>
                                      </p:cBhvr>
                                      <p:to>
                                        <p:strVal val="visible"/>
                                      </p:to>
                                    </p:set>
                                    <p:animEffect transition="in" filter="blinds(horizontal)">
                                      <p:cBhvr>
                                        <p:cTn id="37" dur="500"/>
                                        <p:tgtEl>
                                          <p:spTgt spid="223">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869"/>
                                        </p:tgtEl>
                                        <p:attrNameLst>
                                          <p:attrName>style.visibility</p:attrName>
                                        </p:attrNameLst>
                                      </p:cBhvr>
                                      <p:to>
                                        <p:strVal val="visible"/>
                                      </p:to>
                                    </p:set>
                                    <p:animEffect transition="in" filter="blinds(horizontal)">
                                      <p:cBhvr>
                                        <p:cTn id="42" dur="500"/>
                                        <p:tgtEl>
                                          <p:spTgt spid="7186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blinds(horizontal)">
                                      <p:cBhvr>
                                        <p:cTn id="47" dur="500"/>
                                        <p:tgtEl>
                                          <p:spTgt spid="1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53"/>
                                        </p:tgtEl>
                                        <p:attrNameLst>
                                          <p:attrName>style.visibility</p:attrName>
                                        </p:attrNameLst>
                                      </p:cBhvr>
                                      <p:to>
                                        <p:strVal val="visible"/>
                                      </p:to>
                                    </p:set>
                                    <p:animEffect transition="in" filter="blinds(horizontal)">
                                      <p:cBhvr>
                                        <p:cTn id="52" dur="500"/>
                                        <p:tgtEl>
                                          <p:spTgt spid="25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31"/>
                                        </p:tgtEl>
                                        <p:attrNameLst>
                                          <p:attrName>style.visibility</p:attrName>
                                        </p:attrNameLst>
                                      </p:cBhvr>
                                      <p:to>
                                        <p:strVal val="visible"/>
                                      </p:to>
                                    </p:set>
                                    <p:animEffect transition="in" filter="blinds(horizontal)">
                                      <p:cBhvr>
                                        <p:cTn id="57" dur="500"/>
                                        <p:tgtEl>
                                          <p:spTgt spid="23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71722">
                                            <p:txEl>
                                              <p:pRg st="0" end="0"/>
                                            </p:txEl>
                                          </p:spTgt>
                                        </p:tgtEl>
                                        <p:attrNameLst>
                                          <p:attrName>style.visibility</p:attrName>
                                        </p:attrNameLst>
                                      </p:cBhvr>
                                      <p:to>
                                        <p:strVal val="visible"/>
                                      </p:to>
                                    </p:set>
                                    <p:animEffect transition="in" filter="blinds(horizontal)">
                                      <p:cBhvr>
                                        <p:cTn id="62" dur="500"/>
                                        <p:tgtEl>
                                          <p:spTgt spid="71722">
                                            <p:txEl>
                                              <p:pRg st="0" end="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71764">
                                            <p:txEl>
                                              <p:pRg st="0" end="0"/>
                                            </p:txEl>
                                          </p:spTgt>
                                        </p:tgtEl>
                                        <p:attrNameLst>
                                          <p:attrName>style.visibility</p:attrName>
                                        </p:attrNameLst>
                                      </p:cBhvr>
                                      <p:to>
                                        <p:strVal val="visible"/>
                                      </p:to>
                                    </p:set>
                                    <p:animEffect transition="in" filter="blinds(horizontal)">
                                      <p:cBhvr>
                                        <p:cTn id="67" dur="500"/>
                                        <p:tgtEl>
                                          <p:spTgt spid="71764">
                                            <p:txEl>
                                              <p:pRg st="0" end="0"/>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71723">
                                            <p:txEl>
                                              <p:pRg st="0" end="0"/>
                                            </p:txEl>
                                          </p:spTgt>
                                        </p:tgtEl>
                                        <p:attrNameLst>
                                          <p:attrName>style.visibility</p:attrName>
                                        </p:attrNameLst>
                                      </p:cBhvr>
                                      <p:to>
                                        <p:strVal val="visible"/>
                                      </p:to>
                                    </p:set>
                                    <p:animEffect transition="in" filter="blinds(horizontal)">
                                      <p:cBhvr>
                                        <p:cTn id="72" dur="500"/>
                                        <p:tgtEl>
                                          <p:spTgt spid="71723">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blinds(horizontal)">
                                      <p:cBhvr>
                                        <p:cTn id="77" dur="500"/>
                                        <p:tgtEl>
                                          <p:spTgt spid="1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blinds(horizontal)">
                                      <p:cBhvr>
                                        <p:cTn id="82" dur="500"/>
                                        <p:tgtEl>
                                          <p:spTgt spid="1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261"/>
                                        </p:tgtEl>
                                        <p:attrNameLst>
                                          <p:attrName>style.visibility</p:attrName>
                                        </p:attrNameLst>
                                      </p:cBhvr>
                                      <p:to>
                                        <p:strVal val="visible"/>
                                      </p:to>
                                    </p:set>
                                    <p:animEffect transition="in" filter="blinds(horizontal)">
                                      <p:cBhvr>
                                        <p:cTn id="87" dur="500"/>
                                        <p:tgtEl>
                                          <p:spTgt spid="26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30"/>
                                        </p:tgtEl>
                                        <p:attrNameLst>
                                          <p:attrName>style.visibility</p:attrName>
                                        </p:attrNameLst>
                                      </p:cBhvr>
                                      <p:to>
                                        <p:strVal val="visible"/>
                                      </p:to>
                                    </p:set>
                                    <p:animEffect transition="in" filter="blinds(horizontal)">
                                      <p:cBhvr>
                                        <p:cTn id="92" dur="500"/>
                                        <p:tgtEl>
                                          <p:spTgt spid="230"/>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71713">
                                            <p:txEl>
                                              <p:pRg st="0" end="0"/>
                                            </p:txEl>
                                          </p:spTgt>
                                        </p:tgtEl>
                                        <p:attrNameLst>
                                          <p:attrName>style.visibility</p:attrName>
                                        </p:attrNameLst>
                                      </p:cBhvr>
                                      <p:to>
                                        <p:strVal val="visible"/>
                                      </p:to>
                                    </p:set>
                                    <p:animEffect transition="in" filter="blinds(horizontal)">
                                      <p:cBhvr>
                                        <p:cTn id="97" dur="500"/>
                                        <p:tgtEl>
                                          <p:spTgt spid="71713">
                                            <p:txEl>
                                              <p:pRg st="0" end="0"/>
                                            </p:txEl>
                                          </p:spTgt>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10" fill="hold" nodeType="clickEffect">
                                  <p:stCondLst>
                                    <p:cond delay="0"/>
                                  </p:stCondLst>
                                  <p:childTnLst>
                                    <p:set>
                                      <p:cBhvr>
                                        <p:cTn id="101" dur="1" fill="hold">
                                          <p:stCondLst>
                                            <p:cond delay="0"/>
                                          </p:stCondLst>
                                        </p:cTn>
                                        <p:tgtEl>
                                          <p:spTgt spid="4"/>
                                        </p:tgtEl>
                                        <p:attrNameLst>
                                          <p:attrName>style.visibility</p:attrName>
                                        </p:attrNameLst>
                                      </p:cBhvr>
                                      <p:to>
                                        <p:strVal val="visible"/>
                                      </p:to>
                                    </p:set>
                                    <p:animEffect transition="in" filter="blinds(horizontal)">
                                      <p:cBhvr>
                                        <p:cTn id="102" dur="500"/>
                                        <p:tgtEl>
                                          <p:spTgt spid="4"/>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3" presetClass="entr" presetSubtype="10" fill="hold" nodeType="clickEffect">
                                  <p:stCondLst>
                                    <p:cond delay="0"/>
                                  </p:stCondLst>
                                  <p:childTnLst>
                                    <p:set>
                                      <p:cBhvr>
                                        <p:cTn id="106" dur="1" fill="hold">
                                          <p:stCondLst>
                                            <p:cond delay="0"/>
                                          </p:stCondLst>
                                        </p:cTn>
                                        <p:tgtEl>
                                          <p:spTgt spid="2"/>
                                        </p:tgtEl>
                                        <p:attrNameLst>
                                          <p:attrName>style.visibility</p:attrName>
                                        </p:attrNameLst>
                                      </p:cBhvr>
                                      <p:to>
                                        <p:strVal val="visible"/>
                                      </p:to>
                                    </p:set>
                                    <p:animEffect transition="in" filter="blinds(horizontal)">
                                      <p:cBhvr>
                                        <p:cTn id="107" dur="500"/>
                                        <p:tgtEl>
                                          <p:spTgt spid="2"/>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4" presetClass="entr" presetSubtype="10" fill="hold" nodeType="clickEffect">
                                  <p:stCondLst>
                                    <p:cond delay="0"/>
                                  </p:stCondLst>
                                  <p:childTnLst>
                                    <p:set>
                                      <p:cBhvr>
                                        <p:cTn id="111" dur="1" fill="hold">
                                          <p:stCondLst>
                                            <p:cond delay="0"/>
                                          </p:stCondLst>
                                        </p:cTn>
                                        <p:tgtEl>
                                          <p:spTgt spid="64584"/>
                                        </p:tgtEl>
                                        <p:attrNameLst>
                                          <p:attrName>style.visibility</p:attrName>
                                        </p:attrNameLst>
                                      </p:cBhvr>
                                      <p:to>
                                        <p:strVal val="visible"/>
                                      </p:to>
                                    </p:set>
                                    <p:animEffect transition="in" filter="randombar(horizontal)">
                                      <p:cBhvr>
                                        <p:cTn id="112" dur="500"/>
                                        <p:tgtEl>
                                          <p:spTgt spid="64584"/>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3" presetClass="entr" presetSubtype="10" fill="hold" grpId="0" nodeType="clickEffect">
                                  <p:stCondLst>
                                    <p:cond delay="0"/>
                                  </p:stCondLst>
                                  <p:childTnLst>
                                    <p:set>
                                      <p:cBhvr>
                                        <p:cTn id="116" dur="1" fill="hold">
                                          <p:stCondLst>
                                            <p:cond delay="0"/>
                                          </p:stCondLst>
                                        </p:cTn>
                                        <p:tgtEl>
                                          <p:spTgt spid="229"/>
                                        </p:tgtEl>
                                        <p:attrNameLst>
                                          <p:attrName>style.visibility</p:attrName>
                                        </p:attrNameLst>
                                      </p:cBhvr>
                                      <p:to>
                                        <p:strVal val="visible"/>
                                      </p:to>
                                    </p:set>
                                    <p:animEffect transition="in" filter="blinds(horizontal)">
                                      <p:cBhvr>
                                        <p:cTn id="117" dur="500"/>
                                        <p:tgtEl>
                                          <p:spTgt spid="229"/>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3" presetClass="entr" presetSubtype="10" fill="hold" nodeType="clickEffect">
                                  <p:stCondLst>
                                    <p:cond delay="0"/>
                                  </p:stCondLst>
                                  <p:childTnLst>
                                    <p:set>
                                      <p:cBhvr>
                                        <p:cTn id="121" dur="1" fill="hold">
                                          <p:stCondLst>
                                            <p:cond delay="0"/>
                                          </p:stCondLst>
                                        </p:cTn>
                                        <p:tgtEl>
                                          <p:spTgt spid="263">
                                            <p:txEl>
                                              <p:pRg st="0" end="0"/>
                                            </p:txEl>
                                          </p:spTgt>
                                        </p:tgtEl>
                                        <p:attrNameLst>
                                          <p:attrName>style.visibility</p:attrName>
                                        </p:attrNameLst>
                                      </p:cBhvr>
                                      <p:to>
                                        <p:strVal val="visible"/>
                                      </p:to>
                                    </p:set>
                                    <p:animEffect transition="in" filter="blinds(horizontal)">
                                      <p:cBhvr>
                                        <p:cTn id="122" dur="500"/>
                                        <p:tgtEl>
                                          <p:spTgt spid="263">
                                            <p:txEl>
                                              <p:pRg st="0" end="0"/>
                                            </p:txEl>
                                          </p:spTgt>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4" presetClass="entr" presetSubtype="10" fill="hold" grpId="0" nodeType="clickEffect">
                                  <p:stCondLst>
                                    <p:cond delay="0"/>
                                  </p:stCondLst>
                                  <p:childTnLst>
                                    <p:set>
                                      <p:cBhvr>
                                        <p:cTn id="126" dur="1" fill="hold">
                                          <p:stCondLst>
                                            <p:cond delay="0"/>
                                          </p:stCondLst>
                                        </p:cTn>
                                        <p:tgtEl>
                                          <p:spTgt spid="6"/>
                                        </p:tgtEl>
                                        <p:attrNameLst>
                                          <p:attrName>style.visibility</p:attrName>
                                        </p:attrNameLst>
                                      </p:cBhvr>
                                      <p:to>
                                        <p:strVal val="visible"/>
                                      </p:to>
                                    </p:set>
                                    <p:animEffect transition="in" filter="randombar(horizontal)">
                                      <p:cBhvr>
                                        <p:cTn id="127" dur="500"/>
                                        <p:tgtEl>
                                          <p:spTgt spid="6"/>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264"/>
                                        </p:tgtEl>
                                        <p:attrNameLst>
                                          <p:attrName>style.visibility</p:attrName>
                                        </p:attrNameLst>
                                      </p:cBhvr>
                                      <p:to>
                                        <p:strVal val="visible"/>
                                      </p:to>
                                    </p:set>
                                    <p:animEffect transition="in" filter="blinds(horizontal)">
                                      <p:cBhvr>
                                        <p:cTn id="132" dur="500"/>
                                        <p:tgtEl>
                                          <p:spTgt spid="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69" grpId="0" bldLvl="0" animBg="1"/>
      <p:bldP spid="229" grpId="0"/>
      <p:bldP spid="230" grpId="0"/>
      <p:bldP spid="231" grpId="0"/>
      <p:bldP spid="232" grpId="0"/>
      <p:bldP spid="264"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Line 175">
            <a:extLst>
              <a:ext uri="{FF2B5EF4-FFF2-40B4-BE49-F238E27FC236}">
                <a16:creationId xmlns:a16="http://schemas.microsoft.com/office/drawing/2014/main" id="{68E98168-942E-6F6E-30C4-86949FBEC19E}"/>
              </a:ext>
            </a:extLst>
          </p:cNvPr>
          <p:cNvSpPr>
            <a:spLocks noChangeShapeType="1"/>
          </p:cNvSpPr>
          <p:nvPr/>
        </p:nvSpPr>
        <p:spPr bwMode="auto">
          <a:xfrm>
            <a:off x="2667000" y="3508375"/>
            <a:ext cx="0" cy="395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42" name="Rectangle 2">
            <a:extLst>
              <a:ext uri="{FF2B5EF4-FFF2-40B4-BE49-F238E27FC236}">
                <a16:creationId xmlns:a16="http://schemas.microsoft.com/office/drawing/2014/main" id="{AFEC3A92-F683-B898-7624-DC3C077E68E0}"/>
              </a:ext>
            </a:extLst>
          </p:cNvPr>
          <p:cNvSpPr>
            <a:spLocks noGrp="1" noChangeArrowheads="1"/>
          </p:cNvSpPr>
          <p:nvPr>
            <p:ph type="title"/>
          </p:nvPr>
        </p:nvSpPr>
        <p:spPr>
          <a:xfrm>
            <a:off x="800100" y="228600"/>
            <a:ext cx="4840288" cy="373063"/>
          </a:xfrm>
        </p:spPr>
        <p:txBody>
          <a:bodyPr/>
          <a:lstStyle/>
          <a:p>
            <a:r>
              <a:rPr lang="zh-CN" altLang="en-US">
                <a:ea typeface="宋体" panose="02010600030101010101" pitchFamily="2" charset="-122"/>
              </a:rPr>
              <a:t>第六周期结束时的状态：</a:t>
            </a:r>
          </a:p>
        </p:txBody>
      </p:sp>
      <p:sp>
        <p:nvSpPr>
          <p:cNvPr id="87043" name="Rectangle 4">
            <a:extLst>
              <a:ext uri="{FF2B5EF4-FFF2-40B4-BE49-F238E27FC236}">
                <a16:creationId xmlns:a16="http://schemas.microsoft.com/office/drawing/2014/main" id="{BB040406-86A6-AC12-0BB8-029E09CF052A}"/>
              </a:ext>
            </a:extLst>
          </p:cNvPr>
          <p:cNvSpPr>
            <a:spLocks noChangeArrowheads="1"/>
          </p:cNvSpPr>
          <p:nvPr/>
        </p:nvSpPr>
        <p:spPr bwMode="auto">
          <a:xfrm>
            <a:off x="2212975" y="30765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044" name="Rectangle 5">
            <a:extLst>
              <a:ext uri="{FF2B5EF4-FFF2-40B4-BE49-F238E27FC236}">
                <a16:creationId xmlns:a16="http://schemas.microsoft.com/office/drawing/2014/main" id="{9804E929-3737-B354-4FCE-F9544C539691}"/>
              </a:ext>
            </a:extLst>
          </p:cNvPr>
          <p:cNvSpPr>
            <a:spLocks noChangeArrowheads="1"/>
          </p:cNvSpPr>
          <p:nvPr/>
        </p:nvSpPr>
        <p:spPr bwMode="auto">
          <a:xfrm rot="5400000">
            <a:off x="1356519" y="4006057"/>
            <a:ext cx="1989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IF/ID</a:t>
            </a:r>
            <a:r>
              <a:rPr lang="en-US" altLang="zh-CN">
                <a:ea typeface="宋体" panose="02010600030101010101" pitchFamily="2" charset="-122"/>
              </a:rPr>
              <a:t>: ?? Instruction</a:t>
            </a:r>
          </a:p>
        </p:txBody>
      </p:sp>
      <p:sp>
        <p:nvSpPr>
          <p:cNvPr id="87045" name="Line 6">
            <a:extLst>
              <a:ext uri="{FF2B5EF4-FFF2-40B4-BE49-F238E27FC236}">
                <a16:creationId xmlns:a16="http://schemas.microsoft.com/office/drawing/2014/main" id="{7360D042-A98E-2C28-4AF7-37A6094405DB}"/>
              </a:ext>
            </a:extLst>
          </p:cNvPr>
          <p:cNvSpPr>
            <a:spLocks noChangeShapeType="1"/>
          </p:cNvSpPr>
          <p:nvPr/>
        </p:nvSpPr>
        <p:spPr bwMode="auto">
          <a:xfrm>
            <a:off x="2362200" y="27717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46" name="Rectangle 7">
            <a:extLst>
              <a:ext uri="{FF2B5EF4-FFF2-40B4-BE49-F238E27FC236}">
                <a16:creationId xmlns:a16="http://schemas.microsoft.com/office/drawing/2014/main" id="{DE84DD71-E5B7-9C41-8CC2-BB8A1831F05B}"/>
              </a:ext>
            </a:extLst>
          </p:cNvPr>
          <p:cNvSpPr>
            <a:spLocks noChangeArrowheads="1"/>
          </p:cNvSpPr>
          <p:nvPr/>
        </p:nvSpPr>
        <p:spPr bwMode="auto">
          <a:xfrm>
            <a:off x="4041775" y="30765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047" name="Rectangle 8">
            <a:extLst>
              <a:ext uri="{FF2B5EF4-FFF2-40B4-BE49-F238E27FC236}">
                <a16:creationId xmlns:a16="http://schemas.microsoft.com/office/drawing/2014/main" id="{DC9E0501-9D8C-28D4-0FE4-3E449BCC014D}"/>
              </a:ext>
            </a:extLst>
          </p:cNvPr>
          <p:cNvSpPr>
            <a:spLocks noChangeArrowheads="1"/>
          </p:cNvSpPr>
          <p:nvPr/>
        </p:nvSpPr>
        <p:spPr bwMode="auto">
          <a:xfrm rot="5400000">
            <a:off x="3135313" y="4081463"/>
            <a:ext cx="2089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ID/EX</a:t>
            </a:r>
            <a:r>
              <a:rPr lang="en-US" altLang="zh-CN">
                <a:ea typeface="宋体" panose="02010600030101010101" pitchFamily="2" charset="-122"/>
              </a:rPr>
              <a:t>: ??’s busA &amp; B</a:t>
            </a:r>
          </a:p>
        </p:txBody>
      </p:sp>
      <p:sp>
        <p:nvSpPr>
          <p:cNvPr id="87048" name="Rectangle 9">
            <a:extLst>
              <a:ext uri="{FF2B5EF4-FFF2-40B4-BE49-F238E27FC236}">
                <a16:creationId xmlns:a16="http://schemas.microsoft.com/office/drawing/2014/main" id="{53E63E57-700E-FB19-053A-718A99CF254F}"/>
              </a:ext>
            </a:extLst>
          </p:cNvPr>
          <p:cNvSpPr>
            <a:spLocks noChangeArrowheads="1"/>
          </p:cNvSpPr>
          <p:nvPr/>
        </p:nvSpPr>
        <p:spPr bwMode="auto">
          <a:xfrm>
            <a:off x="5870575" y="30765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049" name="Rectangle 10">
            <a:extLst>
              <a:ext uri="{FF2B5EF4-FFF2-40B4-BE49-F238E27FC236}">
                <a16:creationId xmlns:a16="http://schemas.microsoft.com/office/drawing/2014/main" id="{E2DD02F4-6436-6988-674C-0F554476FFB7}"/>
              </a:ext>
            </a:extLst>
          </p:cNvPr>
          <p:cNvSpPr>
            <a:spLocks noChangeArrowheads="1"/>
          </p:cNvSpPr>
          <p:nvPr/>
        </p:nvSpPr>
        <p:spPr bwMode="auto">
          <a:xfrm rot="5400000">
            <a:off x="5086350" y="4083050"/>
            <a:ext cx="1847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EX/M</a:t>
            </a:r>
            <a:r>
              <a:rPr lang="en-US" altLang="zh-CN">
                <a:ea typeface="宋体" panose="02010600030101010101" pitchFamily="2" charset="-122"/>
              </a:rPr>
              <a:t>:Beq’s Result</a:t>
            </a:r>
          </a:p>
        </p:txBody>
      </p:sp>
      <p:sp>
        <p:nvSpPr>
          <p:cNvPr id="87050" name="Rectangle 11">
            <a:extLst>
              <a:ext uri="{FF2B5EF4-FFF2-40B4-BE49-F238E27FC236}">
                <a16:creationId xmlns:a16="http://schemas.microsoft.com/office/drawing/2014/main" id="{228100F9-1809-3EFF-177A-25BD79821541}"/>
              </a:ext>
            </a:extLst>
          </p:cNvPr>
          <p:cNvSpPr>
            <a:spLocks noChangeArrowheads="1"/>
          </p:cNvSpPr>
          <p:nvPr/>
        </p:nvSpPr>
        <p:spPr bwMode="auto">
          <a:xfrm>
            <a:off x="7775575" y="30765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051" name="Rectangle 12">
            <a:extLst>
              <a:ext uri="{FF2B5EF4-FFF2-40B4-BE49-F238E27FC236}">
                <a16:creationId xmlns:a16="http://schemas.microsoft.com/office/drawing/2014/main" id="{A6607F3A-F3BC-BEC8-C115-CD2AE02BA9AF}"/>
              </a:ext>
            </a:extLst>
          </p:cNvPr>
          <p:cNvSpPr>
            <a:spLocks noChangeArrowheads="1"/>
          </p:cNvSpPr>
          <p:nvPr/>
        </p:nvSpPr>
        <p:spPr bwMode="auto">
          <a:xfrm rot="5400000">
            <a:off x="6935788" y="4081463"/>
            <a:ext cx="196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M/WB</a:t>
            </a:r>
            <a:r>
              <a:rPr lang="en-US" altLang="zh-CN">
                <a:ea typeface="宋体" panose="02010600030101010101" pitchFamily="2" charset="-122"/>
              </a:rPr>
              <a:t>: Store’s Dout</a:t>
            </a:r>
          </a:p>
        </p:txBody>
      </p:sp>
      <p:sp>
        <p:nvSpPr>
          <p:cNvPr id="87052" name="Rectangle 13">
            <a:extLst>
              <a:ext uri="{FF2B5EF4-FFF2-40B4-BE49-F238E27FC236}">
                <a16:creationId xmlns:a16="http://schemas.microsoft.com/office/drawing/2014/main" id="{112EA704-C149-31B4-6767-14BD5062722D}"/>
              </a:ext>
            </a:extLst>
          </p:cNvPr>
          <p:cNvSpPr>
            <a:spLocks noChangeArrowheads="1"/>
          </p:cNvSpPr>
          <p:nvPr/>
        </p:nvSpPr>
        <p:spPr bwMode="auto">
          <a:xfrm>
            <a:off x="688975" y="3076575"/>
            <a:ext cx="288925" cy="1117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053" name="Rectangle 14">
            <a:extLst>
              <a:ext uri="{FF2B5EF4-FFF2-40B4-BE49-F238E27FC236}">
                <a16:creationId xmlns:a16="http://schemas.microsoft.com/office/drawing/2014/main" id="{79C5285E-EE88-72B2-0502-75A78501ACD8}"/>
              </a:ext>
            </a:extLst>
          </p:cNvPr>
          <p:cNvSpPr>
            <a:spLocks noChangeArrowheads="1"/>
          </p:cNvSpPr>
          <p:nvPr/>
        </p:nvSpPr>
        <p:spPr bwMode="auto">
          <a:xfrm rot="5400000">
            <a:off x="384175" y="3465513"/>
            <a:ext cx="892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PC</a:t>
            </a:r>
            <a:r>
              <a:rPr lang="en-US" altLang="zh-CN">
                <a:ea typeface="宋体" panose="02010600030101010101" pitchFamily="2" charset="-122"/>
              </a:rPr>
              <a:t> = 24</a:t>
            </a:r>
          </a:p>
        </p:txBody>
      </p:sp>
      <p:sp>
        <p:nvSpPr>
          <p:cNvPr id="87054" name="Rectangle 15">
            <a:extLst>
              <a:ext uri="{FF2B5EF4-FFF2-40B4-BE49-F238E27FC236}">
                <a16:creationId xmlns:a16="http://schemas.microsoft.com/office/drawing/2014/main" id="{83BC626C-4547-6D49-E232-1A49D85CB4F6}"/>
              </a:ext>
            </a:extLst>
          </p:cNvPr>
          <p:cNvSpPr>
            <a:spLocks noChangeArrowheads="1"/>
          </p:cNvSpPr>
          <p:nvPr/>
        </p:nvSpPr>
        <p:spPr bwMode="auto">
          <a:xfrm>
            <a:off x="6784975" y="3533775"/>
            <a:ext cx="636588" cy="127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055" name="Rectangle 16">
            <a:extLst>
              <a:ext uri="{FF2B5EF4-FFF2-40B4-BE49-F238E27FC236}">
                <a16:creationId xmlns:a16="http://schemas.microsoft.com/office/drawing/2014/main" id="{FEE07F7B-C77F-44B2-4375-D58A47310022}"/>
              </a:ext>
            </a:extLst>
          </p:cNvPr>
          <p:cNvSpPr>
            <a:spLocks noChangeArrowheads="1"/>
          </p:cNvSpPr>
          <p:nvPr/>
        </p:nvSpPr>
        <p:spPr bwMode="auto">
          <a:xfrm>
            <a:off x="6684963" y="3541713"/>
            <a:ext cx="7842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Data</a:t>
            </a:r>
          </a:p>
          <a:p>
            <a:pPr algn="ctr"/>
            <a:r>
              <a:rPr lang="en-US" altLang="zh-CN">
                <a:solidFill>
                  <a:schemeClr val="accent2"/>
                </a:solidFill>
                <a:latin typeface="Arial" panose="020B0604020202020204" pitchFamily="34" charset="0"/>
                <a:ea typeface="宋体" panose="02010600030101010101" pitchFamily="2" charset="-122"/>
              </a:rPr>
              <a:t>Mem</a:t>
            </a:r>
          </a:p>
        </p:txBody>
      </p:sp>
      <p:sp>
        <p:nvSpPr>
          <p:cNvPr id="87056" name="Rectangle 17">
            <a:extLst>
              <a:ext uri="{FF2B5EF4-FFF2-40B4-BE49-F238E27FC236}">
                <a16:creationId xmlns:a16="http://schemas.microsoft.com/office/drawing/2014/main" id="{30B696FB-B266-205C-8A6F-11389D3D0CBF}"/>
              </a:ext>
            </a:extLst>
          </p:cNvPr>
          <p:cNvSpPr>
            <a:spLocks noChangeArrowheads="1"/>
          </p:cNvSpPr>
          <p:nvPr/>
        </p:nvSpPr>
        <p:spPr bwMode="auto">
          <a:xfrm>
            <a:off x="6724650" y="4306888"/>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WA</a:t>
            </a:r>
          </a:p>
        </p:txBody>
      </p:sp>
      <p:sp>
        <p:nvSpPr>
          <p:cNvPr id="87057" name="Rectangle 18">
            <a:extLst>
              <a:ext uri="{FF2B5EF4-FFF2-40B4-BE49-F238E27FC236}">
                <a16:creationId xmlns:a16="http://schemas.microsoft.com/office/drawing/2014/main" id="{450C5D68-9E5A-625D-80EA-D934B0C28750}"/>
              </a:ext>
            </a:extLst>
          </p:cNvPr>
          <p:cNvSpPr>
            <a:spLocks noChangeArrowheads="1"/>
          </p:cNvSpPr>
          <p:nvPr/>
        </p:nvSpPr>
        <p:spPr bwMode="auto">
          <a:xfrm>
            <a:off x="6767513" y="4522788"/>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87058" name="Rectangle 19">
            <a:extLst>
              <a:ext uri="{FF2B5EF4-FFF2-40B4-BE49-F238E27FC236}">
                <a16:creationId xmlns:a16="http://schemas.microsoft.com/office/drawing/2014/main" id="{667FD467-50AF-89A8-D418-1A8678A876DA}"/>
              </a:ext>
            </a:extLst>
          </p:cNvPr>
          <p:cNvSpPr>
            <a:spLocks noChangeArrowheads="1"/>
          </p:cNvSpPr>
          <p:nvPr/>
        </p:nvSpPr>
        <p:spPr bwMode="auto">
          <a:xfrm>
            <a:off x="6696075" y="4064000"/>
            <a:ext cx="473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87059" name="Rectangle 20">
            <a:extLst>
              <a:ext uri="{FF2B5EF4-FFF2-40B4-BE49-F238E27FC236}">
                <a16:creationId xmlns:a16="http://schemas.microsoft.com/office/drawing/2014/main" id="{60A6C6B6-162E-77EE-8173-21DA18793BA1}"/>
              </a:ext>
            </a:extLst>
          </p:cNvPr>
          <p:cNvSpPr>
            <a:spLocks noChangeArrowheads="1"/>
          </p:cNvSpPr>
          <p:nvPr/>
        </p:nvSpPr>
        <p:spPr bwMode="auto">
          <a:xfrm>
            <a:off x="7031038" y="4078288"/>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Do</a:t>
            </a:r>
          </a:p>
        </p:txBody>
      </p:sp>
      <p:sp>
        <p:nvSpPr>
          <p:cNvPr id="87060" name="Rectangle 21">
            <a:extLst>
              <a:ext uri="{FF2B5EF4-FFF2-40B4-BE49-F238E27FC236}">
                <a16:creationId xmlns:a16="http://schemas.microsoft.com/office/drawing/2014/main" id="{49763231-6D5F-4A4B-6A31-B7B5D2CDB6BB}"/>
              </a:ext>
            </a:extLst>
          </p:cNvPr>
          <p:cNvSpPr>
            <a:spLocks noChangeArrowheads="1"/>
          </p:cNvSpPr>
          <p:nvPr/>
        </p:nvSpPr>
        <p:spPr bwMode="auto">
          <a:xfrm>
            <a:off x="1374775" y="3076575"/>
            <a:ext cx="365125" cy="2032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061" name="Rectangle 22">
            <a:extLst>
              <a:ext uri="{FF2B5EF4-FFF2-40B4-BE49-F238E27FC236}">
                <a16:creationId xmlns:a16="http://schemas.microsoft.com/office/drawing/2014/main" id="{EFF7FF6F-A040-D83F-1E29-CBC62AD9E319}"/>
              </a:ext>
            </a:extLst>
          </p:cNvPr>
          <p:cNvSpPr>
            <a:spLocks noChangeArrowheads="1"/>
          </p:cNvSpPr>
          <p:nvPr/>
        </p:nvSpPr>
        <p:spPr bwMode="auto">
          <a:xfrm rot="5400000">
            <a:off x="1266031" y="4140994"/>
            <a:ext cx="6334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IUnit</a:t>
            </a:r>
          </a:p>
        </p:txBody>
      </p:sp>
      <p:sp>
        <p:nvSpPr>
          <p:cNvPr id="87062" name="Rectangle 23">
            <a:extLst>
              <a:ext uri="{FF2B5EF4-FFF2-40B4-BE49-F238E27FC236}">
                <a16:creationId xmlns:a16="http://schemas.microsoft.com/office/drawing/2014/main" id="{09BD8EDE-7C52-2542-1E3B-2FB07D2C2B19}"/>
              </a:ext>
            </a:extLst>
          </p:cNvPr>
          <p:cNvSpPr>
            <a:spLocks noChangeArrowheads="1"/>
          </p:cNvSpPr>
          <p:nvPr/>
        </p:nvSpPr>
        <p:spPr bwMode="auto">
          <a:xfrm>
            <a:off x="1357313" y="3697288"/>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a:t>
            </a:r>
          </a:p>
        </p:txBody>
      </p:sp>
      <p:sp>
        <p:nvSpPr>
          <p:cNvPr id="87063" name="Rectangle 24">
            <a:extLst>
              <a:ext uri="{FF2B5EF4-FFF2-40B4-BE49-F238E27FC236}">
                <a16:creationId xmlns:a16="http://schemas.microsoft.com/office/drawing/2014/main" id="{B64DEA72-BA37-2B79-40F6-EFF004FBC5C5}"/>
              </a:ext>
            </a:extLst>
          </p:cNvPr>
          <p:cNvSpPr>
            <a:spLocks noChangeArrowheads="1"/>
          </p:cNvSpPr>
          <p:nvPr/>
        </p:nvSpPr>
        <p:spPr bwMode="auto">
          <a:xfrm>
            <a:off x="1509713" y="4776788"/>
            <a:ext cx="260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a:t>
            </a:r>
          </a:p>
        </p:txBody>
      </p:sp>
      <p:sp>
        <p:nvSpPr>
          <p:cNvPr id="87064" name="Rectangle 25">
            <a:extLst>
              <a:ext uri="{FF2B5EF4-FFF2-40B4-BE49-F238E27FC236}">
                <a16:creationId xmlns:a16="http://schemas.microsoft.com/office/drawing/2014/main" id="{4052579C-DC6E-6092-4018-07C67EE7D664}"/>
              </a:ext>
            </a:extLst>
          </p:cNvPr>
          <p:cNvSpPr>
            <a:spLocks noChangeArrowheads="1"/>
          </p:cNvSpPr>
          <p:nvPr/>
        </p:nvSpPr>
        <p:spPr bwMode="auto">
          <a:xfrm>
            <a:off x="3073400" y="3692525"/>
            <a:ext cx="608013" cy="11874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065" name="Rectangle 26">
            <a:extLst>
              <a:ext uri="{FF2B5EF4-FFF2-40B4-BE49-F238E27FC236}">
                <a16:creationId xmlns:a16="http://schemas.microsoft.com/office/drawing/2014/main" id="{17DA826B-0898-682B-6F79-E0D45827A31E}"/>
              </a:ext>
            </a:extLst>
          </p:cNvPr>
          <p:cNvSpPr>
            <a:spLocks noChangeArrowheads="1"/>
          </p:cNvSpPr>
          <p:nvPr/>
        </p:nvSpPr>
        <p:spPr bwMode="auto">
          <a:xfrm>
            <a:off x="3005138" y="4322763"/>
            <a:ext cx="6778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RFile</a:t>
            </a:r>
          </a:p>
        </p:txBody>
      </p:sp>
      <p:sp>
        <p:nvSpPr>
          <p:cNvPr id="87066" name="Rectangle 27">
            <a:extLst>
              <a:ext uri="{FF2B5EF4-FFF2-40B4-BE49-F238E27FC236}">
                <a16:creationId xmlns:a16="http://schemas.microsoft.com/office/drawing/2014/main" id="{F5010F8A-9EAE-44DC-54F5-46DA7AC732FC}"/>
              </a:ext>
            </a:extLst>
          </p:cNvPr>
          <p:cNvSpPr>
            <a:spLocks noChangeArrowheads="1"/>
          </p:cNvSpPr>
          <p:nvPr/>
        </p:nvSpPr>
        <p:spPr bwMode="auto">
          <a:xfrm>
            <a:off x="3338513" y="4586288"/>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87067" name="Rectangle 28">
            <a:extLst>
              <a:ext uri="{FF2B5EF4-FFF2-40B4-BE49-F238E27FC236}">
                <a16:creationId xmlns:a16="http://schemas.microsoft.com/office/drawing/2014/main" id="{4E430EC4-95FB-6CAC-D384-5B608BCF27A0}"/>
              </a:ext>
            </a:extLst>
          </p:cNvPr>
          <p:cNvSpPr>
            <a:spLocks noChangeArrowheads="1"/>
          </p:cNvSpPr>
          <p:nvPr/>
        </p:nvSpPr>
        <p:spPr bwMode="auto">
          <a:xfrm>
            <a:off x="3033713" y="3751263"/>
            <a:ext cx="4397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87068" name="Rectangle 29">
            <a:extLst>
              <a:ext uri="{FF2B5EF4-FFF2-40B4-BE49-F238E27FC236}">
                <a16:creationId xmlns:a16="http://schemas.microsoft.com/office/drawing/2014/main" id="{CFB79504-7628-FED8-02FB-9EAACD02DCEB}"/>
              </a:ext>
            </a:extLst>
          </p:cNvPr>
          <p:cNvSpPr>
            <a:spLocks noChangeArrowheads="1"/>
          </p:cNvSpPr>
          <p:nvPr/>
        </p:nvSpPr>
        <p:spPr bwMode="auto">
          <a:xfrm>
            <a:off x="3033713" y="4081463"/>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Rb</a:t>
            </a:r>
          </a:p>
        </p:txBody>
      </p:sp>
      <p:sp>
        <p:nvSpPr>
          <p:cNvPr id="87069" name="Rectangle 30">
            <a:extLst>
              <a:ext uri="{FF2B5EF4-FFF2-40B4-BE49-F238E27FC236}">
                <a16:creationId xmlns:a16="http://schemas.microsoft.com/office/drawing/2014/main" id="{B034A9A3-5D54-7751-2D70-522F28681AC6}"/>
              </a:ext>
            </a:extLst>
          </p:cNvPr>
          <p:cNvSpPr>
            <a:spLocks noChangeArrowheads="1"/>
          </p:cNvSpPr>
          <p:nvPr/>
        </p:nvSpPr>
        <p:spPr bwMode="auto">
          <a:xfrm>
            <a:off x="2995613" y="4605338"/>
            <a:ext cx="485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Rw</a:t>
            </a:r>
          </a:p>
        </p:txBody>
      </p:sp>
      <p:sp>
        <p:nvSpPr>
          <p:cNvPr id="71711" name="Rectangle 31">
            <a:extLst>
              <a:ext uri="{FF2B5EF4-FFF2-40B4-BE49-F238E27FC236}">
                <a16:creationId xmlns:a16="http://schemas.microsoft.com/office/drawing/2014/main" id="{207769CE-9505-1A19-A25E-16AF63DC3C84}"/>
              </a:ext>
            </a:extLst>
          </p:cNvPr>
          <p:cNvSpPr>
            <a:spLocks noChangeArrowheads="1"/>
          </p:cNvSpPr>
          <p:nvPr/>
        </p:nvSpPr>
        <p:spPr bwMode="auto">
          <a:xfrm>
            <a:off x="2981325" y="1960563"/>
            <a:ext cx="1174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RegWr=1</a:t>
            </a:r>
            <a:endParaRPr lang="zh-CN" altLang="en-US" u="sng">
              <a:solidFill>
                <a:schemeClr val="accent2"/>
              </a:solidFill>
              <a:latin typeface="Arial" panose="020B0604020202020204" pitchFamily="34" charset="0"/>
              <a:ea typeface="宋体" panose="02010600030101010101" pitchFamily="2" charset="-122"/>
            </a:endParaRPr>
          </a:p>
        </p:txBody>
      </p:sp>
      <p:sp>
        <p:nvSpPr>
          <p:cNvPr id="87071" name="Line 32">
            <a:extLst>
              <a:ext uri="{FF2B5EF4-FFF2-40B4-BE49-F238E27FC236}">
                <a16:creationId xmlns:a16="http://schemas.microsoft.com/office/drawing/2014/main" id="{7F15E28D-9EAA-FA1A-EB8D-7256CC9796ED}"/>
              </a:ext>
            </a:extLst>
          </p:cNvPr>
          <p:cNvSpPr>
            <a:spLocks noChangeShapeType="1"/>
          </p:cNvSpPr>
          <p:nvPr/>
        </p:nvSpPr>
        <p:spPr bwMode="auto">
          <a:xfrm>
            <a:off x="5324475" y="4595813"/>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3" name="Rectangle 33">
            <a:extLst>
              <a:ext uri="{FF2B5EF4-FFF2-40B4-BE49-F238E27FC236}">
                <a16:creationId xmlns:a16="http://schemas.microsoft.com/office/drawing/2014/main" id="{EC2315F4-2FE8-60F6-3B84-02C184580623}"/>
              </a:ext>
            </a:extLst>
          </p:cNvPr>
          <p:cNvSpPr>
            <a:spLocks noChangeArrowheads="1"/>
          </p:cNvSpPr>
          <p:nvPr/>
        </p:nvSpPr>
        <p:spPr bwMode="auto">
          <a:xfrm>
            <a:off x="2308225" y="1655763"/>
            <a:ext cx="1296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ExtOp=xxx</a:t>
            </a:r>
          </a:p>
        </p:txBody>
      </p:sp>
      <p:sp>
        <p:nvSpPr>
          <p:cNvPr id="87073" name="Rectangle 35">
            <a:extLst>
              <a:ext uri="{FF2B5EF4-FFF2-40B4-BE49-F238E27FC236}">
                <a16:creationId xmlns:a16="http://schemas.microsoft.com/office/drawing/2014/main" id="{D8D7A147-0D3B-8E19-795E-7AC3338374A3}"/>
              </a:ext>
            </a:extLst>
          </p:cNvPr>
          <p:cNvSpPr>
            <a:spLocks noChangeArrowheads="1"/>
          </p:cNvSpPr>
          <p:nvPr/>
        </p:nvSpPr>
        <p:spPr bwMode="auto">
          <a:xfrm>
            <a:off x="4846638" y="4017963"/>
            <a:ext cx="6540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Exec</a:t>
            </a:r>
          </a:p>
          <a:p>
            <a:pPr algn="ctr"/>
            <a:r>
              <a:rPr lang="en-US" altLang="zh-CN">
                <a:solidFill>
                  <a:schemeClr val="accent2"/>
                </a:solidFill>
                <a:latin typeface="Arial" panose="020B0604020202020204" pitchFamily="34" charset="0"/>
                <a:ea typeface="宋体" panose="02010600030101010101" pitchFamily="2" charset="-122"/>
              </a:rPr>
              <a:t>Unit</a:t>
            </a:r>
          </a:p>
        </p:txBody>
      </p:sp>
      <p:sp>
        <p:nvSpPr>
          <p:cNvPr id="87074" name="Rectangle 36">
            <a:extLst>
              <a:ext uri="{FF2B5EF4-FFF2-40B4-BE49-F238E27FC236}">
                <a16:creationId xmlns:a16="http://schemas.microsoft.com/office/drawing/2014/main" id="{1C7EBD07-8EEE-9D01-0E5D-8E8F363A095F}"/>
              </a:ext>
            </a:extLst>
          </p:cNvPr>
          <p:cNvSpPr>
            <a:spLocks noChangeArrowheads="1"/>
          </p:cNvSpPr>
          <p:nvPr/>
        </p:nvSpPr>
        <p:spPr bwMode="auto">
          <a:xfrm>
            <a:off x="4889500" y="3076575"/>
            <a:ext cx="584200" cy="1498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075" name="Rectangle 37">
            <a:extLst>
              <a:ext uri="{FF2B5EF4-FFF2-40B4-BE49-F238E27FC236}">
                <a16:creationId xmlns:a16="http://schemas.microsoft.com/office/drawing/2014/main" id="{E21AB448-3B1C-84C6-C0AE-C84B20B25927}"/>
              </a:ext>
            </a:extLst>
          </p:cNvPr>
          <p:cNvSpPr>
            <a:spLocks noChangeArrowheads="1"/>
          </p:cNvSpPr>
          <p:nvPr/>
        </p:nvSpPr>
        <p:spPr bwMode="auto">
          <a:xfrm>
            <a:off x="4862513" y="3598863"/>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87076" name="Rectangle 38">
            <a:extLst>
              <a:ext uri="{FF2B5EF4-FFF2-40B4-BE49-F238E27FC236}">
                <a16:creationId xmlns:a16="http://schemas.microsoft.com/office/drawing/2014/main" id="{C0EE34D0-689E-7DE9-EE72-19E290A35C84}"/>
              </a:ext>
            </a:extLst>
          </p:cNvPr>
          <p:cNvSpPr>
            <a:spLocks noChangeArrowheads="1"/>
          </p:cNvSpPr>
          <p:nvPr/>
        </p:nvSpPr>
        <p:spPr bwMode="auto">
          <a:xfrm>
            <a:off x="4862513" y="3852863"/>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sp>
        <p:nvSpPr>
          <p:cNvPr id="87077" name="Line 39">
            <a:extLst>
              <a:ext uri="{FF2B5EF4-FFF2-40B4-BE49-F238E27FC236}">
                <a16:creationId xmlns:a16="http://schemas.microsoft.com/office/drawing/2014/main" id="{FE5EEDD1-AA2A-80B6-8D57-DE52BC9AA520}"/>
              </a:ext>
            </a:extLst>
          </p:cNvPr>
          <p:cNvSpPr>
            <a:spLocks noChangeShapeType="1"/>
          </p:cNvSpPr>
          <p:nvPr/>
        </p:nvSpPr>
        <p:spPr bwMode="auto">
          <a:xfrm flipH="1">
            <a:off x="2851150" y="1989138"/>
            <a:ext cx="0" cy="13462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78" name="Rectangle 40">
            <a:extLst>
              <a:ext uri="{FF2B5EF4-FFF2-40B4-BE49-F238E27FC236}">
                <a16:creationId xmlns:a16="http://schemas.microsoft.com/office/drawing/2014/main" id="{E6B169AD-F778-1B73-6967-472024548527}"/>
              </a:ext>
            </a:extLst>
          </p:cNvPr>
          <p:cNvSpPr>
            <a:spLocks noChangeArrowheads="1"/>
          </p:cNvSpPr>
          <p:nvPr/>
        </p:nvSpPr>
        <p:spPr bwMode="auto">
          <a:xfrm>
            <a:off x="4862513" y="3348038"/>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87079" name="Line 41">
            <a:extLst>
              <a:ext uri="{FF2B5EF4-FFF2-40B4-BE49-F238E27FC236}">
                <a16:creationId xmlns:a16="http://schemas.microsoft.com/office/drawing/2014/main" id="{65C50BB4-7CBD-9800-8FA9-84D6F9531797}"/>
              </a:ext>
            </a:extLst>
          </p:cNvPr>
          <p:cNvSpPr>
            <a:spLocks noChangeShapeType="1"/>
          </p:cNvSpPr>
          <p:nvPr/>
        </p:nvSpPr>
        <p:spPr bwMode="auto">
          <a:xfrm>
            <a:off x="5334000" y="2009775"/>
            <a:ext cx="0" cy="10414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2" name="Rectangle 42">
            <a:extLst>
              <a:ext uri="{FF2B5EF4-FFF2-40B4-BE49-F238E27FC236}">
                <a16:creationId xmlns:a16="http://schemas.microsoft.com/office/drawing/2014/main" id="{262748E5-C7A2-6A23-40F2-FD3409E1AA8F}"/>
              </a:ext>
            </a:extLst>
          </p:cNvPr>
          <p:cNvSpPr>
            <a:spLocks noChangeArrowheads="1"/>
          </p:cNvSpPr>
          <p:nvPr/>
        </p:nvSpPr>
        <p:spPr bwMode="auto">
          <a:xfrm>
            <a:off x="4557713" y="1692275"/>
            <a:ext cx="1349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ALUctr=sub</a:t>
            </a:r>
            <a:endParaRPr lang="en-US" altLang="zh-CN" u="sng">
              <a:solidFill>
                <a:schemeClr val="accent2"/>
              </a:solidFill>
              <a:latin typeface="微软雅黑" panose="020B0503020204020204" pitchFamily="34" charset="-122"/>
              <a:ea typeface="微软雅黑" panose="020B0503020204020204" pitchFamily="34" charset="-122"/>
            </a:endParaRPr>
          </a:p>
        </p:txBody>
      </p:sp>
      <p:sp>
        <p:nvSpPr>
          <p:cNvPr id="71723" name="Rectangle 43">
            <a:extLst>
              <a:ext uri="{FF2B5EF4-FFF2-40B4-BE49-F238E27FC236}">
                <a16:creationId xmlns:a16="http://schemas.microsoft.com/office/drawing/2014/main" id="{4E7BCF32-F86A-A956-FE4E-0BC8ABA4B5DD}"/>
              </a:ext>
            </a:extLst>
          </p:cNvPr>
          <p:cNvSpPr>
            <a:spLocks noChangeArrowheads="1"/>
          </p:cNvSpPr>
          <p:nvPr/>
        </p:nvSpPr>
        <p:spPr bwMode="auto">
          <a:xfrm>
            <a:off x="5111750" y="5683250"/>
            <a:ext cx="132556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ALUBSrc=0</a:t>
            </a:r>
          </a:p>
        </p:txBody>
      </p:sp>
      <p:sp>
        <p:nvSpPr>
          <p:cNvPr id="87082" name="Line 45">
            <a:extLst>
              <a:ext uri="{FF2B5EF4-FFF2-40B4-BE49-F238E27FC236}">
                <a16:creationId xmlns:a16="http://schemas.microsoft.com/office/drawing/2014/main" id="{59C16BDB-493F-B5B5-9C4F-C36A3BD665C1}"/>
              </a:ext>
            </a:extLst>
          </p:cNvPr>
          <p:cNvSpPr>
            <a:spLocks noChangeShapeType="1"/>
          </p:cNvSpPr>
          <p:nvPr/>
        </p:nvSpPr>
        <p:spPr bwMode="auto">
          <a:xfrm>
            <a:off x="4356100" y="3521075"/>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7083" name="Group 204">
            <a:extLst>
              <a:ext uri="{FF2B5EF4-FFF2-40B4-BE49-F238E27FC236}">
                <a16:creationId xmlns:a16="http://schemas.microsoft.com/office/drawing/2014/main" id="{ADEE8CC4-8446-6CC8-AB4A-705F10F6AE9F}"/>
              </a:ext>
            </a:extLst>
          </p:cNvPr>
          <p:cNvGrpSpPr>
            <a:grpSpLocks/>
          </p:cNvGrpSpPr>
          <p:nvPr/>
        </p:nvGrpSpPr>
        <p:grpSpPr bwMode="auto">
          <a:xfrm>
            <a:off x="3683000" y="3749675"/>
            <a:ext cx="330200" cy="304800"/>
            <a:chOff x="2320" y="2544"/>
            <a:chExt cx="208" cy="192"/>
          </a:xfrm>
        </p:grpSpPr>
        <p:sp>
          <p:nvSpPr>
            <p:cNvPr id="87084" name="Line 44">
              <a:extLst>
                <a:ext uri="{FF2B5EF4-FFF2-40B4-BE49-F238E27FC236}">
                  <a16:creationId xmlns:a16="http://schemas.microsoft.com/office/drawing/2014/main" id="{31D500E4-92DC-EA66-0AB2-9FC844582B27}"/>
                </a:ext>
              </a:extLst>
            </p:cNvPr>
            <p:cNvSpPr>
              <a:spLocks noChangeShapeType="1"/>
            </p:cNvSpPr>
            <p:nvPr/>
          </p:nvSpPr>
          <p:spPr bwMode="auto">
            <a:xfrm>
              <a:off x="2320" y="2544"/>
              <a:ext cx="208"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85" name="Line 48">
              <a:extLst>
                <a:ext uri="{FF2B5EF4-FFF2-40B4-BE49-F238E27FC236}">
                  <a16:creationId xmlns:a16="http://schemas.microsoft.com/office/drawing/2014/main" id="{0451EA77-67E3-7CE3-EB62-36658776CE83}"/>
                </a:ext>
              </a:extLst>
            </p:cNvPr>
            <p:cNvSpPr>
              <a:spLocks noChangeShapeType="1"/>
            </p:cNvSpPr>
            <p:nvPr/>
          </p:nvSpPr>
          <p:spPr bwMode="auto">
            <a:xfrm>
              <a:off x="2320" y="2736"/>
              <a:ext cx="208"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7086" name="Line 52">
            <a:extLst>
              <a:ext uri="{FF2B5EF4-FFF2-40B4-BE49-F238E27FC236}">
                <a16:creationId xmlns:a16="http://schemas.microsoft.com/office/drawing/2014/main" id="{CA0B1B1D-4973-5DFE-2FFE-E45F70AE3CDD}"/>
              </a:ext>
            </a:extLst>
          </p:cNvPr>
          <p:cNvSpPr>
            <a:spLocks noChangeShapeType="1"/>
          </p:cNvSpPr>
          <p:nvPr/>
        </p:nvSpPr>
        <p:spPr bwMode="auto">
          <a:xfrm>
            <a:off x="4495800" y="4067175"/>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87" name="Line 53">
            <a:extLst>
              <a:ext uri="{FF2B5EF4-FFF2-40B4-BE49-F238E27FC236}">
                <a16:creationId xmlns:a16="http://schemas.microsoft.com/office/drawing/2014/main" id="{758E1175-F81F-F31B-2709-BB379D9236A7}"/>
              </a:ext>
            </a:extLst>
          </p:cNvPr>
          <p:cNvSpPr>
            <a:spLocks noChangeShapeType="1"/>
          </p:cNvSpPr>
          <p:nvPr/>
        </p:nvSpPr>
        <p:spPr bwMode="auto">
          <a:xfrm>
            <a:off x="4508500" y="4740275"/>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88" name="Line 54">
            <a:extLst>
              <a:ext uri="{FF2B5EF4-FFF2-40B4-BE49-F238E27FC236}">
                <a16:creationId xmlns:a16="http://schemas.microsoft.com/office/drawing/2014/main" id="{51681722-F2E3-0D40-9AB4-99DF8233A85E}"/>
              </a:ext>
            </a:extLst>
          </p:cNvPr>
          <p:cNvSpPr>
            <a:spLocks noChangeShapeType="1"/>
          </p:cNvSpPr>
          <p:nvPr/>
        </p:nvSpPr>
        <p:spPr bwMode="auto">
          <a:xfrm>
            <a:off x="6184900" y="4740275"/>
            <a:ext cx="584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89" name="Line 55">
            <a:extLst>
              <a:ext uri="{FF2B5EF4-FFF2-40B4-BE49-F238E27FC236}">
                <a16:creationId xmlns:a16="http://schemas.microsoft.com/office/drawing/2014/main" id="{6CE2B756-B6EF-B365-2CE3-B2F4211DA473}"/>
              </a:ext>
            </a:extLst>
          </p:cNvPr>
          <p:cNvSpPr>
            <a:spLocks noChangeShapeType="1"/>
          </p:cNvSpPr>
          <p:nvPr/>
        </p:nvSpPr>
        <p:spPr bwMode="auto">
          <a:xfrm>
            <a:off x="6413500" y="44354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90" name="Line 56">
            <a:extLst>
              <a:ext uri="{FF2B5EF4-FFF2-40B4-BE49-F238E27FC236}">
                <a16:creationId xmlns:a16="http://schemas.microsoft.com/office/drawing/2014/main" id="{51A2FA66-1064-305B-749F-BF97AC73223A}"/>
              </a:ext>
            </a:extLst>
          </p:cNvPr>
          <p:cNvSpPr>
            <a:spLocks noChangeShapeType="1"/>
          </p:cNvSpPr>
          <p:nvPr/>
        </p:nvSpPr>
        <p:spPr bwMode="auto">
          <a:xfrm>
            <a:off x="6400800" y="4219575"/>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91" name="Line 58">
            <a:extLst>
              <a:ext uri="{FF2B5EF4-FFF2-40B4-BE49-F238E27FC236}">
                <a16:creationId xmlns:a16="http://schemas.microsoft.com/office/drawing/2014/main" id="{6CE71B86-E619-9C82-7248-DEAE9AE645DF}"/>
              </a:ext>
            </a:extLst>
          </p:cNvPr>
          <p:cNvSpPr>
            <a:spLocks noChangeShapeType="1"/>
          </p:cNvSpPr>
          <p:nvPr/>
        </p:nvSpPr>
        <p:spPr bwMode="auto">
          <a:xfrm>
            <a:off x="6413500" y="4892675"/>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7092" name="Group 66">
            <a:extLst>
              <a:ext uri="{FF2B5EF4-FFF2-40B4-BE49-F238E27FC236}">
                <a16:creationId xmlns:a16="http://schemas.microsoft.com/office/drawing/2014/main" id="{E2A6C4B6-2860-A942-3963-60B9E6C600E8}"/>
              </a:ext>
            </a:extLst>
          </p:cNvPr>
          <p:cNvGrpSpPr>
            <a:grpSpLocks/>
          </p:cNvGrpSpPr>
          <p:nvPr/>
        </p:nvGrpSpPr>
        <p:grpSpPr bwMode="auto">
          <a:xfrm>
            <a:off x="8397875" y="4143375"/>
            <a:ext cx="333375" cy="949325"/>
            <a:chOff x="5290" y="2792"/>
            <a:chExt cx="210" cy="598"/>
          </a:xfrm>
        </p:grpSpPr>
        <p:sp>
          <p:nvSpPr>
            <p:cNvPr id="87093" name="Line 59">
              <a:extLst>
                <a:ext uri="{FF2B5EF4-FFF2-40B4-BE49-F238E27FC236}">
                  <a16:creationId xmlns:a16="http://schemas.microsoft.com/office/drawing/2014/main" id="{D12BF5EA-2692-EA5A-6669-1190A5E21571}"/>
                </a:ext>
              </a:extLst>
            </p:cNvPr>
            <p:cNvSpPr>
              <a:spLocks noChangeShapeType="1"/>
            </p:cNvSpPr>
            <p:nvPr/>
          </p:nvSpPr>
          <p:spPr bwMode="auto">
            <a:xfrm>
              <a:off x="5328" y="2792"/>
              <a:ext cx="0" cy="5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94" name="Line 60">
              <a:extLst>
                <a:ext uri="{FF2B5EF4-FFF2-40B4-BE49-F238E27FC236}">
                  <a16:creationId xmlns:a16="http://schemas.microsoft.com/office/drawing/2014/main" id="{3E002D8F-3013-A56A-13FA-FB0DC3248135}"/>
                </a:ext>
              </a:extLst>
            </p:cNvPr>
            <p:cNvSpPr>
              <a:spLocks noChangeShapeType="1"/>
            </p:cNvSpPr>
            <p:nvPr/>
          </p:nvSpPr>
          <p:spPr bwMode="auto">
            <a:xfrm>
              <a:off x="5336" y="2792"/>
              <a:ext cx="128" cy="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95" name="Line 61">
              <a:extLst>
                <a:ext uri="{FF2B5EF4-FFF2-40B4-BE49-F238E27FC236}">
                  <a16:creationId xmlns:a16="http://schemas.microsoft.com/office/drawing/2014/main" id="{99E9AC44-97F2-F159-AAA6-7E020B976BE3}"/>
                </a:ext>
              </a:extLst>
            </p:cNvPr>
            <p:cNvSpPr>
              <a:spLocks noChangeShapeType="1"/>
            </p:cNvSpPr>
            <p:nvPr/>
          </p:nvSpPr>
          <p:spPr bwMode="auto">
            <a:xfrm flipV="1">
              <a:off x="5336" y="3283"/>
              <a:ext cx="128"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96" name="Line 62">
              <a:extLst>
                <a:ext uri="{FF2B5EF4-FFF2-40B4-BE49-F238E27FC236}">
                  <a16:creationId xmlns:a16="http://schemas.microsoft.com/office/drawing/2014/main" id="{C3E0DAC2-5400-6DC9-D55C-167085D92B1C}"/>
                </a:ext>
              </a:extLst>
            </p:cNvPr>
            <p:cNvSpPr>
              <a:spLocks noChangeShapeType="1"/>
            </p:cNvSpPr>
            <p:nvPr/>
          </p:nvSpPr>
          <p:spPr bwMode="auto">
            <a:xfrm>
              <a:off x="5472" y="2844"/>
              <a:ext cx="0" cy="4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97" name="Rectangle 63">
              <a:extLst>
                <a:ext uri="{FF2B5EF4-FFF2-40B4-BE49-F238E27FC236}">
                  <a16:creationId xmlns:a16="http://schemas.microsoft.com/office/drawing/2014/main" id="{20CAF440-2975-DC0D-CDCB-F6FD964242AA}"/>
                </a:ext>
              </a:extLst>
            </p:cNvPr>
            <p:cNvSpPr>
              <a:spLocks noChangeArrowheads="1"/>
            </p:cNvSpPr>
            <p:nvPr/>
          </p:nvSpPr>
          <p:spPr bwMode="auto">
            <a:xfrm rot="5400000">
              <a:off x="5210" y="2976"/>
              <a:ext cx="3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Mux</a:t>
              </a:r>
            </a:p>
          </p:txBody>
        </p:sp>
        <p:sp>
          <p:nvSpPr>
            <p:cNvPr id="87098" name="Rectangle 64">
              <a:extLst>
                <a:ext uri="{FF2B5EF4-FFF2-40B4-BE49-F238E27FC236}">
                  <a16:creationId xmlns:a16="http://schemas.microsoft.com/office/drawing/2014/main" id="{55230D9D-2C8B-1C40-4438-FF418F4BD05B}"/>
                </a:ext>
              </a:extLst>
            </p:cNvPr>
            <p:cNvSpPr>
              <a:spLocks noChangeArrowheads="1"/>
            </p:cNvSpPr>
            <p:nvPr/>
          </p:nvSpPr>
          <p:spPr bwMode="auto">
            <a:xfrm>
              <a:off x="5303" y="280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1</a:t>
              </a:r>
              <a:endParaRPr lang="zh-CN" altLang="en-US" sz="1400" b="0">
                <a:ea typeface="宋体" panose="02010600030101010101" pitchFamily="2" charset="-122"/>
              </a:endParaRPr>
            </a:p>
          </p:txBody>
        </p:sp>
        <p:sp>
          <p:nvSpPr>
            <p:cNvPr id="87099" name="Rectangle 65">
              <a:extLst>
                <a:ext uri="{FF2B5EF4-FFF2-40B4-BE49-F238E27FC236}">
                  <a16:creationId xmlns:a16="http://schemas.microsoft.com/office/drawing/2014/main" id="{86525F63-16C6-3D72-860D-C2FBAE4A874A}"/>
                </a:ext>
              </a:extLst>
            </p:cNvPr>
            <p:cNvSpPr>
              <a:spLocks noChangeArrowheads="1"/>
            </p:cNvSpPr>
            <p:nvPr/>
          </p:nvSpPr>
          <p:spPr bwMode="auto">
            <a:xfrm>
              <a:off x="5303" y="319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0</a:t>
              </a:r>
              <a:endParaRPr lang="zh-CN" altLang="en-US" sz="1400" b="0">
                <a:ea typeface="宋体" panose="02010600030101010101" pitchFamily="2" charset="-122"/>
              </a:endParaRPr>
            </a:p>
          </p:txBody>
        </p:sp>
      </p:grpSp>
      <p:sp>
        <p:nvSpPr>
          <p:cNvPr id="87100" name="Line 67">
            <a:extLst>
              <a:ext uri="{FF2B5EF4-FFF2-40B4-BE49-F238E27FC236}">
                <a16:creationId xmlns:a16="http://schemas.microsoft.com/office/drawing/2014/main" id="{6D4C39FA-E5FE-4910-2026-A23C58163D34}"/>
              </a:ext>
            </a:extLst>
          </p:cNvPr>
          <p:cNvSpPr>
            <a:spLocks noChangeShapeType="1"/>
          </p:cNvSpPr>
          <p:nvPr/>
        </p:nvSpPr>
        <p:spPr bwMode="auto">
          <a:xfrm>
            <a:off x="8089900" y="42830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01" name="Line 68">
            <a:extLst>
              <a:ext uri="{FF2B5EF4-FFF2-40B4-BE49-F238E27FC236}">
                <a16:creationId xmlns:a16="http://schemas.microsoft.com/office/drawing/2014/main" id="{EF158D76-D63C-4BE7-7E81-71CF8E9FA928}"/>
              </a:ext>
            </a:extLst>
          </p:cNvPr>
          <p:cNvSpPr>
            <a:spLocks noChangeShapeType="1"/>
          </p:cNvSpPr>
          <p:nvPr/>
        </p:nvSpPr>
        <p:spPr bwMode="auto">
          <a:xfrm>
            <a:off x="8089900" y="48926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02" name="Line 72">
            <a:extLst>
              <a:ext uri="{FF2B5EF4-FFF2-40B4-BE49-F238E27FC236}">
                <a16:creationId xmlns:a16="http://schemas.microsoft.com/office/drawing/2014/main" id="{99D7FC36-524D-C886-8C9B-107FEFADB476}"/>
              </a:ext>
            </a:extLst>
          </p:cNvPr>
          <p:cNvSpPr>
            <a:spLocks noChangeShapeType="1"/>
          </p:cNvSpPr>
          <p:nvPr/>
        </p:nvSpPr>
        <p:spPr bwMode="auto">
          <a:xfrm>
            <a:off x="5484813" y="3322638"/>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03" name="Line 74">
            <a:extLst>
              <a:ext uri="{FF2B5EF4-FFF2-40B4-BE49-F238E27FC236}">
                <a16:creationId xmlns:a16="http://schemas.microsoft.com/office/drawing/2014/main" id="{DF801D06-DE0D-806C-F4E3-22E4024BB9B1}"/>
              </a:ext>
            </a:extLst>
          </p:cNvPr>
          <p:cNvSpPr>
            <a:spLocks noChangeShapeType="1"/>
          </p:cNvSpPr>
          <p:nvPr/>
        </p:nvSpPr>
        <p:spPr bwMode="auto">
          <a:xfrm>
            <a:off x="8534400" y="5057775"/>
            <a:ext cx="0" cy="736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5" name="Rectangle 75">
            <a:extLst>
              <a:ext uri="{FF2B5EF4-FFF2-40B4-BE49-F238E27FC236}">
                <a16:creationId xmlns:a16="http://schemas.microsoft.com/office/drawing/2014/main" id="{8E41B20F-3EF3-8AC6-CF8B-5BB20E86B64F}"/>
              </a:ext>
            </a:extLst>
          </p:cNvPr>
          <p:cNvSpPr>
            <a:spLocks noChangeArrowheads="1"/>
          </p:cNvSpPr>
          <p:nvPr/>
        </p:nvSpPr>
        <p:spPr bwMode="auto">
          <a:xfrm>
            <a:off x="7437438" y="5748338"/>
            <a:ext cx="1465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MemtoReg=0</a:t>
            </a:r>
          </a:p>
        </p:txBody>
      </p:sp>
      <p:sp>
        <p:nvSpPr>
          <p:cNvPr id="87105" name="Line 83">
            <a:extLst>
              <a:ext uri="{FF2B5EF4-FFF2-40B4-BE49-F238E27FC236}">
                <a16:creationId xmlns:a16="http://schemas.microsoft.com/office/drawing/2014/main" id="{F81F2F3B-8457-2856-B84D-A86E6F62AC2C}"/>
              </a:ext>
            </a:extLst>
          </p:cNvPr>
          <p:cNvSpPr>
            <a:spLocks noChangeShapeType="1"/>
          </p:cNvSpPr>
          <p:nvPr/>
        </p:nvSpPr>
        <p:spPr bwMode="auto">
          <a:xfrm>
            <a:off x="4960938" y="4587875"/>
            <a:ext cx="3175"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4" name="Rectangle 84">
            <a:extLst>
              <a:ext uri="{FF2B5EF4-FFF2-40B4-BE49-F238E27FC236}">
                <a16:creationId xmlns:a16="http://schemas.microsoft.com/office/drawing/2014/main" id="{51FA2187-844A-18EE-8A4C-CC22B0720988}"/>
              </a:ext>
            </a:extLst>
          </p:cNvPr>
          <p:cNvSpPr>
            <a:spLocks noChangeArrowheads="1"/>
          </p:cNvSpPr>
          <p:nvPr/>
        </p:nvSpPr>
        <p:spPr bwMode="auto">
          <a:xfrm>
            <a:off x="3856038" y="5665788"/>
            <a:ext cx="1314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ALUASrc=0</a:t>
            </a:r>
          </a:p>
        </p:txBody>
      </p:sp>
      <p:sp>
        <p:nvSpPr>
          <p:cNvPr id="87107" name="Rectangle 86">
            <a:extLst>
              <a:ext uri="{FF2B5EF4-FFF2-40B4-BE49-F238E27FC236}">
                <a16:creationId xmlns:a16="http://schemas.microsoft.com/office/drawing/2014/main" id="{737092A2-BF32-EB44-B024-A05A01361F32}"/>
              </a:ext>
            </a:extLst>
          </p:cNvPr>
          <p:cNvSpPr>
            <a:spLocks noChangeArrowheads="1"/>
          </p:cNvSpPr>
          <p:nvPr/>
        </p:nvSpPr>
        <p:spPr bwMode="auto">
          <a:xfrm>
            <a:off x="2652713" y="4992688"/>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Rd</a:t>
            </a:r>
          </a:p>
        </p:txBody>
      </p:sp>
      <p:sp>
        <p:nvSpPr>
          <p:cNvPr id="87108" name="Rectangle 87">
            <a:extLst>
              <a:ext uri="{FF2B5EF4-FFF2-40B4-BE49-F238E27FC236}">
                <a16:creationId xmlns:a16="http://schemas.microsoft.com/office/drawing/2014/main" id="{8DFEB3D4-432B-E1DA-B802-4851B6F33B5E}"/>
              </a:ext>
            </a:extLst>
          </p:cNvPr>
          <p:cNvSpPr>
            <a:spLocks noChangeArrowheads="1"/>
          </p:cNvSpPr>
          <p:nvPr/>
        </p:nvSpPr>
        <p:spPr bwMode="auto">
          <a:xfrm>
            <a:off x="3451225" y="3170238"/>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87109" name="Line 88">
            <a:extLst>
              <a:ext uri="{FF2B5EF4-FFF2-40B4-BE49-F238E27FC236}">
                <a16:creationId xmlns:a16="http://schemas.microsoft.com/office/drawing/2014/main" id="{81ACD0B9-4BC7-5A9D-C01E-2BBD754B25B0}"/>
              </a:ext>
            </a:extLst>
          </p:cNvPr>
          <p:cNvSpPr>
            <a:spLocks noChangeShapeType="1"/>
          </p:cNvSpPr>
          <p:nvPr/>
        </p:nvSpPr>
        <p:spPr bwMode="auto">
          <a:xfrm>
            <a:off x="1743075" y="4968875"/>
            <a:ext cx="468313"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10" name="Line 89">
            <a:extLst>
              <a:ext uri="{FF2B5EF4-FFF2-40B4-BE49-F238E27FC236}">
                <a16:creationId xmlns:a16="http://schemas.microsoft.com/office/drawing/2014/main" id="{299F0DF0-85C4-D5CD-39EA-DF9CA208C8C6}"/>
              </a:ext>
            </a:extLst>
          </p:cNvPr>
          <p:cNvSpPr>
            <a:spLocks noChangeShapeType="1"/>
          </p:cNvSpPr>
          <p:nvPr/>
        </p:nvSpPr>
        <p:spPr bwMode="auto">
          <a:xfrm>
            <a:off x="2527300" y="3216275"/>
            <a:ext cx="1498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11" name="Rectangle 90">
            <a:extLst>
              <a:ext uri="{FF2B5EF4-FFF2-40B4-BE49-F238E27FC236}">
                <a16:creationId xmlns:a16="http://schemas.microsoft.com/office/drawing/2014/main" id="{30CEE2BB-4D4F-FF53-C584-B449AA9C4C73}"/>
              </a:ext>
            </a:extLst>
          </p:cNvPr>
          <p:cNvSpPr>
            <a:spLocks noChangeArrowheads="1"/>
          </p:cNvSpPr>
          <p:nvPr/>
        </p:nvSpPr>
        <p:spPr bwMode="auto">
          <a:xfrm>
            <a:off x="2862263" y="2941638"/>
            <a:ext cx="4667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87112" name="Line 91">
            <a:extLst>
              <a:ext uri="{FF2B5EF4-FFF2-40B4-BE49-F238E27FC236}">
                <a16:creationId xmlns:a16="http://schemas.microsoft.com/office/drawing/2014/main" id="{92278E0C-AF5F-989D-68DB-A800A25E8590}"/>
              </a:ext>
            </a:extLst>
          </p:cNvPr>
          <p:cNvSpPr>
            <a:spLocks noChangeShapeType="1"/>
          </p:cNvSpPr>
          <p:nvPr/>
        </p:nvSpPr>
        <p:spPr bwMode="auto">
          <a:xfrm>
            <a:off x="4356100" y="3216275"/>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13" name="Rectangle 92">
            <a:extLst>
              <a:ext uri="{FF2B5EF4-FFF2-40B4-BE49-F238E27FC236}">
                <a16:creationId xmlns:a16="http://schemas.microsoft.com/office/drawing/2014/main" id="{9D9416AF-9718-9B4F-560F-D0C3FD787C4B}"/>
              </a:ext>
            </a:extLst>
          </p:cNvPr>
          <p:cNvSpPr>
            <a:spLocks noChangeArrowheads="1"/>
          </p:cNvSpPr>
          <p:nvPr/>
        </p:nvSpPr>
        <p:spPr bwMode="auto">
          <a:xfrm>
            <a:off x="4862513" y="3043238"/>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87114" name="Rectangle 93">
            <a:extLst>
              <a:ext uri="{FF2B5EF4-FFF2-40B4-BE49-F238E27FC236}">
                <a16:creationId xmlns:a16="http://schemas.microsoft.com/office/drawing/2014/main" id="{C0901B4C-B1ED-9A39-CB57-7CE509270DC7}"/>
              </a:ext>
            </a:extLst>
          </p:cNvPr>
          <p:cNvSpPr>
            <a:spLocks noChangeArrowheads="1"/>
          </p:cNvSpPr>
          <p:nvPr/>
        </p:nvSpPr>
        <p:spPr bwMode="auto">
          <a:xfrm>
            <a:off x="2597150" y="3608388"/>
            <a:ext cx="557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Rs1</a:t>
            </a:r>
          </a:p>
        </p:txBody>
      </p:sp>
      <p:sp>
        <p:nvSpPr>
          <p:cNvPr id="87115" name="Rectangle 94">
            <a:extLst>
              <a:ext uri="{FF2B5EF4-FFF2-40B4-BE49-F238E27FC236}">
                <a16:creationId xmlns:a16="http://schemas.microsoft.com/office/drawing/2014/main" id="{7A698750-DD04-731A-ADB2-1C2BDCFE5B4D}"/>
              </a:ext>
            </a:extLst>
          </p:cNvPr>
          <p:cNvSpPr>
            <a:spLocks noChangeArrowheads="1"/>
          </p:cNvSpPr>
          <p:nvPr/>
        </p:nvSpPr>
        <p:spPr bwMode="auto">
          <a:xfrm>
            <a:off x="2597150" y="4230688"/>
            <a:ext cx="557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Rs2</a:t>
            </a:r>
          </a:p>
        </p:txBody>
      </p:sp>
      <p:sp>
        <p:nvSpPr>
          <p:cNvPr id="87116" name="Line 99">
            <a:extLst>
              <a:ext uri="{FF2B5EF4-FFF2-40B4-BE49-F238E27FC236}">
                <a16:creationId xmlns:a16="http://schemas.microsoft.com/office/drawing/2014/main" id="{653BA3EA-1A9C-E118-FE14-EC2EEFA01530}"/>
              </a:ext>
            </a:extLst>
          </p:cNvPr>
          <p:cNvSpPr>
            <a:spLocks noChangeShapeType="1"/>
          </p:cNvSpPr>
          <p:nvPr/>
        </p:nvSpPr>
        <p:spPr bwMode="auto">
          <a:xfrm>
            <a:off x="8089900" y="5121275"/>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17" name="Line 100">
            <a:extLst>
              <a:ext uri="{FF2B5EF4-FFF2-40B4-BE49-F238E27FC236}">
                <a16:creationId xmlns:a16="http://schemas.microsoft.com/office/drawing/2014/main" id="{BA6BE812-BC1A-195E-11CD-961166945D7B}"/>
              </a:ext>
            </a:extLst>
          </p:cNvPr>
          <p:cNvSpPr>
            <a:spLocks noChangeShapeType="1"/>
          </p:cNvSpPr>
          <p:nvPr/>
        </p:nvSpPr>
        <p:spPr bwMode="auto">
          <a:xfrm>
            <a:off x="8305800" y="5133975"/>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18" name="Line 101">
            <a:extLst>
              <a:ext uri="{FF2B5EF4-FFF2-40B4-BE49-F238E27FC236}">
                <a16:creationId xmlns:a16="http://schemas.microsoft.com/office/drawing/2014/main" id="{0D5BEC15-41C2-4907-03EE-2E4E162A0F25}"/>
              </a:ext>
            </a:extLst>
          </p:cNvPr>
          <p:cNvSpPr>
            <a:spLocks noChangeShapeType="1"/>
          </p:cNvSpPr>
          <p:nvPr/>
        </p:nvSpPr>
        <p:spPr bwMode="auto">
          <a:xfrm flipH="1">
            <a:off x="3187700" y="5502275"/>
            <a:ext cx="5130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19" name="Line 102">
            <a:extLst>
              <a:ext uri="{FF2B5EF4-FFF2-40B4-BE49-F238E27FC236}">
                <a16:creationId xmlns:a16="http://schemas.microsoft.com/office/drawing/2014/main" id="{96FDA8BD-4CED-4C13-A590-12B13B724CEE}"/>
              </a:ext>
            </a:extLst>
          </p:cNvPr>
          <p:cNvSpPr>
            <a:spLocks noChangeShapeType="1"/>
          </p:cNvSpPr>
          <p:nvPr/>
        </p:nvSpPr>
        <p:spPr bwMode="auto">
          <a:xfrm flipV="1">
            <a:off x="3200400" y="4879975"/>
            <a:ext cx="0" cy="635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20" name="Line 103">
            <a:extLst>
              <a:ext uri="{FF2B5EF4-FFF2-40B4-BE49-F238E27FC236}">
                <a16:creationId xmlns:a16="http://schemas.microsoft.com/office/drawing/2014/main" id="{7BC4C956-BB64-5C5E-3E4C-A5EF0EE1E6E9}"/>
              </a:ext>
            </a:extLst>
          </p:cNvPr>
          <p:cNvSpPr>
            <a:spLocks noChangeShapeType="1"/>
          </p:cNvSpPr>
          <p:nvPr/>
        </p:nvSpPr>
        <p:spPr bwMode="auto">
          <a:xfrm>
            <a:off x="8699500" y="4664075"/>
            <a:ext cx="127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21" name="Line 104">
            <a:extLst>
              <a:ext uri="{FF2B5EF4-FFF2-40B4-BE49-F238E27FC236}">
                <a16:creationId xmlns:a16="http://schemas.microsoft.com/office/drawing/2014/main" id="{A0E02B12-C431-FA55-0EB7-5171AF6DEDA2}"/>
              </a:ext>
            </a:extLst>
          </p:cNvPr>
          <p:cNvSpPr>
            <a:spLocks noChangeShapeType="1"/>
          </p:cNvSpPr>
          <p:nvPr/>
        </p:nvSpPr>
        <p:spPr bwMode="auto">
          <a:xfrm>
            <a:off x="8839200" y="4676775"/>
            <a:ext cx="0" cy="965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22" name="Line 105">
            <a:extLst>
              <a:ext uri="{FF2B5EF4-FFF2-40B4-BE49-F238E27FC236}">
                <a16:creationId xmlns:a16="http://schemas.microsoft.com/office/drawing/2014/main" id="{BC47977D-3B99-0C32-E73D-C3E81BFBA44B}"/>
              </a:ext>
            </a:extLst>
          </p:cNvPr>
          <p:cNvSpPr>
            <a:spLocks noChangeShapeType="1"/>
          </p:cNvSpPr>
          <p:nvPr/>
        </p:nvSpPr>
        <p:spPr bwMode="auto">
          <a:xfrm flipH="1">
            <a:off x="3492500" y="5654675"/>
            <a:ext cx="535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23" name="Line 106">
            <a:extLst>
              <a:ext uri="{FF2B5EF4-FFF2-40B4-BE49-F238E27FC236}">
                <a16:creationId xmlns:a16="http://schemas.microsoft.com/office/drawing/2014/main" id="{5C7F7235-D7F5-33C7-DE64-8F727763F7AA}"/>
              </a:ext>
            </a:extLst>
          </p:cNvPr>
          <p:cNvSpPr>
            <a:spLocks noChangeShapeType="1"/>
          </p:cNvSpPr>
          <p:nvPr/>
        </p:nvSpPr>
        <p:spPr bwMode="auto">
          <a:xfrm flipV="1">
            <a:off x="3505200" y="4879975"/>
            <a:ext cx="0" cy="787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24" name="Line 69">
            <a:extLst>
              <a:ext uri="{FF2B5EF4-FFF2-40B4-BE49-F238E27FC236}">
                <a16:creationId xmlns:a16="http://schemas.microsoft.com/office/drawing/2014/main" id="{6C3BAD44-2710-DA8F-2930-0CC024F844E3}"/>
              </a:ext>
            </a:extLst>
          </p:cNvPr>
          <p:cNvSpPr>
            <a:spLocks noChangeShapeType="1"/>
          </p:cNvSpPr>
          <p:nvPr/>
        </p:nvSpPr>
        <p:spPr bwMode="auto">
          <a:xfrm>
            <a:off x="2678113" y="3521075"/>
            <a:ext cx="1320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7125" name="组合 4">
            <a:extLst>
              <a:ext uri="{FF2B5EF4-FFF2-40B4-BE49-F238E27FC236}">
                <a16:creationId xmlns:a16="http://schemas.microsoft.com/office/drawing/2014/main" id="{CE98FDE2-1545-72CA-4D5F-3F6411A90F4D}"/>
              </a:ext>
            </a:extLst>
          </p:cNvPr>
          <p:cNvGrpSpPr>
            <a:grpSpLocks/>
          </p:cNvGrpSpPr>
          <p:nvPr/>
        </p:nvGrpSpPr>
        <p:grpSpPr bwMode="auto">
          <a:xfrm>
            <a:off x="2511425" y="3898900"/>
            <a:ext cx="587375" cy="1095375"/>
            <a:chOff x="2512080" y="3899593"/>
            <a:chExt cx="586720" cy="1095375"/>
          </a:xfrm>
        </p:grpSpPr>
        <p:sp>
          <p:nvSpPr>
            <p:cNvPr id="87126" name="Line 49">
              <a:extLst>
                <a:ext uri="{FF2B5EF4-FFF2-40B4-BE49-F238E27FC236}">
                  <a16:creationId xmlns:a16="http://schemas.microsoft.com/office/drawing/2014/main" id="{124B07CD-7C04-29F8-B666-AFFE8066A96B}"/>
                </a:ext>
              </a:extLst>
            </p:cNvPr>
            <p:cNvSpPr>
              <a:spLocks noChangeShapeType="1"/>
            </p:cNvSpPr>
            <p:nvPr/>
          </p:nvSpPr>
          <p:spPr bwMode="auto">
            <a:xfrm flipV="1">
              <a:off x="2692400" y="3899594"/>
              <a:ext cx="406400" cy="3175"/>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27" name="Line 50">
              <a:extLst>
                <a:ext uri="{FF2B5EF4-FFF2-40B4-BE49-F238E27FC236}">
                  <a16:creationId xmlns:a16="http://schemas.microsoft.com/office/drawing/2014/main" id="{CB07B480-5B06-7023-9D26-F4F7F51793B9}"/>
                </a:ext>
              </a:extLst>
            </p:cNvPr>
            <p:cNvSpPr>
              <a:spLocks noChangeShapeType="1"/>
            </p:cNvSpPr>
            <p:nvPr/>
          </p:nvSpPr>
          <p:spPr bwMode="auto">
            <a:xfrm>
              <a:off x="2692400" y="4207569"/>
              <a:ext cx="360363"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28" name="Line 95">
              <a:extLst>
                <a:ext uri="{FF2B5EF4-FFF2-40B4-BE49-F238E27FC236}">
                  <a16:creationId xmlns:a16="http://schemas.microsoft.com/office/drawing/2014/main" id="{47B47824-5E1C-2A09-8C83-FF0DD24B7B00}"/>
                </a:ext>
              </a:extLst>
            </p:cNvPr>
            <p:cNvSpPr>
              <a:spLocks noChangeShapeType="1"/>
            </p:cNvSpPr>
            <p:nvPr/>
          </p:nvSpPr>
          <p:spPr bwMode="auto">
            <a:xfrm flipV="1">
              <a:off x="2666999" y="3899593"/>
              <a:ext cx="0" cy="1095375"/>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29" name="Line 107">
              <a:extLst>
                <a:ext uri="{FF2B5EF4-FFF2-40B4-BE49-F238E27FC236}">
                  <a16:creationId xmlns:a16="http://schemas.microsoft.com/office/drawing/2014/main" id="{A1F686BE-E04F-2450-ECA9-0FE00BD0AC02}"/>
                </a:ext>
              </a:extLst>
            </p:cNvPr>
            <p:cNvSpPr>
              <a:spLocks noChangeShapeType="1"/>
            </p:cNvSpPr>
            <p:nvPr/>
          </p:nvSpPr>
          <p:spPr bwMode="auto">
            <a:xfrm>
              <a:off x="2512080" y="4969569"/>
              <a:ext cx="144000" cy="0"/>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7130" name="Rectangle 109">
            <a:extLst>
              <a:ext uri="{FF2B5EF4-FFF2-40B4-BE49-F238E27FC236}">
                <a16:creationId xmlns:a16="http://schemas.microsoft.com/office/drawing/2014/main" id="{5901538D-301A-0C82-F18E-38676662E5CD}"/>
              </a:ext>
            </a:extLst>
          </p:cNvPr>
          <p:cNvSpPr>
            <a:spLocks noChangeArrowheads="1"/>
          </p:cNvSpPr>
          <p:nvPr/>
        </p:nvSpPr>
        <p:spPr bwMode="auto">
          <a:xfrm rot="5400000">
            <a:off x="1208088" y="3198813"/>
            <a:ext cx="6953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PC+4</a:t>
            </a:r>
          </a:p>
        </p:txBody>
      </p:sp>
      <p:sp>
        <p:nvSpPr>
          <p:cNvPr id="87131" name="Line 110">
            <a:extLst>
              <a:ext uri="{FF2B5EF4-FFF2-40B4-BE49-F238E27FC236}">
                <a16:creationId xmlns:a16="http://schemas.microsoft.com/office/drawing/2014/main" id="{827F763B-69E3-234E-84B4-E862D706C8FE}"/>
              </a:ext>
            </a:extLst>
          </p:cNvPr>
          <p:cNvSpPr>
            <a:spLocks noChangeShapeType="1"/>
          </p:cNvSpPr>
          <p:nvPr/>
        </p:nvSpPr>
        <p:spPr bwMode="auto">
          <a:xfrm>
            <a:off x="1016000" y="3825875"/>
            <a:ext cx="330200"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32" name="Line 111">
            <a:extLst>
              <a:ext uri="{FF2B5EF4-FFF2-40B4-BE49-F238E27FC236}">
                <a16:creationId xmlns:a16="http://schemas.microsoft.com/office/drawing/2014/main" id="{1C02594B-4E11-16B4-B58F-424EFC6924EE}"/>
              </a:ext>
            </a:extLst>
          </p:cNvPr>
          <p:cNvSpPr>
            <a:spLocks noChangeShapeType="1"/>
          </p:cNvSpPr>
          <p:nvPr/>
        </p:nvSpPr>
        <p:spPr bwMode="auto">
          <a:xfrm>
            <a:off x="5499100" y="38258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33" name="Line 112">
            <a:extLst>
              <a:ext uri="{FF2B5EF4-FFF2-40B4-BE49-F238E27FC236}">
                <a16:creationId xmlns:a16="http://schemas.microsoft.com/office/drawing/2014/main" id="{5D59D2AC-F933-3997-0DB3-D500DEA4E94F}"/>
              </a:ext>
            </a:extLst>
          </p:cNvPr>
          <p:cNvSpPr>
            <a:spLocks noChangeShapeType="1"/>
          </p:cNvSpPr>
          <p:nvPr/>
        </p:nvSpPr>
        <p:spPr bwMode="auto">
          <a:xfrm flipH="1">
            <a:off x="6616700" y="3216275"/>
            <a:ext cx="257175"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34" name="Line 113">
            <a:extLst>
              <a:ext uri="{FF2B5EF4-FFF2-40B4-BE49-F238E27FC236}">
                <a16:creationId xmlns:a16="http://schemas.microsoft.com/office/drawing/2014/main" id="{22A9B090-0B46-55DB-6197-314C8266CEAD}"/>
              </a:ext>
            </a:extLst>
          </p:cNvPr>
          <p:cNvSpPr>
            <a:spLocks noChangeShapeType="1"/>
          </p:cNvSpPr>
          <p:nvPr/>
        </p:nvSpPr>
        <p:spPr bwMode="auto">
          <a:xfrm flipH="1">
            <a:off x="6616700" y="3368675"/>
            <a:ext cx="257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135" name="Group 119">
            <a:extLst>
              <a:ext uri="{FF2B5EF4-FFF2-40B4-BE49-F238E27FC236}">
                <a16:creationId xmlns:a16="http://schemas.microsoft.com/office/drawing/2014/main" id="{6029F726-999E-2A92-AE87-29AEDA6C7ADD}"/>
              </a:ext>
            </a:extLst>
          </p:cNvPr>
          <p:cNvGrpSpPr>
            <a:grpSpLocks/>
          </p:cNvGrpSpPr>
          <p:nvPr/>
        </p:nvGrpSpPr>
        <p:grpSpPr bwMode="auto">
          <a:xfrm>
            <a:off x="6848475" y="3140075"/>
            <a:ext cx="395288" cy="306388"/>
            <a:chOff x="4314" y="2160"/>
            <a:chExt cx="249" cy="193"/>
          </a:xfrm>
        </p:grpSpPr>
        <p:sp>
          <p:nvSpPr>
            <p:cNvPr id="87136" name="Arc 114">
              <a:extLst>
                <a:ext uri="{FF2B5EF4-FFF2-40B4-BE49-F238E27FC236}">
                  <a16:creationId xmlns:a16="http://schemas.microsoft.com/office/drawing/2014/main" id="{4B4765D9-2B46-9EAC-B044-DD476E262C51}"/>
                </a:ext>
              </a:extLst>
            </p:cNvPr>
            <p:cNvSpPr>
              <a:spLocks noChangeArrowheads="1"/>
            </p:cNvSpPr>
            <p:nvPr/>
          </p:nvSpPr>
          <p:spPr bwMode="auto">
            <a:xfrm>
              <a:off x="4466" y="2169"/>
              <a:ext cx="89" cy="88"/>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7137" name="Arc 115">
              <a:extLst>
                <a:ext uri="{FF2B5EF4-FFF2-40B4-BE49-F238E27FC236}">
                  <a16:creationId xmlns:a16="http://schemas.microsoft.com/office/drawing/2014/main" id="{5B41097D-9793-9CA4-4F01-9870C175D4FB}"/>
                </a:ext>
              </a:extLst>
            </p:cNvPr>
            <p:cNvSpPr>
              <a:spLocks noChangeArrowheads="1"/>
            </p:cNvSpPr>
            <p:nvPr/>
          </p:nvSpPr>
          <p:spPr bwMode="auto">
            <a:xfrm rot="10800000">
              <a:off x="4475" y="2265"/>
              <a:ext cx="88" cy="88"/>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7138" name="Line 116">
              <a:extLst>
                <a:ext uri="{FF2B5EF4-FFF2-40B4-BE49-F238E27FC236}">
                  <a16:creationId xmlns:a16="http://schemas.microsoft.com/office/drawing/2014/main" id="{A5367D0B-C8B5-9C41-1F07-3A4664D83572}"/>
                </a:ext>
              </a:extLst>
            </p:cNvPr>
            <p:cNvSpPr>
              <a:spLocks noChangeShapeType="1"/>
            </p:cNvSpPr>
            <p:nvPr/>
          </p:nvSpPr>
          <p:spPr bwMode="auto">
            <a:xfrm flipH="1">
              <a:off x="4314" y="2160"/>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39" name="Line 117">
              <a:extLst>
                <a:ext uri="{FF2B5EF4-FFF2-40B4-BE49-F238E27FC236}">
                  <a16:creationId xmlns:a16="http://schemas.microsoft.com/office/drawing/2014/main" id="{4525AED8-D0E1-6A27-6C95-BD9E9F92232A}"/>
                </a:ext>
              </a:extLst>
            </p:cNvPr>
            <p:cNvSpPr>
              <a:spLocks noChangeShapeType="1"/>
            </p:cNvSpPr>
            <p:nvPr/>
          </p:nvSpPr>
          <p:spPr bwMode="auto">
            <a:xfrm flipH="1">
              <a:off x="4314" y="2352"/>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40" name="Line 118">
              <a:extLst>
                <a:ext uri="{FF2B5EF4-FFF2-40B4-BE49-F238E27FC236}">
                  <a16:creationId xmlns:a16="http://schemas.microsoft.com/office/drawing/2014/main" id="{2A62A02C-9512-7568-9C2F-C251EE77E173}"/>
                </a:ext>
              </a:extLst>
            </p:cNvPr>
            <p:cNvSpPr>
              <a:spLocks noChangeShapeType="1"/>
            </p:cNvSpPr>
            <p:nvPr/>
          </p:nvSpPr>
          <p:spPr bwMode="auto">
            <a:xfrm>
              <a:off x="4322" y="2168"/>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7141" name="Rectangle 120">
            <a:extLst>
              <a:ext uri="{FF2B5EF4-FFF2-40B4-BE49-F238E27FC236}">
                <a16:creationId xmlns:a16="http://schemas.microsoft.com/office/drawing/2014/main" id="{3D553EFA-52B5-5C13-C547-35C734A48B91}"/>
              </a:ext>
            </a:extLst>
          </p:cNvPr>
          <p:cNvSpPr>
            <a:spLocks noChangeArrowheads="1"/>
          </p:cNvSpPr>
          <p:nvPr/>
        </p:nvSpPr>
        <p:spPr bwMode="auto">
          <a:xfrm flipH="1">
            <a:off x="6073775" y="3538538"/>
            <a:ext cx="6207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71801" name="Rectangle 121">
            <a:extLst>
              <a:ext uri="{FF2B5EF4-FFF2-40B4-BE49-F238E27FC236}">
                <a16:creationId xmlns:a16="http://schemas.microsoft.com/office/drawing/2014/main" id="{16651FF4-F591-17C7-A816-CF945C8E369E}"/>
              </a:ext>
            </a:extLst>
          </p:cNvPr>
          <p:cNvSpPr>
            <a:spLocks noChangeArrowheads="1"/>
          </p:cNvSpPr>
          <p:nvPr/>
        </p:nvSpPr>
        <p:spPr bwMode="auto">
          <a:xfrm flipH="1">
            <a:off x="6030913" y="1865313"/>
            <a:ext cx="11112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Branch=0</a:t>
            </a:r>
          </a:p>
        </p:txBody>
      </p:sp>
      <p:sp>
        <p:nvSpPr>
          <p:cNvPr id="87143" name="Line 122">
            <a:extLst>
              <a:ext uri="{FF2B5EF4-FFF2-40B4-BE49-F238E27FC236}">
                <a16:creationId xmlns:a16="http://schemas.microsoft.com/office/drawing/2014/main" id="{1C89CE85-E6D2-9ACC-F21D-B3E1506C7782}"/>
              </a:ext>
            </a:extLst>
          </p:cNvPr>
          <p:cNvSpPr>
            <a:spLocks noChangeShapeType="1"/>
          </p:cNvSpPr>
          <p:nvPr/>
        </p:nvSpPr>
        <p:spPr bwMode="auto">
          <a:xfrm flipV="1">
            <a:off x="6629400" y="3355975"/>
            <a:ext cx="0" cy="482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44" name="Line 123">
            <a:extLst>
              <a:ext uri="{FF2B5EF4-FFF2-40B4-BE49-F238E27FC236}">
                <a16:creationId xmlns:a16="http://schemas.microsoft.com/office/drawing/2014/main" id="{00D5A9A4-3B92-DC89-A704-0A7D1E98089A}"/>
              </a:ext>
            </a:extLst>
          </p:cNvPr>
          <p:cNvSpPr>
            <a:spLocks noChangeShapeType="1"/>
          </p:cNvSpPr>
          <p:nvPr/>
        </p:nvSpPr>
        <p:spPr bwMode="auto">
          <a:xfrm flipH="1" flipV="1">
            <a:off x="6616700" y="2212975"/>
            <a:ext cx="0" cy="1006475"/>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45" name="Line 124">
            <a:extLst>
              <a:ext uri="{FF2B5EF4-FFF2-40B4-BE49-F238E27FC236}">
                <a16:creationId xmlns:a16="http://schemas.microsoft.com/office/drawing/2014/main" id="{4546FC06-564A-6122-0BBA-ADB6DF05756C}"/>
              </a:ext>
            </a:extLst>
          </p:cNvPr>
          <p:cNvSpPr>
            <a:spLocks noChangeShapeType="1"/>
          </p:cNvSpPr>
          <p:nvPr/>
        </p:nvSpPr>
        <p:spPr bwMode="auto">
          <a:xfrm>
            <a:off x="6184900" y="3825875"/>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46" name="Line 125">
            <a:extLst>
              <a:ext uri="{FF2B5EF4-FFF2-40B4-BE49-F238E27FC236}">
                <a16:creationId xmlns:a16="http://schemas.microsoft.com/office/drawing/2014/main" id="{C0595AB2-CA78-A46C-D975-288144FC40C4}"/>
              </a:ext>
            </a:extLst>
          </p:cNvPr>
          <p:cNvSpPr>
            <a:spLocks noChangeShapeType="1"/>
          </p:cNvSpPr>
          <p:nvPr/>
        </p:nvSpPr>
        <p:spPr bwMode="auto">
          <a:xfrm>
            <a:off x="6184900" y="3321050"/>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147" name="Group 130">
            <a:extLst>
              <a:ext uri="{FF2B5EF4-FFF2-40B4-BE49-F238E27FC236}">
                <a16:creationId xmlns:a16="http://schemas.microsoft.com/office/drawing/2014/main" id="{7AEC7F81-4991-62CA-3E95-FA437C583D38}"/>
              </a:ext>
            </a:extLst>
          </p:cNvPr>
          <p:cNvGrpSpPr>
            <a:grpSpLocks/>
          </p:cNvGrpSpPr>
          <p:nvPr/>
        </p:nvGrpSpPr>
        <p:grpSpPr bwMode="auto">
          <a:xfrm>
            <a:off x="1092200" y="2543175"/>
            <a:ext cx="254000" cy="533400"/>
            <a:chOff x="688" y="1784"/>
            <a:chExt cx="160" cy="336"/>
          </a:xfrm>
        </p:grpSpPr>
        <p:sp>
          <p:nvSpPr>
            <p:cNvPr id="87148" name="Line 126">
              <a:extLst>
                <a:ext uri="{FF2B5EF4-FFF2-40B4-BE49-F238E27FC236}">
                  <a16:creationId xmlns:a16="http://schemas.microsoft.com/office/drawing/2014/main" id="{B3BD3F26-2B67-6A3C-8167-44AF7301AF64}"/>
                </a:ext>
              </a:extLst>
            </p:cNvPr>
            <p:cNvSpPr>
              <a:spLocks noChangeShapeType="1"/>
            </p:cNvSpPr>
            <p:nvPr/>
          </p:nvSpPr>
          <p:spPr bwMode="auto">
            <a:xfrm>
              <a:off x="840" y="1784"/>
              <a:ext cx="0" cy="3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49" name="Line 127">
              <a:extLst>
                <a:ext uri="{FF2B5EF4-FFF2-40B4-BE49-F238E27FC236}">
                  <a16:creationId xmlns:a16="http://schemas.microsoft.com/office/drawing/2014/main" id="{FC4099FF-B038-DD24-018A-E067265818CA}"/>
                </a:ext>
              </a:extLst>
            </p:cNvPr>
            <p:cNvSpPr>
              <a:spLocks noChangeShapeType="1"/>
            </p:cNvSpPr>
            <p:nvPr/>
          </p:nvSpPr>
          <p:spPr bwMode="auto">
            <a:xfrm flipH="1">
              <a:off x="688" y="1784"/>
              <a:ext cx="160" cy="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50" name="Line 128">
              <a:extLst>
                <a:ext uri="{FF2B5EF4-FFF2-40B4-BE49-F238E27FC236}">
                  <a16:creationId xmlns:a16="http://schemas.microsoft.com/office/drawing/2014/main" id="{AD44C2F4-8BF6-E039-5F2B-90CEEA23AEA3}"/>
                </a:ext>
              </a:extLst>
            </p:cNvPr>
            <p:cNvSpPr>
              <a:spLocks noChangeShapeType="1"/>
            </p:cNvSpPr>
            <p:nvPr/>
          </p:nvSpPr>
          <p:spPr bwMode="auto">
            <a:xfrm flipH="1" flipV="1">
              <a:off x="688" y="2063"/>
              <a:ext cx="160"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51" name="Line 129">
              <a:extLst>
                <a:ext uri="{FF2B5EF4-FFF2-40B4-BE49-F238E27FC236}">
                  <a16:creationId xmlns:a16="http://schemas.microsoft.com/office/drawing/2014/main" id="{AD19FCD3-1979-6E9B-E723-4C8BA0EAE9C6}"/>
                </a:ext>
              </a:extLst>
            </p:cNvPr>
            <p:cNvSpPr>
              <a:spLocks noChangeShapeType="1"/>
            </p:cNvSpPr>
            <p:nvPr/>
          </p:nvSpPr>
          <p:spPr bwMode="auto">
            <a:xfrm>
              <a:off x="696" y="1815"/>
              <a:ext cx="0" cy="2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7152" name="Rectangle 131">
            <a:extLst>
              <a:ext uri="{FF2B5EF4-FFF2-40B4-BE49-F238E27FC236}">
                <a16:creationId xmlns:a16="http://schemas.microsoft.com/office/drawing/2014/main" id="{7C33B40C-4EFB-8C9A-E696-5039408554B9}"/>
              </a:ext>
            </a:extLst>
          </p:cNvPr>
          <p:cNvSpPr>
            <a:spLocks noChangeArrowheads="1"/>
          </p:cNvSpPr>
          <p:nvPr/>
        </p:nvSpPr>
        <p:spPr bwMode="auto">
          <a:xfrm flipH="1">
            <a:off x="1103313" y="2562225"/>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1</a:t>
            </a:r>
          </a:p>
        </p:txBody>
      </p:sp>
      <p:sp>
        <p:nvSpPr>
          <p:cNvPr id="87153" name="Rectangle 132">
            <a:extLst>
              <a:ext uri="{FF2B5EF4-FFF2-40B4-BE49-F238E27FC236}">
                <a16:creationId xmlns:a16="http://schemas.microsoft.com/office/drawing/2014/main" id="{FDCF0548-C79D-6816-5505-B4CC8CD07F8E}"/>
              </a:ext>
            </a:extLst>
          </p:cNvPr>
          <p:cNvSpPr>
            <a:spLocks noChangeArrowheads="1"/>
          </p:cNvSpPr>
          <p:nvPr/>
        </p:nvSpPr>
        <p:spPr bwMode="auto">
          <a:xfrm flipH="1">
            <a:off x="1103313" y="2730500"/>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0</a:t>
            </a:r>
          </a:p>
        </p:txBody>
      </p:sp>
      <p:sp>
        <p:nvSpPr>
          <p:cNvPr id="87154" name="Oval 135">
            <a:extLst>
              <a:ext uri="{FF2B5EF4-FFF2-40B4-BE49-F238E27FC236}">
                <a16:creationId xmlns:a16="http://schemas.microsoft.com/office/drawing/2014/main" id="{7B0258B4-8145-257F-2111-05BDEDE1C44D}"/>
              </a:ext>
            </a:extLst>
          </p:cNvPr>
          <p:cNvSpPr>
            <a:spLocks noChangeArrowheads="1"/>
          </p:cNvSpPr>
          <p:nvPr/>
        </p:nvSpPr>
        <p:spPr bwMode="auto">
          <a:xfrm>
            <a:off x="2298700" y="29241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155" name="Line 136">
            <a:extLst>
              <a:ext uri="{FF2B5EF4-FFF2-40B4-BE49-F238E27FC236}">
                <a16:creationId xmlns:a16="http://schemas.microsoft.com/office/drawing/2014/main" id="{6464771E-6083-0E63-C27E-FA5C8FFDAB48}"/>
              </a:ext>
            </a:extLst>
          </p:cNvPr>
          <p:cNvSpPr>
            <a:spLocks noChangeShapeType="1"/>
          </p:cNvSpPr>
          <p:nvPr/>
        </p:nvSpPr>
        <p:spPr bwMode="auto">
          <a:xfrm>
            <a:off x="838200" y="2771775"/>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56" name="Oval 137">
            <a:extLst>
              <a:ext uri="{FF2B5EF4-FFF2-40B4-BE49-F238E27FC236}">
                <a16:creationId xmlns:a16="http://schemas.microsoft.com/office/drawing/2014/main" id="{596408C7-7161-1A49-09D2-60BF54C78FBB}"/>
              </a:ext>
            </a:extLst>
          </p:cNvPr>
          <p:cNvSpPr>
            <a:spLocks noChangeArrowheads="1"/>
          </p:cNvSpPr>
          <p:nvPr/>
        </p:nvSpPr>
        <p:spPr bwMode="auto">
          <a:xfrm>
            <a:off x="774700" y="2924175"/>
            <a:ext cx="127000"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157" name="Line 141">
            <a:extLst>
              <a:ext uri="{FF2B5EF4-FFF2-40B4-BE49-F238E27FC236}">
                <a16:creationId xmlns:a16="http://schemas.microsoft.com/office/drawing/2014/main" id="{46F70089-B131-F773-7A7F-D5218BA09CB2}"/>
              </a:ext>
            </a:extLst>
          </p:cNvPr>
          <p:cNvSpPr>
            <a:spLocks noChangeShapeType="1"/>
          </p:cNvSpPr>
          <p:nvPr/>
        </p:nvSpPr>
        <p:spPr bwMode="auto">
          <a:xfrm flipH="1">
            <a:off x="1282700" y="2682875"/>
            <a:ext cx="51308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58" name="Line 142">
            <a:extLst>
              <a:ext uri="{FF2B5EF4-FFF2-40B4-BE49-F238E27FC236}">
                <a16:creationId xmlns:a16="http://schemas.microsoft.com/office/drawing/2014/main" id="{9A86A84B-DE91-BAEF-4A1B-10477EF2BE1F}"/>
              </a:ext>
            </a:extLst>
          </p:cNvPr>
          <p:cNvSpPr>
            <a:spLocks noChangeShapeType="1"/>
          </p:cNvSpPr>
          <p:nvPr/>
        </p:nvSpPr>
        <p:spPr bwMode="auto">
          <a:xfrm flipV="1">
            <a:off x="6399213" y="2679700"/>
            <a:ext cx="0" cy="647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59" name="Line 143">
            <a:extLst>
              <a:ext uri="{FF2B5EF4-FFF2-40B4-BE49-F238E27FC236}">
                <a16:creationId xmlns:a16="http://schemas.microsoft.com/office/drawing/2014/main" id="{D181E7D2-9E75-D905-C801-066E5C059C87}"/>
              </a:ext>
            </a:extLst>
          </p:cNvPr>
          <p:cNvSpPr>
            <a:spLocks noChangeShapeType="1"/>
          </p:cNvSpPr>
          <p:nvPr/>
        </p:nvSpPr>
        <p:spPr bwMode="auto">
          <a:xfrm>
            <a:off x="7251700" y="3292475"/>
            <a:ext cx="27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60" name="Line 144">
            <a:extLst>
              <a:ext uri="{FF2B5EF4-FFF2-40B4-BE49-F238E27FC236}">
                <a16:creationId xmlns:a16="http://schemas.microsoft.com/office/drawing/2014/main" id="{6B712F45-D444-119C-E31A-B9E62DAC5A29}"/>
              </a:ext>
            </a:extLst>
          </p:cNvPr>
          <p:cNvSpPr>
            <a:spLocks noChangeShapeType="1"/>
          </p:cNvSpPr>
          <p:nvPr/>
        </p:nvSpPr>
        <p:spPr bwMode="auto">
          <a:xfrm>
            <a:off x="1231900" y="2378075"/>
            <a:ext cx="57959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61" name="Line 145">
            <a:extLst>
              <a:ext uri="{FF2B5EF4-FFF2-40B4-BE49-F238E27FC236}">
                <a16:creationId xmlns:a16="http://schemas.microsoft.com/office/drawing/2014/main" id="{9BBAE166-C6F7-95AA-D3D2-EEC006D920AA}"/>
              </a:ext>
            </a:extLst>
          </p:cNvPr>
          <p:cNvSpPr>
            <a:spLocks noChangeShapeType="1"/>
          </p:cNvSpPr>
          <p:nvPr/>
        </p:nvSpPr>
        <p:spPr bwMode="auto">
          <a:xfrm>
            <a:off x="7543800" y="2468563"/>
            <a:ext cx="0" cy="8270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62" name="Line 146">
            <a:extLst>
              <a:ext uri="{FF2B5EF4-FFF2-40B4-BE49-F238E27FC236}">
                <a16:creationId xmlns:a16="http://schemas.microsoft.com/office/drawing/2014/main" id="{454157A1-15A9-4D9C-971B-7624A6BE7363}"/>
              </a:ext>
            </a:extLst>
          </p:cNvPr>
          <p:cNvSpPr>
            <a:spLocks noChangeShapeType="1"/>
          </p:cNvSpPr>
          <p:nvPr/>
        </p:nvSpPr>
        <p:spPr bwMode="auto">
          <a:xfrm>
            <a:off x="1219200" y="2390775"/>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63" name="Line 147">
            <a:extLst>
              <a:ext uri="{FF2B5EF4-FFF2-40B4-BE49-F238E27FC236}">
                <a16:creationId xmlns:a16="http://schemas.microsoft.com/office/drawing/2014/main" id="{72CDCC64-3CA3-46F4-C8C4-5A8740E37B89}"/>
              </a:ext>
            </a:extLst>
          </p:cNvPr>
          <p:cNvSpPr>
            <a:spLocks noChangeShapeType="1"/>
          </p:cNvSpPr>
          <p:nvPr/>
        </p:nvSpPr>
        <p:spPr bwMode="auto">
          <a:xfrm>
            <a:off x="4191000" y="27717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64" name="Oval 148">
            <a:extLst>
              <a:ext uri="{FF2B5EF4-FFF2-40B4-BE49-F238E27FC236}">
                <a16:creationId xmlns:a16="http://schemas.microsoft.com/office/drawing/2014/main" id="{CA5804DB-6581-B307-3D85-A6FAEC1A7F7A}"/>
              </a:ext>
            </a:extLst>
          </p:cNvPr>
          <p:cNvSpPr>
            <a:spLocks noChangeArrowheads="1"/>
          </p:cNvSpPr>
          <p:nvPr/>
        </p:nvSpPr>
        <p:spPr bwMode="auto">
          <a:xfrm>
            <a:off x="4127500" y="29241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165" name="Line 149">
            <a:extLst>
              <a:ext uri="{FF2B5EF4-FFF2-40B4-BE49-F238E27FC236}">
                <a16:creationId xmlns:a16="http://schemas.microsoft.com/office/drawing/2014/main" id="{FF596329-F0D3-A2C4-9847-42695AB1CC49}"/>
              </a:ext>
            </a:extLst>
          </p:cNvPr>
          <p:cNvSpPr>
            <a:spLocks noChangeShapeType="1"/>
          </p:cNvSpPr>
          <p:nvPr/>
        </p:nvSpPr>
        <p:spPr bwMode="auto">
          <a:xfrm>
            <a:off x="6019800" y="27717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66" name="Oval 150">
            <a:extLst>
              <a:ext uri="{FF2B5EF4-FFF2-40B4-BE49-F238E27FC236}">
                <a16:creationId xmlns:a16="http://schemas.microsoft.com/office/drawing/2014/main" id="{798AEBD6-3C9D-F1D8-3322-05C64DFC3E8F}"/>
              </a:ext>
            </a:extLst>
          </p:cNvPr>
          <p:cNvSpPr>
            <a:spLocks noChangeArrowheads="1"/>
          </p:cNvSpPr>
          <p:nvPr/>
        </p:nvSpPr>
        <p:spPr bwMode="auto">
          <a:xfrm>
            <a:off x="5956300" y="29241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167" name="Line 151">
            <a:extLst>
              <a:ext uri="{FF2B5EF4-FFF2-40B4-BE49-F238E27FC236}">
                <a16:creationId xmlns:a16="http://schemas.microsoft.com/office/drawing/2014/main" id="{3FE12333-3695-9622-159A-2C93CD11CE60}"/>
              </a:ext>
            </a:extLst>
          </p:cNvPr>
          <p:cNvSpPr>
            <a:spLocks noChangeShapeType="1"/>
          </p:cNvSpPr>
          <p:nvPr/>
        </p:nvSpPr>
        <p:spPr bwMode="auto">
          <a:xfrm>
            <a:off x="7924800" y="27717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68" name="Oval 152">
            <a:extLst>
              <a:ext uri="{FF2B5EF4-FFF2-40B4-BE49-F238E27FC236}">
                <a16:creationId xmlns:a16="http://schemas.microsoft.com/office/drawing/2014/main" id="{F8F3A530-9342-6984-365E-1C69FDD69264}"/>
              </a:ext>
            </a:extLst>
          </p:cNvPr>
          <p:cNvSpPr>
            <a:spLocks noChangeArrowheads="1"/>
          </p:cNvSpPr>
          <p:nvPr/>
        </p:nvSpPr>
        <p:spPr bwMode="auto">
          <a:xfrm>
            <a:off x="7861300" y="29241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7169" name="Line 153">
            <a:extLst>
              <a:ext uri="{FF2B5EF4-FFF2-40B4-BE49-F238E27FC236}">
                <a16:creationId xmlns:a16="http://schemas.microsoft.com/office/drawing/2014/main" id="{5F7AFDB8-1EF0-3729-1988-36C97FB156AB}"/>
              </a:ext>
            </a:extLst>
          </p:cNvPr>
          <p:cNvSpPr>
            <a:spLocks noChangeShapeType="1"/>
          </p:cNvSpPr>
          <p:nvPr/>
        </p:nvSpPr>
        <p:spPr bwMode="auto">
          <a:xfrm flipV="1">
            <a:off x="990600" y="13747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70" name="Line 154">
            <a:extLst>
              <a:ext uri="{FF2B5EF4-FFF2-40B4-BE49-F238E27FC236}">
                <a16:creationId xmlns:a16="http://schemas.microsoft.com/office/drawing/2014/main" id="{D222C433-6729-95E0-745F-253F28F6ECE9}"/>
              </a:ext>
            </a:extLst>
          </p:cNvPr>
          <p:cNvSpPr>
            <a:spLocks noChangeShapeType="1"/>
          </p:cNvSpPr>
          <p:nvPr/>
        </p:nvSpPr>
        <p:spPr bwMode="auto">
          <a:xfrm flipV="1">
            <a:off x="2514600" y="13747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71" name="Line 155">
            <a:extLst>
              <a:ext uri="{FF2B5EF4-FFF2-40B4-BE49-F238E27FC236}">
                <a16:creationId xmlns:a16="http://schemas.microsoft.com/office/drawing/2014/main" id="{07EE23E0-42C7-9340-09BA-79435720E89A}"/>
              </a:ext>
            </a:extLst>
          </p:cNvPr>
          <p:cNvSpPr>
            <a:spLocks noChangeShapeType="1"/>
          </p:cNvSpPr>
          <p:nvPr/>
        </p:nvSpPr>
        <p:spPr bwMode="auto">
          <a:xfrm flipV="1">
            <a:off x="2362200" y="1374775"/>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72" name="Line 156">
            <a:extLst>
              <a:ext uri="{FF2B5EF4-FFF2-40B4-BE49-F238E27FC236}">
                <a16:creationId xmlns:a16="http://schemas.microsoft.com/office/drawing/2014/main" id="{A713966A-3D87-6991-A541-B1B45D550F1C}"/>
              </a:ext>
            </a:extLst>
          </p:cNvPr>
          <p:cNvSpPr>
            <a:spLocks noChangeShapeType="1"/>
          </p:cNvSpPr>
          <p:nvPr/>
        </p:nvSpPr>
        <p:spPr bwMode="auto">
          <a:xfrm flipV="1">
            <a:off x="4343400" y="13747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73" name="Line 157">
            <a:extLst>
              <a:ext uri="{FF2B5EF4-FFF2-40B4-BE49-F238E27FC236}">
                <a16:creationId xmlns:a16="http://schemas.microsoft.com/office/drawing/2014/main" id="{DBA3779A-CD37-A875-0EE0-1BDB786E6A44}"/>
              </a:ext>
            </a:extLst>
          </p:cNvPr>
          <p:cNvSpPr>
            <a:spLocks noChangeShapeType="1"/>
          </p:cNvSpPr>
          <p:nvPr/>
        </p:nvSpPr>
        <p:spPr bwMode="auto">
          <a:xfrm flipV="1">
            <a:off x="4191000" y="1374775"/>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74" name="Line 158">
            <a:extLst>
              <a:ext uri="{FF2B5EF4-FFF2-40B4-BE49-F238E27FC236}">
                <a16:creationId xmlns:a16="http://schemas.microsoft.com/office/drawing/2014/main" id="{1AD6A479-910B-B198-8C7D-71779D58104C}"/>
              </a:ext>
            </a:extLst>
          </p:cNvPr>
          <p:cNvSpPr>
            <a:spLocks noChangeShapeType="1"/>
          </p:cNvSpPr>
          <p:nvPr/>
        </p:nvSpPr>
        <p:spPr bwMode="auto">
          <a:xfrm flipV="1">
            <a:off x="6172200" y="12985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75" name="Line 159">
            <a:extLst>
              <a:ext uri="{FF2B5EF4-FFF2-40B4-BE49-F238E27FC236}">
                <a16:creationId xmlns:a16="http://schemas.microsoft.com/office/drawing/2014/main" id="{3ECA0D75-AA3C-CDA8-C507-B0709962E4AC}"/>
              </a:ext>
            </a:extLst>
          </p:cNvPr>
          <p:cNvSpPr>
            <a:spLocks noChangeShapeType="1"/>
          </p:cNvSpPr>
          <p:nvPr/>
        </p:nvSpPr>
        <p:spPr bwMode="auto">
          <a:xfrm flipV="1">
            <a:off x="6019800" y="1298575"/>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76" name="Line 160">
            <a:extLst>
              <a:ext uri="{FF2B5EF4-FFF2-40B4-BE49-F238E27FC236}">
                <a16:creationId xmlns:a16="http://schemas.microsoft.com/office/drawing/2014/main" id="{BCAB7FE0-3ABB-0077-6742-CDB54AD1ED31}"/>
              </a:ext>
            </a:extLst>
          </p:cNvPr>
          <p:cNvSpPr>
            <a:spLocks noChangeShapeType="1"/>
          </p:cNvSpPr>
          <p:nvPr/>
        </p:nvSpPr>
        <p:spPr bwMode="auto">
          <a:xfrm flipV="1">
            <a:off x="7924800" y="1298575"/>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77" name="Line 161">
            <a:extLst>
              <a:ext uri="{FF2B5EF4-FFF2-40B4-BE49-F238E27FC236}">
                <a16:creationId xmlns:a16="http://schemas.microsoft.com/office/drawing/2014/main" id="{925BA5BE-0321-3539-FA20-D7BD39673B90}"/>
              </a:ext>
            </a:extLst>
          </p:cNvPr>
          <p:cNvSpPr>
            <a:spLocks noChangeShapeType="1"/>
          </p:cNvSpPr>
          <p:nvPr/>
        </p:nvSpPr>
        <p:spPr bwMode="auto">
          <a:xfrm flipV="1">
            <a:off x="838200" y="1374775"/>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78" name="Line 162">
            <a:extLst>
              <a:ext uri="{FF2B5EF4-FFF2-40B4-BE49-F238E27FC236}">
                <a16:creationId xmlns:a16="http://schemas.microsoft.com/office/drawing/2014/main" id="{02145B5A-76C1-94BC-AE77-E1B07D70BD47}"/>
              </a:ext>
            </a:extLst>
          </p:cNvPr>
          <p:cNvSpPr>
            <a:spLocks noChangeShapeType="1"/>
          </p:cNvSpPr>
          <p:nvPr/>
        </p:nvSpPr>
        <p:spPr bwMode="auto">
          <a:xfrm>
            <a:off x="1003300" y="1539875"/>
            <a:ext cx="1346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79" name="Line 164">
            <a:extLst>
              <a:ext uri="{FF2B5EF4-FFF2-40B4-BE49-F238E27FC236}">
                <a16:creationId xmlns:a16="http://schemas.microsoft.com/office/drawing/2014/main" id="{5E0C578B-0B38-6E97-6A23-DB6A496C105D}"/>
              </a:ext>
            </a:extLst>
          </p:cNvPr>
          <p:cNvSpPr>
            <a:spLocks noChangeShapeType="1"/>
          </p:cNvSpPr>
          <p:nvPr/>
        </p:nvSpPr>
        <p:spPr bwMode="auto">
          <a:xfrm>
            <a:off x="469900" y="15398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80" name="Line 168">
            <a:extLst>
              <a:ext uri="{FF2B5EF4-FFF2-40B4-BE49-F238E27FC236}">
                <a16:creationId xmlns:a16="http://schemas.microsoft.com/office/drawing/2014/main" id="{B83B5A21-CA86-0969-3DFE-B7AC98665442}"/>
              </a:ext>
            </a:extLst>
          </p:cNvPr>
          <p:cNvSpPr>
            <a:spLocks noChangeShapeType="1"/>
          </p:cNvSpPr>
          <p:nvPr/>
        </p:nvSpPr>
        <p:spPr bwMode="auto">
          <a:xfrm>
            <a:off x="2527300" y="1539875"/>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81" name="Line 170">
            <a:extLst>
              <a:ext uri="{FF2B5EF4-FFF2-40B4-BE49-F238E27FC236}">
                <a16:creationId xmlns:a16="http://schemas.microsoft.com/office/drawing/2014/main" id="{F95EBD65-6BEB-0D4D-CE96-C006C15F8CCF}"/>
              </a:ext>
            </a:extLst>
          </p:cNvPr>
          <p:cNvSpPr>
            <a:spLocks noChangeShapeType="1"/>
          </p:cNvSpPr>
          <p:nvPr/>
        </p:nvSpPr>
        <p:spPr bwMode="auto">
          <a:xfrm>
            <a:off x="4356100" y="1539875"/>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82" name="Line 172">
            <a:extLst>
              <a:ext uri="{FF2B5EF4-FFF2-40B4-BE49-F238E27FC236}">
                <a16:creationId xmlns:a16="http://schemas.microsoft.com/office/drawing/2014/main" id="{D52A1B8B-F75A-A74C-EA35-5ACECAE0CA04}"/>
              </a:ext>
            </a:extLst>
          </p:cNvPr>
          <p:cNvSpPr>
            <a:spLocks noChangeShapeType="1"/>
          </p:cNvSpPr>
          <p:nvPr/>
        </p:nvSpPr>
        <p:spPr bwMode="auto">
          <a:xfrm>
            <a:off x="6184900" y="1539875"/>
            <a:ext cx="1727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7183" name="Group 202">
            <a:extLst>
              <a:ext uri="{FF2B5EF4-FFF2-40B4-BE49-F238E27FC236}">
                <a16:creationId xmlns:a16="http://schemas.microsoft.com/office/drawing/2014/main" id="{008D85F3-02E5-F868-CE0C-6FDD7C1E78A5}"/>
              </a:ext>
            </a:extLst>
          </p:cNvPr>
          <p:cNvGrpSpPr>
            <a:grpSpLocks/>
          </p:cNvGrpSpPr>
          <p:nvPr/>
        </p:nvGrpSpPr>
        <p:grpSpPr bwMode="auto">
          <a:xfrm>
            <a:off x="4321175" y="5114925"/>
            <a:ext cx="1520825" cy="158750"/>
            <a:chOff x="2722" y="3404"/>
            <a:chExt cx="958" cy="100"/>
          </a:xfrm>
        </p:grpSpPr>
        <p:sp>
          <p:nvSpPr>
            <p:cNvPr id="87184" name="Line 73">
              <a:extLst>
                <a:ext uri="{FF2B5EF4-FFF2-40B4-BE49-F238E27FC236}">
                  <a16:creationId xmlns:a16="http://schemas.microsoft.com/office/drawing/2014/main" id="{9B879F8B-B237-083E-F7CD-7BBFF161E0F2}"/>
                </a:ext>
              </a:extLst>
            </p:cNvPr>
            <p:cNvSpPr>
              <a:spLocks noChangeShapeType="1"/>
            </p:cNvSpPr>
            <p:nvPr/>
          </p:nvSpPr>
          <p:spPr bwMode="auto">
            <a:xfrm>
              <a:off x="3028" y="3408"/>
              <a:ext cx="65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185" name="Line 96">
              <a:extLst>
                <a:ext uri="{FF2B5EF4-FFF2-40B4-BE49-F238E27FC236}">
                  <a16:creationId xmlns:a16="http://schemas.microsoft.com/office/drawing/2014/main" id="{28C02C50-AEA6-AD32-0D50-DEE17A7DBB8E}"/>
                </a:ext>
              </a:extLst>
            </p:cNvPr>
            <p:cNvSpPr>
              <a:spLocks noChangeShapeType="1"/>
            </p:cNvSpPr>
            <p:nvPr/>
          </p:nvSpPr>
          <p:spPr bwMode="auto">
            <a:xfrm>
              <a:off x="2722" y="3504"/>
              <a:ext cx="15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86" name="Line 176">
              <a:extLst>
                <a:ext uri="{FF2B5EF4-FFF2-40B4-BE49-F238E27FC236}">
                  <a16:creationId xmlns:a16="http://schemas.microsoft.com/office/drawing/2014/main" id="{968791B8-4461-EC51-9F65-BB7EB7DD38F3}"/>
                </a:ext>
              </a:extLst>
            </p:cNvPr>
            <p:cNvSpPr>
              <a:spLocks noChangeShapeType="1"/>
            </p:cNvSpPr>
            <p:nvPr/>
          </p:nvSpPr>
          <p:spPr bwMode="auto">
            <a:xfrm flipV="1">
              <a:off x="2866" y="3404"/>
              <a:ext cx="166" cy="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187" name="Group 187">
            <a:extLst>
              <a:ext uri="{FF2B5EF4-FFF2-40B4-BE49-F238E27FC236}">
                <a16:creationId xmlns:a16="http://schemas.microsoft.com/office/drawing/2014/main" id="{4472FCCC-8D8F-D8DE-CC70-D04331B74EA1}"/>
              </a:ext>
            </a:extLst>
          </p:cNvPr>
          <p:cNvGrpSpPr>
            <a:grpSpLocks/>
          </p:cNvGrpSpPr>
          <p:nvPr/>
        </p:nvGrpSpPr>
        <p:grpSpPr bwMode="auto">
          <a:xfrm>
            <a:off x="2890838" y="2238375"/>
            <a:ext cx="703262" cy="1417638"/>
            <a:chOff x="1751" y="1592"/>
            <a:chExt cx="443" cy="893"/>
          </a:xfrm>
        </p:grpSpPr>
        <p:sp>
          <p:nvSpPr>
            <p:cNvPr id="87188" name="Line 177">
              <a:extLst>
                <a:ext uri="{FF2B5EF4-FFF2-40B4-BE49-F238E27FC236}">
                  <a16:creationId xmlns:a16="http://schemas.microsoft.com/office/drawing/2014/main" id="{DFB42943-649C-5FE1-A221-905464FFE20C}"/>
                </a:ext>
              </a:extLst>
            </p:cNvPr>
            <p:cNvSpPr>
              <a:spLocks noChangeShapeType="1"/>
            </p:cNvSpPr>
            <p:nvPr/>
          </p:nvSpPr>
          <p:spPr bwMode="auto">
            <a:xfrm>
              <a:off x="2160" y="1592"/>
              <a:ext cx="0" cy="32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189" name="Group 183">
              <a:extLst>
                <a:ext uri="{FF2B5EF4-FFF2-40B4-BE49-F238E27FC236}">
                  <a16:creationId xmlns:a16="http://schemas.microsoft.com/office/drawing/2014/main" id="{3FAE1EF3-820F-C19A-3E21-53CEF1394831}"/>
                </a:ext>
              </a:extLst>
            </p:cNvPr>
            <p:cNvGrpSpPr>
              <a:grpSpLocks/>
            </p:cNvGrpSpPr>
            <p:nvPr/>
          </p:nvGrpSpPr>
          <p:grpSpPr bwMode="auto">
            <a:xfrm>
              <a:off x="1986" y="1914"/>
              <a:ext cx="208" cy="248"/>
              <a:chOff x="1986" y="1914"/>
              <a:chExt cx="208" cy="248"/>
            </a:xfrm>
          </p:grpSpPr>
          <p:sp>
            <p:nvSpPr>
              <p:cNvPr id="87190" name="Arc 178">
                <a:extLst>
                  <a:ext uri="{FF2B5EF4-FFF2-40B4-BE49-F238E27FC236}">
                    <a16:creationId xmlns:a16="http://schemas.microsoft.com/office/drawing/2014/main" id="{5FF26D05-527F-F68C-C0BD-453D33F99BF4}"/>
                  </a:ext>
                </a:extLst>
              </p:cNvPr>
              <p:cNvSpPr>
                <a:spLocks noChangeArrowheads="1"/>
              </p:cNvSpPr>
              <p:nvPr/>
            </p:nvSpPr>
            <p:spPr bwMode="auto">
              <a:xfrm rot="5400000">
                <a:off x="2085" y="2068"/>
                <a:ext cx="89" cy="88"/>
              </a:xfrm>
              <a:custGeom>
                <a:avLst/>
                <a:gdLst>
                  <a:gd name="T0" fmla="*/ 0 w 21843"/>
                  <a:gd name="T1" fmla="*/ 1 h 21600"/>
                  <a:gd name="T2" fmla="*/ 244 w 21843"/>
                  <a:gd name="T3" fmla="*/ 0 h 21600"/>
                  <a:gd name="T4" fmla="*/ 21842 w 21843"/>
                  <a:gd name="T5" fmla="*/ 21353 h 21600"/>
                  <a:gd name="T6" fmla="*/ 0 w 21843"/>
                  <a:gd name="T7" fmla="*/ 1 h 21600"/>
                  <a:gd name="T8" fmla="*/ 244 w 21843"/>
                  <a:gd name="T9" fmla="*/ 0 h 21600"/>
                  <a:gd name="T10" fmla="*/ 21842 w 21843"/>
                  <a:gd name="T11" fmla="*/ 21353 h 21600"/>
                  <a:gd name="T12" fmla="*/ 244 w 21843"/>
                  <a:gd name="T13" fmla="*/ 21600 h 21600"/>
                  <a:gd name="T14" fmla="*/ 0 w 21843"/>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3" h="21600" fill="none">
                    <a:moveTo>
                      <a:pt x="0" y="1"/>
                    </a:moveTo>
                    <a:cubicBezTo>
                      <a:pt x="81" y="0"/>
                      <a:pt x="162" y="-1"/>
                      <a:pt x="244" y="0"/>
                    </a:cubicBezTo>
                    <a:cubicBezTo>
                      <a:pt x="12077" y="0"/>
                      <a:pt x="21707" y="9520"/>
                      <a:pt x="21842" y="21353"/>
                    </a:cubicBezTo>
                  </a:path>
                  <a:path w="21843" h="21600" stroke="0">
                    <a:moveTo>
                      <a:pt x="0" y="1"/>
                    </a:moveTo>
                    <a:cubicBezTo>
                      <a:pt x="81" y="0"/>
                      <a:pt x="162" y="-1"/>
                      <a:pt x="244" y="0"/>
                    </a:cubicBezTo>
                    <a:cubicBezTo>
                      <a:pt x="12077" y="0"/>
                      <a:pt x="21707" y="9520"/>
                      <a:pt x="21842" y="21353"/>
                    </a:cubicBezTo>
                    <a:lnTo>
                      <a:pt x="244"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7191" name="Arc 179">
                <a:extLst>
                  <a:ext uri="{FF2B5EF4-FFF2-40B4-BE49-F238E27FC236}">
                    <a16:creationId xmlns:a16="http://schemas.microsoft.com/office/drawing/2014/main" id="{D25811FA-4758-98CF-AB7C-4C9D20286E07}"/>
                  </a:ext>
                </a:extLst>
              </p:cNvPr>
              <p:cNvSpPr>
                <a:spLocks noChangeArrowheads="1"/>
              </p:cNvSpPr>
              <p:nvPr/>
            </p:nvSpPr>
            <p:spPr bwMode="auto">
              <a:xfrm rot="-5400000">
                <a:off x="1998" y="2069"/>
                <a:ext cx="88" cy="87"/>
              </a:xfrm>
              <a:custGeom>
                <a:avLst/>
                <a:gdLst>
                  <a:gd name="T0" fmla="*/ 0 w 21599"/>
                  <a:gd name="T1" fmla="*/ 21352 h 21599"/>
                  <a:gd name="T2" fmla="*/ 21355 w 21599"/>
                  <a:gd name="T3" fmla="*/ 0 h 21599"/>
                  <a:gd name="T4" fmla="*/ 0 w 21599"/>
                  <a:gd name="T5" fmla="*/ 21352 h 21599"/>
                  <a:gd name="T6" fmla="*/ 21355 w 21599"/>
                  <a:gd name="T7" fmla="*/ 0 h 21599"/>
                  <a:gd name="T8" fmla="*/ 21599 w 21599"/>
                  <a:gd name="T9" fmla="*/ 21599 h 21599"/>
                  <a:gd name="T10" fmla="*/ 0 w 21599"/>
                  <a:gd name="T11" fmla="*/ 21352 h 21599"/>
                </a:gdLst>
                <a:ahLst/>
                <a:cxnLst>
                  <a:cxn ang="0">
                    <a:pos x="T0" y="T1"/>
                  </a:cxn>
                  <a:cxn ang="0">
                    <a:pos x="T2" y="T3"/>
                  </a:cxn>
                  <a:cxn ang="0">
                    <a:pos x="T4" y="T5"/>
                  </a:cxn>
                  <a:cxn ang="0">
                    <a:pos x="T6" y="T7"/>
                  </a:cxn>
                  <a:cxn ang="0">
                    <a:pos x="T8" y="T9"/>
                  </a:cxn>
                  <a:cxn ang="0">
                    <a:pos x="T10" y="T11"/>
                  </a:cxn>
                </a:cxnLst>
                <a:rect l="0" t="0" r="r" b="b"/>
                <a:pathLst>
                  <a:path w="21599" h="21599" fill="none">
                    <a:moveTo>
                      <a:pt x="0" y="21352"/>
                    </a:moveTo>
                    <a:cubicBezTo>
                      <a:pt x="134" y="9614"/>
                      <a:pt x="9617" y="132"/>
                      <a:pt x="21355" y="0"/>
                    </a:cubicBezTo>
                  </a:path>
                  <a:path w="21599" h="21599" stroke="0">
                    <a:moveTo>
                      <a:pt x="0" y="21352"/>
                    </a:moveTo>
                    <a:cubicBezTo>
                      <a:pt x="134" y="9614"/>
                      <a:pt x="9617" y="132"/>
                      <a:pt x="21355" y="0"/>
                    </a:cubicBezTo>
                    <a:lnTo>
                      <a:pt x="21599" y="21599"/>
                    </a:lnTo>
                    <a:lnTo>
                      <a:pt x="0" y="21352"/>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7192" name="Line 180">
                <a:extLst>
                  <a:ext uri="{FF2B5EF4-FFF2-40B4-BE49-F238E27FC236}">
                    <a16:creationId xmlns:a16="http://schemas.microsoft.com/office/drawing/2014/main" id="{072F684B-8805-7670-DA32-1A4E26103055}"/>
                  </a:ext>
                </a:extLst>
              </p:cNvPr>
              <p:cNvSpPr>
                <a:spLocks noChangeShapeType="1"/>
              </p:cNvSpPr>
              <p:nvPr/>
            </p:nvSpPr>
            <p:spPr bwMode="auto">
              <a:xfrm flipV="1">
                <a:off x="2186"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93" name="Line 181">
                <a:extLst>
                  <a:ext uri="{FF2B5EF4-FFF2-40B4-BE49-F238E27FC236}">
                    <a16:creationId xmlns:a16="http://schemas.microsoft.com/office/drawing/2014/main" id="{7197D65C-53FE-DC0A-E46D-2E8906DB2756}"/>
                  </a:ext>
                </a:extLst>
              </p:cNvPr>
              <p:cNvSpPr>
                <a:spLocks noChangeShapeType="1"/>
              </p:cNvSpPr>
              <p:nvPr/>
            </p:nvSpPr>
            <p:spPr bwMode="auto">
              <a:xfrm flipV="1">
                <a:off x="1994"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94" name="Line 182">
                <a:extLst>
                  <a:ext uri="{FF2B5EF4-FFF2-40B4-BE49-F238E27FC236}">
                    <a16:creationId xmlns:a16="http://schemas.microsoft.com/office/drawing/2014/main" id="{6E65B783-B855-0C58-F875-EA29803F6757}"/>
                  </a:ext>
                </a:extLst>
              </p:cNvPr>
              <p:cNvSpPr>
                <a:spLocks noChangeShapeType="1"/>
              </p:cNvSpPr>
              <p:nvPr/>
            </p:nvSpPr>
            <p:spPr bwMode="auto">
              <a:xfrm flipH="1">
                <a:off x="1986" y="1922"/>
                <a:ext cx="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7195" name="Line 184">
              <a:extLst>
                <a:ext uri="{FF2B5EF4-FFF2-40B4-BE49-F238E27FC236}">
                  <a16:creationId xmlns:a16="http://schemas.microsoft.com/office/drawing/2014/main" id="{17C0FDAB-492F-1F7B-222D-74B613A36AF6}"/>
                </a:ext>
              </a:extLst>
            </p:cNvPr>
            <p:cNvSpPr>
              <a:spLocks noChangeShapeType="1"/>
            </p:cNvSpPr>
            <p:nvPr/>
          </p:nvSpPr>
          <p:spPr bwMode="auto">
            <a:xfrm>
              <a:off x="2112" y="2168"/>
              <a:ext cx="0" cy="317"/>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96" name="Line 185">
              <a:extLst>
                <a:ext uri="{FF2B5EF4-FFF2-40B4-BE49-F238E27FC236}">
                  <a16:creationId xmlns:a16="http://schemas.microsoft.com/office/drawing/2014/main" id="{5FA4AF3E-D6C9-CCD8-CC8C-EF4494BC9E26}"/>
                </a:ext>
              </a:extLst>
            </p:cNvPr>
            <p:cNvSpPr>
              <a:spLocks noChangeShapeType="1"/>
            </p:cNvSpPr>
            <p:nvPr/>
          </p:nvSpPr>
          <p:spPr bwMode="auto">
            <a:xfrm>
              <a:off x="2016" y="1784"/>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197" name="Rectangle 186">
              <a:extLst>
                <a:ext uri="{FF2B5EF4-FFF2-40B4-BE49-F238E27FC236}">
                  <a16:creationId xmlns:a16="http://schemas.microsoft.com/office/drawing/2014/main" id="{C67BAD54-A9C2-5596-0705-7A2333F89FF5}"/>
                </a:ext>
              </a:extLst>
            </p:cNvPr>
            <p:cNvSpPr>
              <a:spLocks noChangeArrowheads="1"/>
            </p:cNvSpPr>
            <p:nvPr/>
          </p:nvSpPr>
          <p:spPr bwMode="auto">
            <a:xfrm>
              <a:off x="1751" y="1680"/>
              <a:ext cx="31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grpSp>
      <p:sp>
        <p:nvSpPr>
          <p:cNvPr id="87198" name="Line 188">
            <a:extLst>
              <a:ext uri="{FF2B5EF4-FFF2-40B4-BE49-F238E27FC236}">
                <a16:creationId xmlns:a16="http://schemas.microsoft.com/office/drawing/2014/main" id="{65B7F40F-F4EF-5302-8831-BE2493FE8060}"/>
              </a:ext>
            </a:extLst>
          </p:cNvPr>
          <p:cNvSpPr>
            <a:spLocks noChangeShapeType="1"/>
          </p:cNvSpPr>
          <p:nvPr/>
        </p:nvSpPr>
        <p:spPr bwMode="auto">
          <a:xfrm>
            <a:off x="7315200" y="4808538"/>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69" name="Rectangle 189">
            <a:extLst>
              <a:ext uri="{FF2B5EF4-FFF2-40B4-BE49-F238E27FC236}">
                <a16:creationId xmlns:a16="http://schemas.microsoft.com/office/drawing/2014/main" id="{34CE78BB-6E7B-B71F-E196-B25F7264E390}"/>
              </a:ext>
            </a:extLst>
          </p:cNvPr>
          <p:cNvSpPr>
            <a:spLocks noChangeArrowheads="1"/>
          </p:cNvSpPr>
          <p:nvPr/>
        </p:nvSpPr>
        <p:spPr bwMode="auto">
          <a:xfrm>
            <a:off x="5895975" y="6097588"/>
            <a:ext cx="1370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MemWr=1</a:t>
            </a:r>
          </a:p>
        </p:txBody>
      </p:sp>
      <p:grpSp>
        <p:nvGrpSpPr>
          <p:cNvPr id="87200" name="Group 195">
            <a:extLst>
              <a:ext uri="{FF2B5EF4-FFF2-40B4-BE49-F238E27FC236}">
                <a16:creationId xmlns:a16="http://schemas.microsoft.com/office/drawing/2014/main" id="{9976FFAF-7898-05F7-D5DC-15604D05AF72}"/>
              </a:ext>
            </a:extLst>
          </p:cNvPr>
          <p:cNvGrpSpPr>
            <a:grpSpLocks/>
          </p:cNvGrpSpPr>
          <p:nvPr/>
        </p:nvGrpSpPr>
        <p:grpSpPr bwMode="auto">
          <a:xfrm>
            <a:off x="6845300" y="5765800"/>
            <a:ext cx="358775" cy="304800"/>
            <a:chOff x="4277" y="3827"/>
            <a:chExt cx="226" cy="192"/>
          </a:xfrm>
        </p:grpSpPr>
        <p:sp>
          <p:nvSpPr>
            <p:cNvPr id="87201" name="Arc 190">
              <a:extLst>
                <a:ext uri="{FF2B5EF4-FFF2-40B4-BE49-F238E27FC236}">
                  <a16:creationId xmlns:a16="http://schemas.microsoft.com/office/drawing/2014/main" id="{603012CC-27C4-2AC6-7514-4FEAF493AD5E}"/>
                </a:ext>
              </a:extLst>
            </p:cNvPr>
            <p:cNvSpPr>
              <a:spLocks noChangeArrowheads="1"/>
            </p:cNvSpPr>
            <p:nvPr/>
          </p:nvSpPr>
          <p:spPr bwMode="auto">
            <a:xfrm>
              <a:off x="4406" y="3842"/>
              <a:ext cx="89" cy="77"/>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7202" name="Arc 191">
              <a:extLst>
                <a:ext uri="{FF2B5EF4-FFF2-40B4-BE49-F238E27FC236}">
                  <a16:creationId xmlns:a16="http://schemas.microsoft.com/office/drawing/2014/main" id="{177EC6DA-5C84-88F7-7C22-41E573AEA017}"/>
                </a:ext>
              </a:extLst>
            </p:cNvPr>
            <p:cNvSpPr>
              <a:spLocks noChangeArrowheads="1"/>
            </p:cNvSpPr>
            <p:nvPr/>
          </p:nvSpPr>
          <p:spPr bwMode="auto">
            <a:xfrm rot="10800000">
              <a:off x="4415" y="3938"/>
              <a:ext cx="88" cy="77"/>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7203" name="Line 192">
              <a:extLst>
                <a:ext uri="{FF2B5EF4-FFF2-40B4-BE49-F238E27FC236}">
                  <a16:creationId xmlns:a16="http://schemas.microsoft.com/office/drawing/2014/main" id="{F78D4E61-056B-F53D-DECC-9F4EFDF189A8}"/>
                </a:ext>
              </a:extLst>
            </p:cNvPr>
            <p:cNvSpPr>
              <a:spLocks noChangeShapeType="1"/>
            </p:cNvSpPr>
            <p:nvPr/>
          </p:nvSpPr>
          <p:spPr bwMode="auto">
            <a:xfrm flipH="1">
              <a:off x="4277" y="3827"/>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04" name="Line 193">
              <a:extLst>
                <a:ext uri="{FF2B5EF4-FFF2-40B4-BE49-F238E27FC236}">
                  <a16:creationId xmlns:a16="http://schemas.microsoft.com/office/drawing/2014/main" id="{C4DCFEF2-E90B-2AE3-5A22-81BBBDD1C391}"/>
                </a:ext>
              </a:extLst>
            </p:cNvPr>
            <p:cNvSpPr>
              <a:spLocks noChangeShapeType="1"/>
            </p:cNvSpPr>
            <p:nvPr/>
          </p:nvSpPr>
          <p:spPr bwMode="auto">
            <a:xfrm flipH="1">
              <a:off x="4277" y="4019"/>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05" name="Line 194">
              <a:extLst>
                <a:ext uri="{FF2B5EF4-FFF2-40B4-BE49-F238E27FC236}">
                  <a16:creationId xmlns:a16="http://schemas.microsoft.com/office/drawing/2014/main" id="{DE149000-7C6E-44F8-738E-833CB386E9AE}"/>
                </a:ext>
              </a:extLst>
            </p:cNvPr>
            <p:cNvSpPr>
              <a:spLocks noChangeShapeType="1"/>
            </p:cNvSpPr>
            <p:nvPr/>
          </p:nvSpPr>
          <p:spPr bwMode="auto">
            <a:xfrm>
              <a:off x="4285" y="3835"/>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7206" name="Line 196">
            <a:extLst>
              <a:ext uri="{FF2B5EF4-FFF2-40B4-BE49-F238E27FC236}">
                <a16:creationId xmlns:a16="http://schemas.microsoft.com/office/drawing/2014/main" id="{22F67519-6D30-D86F-44E8-21E73BEF8B86}"/>
              </a:ext>
            </a:extLst>
          </p:cNvPr>
          <p:cNvSpPr>
            <a:spLocks noChangeShapeType="1"/>
          </p:cNvSpPr>
          <p:nvPr/>
        </p:nvSpPr>
        <p:spPr bwMode="auto">
          <a:xfrm flipV="1">
            <a:off x="7175500" y="5935663"/>
            <a:ext cx="144463"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07" name="Line 197">
            <a:extLst>
              <a:ext uri="{FF2B5EF4-FFF2-40B4-BE49-F238E27FC236}">
                <a16:creationId xmlns:a16="http://schemas.microsoft.com/office/drawing/2014/main" id="{FE94EB2C-5B09-7925-F115-4D44DE227247}"/>
              </a:ext>
            </a:extLst>
          </p:cNvPr>
          <p:cNvSpPr>
            <a:spLocks noChangeShapeType="1"/>
          </p:cNvSpPr>
          <p:nvPr/>
        </p:nvSpPr>
        <p:spPr bwMode="auto">
          <a:xfrm flipH="1">
            <a:off x="6570663" y="6035675"/>
            <a:ext cx="287337"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08" name="Line 198">
            <a:extLst>
              <a:ext uri="{FF2B5EF4-FFF2-40B4-BE49-F238E27FC236}">
                <a16:creationId xmlns:a16="http://schemas.microsoft.com/office/drawing/2014/main" id="{9F7AD840-8BC2-D4A9-F66B-BB6DD4C65C01}"/>
              </a:ext>
            </a:extLst>
          </p:cNvPr>
          <p:cNvSpPr>
            <a:spLocks noChangeShapeType="1"/>
          </p:cNvSpPr>
          <p:nvPr/>
        </p:nvSpPr>
        <p:spPr bwMode="auto">
          <a:xfrm flipH="1">
            <a:off x="6632575" y="5883275"/>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09" name="Rectangle 199">
            <a:extLst>
              <a:ext uri="{FF2B5EF4-FFF2-40B4-BE49-F238E27FC236}">
                <a16:creationId xmlns:a16="http://schemas.microsoft.com/office/drawing/2014/main" id="{43A5DDB6-C96D-DABF-375A-6BA7398350AD}"/>
              </a:ext>
            </a:extLst>
          </p:cNvPr>
          <p:cNvSpPr>
            <a:spLocks noChangeArrowheads="1"/>
          </p:cNvSpPr>
          <p:nvPr/>
        </p:nvSpPr>
        <p:spPr bwMode="auto">
          <a:xfrm>
            <a:off x="6332538" y="558641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sp>
        <p:nvSpPr>
          <p:cNvPr id="87210" name="文本框 1">
            <a:extLst>
              <a:ext uri="{FF2B5EF4-FFF2-40B4-BE49-F238E27FC236}">
                <a16:creationId xmlns:a16="http://schemas.microsoft.com/office/drawing/2014/main" id="{1EC6E310-B130-0936-EE05-124AA7A45F8E}"/>
              </a:ext>
            </a:extLst>
          </p:cNvPr>
          <p:cNvSpPr txBox="1">
            <a:spLocks noChangeArrowheads="1"/>
          </p:cNvSpPr>
          <p:nvPr/>
        </p:nvSpPr>
        <p:spPr bwMode="auto">
          <a:xfrm>
            <a:off x="2803525" y="3357563"/>
            <a:ext cx="482600" cy="246062"/>
          </a:xfrm>
          <a:prstGeom prst="rect">
            <a:avLst/>
          </a:prstGeom>
          <a:solidFill>
            <a:schemeClr val="bg1"/>
          </a:solidFill>
          <a:ln w="38100">
            <a:solidFill>
              <a:schemeClr val="tx1"/>
            </a:solidFill>
            <a:miter lim="800000"/>
            <a:headEnd/>
            <a:tailEnd/>
          </a:ln>
        </p:spPr>
        <p:txBody>
          <a:bodyPr lIns="36000" tIns="0" rIns="0" bIns="0">
            <a:spAutoFit/>
          </a:bodyPr>
          <a:lstStyle/>
          <a:p>
            <a:r>
              <a:rPr lang="en-US" altLang="zh-CN">
                <a:latin typeface="微软雅黑" panose="020B0503020204020204" pitchFamily="34" charset="-122"/>
                <a:ea typeface="微软雅黑" panose="020B0503020204020204" pitchFamily="34" charset="-122"/>
              </a:rPr>
              <a:t>Ext</a:t>
            </a:r>
            <a:endParaRPr lang="zh-CN" altLang="en-US">
              <a:latin typeface="微软雅黑" panose="020B0503020204020204" pitchFamily="34" charset="-122"/>
              <a:ea typeface="微软雅黑" panose="020B0503020204020204" pitchFamily="34" charset="-122"/>
            </a:endParaRPr>
          </a:p>
        </p:txBody>
      </p:sp>
      <p:sp>
        <p:nvSpPr>
          <p:cNvPr id="87211" name="Line 91">
            <a:extLst>
              <a:ext uri="{FF2B5EF4-FFF2-40B4-BE49-F238E27FC236}">
                <a16:creationId xmlns:a16="http://schemas.microsoft.com/office/drawing/2014/main" id="{A52A35CE-66D4-28B6-0CF9-4FE34DDD842A}"/>
              </a:ext>
            </a:extLst>
          </p:cNvPr>
          <p:cNvSpPr>
            <a:spLocks noChangeShapeType="1"/>
          </p:cNvSpPr>
          <p:nvPr/>
        </p:nvSpPr>
        <p:spPr bwMode="auto">
          <a:xfrm>
            <a:off x="7300913" y="1538288"/>
            <a:ext cx="2794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212" name="组合 2">
            <a:extLst>
              <a:ext uri="{FF2B5EF4-FFF2-40B4-BE49-F238E27FC236}">
                <a16:creationId xmlns:a16="http://schemas.microsoft.com/office/drawing/2014/main" id="{E1DFF67C-2418-068E-1A6F-A37CAE2F0416}"/>
              </a:ext>
            </a:extLst>
          </p:cNvPr>
          <p:cNvGrpSpPr>
            <a:grpSpLocks/>
          </p:cNvGrpSpPr>
          <p:nvPr/>
        </p:nvGrpSpPr>
        <p:grpSpPr bwMode="auto">
          <a:xfrm rot="-5400000">
            <a:off x="7062788" y="2157413"/>
            <a:ext cx="368300" cy="425450"/>
            <a:chOff x="367750" y="5042102"/>
            <a:chExt cx="385762" cy="373062"/>
          </a:xfrm>
        </p:grpSpPr>
        <p:sp>
          <p:nvSpPr>
            <p:cNvPr id="87213" name="Arc 60">
              <a:extLst>
                <a:ext uri="{FF2B5EF4-FFF2-40B4-BE49-F238E27FC236}">
                  <a16:creationId xmlns:a16="http://schemas.microsoft.com/office/drawing/2014/main" id="{F6ECA5E1-1B1A-15E3-10F3-D7781847DD1B}"/>
                </a:ext>
              </a:extLst>
            </p:cNvPr>
            <p:cNvSpPr>
              <a:spLocks noChangeArrowheads="1"/>
            </p:cNvSpPr>
            <p:nvPr/>
          </p:nvSpPr>
          <p:spPr bwMode="auto">
            <a:xfrm rot="-5400000">
              <a:off x="386800" y="50230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7214" name="Arc 61">
              <a:extLst>
                <a:ext uri="{FF2B5EF4-FFF2-40B4-BE49-F238E27FC236}">
                  <a16:creationId xmlns:a16="http://schemas.microsoft.com/office/drawing/2014/main" id="{03EE0CB6-EDF1-5F0A-7FD4-8CDF5D96BFDC}"/>
                </a:ext>
              </a:extLst>
            </p:cNvPr>
            <p:cNvSpPr>
              <a:spLocks noChangeArrowheads="1"/>
            </p:cNvSpPr>
            <p:nvPr/>
          </p:nvSpPr>
          <p:spPr bwMode="auto">
            <a:xfrm rot="5400000">
              <a:off x="590000" y="50230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7215" name="Line 62">
              <a:extLst>
                <a:ext uri="{FF2B5EF4-FFF2-40B4-BE49-F238E27FC236}">
                  <a16:creationId xmlns:a16="http://schemas.microsoft.com/office/drawing/2014/main" id="{D3E25009-07F9-0F2B-AC3F-E47EFC97F49D}"/>
                </a:ext>
              </a:extLst>
            </p:cNvPr>
            <p:cNvSpPr>
              <a:spLocks noChangeShapeType="1"/>
            </p:cNvSpPr>
            <p:nvPr/>
          </p:nvSpPr>
          <p:spPr bwMode="auto">
            <a:xfrm>
              <a:off x="369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16" name="Line 64">
              <a:extLst>
                <a:ext uri="{FF2B5EF4-FFF2-40B4-BE49-F238E27FC236}">
                  <a16:creationId xmlns:a16="http://schemas.microsoft.com/office/drawing/2014/main" id="{D9F23AB0-D76C-0EF1-C337-DE1CA1FD430C}"/>
                </a:ext>
              </a:extLst>
            </p:cNvPr>
            <p:cNvSpPr>
              <a:spLocks noChangeShapeType="1"/>
            </p:cNvSpPr>
            <p:nvPr/>
          </p:nvSpPr>
          <p:spPr bwMode="auto">
            <a:xfrm>
              <a:off x="750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17" name="Arc 60">
              <a:extLst>
                <a:ext uri="{FF2B5EF4-FFF2-40B4-BE49-F238E27FC236}">
                  <a16:creationId xmlns:a16="http://schemas.microsoft.com/office/drawing/2014/main" id="{D5909312-983D-7C04-E7FD-775C7D5B3E7E}"/>
                </a:ext>
              </a:extLst>
            </p:cNvPr>
            <p:cNvSpPr>
              <a:spLocks noChangeArrowheads="1"/>
            </p:cNvSpPr>
            <p:nvPr/>
          </p:nvSpPr>
          <p:spPr bwMode="auto">
            <a:xfrm rot="-5400000">
              <a:off x="386800" y="52516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7218" name="Arc 61">
              <a:extLst>
                <a:ext uri="{FF2B5EF4-FFF2-40B4-BE49-F238E27FC236}">
                  <a16:creationId xmlns:a16="http://schemas.microsoft.com/office/drawing/2014/main" id="{69DD2E53-BF72-8E95-E986-A9F847C40DCB}"/>
                </a:ext>
              </a:extLst>
            </p:cNvPr>
            <p:cNvSpPr>
              <a:spLocks noChangeArrowheads="1"/>
            </p:cNvSpPr>
            <p:nvPr/>
          </p:nvSpPr>
          <p:spPr bwMode="auto">
            <a:xfrm rot="5400000">
              <a:off x="590000" y="52516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87219" name="Line 91">
            <a:extLst>
              <a:ext uri="{FF2B5EF4-FFF2-40B4-BE49-F238E27FC236}">
                <a16:creationId xmlns:a16="http://schemas.microsoft.com/office/drawing/2014/main" id="{D587381B-7763-537C-D5DD-31CAD7C8ACEB}"/>
              </a:ext>
            </a:extLst>
          </p:cNvPr>
          <p:cNvSpPr>
            <a:spLocks noChangeShapeType="1"/>
          </p:cNvSpPr>
          <p:nvPr/>
        </p:nvSpPr>
        <p:spPr bwMode="auto">
          <a:xfrm>
            <a:off x="7304088" y="2451100"/>
            <a:ext cx="252412"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 name="Line 108">
            <a:extLst>
              <a:ext uri="{FF2B5EF4-FFF2-40B4-BE49-F238E27FC236}">
                <a16:creationId xmlns:a16="http://schemas.microsoft.com/office/drawing/2014/main" id="{B047C985-97C9-8A93-F47D-AAD1A5F03D3F}"/>
              </a:ext>
            </a:extLst>
          </p:cNvPr>
          <p:cNvSpPr>
            <a:spLocks noChangeShapeType="1"/>
          </p:cNvSpPr>
          <p:nvPr/>
        </p:nvSpPr>
        <p:spPr bwMode="auto">
          <a:xfrm flipH="1" flipV="1">
            <a:off x="7513638" y="1919288"/>
            <a:ext cx="1587" cy="395287"/>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2" name="Line 119">
            <a:extLst>
              <a:ext uri="{FF2B5EF4-FFF2-40B4-BE49-F238E27FC236}">
                <a16:creationId xmlns:a16="http://schemas.microsoft.com/office/drawing/2014/main" id="{05A36C71-DB97-20CC-3BD0-60E46A0EEB39}"/>
              </a:ext>
            </a:extLst>
          </p:cNvPr>
          <p:cNvSpPr>
            <a:spLocks noChangeShapeType="1"/>
          </p:cNvSpPr>
          <p:nvPr/>
        </p:nvSpPr>
        <p:spPr bwMode="auto">
          <a:xfrm flipH="1">
            <a:off x="7331075" y="2303463"/>
            <a:ext cx="179388" cy="0"/>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3" name="Rectangle 121">
            <a:extLst>
              <a:ext uri="{FF2B5EF4-FFF2-40B4-BE49-F238E27FC236}">
                <a16:creationId xmlns:a16="http://schemas.microsoft.com/office/drawing/2014/main" id="{239535AA-26A1-10B4-7FA3-AF787D7C9CCE}"/>
              </a:ext>
            </a:extLst>
          </p:cNvPr>
          <p:cNvSpPr>
            <a:spLocks noChangeArrowheads="1"/>
          </p:cNvSpPr>
          <p:nvPr/>
        </p:nvSpPr>
        <p:spPr bwMode="auto">
          <a:xfrm flipH="1">
            <a:off x="6989763" y="1612900"/>
            <a:ext cx="962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Jump=0</a:t>
            </a:r>
          </a:p>
        </p:txBody>
      </p:sp>
      <p:grpSp>
        <p:nvGrpSpPr>
          <p:cNvPr id="87223" name="组合 3">
            <a:extLst>
              <a:ext uri="{FF2B5EF4-FFF2-40B4-BE49-F238E27FC236}">
                <a16:creationId xmlns:a16="http://schemas.microsoft.com/office/drawing/2014/main" id="{851E6742-A7B8-578F-825C-44E82BD60BB6}"/>
              </a:ext>
            </a:extLst>
          </p:cNvPr>
          <p:cNvGrpSpPr>
            <a:grpSpLocks/>
          </p:cNvGrpSpPr>
          <p:nvPr/>
        </p:nvGrpSpPr>
        <p:grpSpPr bwMode="auto">
          <a:xfrm>
            <a:off x="279400" y="2670175"/>
            <a:ext cx="1636713" cy="1155700"/>
            <a:chOff x="279400" y="2959100"/>
            <a:chExt cx="1636453" cy="1155700"/>
          </a:xfrm>
        </p:grpSpPr>
        <p:sp>
          <p:nvSpPr>
            <p:cNvPr id="87224" name="Line 133">
              <a:extLst>
                <a:ext uri="{FF2B5EF4-FFF2-40B4-BE49-F238E27FC236}">
                  <a16:creationId xmlns:a16="http://schemas.microsoft.com/office/drawing/2014/main" id="{740B4FFA-7870-B7C6-A40F-EAC71E648A14}"/>
                </a:ext>
              </a:extLst>
            </p:cNvPr>
            <p:cNvSpPr>
              <a:spLocks noChangeShapeType="1"/>
            </p:cNvSpPr>
            <p:nvPr/>
          </p:nvSpPr>
          <p:spPr bwMode="auto">
            <a:xfrm>
              <a:off x="1320800" y="3200400"/>
              <a:ext cx="577850" cy="0"/>
            </a:xfrm>
            <a:prstGeom prst="line">
              <a:avLst/>
            </a:prstGeom>
            <a:noFill/>
            <a:ln w="50800">
              <a:solidFill>
                <a:schemeClr val="tx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7225" name="Line 134">
              <a:extLst>
                <a:ext uri="{FF2B5EF4-FFF2-40B4-BE49-F238E27FC236}">
                  <a16:creationId xmlns:a16="http://schemas.microsoft.com/office/drawing/2014/main" id="{72EA29B5-2563-CADD-742A-89EA4493A36B}"/>
                </a:ext>
              </a:extLst>
            </p:cNvPr>
            <p:cNvSpPr>
              <a:spLocks noChangeShapeType="1"/>
            </p:cNvSpPr>
            <p:nvPr/>
          </p:nvSpPr>
          <p:spPr bwMode="auto">
            <a:xfrm>
              <a:off x="1905000" y="3178175"/>
              <a:ext cx="0" cy="320675"/>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26" name="Line 138">
              <a:extLst>
                <a:ext uri="{FF2B5EF4-FFF2-40B4-BE49-F238E27FC236}">
                  <a16:creationId xmlns:a16="http://schemas.microsoft.com/office/drawing/2014/main" id="{BEBDDF3C-23E8-038B-9892-854D9DA5F9D4}"/>
                </a:ext>
              </a:extLst>
            </p:cNvPr>
            <p:cNvSpPr>
              <a:spLocks noChangeShapeType="1"/>
            </p:cNvSpPr>
            <p:nvPr/>
          </p:nvSpPr>
          <p:spPr bwMode="auto">
            <a:xfrm flipH="1">
              <a:off x="279400" y="2971800"/>
              <a:ext cx="8128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27" name="Line 139">
              <a:extLst>
                <a:ext uri="{FF2B5EF4-FFF2-40B4-BE49-F238E27FC236}">
                  <a16:creationId xmlns:a16="http://schemas.microsoft.com/office/drawing/2014/main" id="{470DE18F-40BF-6AFD-D902-AE13E1D89629}"/>
                </a:ext>
              </a:extLst>
            </p:cNvPr>
            <p:cNvSpPr>
              <a:spLocks noChangeShapeType="1"/>
            </p:cNvSpPr>
            <p:nvPr/>
          </p:nvSpPr>
          <p:spPr bwMode="auto">
            <a:xfrm>
              <a:off x="282575" y="4114800"/>
              <a:ext cx="377825"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28" name="Line 140">
              <a:extLst>
                <a:ext uri="{FF2B5EF4-FFF2-40B4-BE49-F238E27FC236}">
                  <a16:creationId xmlns:a16="http://schemas.microsoft.com/office/drawing/2014/main" id="{95F86746-D39B-E7BD-AF5C-B3B7D79071AA}"/>
                </a:ext>
              </a:extLst>
            </p:cNvPr>
            <p:cNvSpPr>
              <a:spLocks noChangeShapeType="1"/>
            </p:cNvSpPr>
            <p:nvPr/>
          </p:nvSpPr>
          <p:spPr bwMode="auto">
            <a:xfrm>
              <a:off x="304800" y="2997200"/>
              <a:ext cx="0" cy="111125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29" name="Line 174">
              <a:extLst>
                <a:ext uri="{FF2B5EF4-FFF2-40B4-BE49-F238E27FC236}">
                  <a16:creationId xmlns:a16="http://schemas.microsoft.com/office/drawing/2014/main" id="{FFEC1D22-22BE-738D-E3F8-AF3B739D24D9}"/>
                </a:ext>
              </a:extLst>
            </p:cNvPr>
            <p:cNvSpPr>
              <a:spLocks noChangeShapeType="1"/>
            </p:cNvSpPr>
            <p:nvPr/>
          </p:nvSpPr>
          <p:spPr bwMode="auto">
            <a:xfrm>
              <a:off x="1073150" y="2959100"/>
              <a:ext cx="311150" cy="25400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30" name="Line 138">
              <a:extLst>
                <a:ext uri="{FF2B5EF4-FFF2-40B4-BE49-F238E27FC236}">
                  <a16:creationId xmlns:a16="http://schemas.microsoft.com/office/drawing/2014/main" id="{8D14F120-29D5-E90B-9CD5-01920EF6113D}"/>
                </a:ext>
              </a:extLst>
            </p:cNvPr>
            <p:cNvSpPr>
              <a:spLocks noChangeShapeType="1"/>
            </p:cNvSpPr>
            <p:nvPr/>
          </p:nvSpPr>
          <p:spPr bwMode="auto">
            <a:xfrm flipH="1">
              <a:off x="1735853" y="3481387"/>
              <a:ext cx="1800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231" name="组合 2">
            <a:extLst>
              <a:ext uri="{FF2B5EF4-FFF2-40B4-BE49-F238E27FC236}">
                <a16:creationId xmlns:a16="http://schemas.microsoft.com/office/drawing/2014/main" id="{B71BA5F6-476B-0451-C820-070D9A8D9218}"/>
              </a:ext>
            </a:extLst>
          </p:cNvPr>
          <p:cNvGrpSpPr>
            <a:grpSpLocks/>
          </p:cNvGrpSpPr>
          <p:nvPr/>
        </p:nvGrpSpPr>
        <p:grpSpPr bwMode="auto">
          <a:xfrm>
            <a:off x="1735138" y="3203575"/>
            <a:ext cx="482600" cy="550863"/>
            <a:chOff x="1735853" y="3491870"/>
            <a:chExt cx="482213" cy="550838"/>
          </a:xfrm>
        </p:grpSpPr>
        <p:sp>
          <p:nvSpPr>
            <p:cNvPr id="87232" name="Line 108">
              <a:extLst>
                <a:ext uri="{FF2B5EF4-FFF2-40B4-BE49-F238E27FC236}">
                  <a16:creationId xmlns:a16="http://schemas.microsoft.com/office/drawing/2014/main" id="{7A480F86-CCE9-13F3-8324-B3AF29DA49B7}"/>
                </a:ext>
              </a:extLst>
            </p:cNvPr>
            <p:cNvSpPr>
              <a:spLocks noChangeShapeType="1"/>
            </p:cNvSpPr>
            <p:nvPr/>
          </p:nvSpPr>
          <p:spPr bwMode="auto">
            <a:xfrm>
              <a:off x="2002066" y="3509760"/>
              <a:ext cx="216000"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33" name="Line 140">
              <a:extLst>
                <a:ext uri="{FF2B5EF4-FFF2-40B4-BE49-F238E27FC236}">
                  <a16:creationId xmlns:a16="http://schemas.microsoft.com/office/drawing/2014/main" id="{728ECCEA-B8E6-D9C3-8232-1CEB96002688}"/>
                </a:ext>
              </a:extLst>
            </p:cNvPr>
            <p:cNvSpPr>
              <a:spLocks noChangeShapeType="1"/>
            </p:cNvSpPr>
            <p:nvPr/>
          </p:nvSpPr>
          <p:spPr bwMode="auto">
            <a:xfrm>
              <a:off x="2002066" y="3491870"/>
              <a:ext cx="0" cy="54000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34" name="Line 138">
              <a:extLst>
                <a:ext uri="{FF2B5EF4-FFF2-40B4-BE49-F238E27FC236}">
                  <a16:creationId xmlns:a16="http://schemas.microsoft.com/office/drawing/2014/main" id="{D085372E-3463-70D9-E11A-DD4D5835F1F1}"/>
                </a:ext>
              </a:extLst>
            </p:cNvPr>
            <p:cNvSpPr>
              <a:spLocks noChangeShapeType="1"/>
            </p:cNvSpPr>
            <p:nvPr/>
          </p:nvSpPr>
          <p:spPr bwMode="auto">
            <a:xfrm flipH="1">
              <a:off x="1735853" y="4042708"/>
              <a:ext cx="2880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9" name="Rectangle 162">
            <a:extLst>
              <a:ext uri="{FF2B5EF4-FFF2-40B4-BE49-F238E27FC236}">
                <a16:creationId xmlns:a16="http://schemas.microsoft.com/office/drawing/2014/main" id="{A8F5CFCB-92CC-AD7E-0CD2-38AA46AF20B5}"/>
              </a:ext>
            </a:extLst>
          </p:cNvPr>
          <p:cNvSpPr>
            <a:spLocks noChangeArrowheads="1"/>
          </p:cNvSpPr>
          <p:nvPr/>
        </p:nvSpPr>
        <p:spPr bwMode="auto">
          <a:xfrm>
            <a:off x="985838" y="1046163"/>
            <a:ext cx="1089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20</a:t>
            </a:r>
            <a:r>
              <a:rPr lang="zh-CN" altLang="en-US">
                <a:solidFill>
                  <a:srgbClr val="CC0000"/>
                </a:solidFill>
                <a:latin typeface="Arial" panose="020B0604020202020204" pitchFamily="34" charset="0"/>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?’s IF</a:t>
            </a:r>
          </a:p>
        </p:txBody>
      </p:sp>
      <p:sp>
        <p:nvSpPr>
          <p:cNvPr id="87236" name="Line 178">
            <a:extLst>
              <a:ext uri="{FF2B5EF4-FFF2-40B4-BE49-F238E27FC236}">
                <a16:creationId xmlns:a16="http://schemas.microsoft.com/office/drawing/2014/main" id="{64761D0A-E3DE-4FD4-9AA6-89C778D8902B}"/>
              </a:ext>
            </a:extLst>
          </p:cNvPr>
          <p:cNvSpPr>
            <a:spLocks noChangeShapeType="1"/>
          </p:cNvSpPr>
          <p:nvPr/>
        </p:nvSpPr>
        <p:spPr bwMode="auto">
          <a:xfrm>
            <a:off x="7454900" y="42576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37" name="Line 177">
            <a:extLst>
              <a:ext uri="{FF2B5EF4-FFF2-40B4-BE49-F238E27FC236}">
                <a16:creationId xmlns:a16="http://schemas.microsoft.com/office/drawing/2014/main" id="{9063FE46-CB7B-0BCB-532D-988176816E36}"/>
              </a:ext>
            </a:extLst>
          </p:cNvPr>
          <p:cNvSpPr>
            <a:spLocks noChangeShapeType="1"/>
          </p:cNvSpPr>
          <p:nvPr/>
        </p:nvSpPr>
        <p:spPr bwMode="auto">
          <a:xfrm>
            <a:off x="6413500" y="42195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38" name="Line 111">
            <a:extLst>
              <a:ext uri="{FF2B5EF4-FFF2-40B4-BE49-F238E27FC236}">
                <a16:creationId xmlns:a16="http://schemas.microsoft.com/office/drawing/2014/main" id="{1DEE3799-153B-D4A3-335D-06195CF5E22E}"/>
              </a:ext>
            </a:extLst>
          </p:cNvPr>
          <p:cNvSpPr>
            <a:spLocks noChangeShapeType="1"/>
          </p:cNvSpPr>
          <p:nvPr/>
        </p:nvSpPr>
        <p:spPr bwMode="auto">
          <a:xfrm>
            <a:off x="4532313" y="404495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 name="Rectangle 174">
            <a:extLst>
              <a:ext uri="{FF2B5EF4-FFF2-40B4-BE49-F238E27FC236}">
                <a16:creationId xmlns:a16="http://schemas.microsoft.com/office/drawing/2014/main" id="{51B06EC7-FB94-F598-5C85-C5098CB3E53C}"/>
              </a:ext>
            </a:extLst>
          </p:cNvPr>
          <p:cNvSpPr>
            <a:spLocks noChangeArrowheads="1"/>
          </p:cNvSpPr>
          <p:nvPr/>
        </p:nvSpPr>
        <p:spPr bwMode="auto">
          <a:xfrm>
            <a:off x="7897813" y="1033463"/>
            <a:ext cx="1169987"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4:</a:t>
            </a:r>
            <a:r>
              <a:rPr lang="en-US" altLang="zh-CN">
                <a:solidFill>
                  <a:srgbClr val="CC0000"/>
                </a:solidFill>
                <a:latin typeface="Arial" panose="020B0604020202020204" pitchFamily="34" charset="0"/>
                <a:ea typeface="宋体" panose="02010600030101010101" pitchFamily="2" charset="-122"/>
              </a:rPr>
              <a:t>R-type’s  WB</a:t>
            </a:r>
          </a:p>
        </p:txBody>
      </p:sp>
      <p:grpSp>
        <p:nvGrpSpPr>
          <p:cNvPr id="14" name="Group 207">
            <a:extLst>
              <a:ext uri="{FF2B5EF4-FFF2-40B4-BE49-F238E27FC236}">
                <a16:creationId xmlns:a16="http://schemas.microsoft.com/office/drawing/2014/main" id="{DC4E7770-E605-0D9F-F099-E3BB160A75C7}"/>
              </a:ext>
            </a:extLst>
          </p:cNvPr>
          <p:cNvGrpSpPr>
            <a:grpSpLocks/>
          </p:cNvGrpSpPr>
          <p:nvPr/>
        </p:nvGrpSpPr>
        <p:grpSpPr bwMode="auto">
          <a:xfrm>
            <a:off x="3175000" y="4860925"/>
            <a:ext cx="5156200" cy="660400"/>
            <a:chOff x="2000" y="3200"/>
            <a:chExt cx="3248" cy="416"/>
          </a:xfrm>
        </p:grpSpPr>
        <p:sp>
          <p:nvSpPr>
            <p:cNvPr id="87241" name="Line 97">
              <a:extLst>
                <a:ext uri="{FF2B5EF4-FFF2-40B4-BE49-F238E27FC236}">
                  <a16:creationId xmlns:a16="http://schemas.microsoft.com/office/drawing/2014/main" id="{AD50EAB5-6333-1010-4A34-2E52B48D5A9D}"/>
                </a:ext>
              </a:extLst>
            </p:cNvPr>
            <p:cNvSpPr>
              <a:spLocks noChangeShapeType="1"/>
            </p:cNvSpPr>
            <p:nvPr/>
          </p:nvSpPr>
          <p:spPr bwMode="auto">
            <a:xfrm>
              <a:off x="5083" y="3360"/>
              <a:ext cx="157" cy="0"/>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42" name="Line 98">
              <a:extLst>
                <a:ext uri="{FF2B5EF4-FFF2-40B4-BE49-F238E27FC236}">
                  <a16:creationId xmlns:a16="http://schemas.microsoft.com/office/drawing/2014/main" id="{A0DB6B37-19E5-CEEB-48A6-7E9104D4AE97}"/>
                </a:ext>
              </a:extLst>
            </p:cNvPr>
            <p:cNvSpPr>
              <a:spLocks noChangeShapeType="1"/>
            </p:cNvSpPr>
            <p:nvPr/>
          </p:nvSpPr>
          <p:spPr bwMode="auto">
            <a:xfrm>
              <a:off x="5232" y="3376"/>
              <a:ext cx="0" cy="208"/>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43" name="Line 99">
              <a:extLst>
                <a:ext uri="{FF2B5EF4-FFF2-40B4-BE49-F238E27FC236}">
                  <a16:creationId xmlns:a16="http://schemas.microsoft.com/office/drawing/2014/main" id="{15E4195E-20B1-8C67-F385-F598AA29EE27}"/>
                </a:ext>
              </a:extLst>
            </p:cNvPr>
            <p:cNvSpPr>
              <a:spLocks noChangeShapeType="1"/>
            </p:cNvSpPr>
            <p:nvPr/>
          </p:nvSpPr>
          <p:spPr bwMode="auto">
            <a:xfrm flipH="1">
              <a:off x="2000" y="3600"/>
              <a:ext cx="3248" cy="0"/>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44" name="Line 100">
              <a:extLst>
                <a:ext uri="{FF2B5EF4-FFF2-40B4-BE49-F238E27FC236}">
                  <a16:creationId xmlns:a16="http://schemas.microsoft.com/office/drawing/2014/main" id="{AA79C71C-BD9D-DA4A-05E2-5B3AB25D1F73}"/>
                </a:ext>
              </a:extLst>
            </p:cNvPr>
            <p:cNvSpPr>
              <a:spLocks noChangeShapeType="1"/>
            </p:cNvSpPr>
            <p:nvPr/>
          </p:nvSpPr>
          <p:spPr bwMode="auto">
            <a:xfrm flipV="1">
              <a:off x="2016" y="3200"/>
              <a:ext cx="0" cy="416"/>
            </a:xfrm>
            <a:prstGeom prst="line">
              <a:avLst/>
            </a:prstGeom>
            <a:noFill/>
            <a:ln w="508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Group 206">
            <a:extLst>
              <a:ext uri="{FF2B5EF4-FFF2-40B4-BE49-F238E27FC236}">
                <a16:creationId xmlns:a16="http://schemas.microsoft.com/office/drawing/2014/main" id="{80847E60-A899-89CC-02BF-9D8B2FFAD6CD}"/>
              </a:ext>
            </a:extLst>
          </p:cNvPr>
          <p:cNvGrpSpPr>
            <a:grpSpLocks/>
          </p:cNvGrpSpPr>
          <p:nvPr/>
        </p:nvGrpSpPr>
        <p:grpSpPr bwMode="auto">
          <a:xfrm>
            <a:off x="3479800" y="4641850"/>
            <a:ext cx="5384800" cy="1031875"/>
            <a:chOff x="2192" y="3062"/>
            <a:chExt cx="3392" cy="650"/>
          </a:xfrm>
        </p:grpSpPr>
        <p:sp>
          <p:nvSpPr>
            <p:cNvPr id="87246" name="Line 67">
              <a:extLst>
                <a:ext uri="{FF2B5EF4-FFF2-40B4-BE49-F238E27FC236}">
                  <a16:creationId xmlns:a16="http://schemas.microsoft.com/office/drawing/2014/main" id="{5A95CE4E-20D9-469C-601B-03563D89A922}"/>
                </a:ext>
              </a:extLst>
            </p:cNvPr>
            <p:cNvSpPr>
              <a:spLocks noChangeShapeType="1"/>
            </p:cNvSpPr>
            <p:nvPr/>
          </p:nvSpPr>
          <p:spPr bwMode="auto">
            <a:xfrm flipV="1">
              <a:off x="5083" y="3216"/>
              <a:ext cx="229" cy="3"/>
            </a:xfrm>
            <a:prstGeom prst="line">
              <a:avLst/>
            </a:prstGeom>
            <a:noFill/>
            <a:ln w="508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47" name="Line 101">
              <a:extLst>
                <a:ext uri="{FF2B5EF4-FFF2-40B4-BE49-F238E27FC236}">
                  <a16:creationId xmlns:a16="http://schemas.microsoft.com/office/drawing/2014/main" id="{3A8EFE66-F037-98E2-C2E4-A2B70E857912}"/>
                </a:ext>
              </a:extLst>
            </p:cNvPr>
            <p:cNvSpPr>
              <a:spLocks noChangeShapeType="1"/>
            </p:cNvSpPr>
            <p:nvPr/>
          </p:nvSpPr>
          <p:spPr bwMode="auto">
            <a:xfrm flipV="1">
              <a:off x="5464" y="3075"/>
              <a:ext cx="112" cy="0"/>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48" name="Line 102">
              <a:extLst>
                <a:ext uri="{FF2B5EF4-FFF2-40B4-BE49-F238E27FC236}">
                  <a16:creationId xmlns:a16="http://schemas.microsoft.com/office/drawing/2014/main" id="{4C81B9B6-4E7D-1916-0F44-AE64E5CA82D9}"/>
                </a:ext>
              </a:extLst>
            </p:cNvPr>
            <p:cNvSpPr>
              <a:spLocks noChangeShapeType="1"/>
            </p:cNvSpPr>
            <p:nvPr/>
          </p:nvSpPr>
          <p:spPr bwMode="auto">
            <a:xfrm>
              <a:off x="5568" y="3088"/>
              <a:ext cx="0" cy="592"/>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49" name="Line 103">
              <a:extLst>
                <a:ext uri="{FF2B5EF4-FFF2-40B4-BE49-F238E27FC236}">
                  <a16:creationId xmlns:a16="http://schemas.microsoft.com/office/drawing/2014/main" id="{F47058C4-EAF1-1BE4-F78E-AE85C23D95C8}"/>
                </a:ext>
              </a:extLst>
            </p:cNvPr>
            <p:cNvSpPr>
              <a:spLocks noChangeShapeType="1"/>
            </p:cNvSpPr>
            <p:nvPr/>
          </p:nvSpPr>
          <p:spPr bwMode="auto">
            <a:xfrm flipH="1">
              <a:off x="2192" y="3696"/>
              <a:ext cx="3392" cy="0"/>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50" name="Line 104">
              <a:extLst>
                <a:ext uri="{FF2B5EF4-FFF2-40B4-BE49-F238E27FC236}">
                  <a16:creationId xmlns:a16="http://schemas.microsoft.com/office/drawing/2014/main" id="{A39DC96D-71B5-2614-3592-FB331D94B7BE}"/>
                </a:ext>
              </a:extLst>
            </p:cNvPr>
            <p:cNvSpPr>
              <a:spLocks noChangeShapeType="1"/>
            </p:cNvSpPr>
            <p:nvPr/>
          </p:nvSpPr>
          <p:spPr bwMode="auto">
            <a:xfrm flipV="1">
              <a:off x="2208" y="3200"/>
              <a:ext cx="0" cy="512"/>
            </a:xfrm>
            <a:prstGeom prst="line">
              <a:avLst/>
            </a:prstGeom>
            <a:noFill/>
            <a:ln w="508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51" name="Line 178">
              <a:extLst>
                <a:ext uri="{FF2B5EF4-FFF2-40B4-BE49-F238E27FC236}">
                  <a16:creationId xmlns:a16="http://schemas.microsoft.com/office/drawing/2014/main" id="{536E8F48-722C-1249-1B1F-900F8748F326}"/>
                </a:ext>
              </a:extLst>
            </p:cNvPr>
            <p:cNvSpPr>
              <a:spLocks noChangeShapeType="1"/>
            </p:cNvSpPr>
            <p:nvPr/>
          </p:nvSpPr>
          <p:spPr bwMode="auto">
            <a:xfrm flipV="1">
              <a:off x="5311" y="3062"/>
              <a:ext cx="157" cy="161"/>
            </a:xfrm>
            <a:prstGeom prst="line">
              <a:avLst/>
            </a:prstGeom>
            <a:noFill/>
            <a:ln w="508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9" name="Rectangle 171">
            <a:extLst>
              <a:ext uri="{FF2B5EF4-FFF2-40B4-BE49-F238E27FC236}">
                <a16:creationId xmlns:a16="http://schemas.microsoft.com/office/drawing/2014/main" id="{2D454AE5-F611-A1D0-58D2-23407BFEE81A}"/>
              </a:ext>
            </a:extLst>
          </p:cNvPr>
          <p:cNvSpPr>
            <a:spLocks noChangeArrowheads="1"/>
          </p:cNvSpPr>
          <p:nvPr/>
        </p:nvSpPr>
        <p:spPr bwMode="auto">
          <a:xfrm>
            <a:off x="6192838" y="1112838"/>
            <a:ext cx="1398587"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8: </a:t>
            </a:r>
            <a:r>
              <a:rPr lang="en-US" altLang="zh-CN">
                <a:solidFill>
                  <a:srgbClr val="CC0000"/>
                </a:solidFill>
                <a:latin typeface="Arial" panose="020B0604020202020204" pitchFamily="34" charset="0"/>
                <a:ea typeface="宋体" panose="02010600030101010101" pitchFamily="2" charset="-122"/>
              </a:rPr>
              <a:t>Store’s  M</a:t>
            </a:r>
          </a:p>
        </p:txBody>
      </p:sp>
      <p:sp>
        <p:nvSpPr>
          <p:cNvPr id="280" name="Line 54">
            <a:extLst>
              <a:ext uri="{FF2B5EF4-FFF2-40B4-BE49-F238E27FC236}">
                <a16:creationId xmlns:a16="http://schemas.microsoft.com/office/drawing/2014/main" id="{86997EBF-4F5C-457F-5880-239DA40683DC}"/>
              </a:ext>
            </a:extLst>
          </p:cNvPr>
          <p:cNvSpPr>
            <a:spLocks noChangeShapeType="1"/>
          </p:cNvSpPr>
          <p:nvPr/>
        </p:nvSpPr>
        <p:spPr bwMode="auto">
          <a:xfrm>
            <a:off x="6194425" y="4733925"/>
            <a:ext cx="592138" cy="0"/>
          </a:xfrm>
          <a:prstGeom prst="line">
            <a:avLst/>
          </a:prstGeom>
          <a:noFill/>
          <a:ln w="508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6" name="Group 208">
            <a:extLst>
              <a:ext uri="{FF2B5EF4-FFF2-40B4-BE49-F238E27FC236}">
                <a16:creationId xmlns:a16="http://schemas.microsoft.com/office/drawing/2014/main" id="{3619CE50-4A8B-C684-EAEB-AAA7CE912DF7}"/>
              </a:ext>
            </a:extLst>
          </p:cNvPr>
          <p:cNvGrpSpPr>
            <a:grpSpLocks/>
          </p:cNvGrpSpPr>
          <p:nvPr/>
        </p:nvGrpSpPr>
        <p:grpSpPr bwMode="auto">
          <a:xfrm>
            <a:off x="6169025" y="4184650"/>
            <a:ext cx="596900" cy="257175"/>
            <a:chOff x="3880" y="2774"/>
            <a:chExt cx="376" cy="162"/>
          </a:xfrm>
        </p:grpSpPr>
        <p:sp>
          <p:nvSpPr>
            <p:cNvPr id="87255" name="Line 51">
              <a:extLst>
                <a:ext uri="{FF2B5EF4-FFF2-40B4-BE49-F238E27FC236}">
                  <a16:creationId xmlns:a16="http://schemas.microsoft.com/office/drawing/2014/main" id="{E2F8FA89-124C-AFA7-7437-85C3894FD04A}"/>
                </a:ext>
              </a:extLst>
            </p:cNvPr>
            <p:cNvSpPr>
              <a:spLocks noChangeShapeType="1"/>
            </p:cNvSpPr>
            <p:nvPr/>
          </p:nvSpPr>
          <p:spPr bwMode="auto">
            <a:xfrm>
              <a:off x="3880" y="2784"/>
              <a:ext cx="154" cy="0"/>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256" name="Line 55">
              <a:extLst>
                <a:ext uri="{FF2B5EF4-FFF2-40B4-BE49-F238E27FC236}">
                  <a16:creationId xmlns:a16="http://schemas.microsoft.com/office/drawing/2014/main" id="{BF15F30C-A710-FAD7-4AFE-9B922BDFB1CD}"/>
                </a:ext>
              </a:extLst>
            </p:cNvPr>
            <p:cNvSpPr>
              <a:spLocks noChangeShapeType="1"/>
            </p:cNvSpPr>
            <p:nvPr/>
          </p:nvSpPr>
          <p:spPr bwMode="auto">
            <a:xfrm>
              <a:off x="4030" y="2925"/>
              <a:ext cx="226" cy="3"/>
            </a:xfrm>
            <a:prstGeom prst="line">
              <a:avLst/>
            </a:prstGeom>
            <a:noFill/>
            <a:ln w="508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57" name="Line 56">
              <a:extLst>
                <a:ext uri="{FF2B5EF4-FFF2-40B4-BE49-F238E27FC236}">
                  <a16:creationId xmlns:a16="http://schemas.microsoft.com/office/drawing/2014/main" id="{4A3B324B-DFAF-FB91-5D7B-2CBC48D2F0DE}"/>
                </a:ext>
              </a:extLst>
            </p:cNvPr>
            <p:cNvSpPr>
              <a:spLocks noChangeShapeType="1"/>
            </p:cNvSpPr>
            <p:nvPr/>
          </p:nvSpPr>
          <p:spPr bwMode="auto">
            <a:xfrm>
              <a:off x="4031" y="2774"/>
              <a:ext cx="1" cy="162"/>
            </a:xfrm>
            <a:prstGeom prst="line">
              <a:avLst/>
            </a:prstGeom>
            <a:noFill/>
            <a:ln w="508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85" name="Rectangle 169">
            <a:extLst>
              <a:ext uri="{FF2B5EF4-FFF2-40B4-BE49-F238E27FC236}">
                <a16:creationId xmlns:a16="http://schemas.microsoft.com/office/drawing/2014/main" id="{183BB1F2-2D42-20AD-79D4-78299A498395}"/>
              </a:ext>
            </a:extLst>
          </p:cNvPr>
          <p:cNvSpPr>
            <a:spLocks noChangeArrowheads="1"/>
          </p:cNvSpPr>
          <p:nvPr/>
        </p:nvSpPr>
        <p:spPr bwMode="auto">
          <a:xfrm>
            <a:off x="4327525" y="1082675"/>
            <a:ext cx="14747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12: </a:t>
            </a:r>
            <a:r>
              <a:rPr lang="en-US" altLang="zh-CN">
                <a:solidFill>
                  <a:srgbClr val="CC0000"/>
                </a:solidFill>
                <a:latin typeface="Arial" panose="020B0604020202020204" pitchFamily="34" charset="0"/>
                <a:ea typeface="宋体" panose="02010600030101010101" pitchFamily="2" charset="-122"/>
              </a:rPr>
              <a:t>Beq’s  EX</a:t>
            </a:r>
          </a:p>
        </p:txBody>
      </p:sp>
      <p:grpSp>
        <p:nvGrpSpPr>
          <p:cNvPr id="17" name="Group 212">
            <a:extLst>
              <a:ext uri="{FF2B5EF4-FFF2-40B4-BE49-F238E27FC236}">
                <a16:creationId xmlns:a16="http://schemas.microsoft.com/office/drawing/2014/main" id="{E537C74C-C781-EFE9-BBC6-48FF5430837C}"/>
              </a:ext>
            </a:extLst>
          </p:cNvPr>
          <p:cNvGrpSpPr>
            <a:grpSpLocks/>
          </p:cNvGrpSpPr>
          <p:nvPr/>
        </p:nvGrpSpPr>
        <p:grpSpPr bwMode="auto">
          <a:xfrm>
            <a:off x="4318000" y="3209925"/>
            <a:ext cx="571500" cy="842963"/>
            <a:chOff x="2720" y="2160"/>
            <a:chExt cx="360" cy="531"/>
          </a:xfrm>
        </p:grpSpPr>
        <p:sp>
          <p:nvSpPr>
            <p:cNvPr id="87260" name="Line 175">
              <a:extLst>
                <a:ext uri="{FF2B5EF4-FFF2-40B4-BE49-F238E27FC236}">
                  <a16:creationId xmlns:a16="http://schemas.microsoft.com/office/drawing/2014/main" id="{D84617DF-6D08-7FCA-7E75-16C3D9357A50}"/>
                </a:ext>
              </a:extLst>
            </p:cNvPr>
            <p:cNvSpPr>
              <a:spLocks noChangeShapeType="1"/>
            </p:cNvSpPr>
            <p:nvPr/>
          </p:nvSpPr>
          <p:spPr bwMode="auto">
            <a:xfrm flipH="1">
              <a:off x="2720" y="2688"/>
              <a:ext cx="128" cy="0"/>
            </a:xfrm>
            <a:prstGeom prst="line">
              <a:avLst/>
            </a:prstGeom>
            <a:noFill/>
            <a:ln w="508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261" name="Group 209">
              <a:extLst>
                <a:ext uri="{FF2B5EF4-FFF2-40B4-BE49-F238E27FC236}">
                  <a16:creationId xmlns:a16="http://schemas.microsoft.com/office/drawing/2014/main" id="{FC8E020D-3867-1A2A-DF8B-45A506AEA16D}"/>
                </a:ext>
              </a:extLst>
            </p:cNvPr>
            <p:cNvGrpSpPr>
              <a:grpSpLocks/>
            </p:cNvGrpSpPr>
            <p:nvPr/>
          </p:nvGrpSpPr>
          <p:grpSpPr bwMode="auto">
            <a:xfrm>
              <a:off x="2725" y="2160"/>
              <a:ext cx="355" cy="531"/>
              <a:chOff x="2725" y="2160"/>
              <a:chExt cx="355" cy="531"/>
            </a:xfrm>
          </p:grpSpPr>
          <p:sp>
            <p:nvSpPr>
              <p:cNvPr id="87262" name="Line 45">
                <a:extLst>
                  <a:ext uri="{FF2B5EF4-FFF2-40B4-BE49-F238E27FC236}">
                    <a16:creationId xmlns:a16="http://schemas.microsoft.com/office/drawing/2014/main" id="{8E75AE9D-B7B5-6EA9-BB02-08CAFBD81427}"/>
                  </a:ext>
                </a:extLst>
              </p:cNvPr>
              <p:cNvSpPr>
                <a:spLocks noChangeShapeType="1"/>
              </p:cNvSpPr>
              <p:nvPr/>
            </p:nvSpPr>
            <p:spPr bwMode="auto">
              <a:xfrm>
                <a:off x="2737" y="2352"/>
                <a:ext cx="343"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63" name="Line 46">
                <a:extLst>
                  <a:ext uri="{FF2B5EF4-FFF2-40B4-BE49-F238E27FC236}">
                    <a16:creationId xmlns:a16="http://schemas.microsoft.com/office/drawing/2014/main" id="{62849304-5CD7-0219-0E67-FB320B99970F}"/>
                  </a:ext>
                </a:extLst>
              </p:cNvPr>
              <p:cNvSpPr>
                <a:spLocks noChangeShapeType="1"/>
              </p:cNvSpPr>
              <p:nvPr/>
            </p:nvSpPr>
            <p:spPr bwMode="auto">
              <a:xfrm>
                <a:off x="2848" y="2688"/>
                <a:ext cx="223" cy="3"/>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64" name="Line 47">
                <a:extLst>
                  <a:ext uri="{FF2B5EF4-FFF2-40B4-BE49-F238E27FC236}">
                    <a16:creationId xmlns:a16="http://schemas.microsoft.com/office/drawing/2014/main" id="{5715261F-9FEF-965B-0702-52E930A88367}"/>
                  </a:ext>
                </a:extLst>
              </p:cNvPr>
              <p:cNvSpPr>
                <a:spLocks noChangeShapeType="1"/>
              </p:cNvSpPr>
              <p:nvPr/>
            </p:nvSpPr>
            <p:spPr bwMode="auto">
              <a:xfrm>
                <a:off x="2734" y="2496"/>
                <a:ext cx="337"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65" name="Line 205">
                <a:extLst>
                  <a:ext uri="{FF2B5EF4-FFF2-40B4-BE49-F238E27FC236}">
                    <a16:creationId xmlns:a16="http://schemas.microsoft.com/office/drawing/2014/main" id="{E8566FFF-33C0-FF54-20F0-941ABA2313E5}"/>
                  </a:ext>
                </a:extLst>
              </p:cNvPr>
              <p:cNvSpPr>
                <a:spLocks noChangeShapeType="1"/>
              </p:cNvSpPr>
              <p:nvPr/>
            </p:nvSpPr>
            <p:spPr bwMode="auto">
              <a:xfrm flipV="1">
                <a:off x="2725" y="2160"/>
                <a:ext cx="355"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9" name="Group 210">
            <a:extLst>
              <a:ext uri="{FF2B5EF4-FFF2-40B4-BE49-F238E27FC236}">
                <a16:creationId xmlns:a16="http://schemas.microsoft.com/office/drawing/2014/main" id="{3A050C68-A3DF-DBCD-D266-7F68EFFDBB2F}"/>
              </a:ext>
            </a:extLst>
          </p:cNvPr>
          <p:cNvGrpSpPr>
            <a:grpSpLocks/>
          </p:cNvGrpSpPr>
          <p:nvPr/>
        </p:nvGrpSpPr>
        <p:grpSpPr bwMode="auto">
          <a:xfrm>
            <a:off x="5487988" y="3309938"/>
            <a:ext cx="446087" cy="514350"/>
            <a:chOff x="3451" y="2160"/>
            <a:chExt cx="241" cy="384"/>
          </a:xfrm>
        </p:grpSpPr>
        <p:sp>
          <p:nvSpPr>
            <p:cNvPr id="87267" name="Line 34">
              <a:extLst>
                <a:ext uri="{FF2B5EF4-FFF2-40B4-BE49-F238E27FC236}">
                  <a16:creationId xmlns:a16="http://schemas.microsoft.com/office/drawing/2014/main" id="{03A428E8-99B8-ACDE-AAAC-6D4CB64249B6}"/>
                </a:ext>
              </a:extLst>
            </p:cNvPr>
            <p:cNvSpPr>
              <a:spLocks noChangeShapeType="1"/>
            </p:cNvSpPr>
            <p:nvPr/>
          </p:nvSpPr>
          <p:spPr bwMode="auto">
            <a:xfrm>
              <a:off x="3451" y="2160"/>
              <a:ext cx="241" cy="3"/>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68" name="Line 109">
              <a:extLst>
                <a:ext uri="{FF2B5EF4-FFF2-40B4-BE49-F238E27FC236}">
                  <a16:creationId xmlns:a16="http://schemas.microsoft.com/office/drawing/2014/main" id="{24F60A80-E0E8-9075-3276-C4E1AE582A55}"/>
                </a:ext>
              </a:extLst>
            </p:cNvPr>
            <p:cNvSpPr>
              <a:spLocks noChangeShapeType="1"/>
            </p:cNvSpPr>
            <p:nvPr/>
          </p:nvSpPr>
          <p:spPr bwMode="auto">
            <a:xfrm>
              <a:off x="3457" y="2544"/>
              <a:ext cx="235" cy="0"/>
            </a:xfrm>
            <a:prstGeom prst="line">
              <a:avLst/>
            </a:prstGeom>
            <a:noFill/>
            <a:ln w="508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96" name="Rectangle 167">
            <a:extLst>
              <a:ext uri="{FF2B5EF4-FFF2-40B4-BE49-F238E27FC236}">
                <a16:creationId xmlns:a16="http://schemas.microsoft.com/office/drawing/2014/main" id="{E00E9B3E-FC57-187A-6865-AA7AC4DED838}"/>
              </a:ext>
            </a:extLst>
          </p:cNvPr>
          <p:cNvSpPr>
            <a:spLocks noChangeArrowheads="1"/>
          </p:cNvSpPr>
          <p:nvPr/>
        </p:nvSpPr>
        <p:spPr bwMode="auto">
          <a:xfrm>
            <a:off x="2447925" y="1112838"/>
            <a:ext cx="1146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16: </a:t>
            </a:r>
            <a:r>
              <a:rPr lang="en-US" altLang="zh-CN">
                <a:solidFill>
                  <a:srgbClr val="CC0000"/>
                </a:solidFill>
                <a:latin typeface="Arial" panose="020B0604020202020204" pitchFamily="34" charset="0"/>
                <a:ea typeface="宋体" panose="02010600030101010101" pitchFamily="2" charset="-122"/>
              </a:rPr>
              <a:t>?’s  ID</a:t>
            </a:r>
          </a:p>
        </p:txBody>
      </p:sp>
      <p:grpSp>
        <p:nvGrpSpPr>
          <p:cNvPr id="87270" name="组合 6">
            <a:extLst>
              <a:ext uri="{FF2B5EF4-FFF2-40B4-BE49-F238E27FC236}">
                <a16:creationId xmlns:a16="http://schemas.microsoft.com/office/drawing/2014/main" id="{B2628EF1-9C29-7DFF-3836-D716D679AEF3}"/>
              </a:ext>
            </a:extLst>
          </p:cNvPr>
          <p:cNvGrpSpPr>
            <a:grpSpLocks/>
          </p:cNvGrpSpPr>
          <p:nvPr/>
        </p:nvGrpSpPr>
        <p:grpSpPr bwMode="auto">
          <a:xfrm>
            <a:off x="2659063" y="4981575"/>
            <a:ext cx="1366837" cy="288925"/>
            <a:chOff x="2658660" y="4982269"/>
            <a:chExt cx="1368000" cy="288900"/>
          </a:xfrm>
        </p:grpSpPr>
        <p:sp>
          <p:nvSpPr>
            <p:cNvPr id="87271" name="Line 69">
              <a:extLst>
                <a:ext uri="{FF2B5EF4-FFF2-40B4-BE49-F238E27FC236}">
                  <a16:creationId xmlns:a16="http://schemas.microsoft.com/office/drawing/2014/main" id="{4083C09C-C7A6-9AAE-3819-AA0352A9CA1C}"/>
                </a:ext>
              </a:extLst>
            </p:cNvPr>
            <p:cNvSpPr>
              <a:spLocks noChangeShapeType="1"/>
            </p:cNvSpPr>
            <p:nvPr/>
          </p:nvSpPr>
          <p:spPr bwMode="auto">
            <a:xfrm>
              <a:off x="2658660" y="5271169"/>
              <a:ext cx="1368000"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272" name="Line 173">
              <a:extLst>
                <a:ext uri="{FF2B5EF4-FFF2-40B4-BE49-F238E27FC236}">
                  <a16:creationId xmlns:a16="http://schemas.microsoft.com/office/drawing/2014/main" id="{C4C6046D-AEB5-9305-D610-41E60583EB77}"/>
                </a:ext>
              </a:extLst>
            </p:cNvPr>
            <p:cNvSpPr>
              <a:spLocks noChangeShapeType="1"/>
            </p:cNvSpPr>
            <p:nvPr/>
          </p:nvSpPr>
          <p:spPr bwMode="auto">
            <a:xfrm>
              <a:off x="2666999" y="4982269"/>
              <a:ext cx="0" cy="288000"/>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7273" name="Line 111">
            <a:extLst>
              <a:ext uri="{FF2B5EF4-FFF2-40B4-BE49-F238E27FC236}">
                <a16:creationId xmlns:a16="http://schemas.microsoft.com/office/drawing/2014/main" id="{D8A84082-F1F4-28E5-4AA2-164ECBFC7B82}"/>
              </a:ext>
            </a:extLst>
          </p:cNvPr>
          <p:cNvSpPr>
            <a:spLocks noChangeShapeType="1"/>
          </p:cNvSpPr>
          <p:nvPr/>
        </p:nvSpPr>
        <p:spPr bwMode="auto">
          <a:xfrm>
            <a:off x="5497513" y="422275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
                                        </p:tgtEl>
                                        <p:attrNameLst>
                                          <p:attrName>style.visibility</p:attrName>
                                        </p:attrNameLst>
                                      </p:cBhvr>
                                      <p:to>
                                        <p:strVal val="visible"/>
                                      </p:to>
                                    </p:set>
                                    <p:animEffect transition="in" filter="blinds(horizontal)">
                                      <p:cBhvr>
                                        <p:cTn id="7" dur="500"/>
                                        <p:tgtEl>
                                          <p:spTgt spid="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11">
                                            <p:txEl>
                                              <p:pRg st="0" end="0"/>
                                            </p:txEl>
                                          </p:spTgt>
                                        </p:tgtEl>
                                        <p:attrNameLst>
                                          <p:attrName>style.visibility</p:attrName>
                                        </p:attrNameLst>
                                      </p:cBhvr>
                                      <p:to>
                                        <p:strVal val="visible"/>
                                      </p:to>
                                    </p:set>
                                    <p:animEffect transition="in" filter="blinds(horizontal)">
                                      <p:cBhvr>
                                        <p:cTn id="12" dur="500"/>
                                        <p:tgtEl>
                                          <p:spTgt spid="717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755">
                                            <p:txEl>
                                              <p:pRg st="0" end="0"/>
                                            </p:txEl>
                                          </p:spTgt>
                                        </p:tgtEl>
                                        <p:attrNameLst>
                                          <p:attrName>style.visibility</p:attrName>
                                        </p:attrNameLst>
                                      </p:cBhvr>
                                      <p:to>
                                        <p:strVal val="visible"/>
                                      </p:to>
                                    </p:set>
                                    <p:animEffect transition="in" filter="blinds(horizontal)">
                                      <p:cBhvr>
                                        <p:cTn id="17" dur="500"/>
                                        <p:tgtEl>
                                          <p:spTgt spid="7175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79"/>
                                        </p:tgtEl>
                                        <p:attrNameLst>
                                          <p:attrName>style.visibility</p:attrName>
                                        </p:attrNameLst>
                                      </p:cBhvr>
                                      <p:to>
                                        <p:strVal val="visible"/>
                                      </p:to>
                                    </p:set>
                                    <p:animEffect transition="in" filter="blinds(horizontal)">
                                      <p:cBhvr>
                                        <p:cTn id="32" dur="500"/>
                                        <p:tgtEl>
                                          <p:spTgt spid="2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1801">
                                            <p:txEl>
                                              <p:pRg st="0" end="0"/>
                                            </p:txEl>
                                          </p:spTgt>
                                        </p:tgtEl>
                                        <p:attrNameLst>
                                          <p:attrName>style.visibility</p:attrName>
                                        </p:attrNameLst>
                                      </p:cBhvr>
                                      <p:to>
                                        <p:strVal val="visible"/>
                                      </p:to>
                                    </p:set>
                                    <p:animEffect transition="in" filter="blinds(horizontal)">
                                      <p:cBhvr>
                                        <p:cTn id="37" dur="500"/>
                                        <p:tgtEl>
                                          <p:spTgt spid="71801">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23">
                                            <p:txEl>
                                              <p:pRg st="0" end="0"/>
                                            </p:txEl>
                                          </p:spTgt>
                                        </p:tgtEl>
                                        <p:attrNameLst>
                                          <p:attrName>style.visibility</p:attrName>
                                        </p:attrNameLst>
                                      </p:cBhvr>
                                      <p:to>
                                        <p:strVal val="visible"/>
                                      </p:to>
                                    </p:set>
                                    <p:animEffect transition="in" filter="blinds(horizontal)">
                                      <p:cBhvr>
                                        <p:cTn id="42" dur="500"/>
                                        <p:tgtEl>
                                          <p:spTgt spid="223">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1869"/>
                                        </p:tgtEl>
                                        <p:attrNameLst>
                                          <p:attrName>style.visibility</p:attrName>
                                        </p:attrNameLst>
                                      </p:cBhvr>
                                      <p:to>
                                        <p:strVal val="visible"/>
                                      </p:to>
                                    </p:set>
                                    <p:animEffect transition="in" filter="blinds(horizontal)">
                                      <p:cBhvr>
                                        <p:cTn id="47" dur="500"/>
                                        <p:tgtEl>
                                          <p:spTgt spid="7186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blinds(horizontal)">
                                      <p:cBhvr>
                                        <p:cTn id="52" dur="500"/>
                                        <p:tgtEl>
                                          <p:spTgt spid="1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280"/>
                                        </p:tgtEl>
                                        <p:attrNameLst>
                                          <p:attrName>style.visibility</p:attrName>
                                        </p:attrNameLst>
                                      </p:cBhvr>
                                      <p:to>
                                        <p:strVal val="visible"/>
                                      </p:to>
                                    </p:set>
                                    <p:animEffect transition="in" filter="blinds(horizontal)">
                                      <p:cBhvr>
                                        <p:cTn id="57" dur="500"/>
                                        <p:tgtEl>
                                          <p:spTgt spid="28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85"/>
                                        </p:tgtEl>
                                        <p:attrNameLst>
                                          <p:attrName>style.visibility</p:attrName>
                                        </p:attrNameLst>
                                      </p:cBhvr>
                                      <p:to>
                                        <p:strVal val="visible"/>
                                      </p:to>
                                    </p:set>
                                    <p:animEffect transition="in" filter="blinds(horizontal)">
                                      <p:cBhvr>
                                        <p:cTn id="62" dur="500"/>
                                        <p:tgtEl>
                                          <p:spTgt spid="28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71722">
                                            <p:txEl>
                                              <p:pRg st="0" end="0"/>
                                            </p:txEl>
                                          </p:spTgt>
                                        </p:tgtEl>
                                        <p:attrNameLst>
                                          <p:attrName>style.visibility</p:attrName>
                                        </p:attrNameLst>
                                      </p:cBhvr>
                                      <p:to>
                                        <p:strVal val="visible"/>
                                      </p:to>
                                    </p:set>
                                    <p:animEffect transition="in" filter="blinds(horizontal)">
                                      <p:cBhvr>
                                        <p:cTn id="67" dur="500"/>
                                        <p:tgtEl>
                                          <p:spTgt spid="71722">
                                            <p:txEl>
                                              <p:pRg st="0" end="0"/>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71764">
                                            <p:txEl>
                                              <p:pRg st="0" end="0"/>
                                            </p:txEl>
                                          </p:spTgt>
                                        </p:tgtEl>
                                        <p:attrNameLst>
                                          <p:attrName>style.visibility</p:attrName>
                                        </p:attrNameLst>
                                      </p:cBhvr>
                                      <p:to>
                                        <p:strVal val="visible"/>
                                      </p:to>
                                    </p:set>
                                    <p:animEffect transition="in" filter="blinds(horizontal)">
                                      <p:cBhvr>
                                        <p:cTn id="72" dur="500"/>
                                        <p:tgtEl>
                                          <p:spTgt spid="71764">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71723">
                                            <p:txEl>
                                              <p:pRg st="0" end="0"/>
                                            </p:txEl>
                                          </p:spTgt>
                                        </p:tgtEl>
                                        <p:attrNameLst>
                                          <p:attrName>style.visibility</p:attrName>
                                        </p:attrNameLst>
                                      </p:cBhvr>
                                      <p:to>
                                        <p:strVal val="visible"/>
                                      </p:to>
                                    </p:set>
                                    <p:animEffect transition="in" filter="blinds(horizontal)">
                                      <p:cBhvr>
                                        <p:cTn id="77" dur="500"/>
                                        <p:tgtEl>
                                          <p:spTgt spid="71723">
                                            <p:txEl>
                                              <p:pRg st="0" end="0"/>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2" presetClass="entr" presetSubtype="8" fill="hold"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slide(fromLeft)">
                                      <p:cBhvr>
                                        <p:cTn id="82" dur="500"/>
                                        <p:tgtEl>
                                          <p:spTgt spid="1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blinds(horizontal)">
                                      <p:cBhvr>
                                        <p:cTn id="87" dur="500"/>
                                        <p:tgtEl>
                                          <p:spTgt spid="1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96"/>
                                        </p:tgtEl>
                                        <p:attrNameLst>
                                          <p:attrName>style.visibility</p:attrName>
                                        </p:attrNameLst>
                                      </p:cBhvr>
                                      <p:to>
                                        <p:strVal val="visible"/>
                                      </p:to>
                                    </p:set>
                                    <p:animEffect transition="in" filter="blinds(horizontal)">
                                      <p:cBhvr>
                                        <p:cTn id="92" dur="500"/>
                                        <p:tgtEl>
                                          <p:spTgt spid="29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71713">
                                            <p:txEl>
                                              <p:pRg st="0" end="0"/>
                                            </p:txEl>
                                          </p:spTgt>
                                        </p:tgtEl>
                                        <p:attrNameLst>
                                          <p:attrName>style.visibility</p:attrName>
                                        </p:attrNameLst>
                                      </p:cBhvr>
                                      <p:to>
                                        <p:strVal val="visible"/>
                                      </p:to>
                                    </p:set>
                                    <p:animEffect transition="in" filter="blinds(horizontal)">
                                      <p:cBhvr>
                                        <p:cTn id="97" dur="500"/>
                                        <p:tgtEl>
                                          <p:spTgt spid="71713">
                                            <p:txEl>
                                              <p:pRg st="0" end="0"/>
                                            </p:txEl>
                                          </p:spTgt>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229"/>
                                        </p:tgtEl>
                                        <p:attrNameLst>
                                          <p:attrName>style.visibility</p:attrName>
                                        </p:attrNameLst>
                                      </p:cBhvr>
                                      <p:to>
                                        <p:strVal val="visible"/>
                                      </p:to>
                                    </p:set>
                                    <p:animEffect transition="in" filter="blinds(horizontal)">
                                      <p:cBhvr>
                                        <p:cTn id="102"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69" grpId="0"/>
      <p:bldP spid="229" grpId="0"/>
      <p:bldP spid="266" grpId="0"/>
      <p:bldP spid="279" grpId="0"/>
      <p:bldP spid="285" grpId="0"/>
      <p:bldP spid="29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Line 175">
            <a:extLst>
              <a:ext uri="{FF2B5EF4-FFF2-40B4-BE49-F238E27FC236}">
                <a16:creationId xmlns:a16="http://schemas.microsoft.com/office/drawing/2014/main" id="{C216031D-90C9-9CE0-1FFE-290E78A6AF14}"/>
              </a:ext>
            </a:extLst>
          </p:cNvPr>
          <p:cNvSpPr>
            <a:spLocks noChangeShapeType="1"/>
          </p:cNvSpPr>
          <p:nvPr/>
        </p:nvSpPr>
        <p:spPr bwMode="auto">
          <a:xfrm>
            <a:off x="2667000" y="3508375"/>
            <a:ext cx="0" cy="395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090" name="Rectangle 2">
            <a:extLst>
              <a:ext uri="{FF2B5EF4-FFF2-40B4-BE49-F238E27FC236}">
                <a16:creationId xmlns:a16="http://schemas.microsoft.com/office/drawing/2014/main" id="{8E1B1314-355C-2CE0-C21A-90FEB9254757}"/>
              </a:ext>
            </a:extLst>
          </p:cNvPr>
          <p:cNvSpPr>
            <a:spLocks noGrp="1" noChangeArrowheads="1"/>
          </p:cNvSpPr>
          <p:nvPr>
            <p:ph type="title"/>
          </p:nvPr>
        </p:nvSpPr>
        <p:spPr>
          <a:xfrm>
            <a:off x="800100" y="228600"/>
            <a:ext cx="4840288" cy="373063"/>
          </a:xfrm>
        </p:spPr>
        <p:txBody>
          <a:bodyPr/>
          <a:lstStyle/>
          <a:p>
            <a:r>
              <a:rPr lang="zh-CN" altLang="en-US">
                <a:ea typeface="宋体" panose="02010600030101010101" pitchFamily="2" charset="-122"/>
              </a:rPr>
              <a:t>第七周期结束时的状态：</a:t>
            </a:r>
          </a:p>
        </p:txBody>
      </p:sp>
      <p:sp>
        <p:nvSpPr>
          <p:cNvPr id="89091" name="Rectangle 4">
            <a:extLst>
              <a:ext uri="{FF2B5EF4-FFF2-40B4-BE49-F238E27FC236}">
                <a16:creationId xmlns:a16="http://schemas.microsoft.com/office/drawing/2014/main" id="{AF31DC13-6EF1-7F44-F1DD-E10205AA4F34}"/>
              </a:ext>
            </a:extLst>
          </p:cNvPr>
          <p:cNvSpPr>
            <a:spLocks noChangeArrowheads="1"/>
          </p:cNvSpPr>
          <p:nvPr/>
        </p:nvSpPr>
        <p:spPr bwMode="auto">
          <a:xfrm>
            <a:off x="2212975" y="30765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092" name="Rectangle 5">
            <a:extLst>
              <a:ext uri="{FF2B5EF4-FFF2-40B4-BE49-F238E27FC236}">
                <a16:creationId xmlns:a16="http://schemas.microsoft.com/office/drawing/2014/main" id="{CAD6E9C6-2EEC-5380-155F-AF1A96EC7386}"/>
              </a:ext>
            </a:extLst>
          </p:cNvPr>
          <p:cNvSpPr>
            <a:spLocks noChangeArrowheads="1"/>
          </p:cNvSpPr>
          <p:nvPr/>
        </p:nvSpPr>
        <p:spPr bwMode="auto">
          <a:xfrm rot="5400000">
            <a:off x="1356519" y="4006057"/>
            <a:ext cx="1989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IF/ID</a:t>
            </a:r>
            <a:r>
              <a:rPr lang="en-US" altLang="zh-CN">
                <a:ea typeface="宋体" panose="02010600030101010101" pitchFamily="2" charset="-122"/>
              </a:rPr>
              <a:t>: ?? Instruction</a:t>
            </a:r>
          </a:p>
        </p:txBody>
      </p:sp>
      <p:sp>
        <p:nvSpPr>
          <p:cNvPr id="89093" name="Line 6">
            <a:extLst>
              <a:ext uri="{FF2B5EF4-FFF2-40B4-BE49-F238E27FC236}">
                <a16:creationId xmlns:a16="http://schemas.microsoft.com/office/drawing/2014/main" id="{3B6BBC3D-6381-3070-4C45-F0700674C6DE}"/>
              </a:ext>
            </a:extLst>
          </p:cNvPr>
          <p:cNvSpPr>
            <a:spLocks noChangeShapeType="1"/>
          </p:cNvSpPr>
          <p:nvPr/>
        </p:nvSpPr>
        <p:spPr bwMode="auto">
          <a:xfrm>
            <a:off x="2362200" y="27717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094" name="Rectangle 7">
            <a:extLst>
              <a:ext uri="{FF2B5EF4-FFF2-40B4-BE49-F238E27FC236}">
                <a16:creationId xmlns:a16="http://schemas.microsoft.com/office/drawing/2014/main" id="{9D442B64-FFEC-87E0-4AFE-5667C4B3A216}"/>
              </a:ext>
            </a:extLst>
          </p:cNvPr>
          <p:cNvSpPr>
            <a:spLocks noChangeArrowheads="1"/>
          </p:cNvSpPr>
          <p:nvPr/>
        </p:nvSpPr>
        <p:spPr bwMode="auto">
          <a:xfrm>
            <a:off x="4041775" y="30765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095" name="Rectangle 8">
            <a:extLst>
              <a:ext uri="{FF2B5EF4-FFF2-40B4-BE49-F238E27FC236}">
                <a16:creationId xmlns:a16="http://schemas.microsoft.com/office/drawing/2014/main" id="{8E3392D1-4115-07F4-9980-A35E852AA6C8}"/>
              </a:ext>
            </a:extLst>
          </p:cNvPr>
          <p:cNvSpPr>
            <a:spLocks noChangeArrowheads="1"/>
          </p:cNvSpPr>
          <p:nvPr/>
        </p:nvSpPr>
        <p:spPr bwMode="auto">
          <a:xfrm rot="5400000">
            <a:off x="3160713" y="4081463"/>
            <a:ext cx="2038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ID/EX</a:t>
            </a:r>
            <a:r>
              <a:rPr lang="en-US" altLang="zh-CN">
                <a:ea typeface="宋体" panose="02010600030101010101" pitchFamily="2" charset="-122"/>
              </a:rPr>
              <a:t>:??’s busA &amp; B</a:t>
            </a:r>
          </a:p>
        </p:txBody>
      </p:sp>
      <p:sp>
        <p:nvSpPr>
          <p:cNvPr id="89096" name="Rectangle 9">
            <a:extLst>
              <a:ext uri="{FF2B5EF4-FFF2-40B4-BE49-F238E27FC236}">
                <a16:creationId xmlns:a16="http://schemas.microsoft.com/office/drawing/2014/main" id="{D35419DE-D5DF-8726-6C02-C5D8F1A4648B}"/>
              </a:ext>
            </a:extLst>
          </p:cNvPr>
          <p:cNvSpPr>
            <a:spLocks noChangeArrowheads="1"/>
          </p:cNvSpPr>
          <p:nvPr/>
        </p:nvSpPr>
        <p:spPr bwMode="auto">
          <a:xfrm>
            <a:off x="5870575" y="30765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097" name="Rectangle 10">
            <a:extLst>
              <a:ext uri="{FF2B5EF4-FFF2-40B4-BE49-F238E27FC236}">
                <a16:creationId xmlns:a16="http://schemas.microsoft.com/office/drawing/2014/main" id="{B539A9FD-5249-DA3A-40AC-92D09C16D996}"/>
              </a:ext>
            </a:extLst>
          </p:cNvPr>
          <p:cNvSpPr>
            <a:spLocks noChangeArrowheads="1"/>
          </p:cNvSpPr>
          <p:nvPr/>
        </p:nvSpPr>
        <p:spPr bwMode="auto">
          <a:xfrm rot="5400000">
            <a:off x="5129212" y="4083051"/>
            <a:ext cx="1762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EX/M</a:t>
            </a:r>
            <a:r>
              <a:rPr lang="en-US" altLang="zh-CN">
                <a:ea typeface="宋体" panose="02010600030101010101" pitchFamily="2" charset="-122"/>
              </a:rPr>
              <a:t>: ??’s Result</a:t>
            </a:r>
          </a:p>
        </p:txBody>
      </p:sp>
      <p:sp>
        <p:nvSpPr>
          <p:cNvPr id="89098" name="Rectangle 11">
            <a:extLst>
              <a:ext uri="{FF2B5EF4-FFF2-40B4-BE49-F238E27FC236}">
                <a16:creationId xmlns:a16="http://schemas.microsoft.com/office/drawing/2014/main" id="{82BD668E-5FC4-9842-F833-AC771C40972C}"/>
              </a:ext>
            </a:extLst>
          </p:cNvPr>
          <p:cNvSpPr>
            <a:spLocks noChangeArrowheads="1"/>
          </p:cNvSpPr>
          <p:nvPr/>
        </p:nvSpPr>
        <p:spPr bwMode="auto">
          <a:xfrm>
            <a:off x="7775575" y="3076575"/>
            <a:ext cx="288925" cy="2305050"/>
          </a:xfrm>
          <a:prstGeom prst="rect">
            <a:avLst/>
          </a:prstGeom>
          <a:noFill/>
          <a:ln w="25400">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099" name="Rectangle 12">
            <a:extLst>
              <a:ext uri="{FF2B5EF4-FFF2-40B4-BE49-F238E27FC236}">
                <a16:creationId xmlns:a16="http://schemas.microsoft.com/office/drawing/2014/main" id="{6D53FB9C-AA0C-5DCE-CCF5-926309CDE6C0}"/>
              </a:ext>
            </a:extLst>
          </p:cNvPr>
          <p:cNvSpPr>
            <a:spLocks noChangeArrowheads="1"/>
          </p:cNvSpPr>
          <p:nvPr/>
        </p:nvSpPr>
        <p:spPr bwMode="auto">
          <a:xfrm rot="5400000">
            <a:off x="6996113" y="4081463"/>
            <a:ext cx="18415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M/WB</a:t>
            </a:r>
            <a:r>
              <a:rPr lang="en-US" altLang="zh-CN">
                <a:ea typeface="宋体" panose="02010600030101010101" pitchFamily="2" charset="-122"/>
              </a:rPr>
              <a:t>: Beq’s Dout</a:t>
            </a:r>
          </a:p>
        </p:txBody>
      </p:sp>
      <p:sp>
        <p:nvSpPr>
          <p:cNvPr id="89100" name="Rectangle 13">
            <a:extLst>
              <a:ext uri="{FF2B5EF4-FFF2-40B4-BE49-F238E27FC236}">
                <a16:creationId xmlns:a16="http://schemas.microsoft.com/office/drawing/2014/main" id="{FA57F40A-9BC5-27AB-C914-B3CB81725568}"/>
              </a:ext>
            </a:extLst>
          </p:cNvPr>
          <p:cNvSpPr>
            <a:spLocks noChangeArrowheads="1"/>
          </p:cNvSpPr>
          <p:nvPr/>
        </p:nvSpPr>
        <p:spPr bwMode="auto">
          <a:xfrm>
            <a:off x="688975" y="3076575"/>
            <a:ext cx="288925" cy="1117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101" name="Rectangle 14">
            <a:extLst>
              <a:ext uri="{FF2B5EF4-FFF2-40B4-BE49-F238E27FC236}">
                <a16:creationId xmlns:a16="http://schemas.microsoft.com/office/drawing/2014/main" id="{A114227C-AC40-20BA-9134-7552A6E188EA}"/>
              </a:ext>
            </a:extLst>
          </p:cNvPr>
          <p:cNvSpPr>
            <a:spLocks noChangeArrowheads="1"/>
          </p:cNvSpPr>
          <p:nvPr/>
        </p:nvSpPr>
        <p:spPr bwMode="auto">
          <a:xfrm rot="5400000">
            <a:off x="223838" y="3465513"/>
            <a:ext cx="1212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PC</a:t>
            </a:r>
            <a:r>
              <a:rPr lang="en-US" altLang="zh-CN">
                <a:ea typeface="宋体" panose="02010600030101010101" pitchFamily="2" charset="-122"/>
              </a:rPr>
              <a:t> = target</a:t>
            </a:r>
          </a:p>
        </p:txBody>
      </p:sp>
      <p:sp>
        <p:nvSpPr>
          <p:cNvPr id="89102" name="Rectangle 15">
            <a:extLst>
              <a:ext uri="{FF2B5EF4-FFF2-40B4-BE49-F238E27FC236}">
                <a16:creationId xmlns:a16="http://schemas.microsoft.com/office/drawing/2014/main" id="{26BF2217-12C0-7F42-33F3-3B45C4C1A5EB}"/>
              </a:ext>
            </a:extLst>
          </p:cNvPr>
          <p:cNvSpPr>
            <a:spLocks noChangeArrowheads="1"/>
          </p:cNvSpPr>
          <p:nvPr/>
        </p:nvSpPr>
        <p:spPr bwMode="auto">
          <a:xfrm>
            <a:off x="6784975" y="3533775"/>
            <a:ext cx="636588" cy="127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103" name="Rectangle 16">
            <a:extLst>
              <a:ext uri="{FF2B5EF4-FFF2-40B4-BE49-F238E27FC236}">
                <a16:creationId xmlns:a16="http://schemas.microsoft.com/office/drawing/2014/main" id="{B5F3CBE7-30EF-B98E-EC52-A6C69D3007F7}"/>
              </a:ext>
            </a:extLst>
          </p:cNvPr>
          <p:cNvSpPr>
            <a:spLocks noChangeArrowheads="1"/>
          </p:cNvSpPr>
          <p:nvPr/>
        </p:nvSpPr>
        <p:spPr bwMode="auto">
          <a:xfrm>
            <a:off x="6684963" y="3541713"/>
            <a:ext cx="7842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Data</a:t>
            </a:r>
          </a:p>
          <a:p>
            <a:pPr algn="ctr"/>
            <a:r>
              <a:rPr lang="en-US" altLang="zh-CN">
                <a:solidFill>
                  <a:schemeClr val="accent2"/>
                </a:solidFill>
                <a:latin typeface="Arial" panose="020B0604020202020204" pitchFamily="34" charset="0"/>
                <a:ea typeface="宋体" panose="02010600030101010101" pitchFamily="2" charset="-122"/>
              </a:rPr>
              <a:t>Mem</a:t>
            </a:r>
          </a:p>
        </p:txBody>
      </p:sp>
      <p:sp>
        <p:nvSpPr>
          <p:cNvPr id="89104" name="Rectangle 17">
            <a:extLst>
              <a:ext uri="{FF2B5EF4-FFF2-40B4-BE49-F238E27FC236}">
                <a16:creationId xmlns:a16="http://schemas.microsoft.com/office/drawing/2014/main" id="{98CD7CDA-FE2A-5E93-EC92-00ADD11EA54B}"/>
              </a:ext>
            </a:extLst>
          </p:cNvPr>
          <p:cNvSpPr>
            <a:spLocks noChangeArrowheads="1"/>
          </p:cNvSpPr>
          <p:nvPr/>
        </p:nvSpPr>
        <p:spPr bwMode="auto">
          <a:xfrm>
            <a:off x="6724650" y="4306888"/>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WA</a:t>
            </a:r>
          </a:p>
        </p:txBody>
      </p:sp>
      <p:sp>
        <p:nvSpPr>
          <p:cNvPr id="89105" name="Rectangle 18">
            <a:extLst>
              <a:ext uri="{FF2B5EF4-FFF2-40B4-BE49-F238E27FC236}">
                <a16:creationId xmlns:a16="http://schemas.microsoft.com/office/drawing/2014/main" id="{A25892AF-DC5D-2F47-0F1D-E5B11E621C9A}"/>
              </a:ext>
            </a:extLst>
          </p:cNvPr>
          <p:cNvSpPr>
            <a:spLocks noChangeArrowheads="1"/>
          </p:cNvSpPr>
          <p:nvPr/>
        </p:nvSpPr>
        <p:spPr bwMode="auto">
          <a:xfrm>
            <a:off x="6767513" y="4522788"/>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89106" name="Rectangle 19">
            <a:extLst>
              <a:ext uri="{FF2B5EF4-FFF2-40B4-BE49-F238E27FC236}">
                <a16:creationId xmlns:a16="http://schemas.microsoft.com/office/drawing/2014/main" id="{08473C10-1A7C-4682-08FB-C1FC68632007}"/>
              </a:ext>
            </a:extLst>
          </p:cNvPr>
          <p:cNvSpPr>
            <a:spLocks noChangeArrowheads="1"/>
          </p:cNvSpPr>
          <p:nvPr/>
        </p:nvSpPr>
        <p:spPr bwMode="auto">
          <a:xfrm>
            <a:off x="6696075" y="4064000"/>
            <a:ext cx="473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89107" name="Rectangle 20">
            <a:extLst>
              <a:ext uri="{FF2B5EF4-FFF2-40B4-BE49-F238E27FC236}">
                <a16:creationId xmlns:a16="http://schemas.microsoft.com/office/drawing/2014/main" id="{EA2FF8B4-3A13-51FA-42F2-AD3EA2C3B646}"/>
              </a:ext>
            </a:extLst>
          </p:cNvPr>
          <p:cNvSpPr>
            <a:spLocks noChangeArrowheads="1"/>
          </p:cNvSpPr>
          <p:nvPr/>
        </p:nvSpPr>
        <p:spPr bwMode="auto">
          <a:xfrm>
            <a:off x="7031038" y="4078288"/>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Do</a:t>
            </a:r>
          </a:p>
        </p:txBody>
      </p:sp>
      <p:sp>
        <p:nvSpPr>
          <p:cNvPr id="89108" name="Rectangle 21">
            <a:extLst>
              <a:ext uri="{FF2B5EF4-FFF2-40B4-BE49-F238E27FC236}">
                <a16:creationId xmlns:a16="http://schemas.microsoft.com/office/drawing/2014/main" id="{FDC0EE95-12A3-4144-1BB0-47A17CDE787E}"/>
              </a:ext>
            </a:extLst>
          </p:cNvPr>
          <p:cNvSpPr>
            <a:spLocks noChangeArrowheads="1"/>
          </p:cNvSpPr>
          <p:nvPr/>
        </p:nvSpPr>
        <p:spPr bwMode="auto">
          <a:xfrm>
            <a:off x="1374775" y="3076575"/>
            <a:ext cx="365125" cy="2032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109" name="Rectangle 22">
            <a:extLst>
              <a:ext uri="{FF2B5EF4-FFF2-40B4-BE49-F238E27FC236}">
                <a16:creationId xmlns:a16="http://schemas.microsoft.com/office/drawing/2014/main" id="{E6C87DA6-5065-F42F-CC6B-711183245E03}"/>
              </a:ext>
            </a:extLst>
          </p:cNvPr>
          <p:cNvSpPr>
            <a:spLocks noChangeArrowheads="1"/>
          </p:cNvSpPr>
          <p:nvPr/>
        </p:nvSpPr>
        <p:spPr bwMode="auto">
          <a:xfrm rot="5400000">
            <a:off x="1266031" y="4140994"/>
            <a:ext cx="6334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IUnit</a:t>
            </a:r>
          </a:p>
        </p:txBody>
      </p:sp>
      <p:sp>
        <p:nvSpPr>
          <p:cNvPr id="89110" name="Rectangle 23">
            <a:extLst>
              <a:ext uri="{FF2B5EF4-FFF2-40B4-BE49-F238E27FC236}">
                <a16:creationId xmlns:a16="http://schemas.microsoft.com/office/drawing/2014/main" id="{AA56A953-97EF-62F1-E067-20EDD53F237F}"/>
              </a:ext>
            </a:extLst>
          </p:cNvPr>
          <p:cNvSpPr>
            <a:spLocks noChangeArrowheads="1"/>
          </p:cNvSpPr>
          <p:nvPr/>
        </p:nvSpPr>
        <p:spPr bwMode="auto">
          <a:xfrm>
            <a:off x="1357313" y="3697288"/>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A</a:t>
            </a:r>
          </a:p>
        </p:txBody>
      </p:sp>
      <p:sp>
        <p:nvSpPr>
          <p:cNvPr id="89111" name="Rectangle 24">
            <a:extLst>
              <a:ext uri="{FF2B5EF4-FFF2-40B4-BE49-F238E27FC236}">
                <a16:creationId xmlns:a16="http://schemas.microsoft.com/office/drawing/2014/main" id="{50216630-C621-6316-0725-E2B97AC9B7E3}"/>
              </a:ext>
            </a:extLst>
          </p:cNvPr>
          <p:cNvSpPr>
            <a:spLocks noChangeArrowheads="1"/>
          </p:cNvSpPr>
          <p:nvPr/>
        </p:nvSpPr>
        <p:spPr bwMode="auto">
          <a:xfrm>
            <a:off x="1509713" y="4776788"/>
            <a:ext cx="260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a:t>
            </a:r>
          </a:p>
        </p:txBody>
      </p:sp>
      <p:sp>
        <p:nvSpPr>
          <p:cNvPr id="89112" name="Rectangle 25">
            <a:extLst>
              <a:ext uri="{FF2B5EF4-FFF2-40B4-BE49-F238E27FC236}">
                <a16:creationId xmlns:a16="http://schemas.microsoft.com/office/drawing/2014/main" id="{BD2569CE-05CE-64B6-EAAE-2D04BF08CFF7}"/>
              </a:ext>
            </a:extLst>
          </p:cNvPr>
          <p:cNvSpPr>
            <a:spLocks noChangeArrowheads="1"/>
          </p:cNvSpPr>
          <p:nvPr/>
        </p:nvSpPr>
        <p:spPr bwMode="auto">
          <a:xfrm>
            <a:off x="3073400" y="3692525"/>
            <a:ext cx="608013" cy="11874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113" name="Rectangle 26">
            <a:extLst>
              <a:ext uri="{FF2B5EF4-FFF2-40B4-BE49-F238E27FC236}">
                <a16:creationId xmlns:a16="http://schemas.microsoft.com/office/drawing/2014/main" id="{D0581A2F-6158-69A0-EA74-85E92E33D837}"/>
              </a:ext>
            </a:extLst>
          </p:cNvPr>
          <p:cNvSpPr>
            <a:spLocks noChangeArrowheads="1"/>
          </p:cNvSpPr>
          <p:nvPr/>
        </p:nvSpPr>
        <p:spPr bwMode="auto">
          <a:xfrm>
            <a:off x="3005138" y="4322763"/>
            <a:ext cx="6778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RFile</a:t>
            </a:r>
          </a:p>
        </p:txBody>
      </p:sp>
      <p:sp>
        <p:nvSpPr>
          <p:cNvPr id="89114" name="Rectangle 27">
            <a:extLst>
              <a:ext uri="{FF2B5EF4-FFF2-40B4-BE49-F238E27FC236}">
                <a16:creationId xmlns:a16="http://schemas.microsoft.com/office/drawing/2014/main" id="{B188A3C0-9DD3-D368-318F-D6EF5C08A1D1}"/>
              </a:ext>
            </a:extLst>
          </p:cNvPr>
          <p:cNvSpPr>
            <a:spLocks noChangeArrowheads="1"/>
          </p:cNvSpPr>
          <p:nvPr/>
        </p:nvSpPr>
        <p:spPr bwMode="auto">
          <a:xfrm>
            <a:off x="3338513" y="4586288"/>
            <a:ext cx="3841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Di</a:t>
            </a:r>
          </a:p>
        </p:txBody>
      </p:sp>
      <p:sp>
        <p:nvSpPr>
          <p:cNvPr id="89115" name="Rectangle 28">
            <a:extLst>
              <a:ext uri="{FF2B5EF4-FFF2-40B4-BE49-F238E27FC236}">
                <a16:creationId xmlns:a16="http://schemas.microsoft.com/office/drawing/2014/main" id="{71528FA5-7AE2-C2F2-B668-37DB05C1E963}"/>
              </a:ext>
            </a:extLst>
          </p:cNvPr>
          <p:cNvSpPr>
            <a:spLocks noChangeArrowheads="1"/>
          </p:cNvSpPr>
          <p:nvPr/>
        </p:nvSpPr>
        <p:spPr bwMode="auto">
          <a:xfrm>
            <a:off x="3033713" y="3751263"/>
            <a:ext cx="4397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Ra</a:t>
            </a:r>
          </a:p>
        </p:txBody>
      </p:sp>
      <p:sp>
        <p:nvSpPr>
          <p:cNvPr id="89116" name="Rectangle 29">
            <a:extLst>
              <a:ext uri="{FF2B5EF4-FFF2-40B4-BE49-F238E27FC236}">
                <a16:creationId xmlns:a16="http://schemas.microsoft.com/office/drawing/2014/main" id="{3D93BA52-3219-653E-9E11-A2131065CF40}"/>
              </a:ext>
            </a:extLst>
          </p:cNvPr>
          <p:cNvSpPr>
            <a:spLocks noChangeArrowheads="1"/>
          </p:cNvSpPr>
          <p:nvPr/>
        </p:nvSpPr>
        <p:spPr bwMode="auto">
          <a:xfrm>
            <a:off x="3033713" y="4081463"/>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Rb</a:t>
            </a:r>
          </a:p>
        </p:txBody>
      </p:sp>
      <p:sp>
        <p:nvSpPr>
          <p:cNvPr id="89117" name="Rectangle 30">
            <a:extLst>
              <a:ext uri="{FF2B5EF4-FFF2-40B4-BE49-F238E27FC236}">
                <a16:creationId xmlns:a16="http://schemas.microsoft.com/office/drawing/2014/main" id="{10F434C9-466A-4615-BF2D-1490BC1C2FE6}"/>
              </a:ext>
            </a:extLst>
          </p:cNvPr>
          <p:cNvSpPr>
            <a:spLocks noChangeArrowheads="1"/>
          </p:cNvSpPr>
          <p:nvPr/>
        </p:nvSpPr>
        <p:spPr bwMode="auto">
          <a:xfrm>
            <a:off x="2995613" y="4605338"/>
            <a:ext cx="4857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Rw</a:t>
            </a:r>
          </a:p>
        </p:txBody>
      </p:sp>
      <p:sp>
        <p:nvSpPr>
          <p:cNvPr id="71711" name="Rectangle 31">
            <a:extLst>
              <a:ext uri="{FF2B5EF4-FFF2-40B4-BE49-F238E27FC236}">
                <a16:creationId xmlns:a16="http://schemas.microsoft.com/office/drawing/2014/main" id="{F5936DEB-D93B-6033-322A-259A4AC7FA86}"/>
              </a:ext>
            </a:extLst>
          </p:cNvPr>
          <p:cNvSpPr>
            <a:spLocks noChangeArrowheads="1"/>
          </p:cNvSpPr>
          <p:nvPr/>
        </p:nvSpPr>
        <p:spPr bwMode="auto">
          <a:xfrm>
            <a:off x="2981325" y="1960563"/>
            <a:ext cx="1174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RegWr=0</a:t>
            </a:r>
            <a:endParaRPr lang="zh-CN" altLang="en-US" u="sng">
              <a:solidFill>
                <a:schemeClr val="accent2"/>
              </a:solidFill>
              <a:latin typeface="Arial" panose="020B0604020202020204" pitchFamily="34" charset="0"/>
              <a:ea typeface="宋体" panose="02010600030101010101" pitchFamily="2" charset="-122"/>
            </a:endParaRPr>
          </a:p>
        </p:txBody>
      </p:sp>
      <p:sp>
        <p:nvSpPr>
          <p:cNvPr id="89119" name="Line 32">
            <a:extLst>
              <a:ext uri="{FF2B5EF4-FFF2-40B4-BE49-F238E27FC236}">
                <a16:creationId xmlns:a16="http://schemas.microsoft.com/office/drawing/2014/main" id="{1B67BBDA-44A2-75C5-6206-BF7599B85423}"/>
              </a:ext>
            </a:extLst>
          </p:cNvPr>
          <p:cNvSpPr>
            <a:spLocks noChangeShapeType="1"/>
          </p:cNvSpPr>
          <p:nvPr/>
        </p:nvSpPr>
        <p:spPr bwMode="auto">
          <a:xfrm>
            <a:off x="5324475" y="4595813"/>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3" name="Rectangle 33">
            <a:extLst>
              <a:ext uri="{FF2B5EF4-FFF2-40B4-BE49-F238E27FC236}">
                <a16:creationId xmlns:a16="http://schemas.microsoft.com/office/drawing/2014/main" id="{BF1AABF5-D43A-41C5-FD4F-BF9F000371F5}"/>
              </a:ext>
            </a:extLst>
          </p:cNvPr>
          <p:cNvSpPr>
            <a:spLocks noChangeArrowheads="1"/>
          </p:cNvSpPr>
          <p:nvPr/>
        </p:nvSpPr>
        <p:spPr bwMode="auto">
          <a:xfrm>
            <a:off x="2308225" y="1655763"/>
            <a:ext cx="1978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ExtOp=xxx</a:t>
            </a:r>
          </a:p>
        </p:txBody>
      </p:sp>
      <p:sp>
        <p:nvSpPr>
          <p:cNvPr id="89121" name="Rectangle 35">
            <a:extLst>
              <a:ext uri="{FF2B5EF4-FFF2-40B4-BE49-F238E27FC236}">
                <a16:creationId xmlns:a16="http://schemas.microsoft.com/office/drawing/2014/main" id="{DFE045D7-D720-8C31-15E5-4FF2D2C3D2E6}"/>
              </a:ext>
            </a:extLst>
          </p:cNvPr>
          <p:cNvSpPr>
            <a:spLocks noChangeArrowheads="1"/>
          </p:cNvSpPr>
          <p:nvPr/>
        </p:nvSpPr>
        <p:spPr bwMode="auto">
          <a:xfrm>
            <a:off x="4846638" y="4017963"/>
            <a:ext cx="6540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Exec</a:t>
            </a:r>
          </a:p>
          <a:p>
            <a:pPr algn="ctr"/>
            <a:r>
              <a:rPr lang="en-US" altLang="zh-CN">
                <a:solidFill>
                  <a:schemeClr val="accent2"/>
                </a:solidFill>
                <a:latin typeface="Arial" panose="020B0604020202020204" pitchFamily="34" charset="0"/>
                <a:ea typeface="宋体" panose="02010600030101010101" pitchFamily="2" charset="-122"/>
              </a:rPr>
              <a:t>Unit</a:t>
            </a:r>
          </a:p>
        </p:txBody>
      </p:sp>
      <p:sp>
        <p:nvSpPr>
          <p:cNvPr id="89122" name="Rectangle 36">
            <a:extLst>
              <a:ext uri="{FF2B5EF4-FFF2-40B4-BE49-F238E27FC236}">
                <a16:creationId xmlns:a16="http://schemas.microsoft.com/office/drawing/2014/main" id="{B6D9F8A1-21CA-A6C7-5AE0-0B3FDA94D78F}"/>
              </a:ext>
            </a:extLst>
          </p:cNvPr>
          <p:cNvSpPr>
            <a:spLocks noChangeArrowheads="1"/>
          </p:cNvSpPr>
          <p:nvPr/>
        </p:nvSpPr>
        <p:spPr bwMode="auto">
          <a:xfrm>
            <a:off x="4889500" y="3076575"/>
            <a:ext cx="584200" cy="1498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123" name="Rectangle 37">
            <a:extLst>
              <a:ext uri="{FF2B5EF4-FFF2-40B4-BE49-F238E27FC236}">
                <a16:creationId xmlns:a16="http://schemas.microsoft.com/office/drawing/2014/main" id="{4F6E4FD5-5196-86C3-F064-F118C8FD78C1}"/>
              </a:ext>
            </a:extLst>
          </p:cNvPr>
          <p:cNvSpPr>
            <a:spLocks noChangeArrowheads="1"/>
          </p:cNvSpPr>
          <p:nvPr/>
        </p:nvSpPr>
        <p:spPr bwMode="auto">
          <a:xfrm>
            <a:off x="4862513" y="3598863"/>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busA</a:t>
            </a:r>
          </a:p>
        </p:txBody>
      </p:sp>
      <p:sp>
        <p:nvSpPr>
          <p:cNvPr id="89124" name="Rectangle 38">
            <a:extLst>
              <a:ext uri="{FF2B5EF4-FFF2-40B4-BE49-F238E27FC236}">
                <a16:creationId xmlns:a16="http://schemas.microsoft.com/office/drawing/2014/main" id="{77293B3F-DC0C-B87E-7923-43185702932F}"/>
              </a:ext>
            </a:extLst>
          </p:cNvPr>
          <p:cNvSpPr>
            <a:spLocks noChangeArrowheads="1"/>
          </p:cNvSpPr>
          <p:nvPr/>
        </p:nvSpPr>
        <p:spPr bwMode="auto">
          <a:xfrm>
            <a:off x="4862513" y="3852863"/>
            <a:ext cx="6873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busB</a:t>
            </a:r>
          </a:p>
        </p:txBody>
      </p:sp>
      <p:sp>
        <p:nvSpPr>
          <p:cNvPr id="89125" name="Line 39">
            <a:extLst>
              <a:ext uri="{FF2B5EF4-FFF2-40B4-BE49-F238E27FC236}">
                <a16:creationId xmlns:a16="http://schemas.microsoft.com/office/drawing/2014/main" id="{4E1B96A3-A34B-C96A-EF23-C251C09AC970}"/>
              </a:ext>
            </a:extLst>
          </p:cNvPr>
          <p:cNvSpPr>
            <a:spLocks noChangeShapeType="1"/>
          </p:cNvSpPr>
          <p:nvPr/>
        </p:nvSpPr>
        <p:spPr bwMode="auto">
          <a:xfrm flipH="1">
            <a:off x="2851150" y="1989138"/>
            <a:ext cx="0" cy="13462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26" name="Rectangle 40">
            <a:extLst>
              <a:ext uri="{FF2B5EF4-FFF2-40B4-BE49-F238E27FC236}">
                <a16:creationId xmlns:a16="http://schemas.microsoft.com/office/drawing/2014/main" id="{4295E7FD-3C73-E208-7F82-118825FFB3E6}"/>
              </a:ext>
            </a:extLst>
          </p:cNvPr>
          <p:cNvSpPr>
            <a:spLocks noChangeArrowheads="1"/>
          </p:cNvSpPr>
          <p:nvPr/>
        </p:nvSpPr>
        <p:spPr bwMode="auto">
          <a:xfrm>
            <a:off x="4862513" y="3348038"/>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89127" name="Line 41">
            <a:extLst>
              <a:ext uri="{FF2B5EF4-FFF2-40B4-BE49-F238E27FC236}">
                <a16:creationId xmlns:a16="http://schemas.microsoft.com/office/drawing/2014/main" id="{7A3352F6-B097-7E50-D061-E346149E96E9}"/>
              </a:ext>
            </a:extLst>
          </p:cNvPr>
          <p:cNvSpPr>
            <a:spLocks noChangeShapeType="1"/>
          </p:cNvSpPr>
          <p:nvPr/>
        </p:nvSpPr>
        <p:spPr bwMode="auto">
          <a:xfrm>
            <a:off x="5334000" y="2009775"/>
            <a:ext cx="0" cy="10414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2" name="Rectangle 42">
            <a:extLst>
              <a:ext uri="{FF2B5EF4-FFF2-40B4-BE49-F238E27FC236}">
                <a16:creationId xmlns:a16="http://schemas.microsoft.com/office/drawing/2014/main" id="{BECEDF9C-D13A-CB0D-A839-94DBC0CB2729}"/>
              </a:ext>
            </a:extLst>
          </p:cNvPr>
          <p:cNvSpPr>
            <a:spLocks noChangeArrowheads="1"/>
          </p:cNvSpPr>
          <p:nvPr/>
        </p:nvSpPr>
        <p:spPr bwMode="auto">
          <a:xfrm>
            <a:off x="4557713" y="1692275"/>
            <a:ext cx="1409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ALUctr=R-</a:t>
            </a:r>
            <a:r>
              <a:rPr lang="zh-CN" altLang="en-US" u="sng">
                <a:solidFill>
                  <a:schemeClr val="accent2"/>
                </a:solidFill>
                <a:latin typeface="Arial" panose="020B0604020202020204" pitchFamily="34" charset="0"/>
                <a:ea typeface="宋体" panose="02010600030101010101" pitchFamily="2" charset="-122"/>
              </a:rPr>
              <a:t>型</a:t>
            </a:r>
            <a:endParaRPr lang="en-US" altLang="zh-CN" u="sng">
              <a:solidFill>
                <a:schemeClr val="accent2"/>
              </a:solidFill>
              <a:latin typeface="微软雅黑" panose="020B0503020204020204" pitchFamily="34" charset="-122"/>
              <a:ea typeface="微软雅黑" panose="020B0503020204020204" pitchFamily="34" charset="-122"/>
            </a:endParaRPr>
          </a:p>
        </p:txBody>
      </p:sp>
      <p:sp>
        <p:nvSpPr>
          <p:cNvPr id="71723" name="Rectangle 43">
            <a:extLst>
              <a:ext uri="{FF2B5EF4-FFF2-40B4-BE49-F238E27FC236}">
                <a16:creationId xmlns:a16="http://schemas.microsoft.com/office/drawing/2014/main" id="{881AE801-C63E-F0A1-94FC-8FFEB9A541F3}"/>
              </a:ext>
            </a:extLst>
          </p:cNvPr>
          <p:cNvSpPr>
            <a:spLocks noChangeArrowheads="1"/>
          </p:cNvSpPr>
          <p:nvPr/>
        </p:nvSpPr>
        <p:spPr bwMode="auto">
          <a:xfrm>
            <a:off x="5111750" y="5683250"/>
            <a:ext cx="132556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ALUBSrc=0</a:t>
            </a:r>
          </a:p>
        </p:txBody>
      </p:sp>
      <p:sp>
        <p:nvSpPr>
          <p:cNvPr id="89130" name="Line 45">
            <a:extLst>
              <a:ext uri="{FF2B5EF4-FFF2-40B4-BE49-F238E27FC236}">
                <a16:creationId xmlns:a16="http://schemas.microsoft.com/office/drawing/2014/main" id="{DD00114F-A568-656E-CCE1-2F7CB01F1084}"/>
              </a:ext>
            </a:extLst>
          </p:cNvPr>
          <p:cNvSpPr>
            <a:spLocks noChangeShapeType="1"/>
          </p:cNvSpPr>
          <p:nvPr/>
        </p:nvSpPr>
        <p:spPr bwMode="auto">
          <a:xfrm>
            <a:off x="4356100" y="3521075"/>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9131" name="Group 204">
            <a:extLst>
              <a:ext uri="{FF2B5EF4-FFF2-40B4-BE49-F238E27FC236}">
                <a16:creationId xmlns:a16="http://schemas.microsoft.com/office/drawing/2014/main" id="{094EEBAB-7545-5400-F60B-A3496751A213}"/>
              </a:ext>
            </a:extLst>
          </p:cNvPr>
          <p:cNvGrpSpPr>
            <a:grpSpLocks/>
          </p:cNvGrpSpPr>
          <p:nvPr/>
        </p:nvGrpSpPr>
        <p:grpSpPr bwMode="auto">
          <a:xfrm>
            <a:off x="3683000" y="3749675"/>
            <a:ext cx="330200" cy="304800"/>
            <a:chOff x="2320" y="2544"/>
            <a:chExt cx="208" cy="192"/>
          </a:xfrm>
        </p:grpSpPr>
        <p:sp>
          <p:nvSpPr>
            <p:cNvPr id="89132" name="Line 44">
              <a:extLst>
                <a:ext uri="{FF2B5EF4-FFF2-40B4-BE49-F238E27FC236}">
                  <a16:creationId xmlns:a16="http://schemas.microsoft.com/office/drawing/2014/main" id="{F901AB94-0EDF-F6C9-DF8B-2D3106C63CF7}"/>
                </a:ext>
              </a:extLst>
            </p:cNvPr>
            <p:cNvSpPr>
              <a:spLocks noChangeShapeType="1"/>
            </p:cNvSpPr>
            <p:nvPr/>
          </p:nvSpPr>
          <p:spPr bwMode="auto">
            <a:xfrm>
              <a:off x="2320" y="2544"/>
              <a:ext cx="208"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33" name="Line 48">
              <a:extLst>
                <a:ext uri="{FF2B5EF4-FFF2-40B4-BE49-F238E27FC236}">
                  <a16:creationId xmlns:a16="http://schemas.microsoft.com/office/drawing/2014/main" id="{FB59FA49-898B-88CF-9915-0234814DF231}"/>
                </a:ext>
              </a:extLst>
            </p:cNvPr>
            <p:cNvSpPr>
              <a:spLocks noChangeShapeType="1"/>
            </p:cNvSpPr>
            <p:nvPr/>
          </p:nvSpPr>
          <p:spPr bwMode="auto">
            <a:xfrm>
              <a:off x="2320" y="2736"/>
              <a:ext cx="208"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9134" name="Line 52">
            <a:extLst>
              <a:ext uri="{FF2B5EF4-FFF2-40B4-BE49-F238E27FC236}">
                <a16:creationId xmlns:a16="http://schemas.microsoft.com/office/drawing/2014/main" id="{89BFA990-8883-C4FB-EE2B-743CA86B2426}"/>
              </a:ext>
            </a:extLst>
          </p:cNvPr>
          <p:cNvSpPr>
            <a:spLocks noChangeShapeType="1"/>
          </p:cNvSpPr>
          <p:nvPr/>
        </p:nvSpPr>
        <p:spPr bwMode="auto">
          <a:xfrm>
            <a:off x="4495800" y="4067175"/>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35" name="Line 53">
            <a:extLst>
              <a:ext uri="{FF2B5EF4-FFF2-40B4-BE49-F238E27FC236}">
                <a16:creationId xmlns:a16="http://schemas.microsoft.com/office/drawing/2014/main" id="{F2CFEB22-EBA7-0A94-453B-B15A4A809301}"/>
              </a:ext>
            </a:extLst>
          </p:cNvPr>
          <p:cNvSpPr>
            <a:spLocks noChangeShapeType="1"/>
          </p:cNvSpPr>
          <p:nvPr/>
        </p:nvSpPr>
        <p:spPr bwMode="auto">
          <a:xfrm>
            <a:off x="4508500" y="4740275"/>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36" name="Line 54">
            <a:extLst>
              <a:ext uri="{FF2B5EF4-FFF2-40B4-BE49-F238E27FC236}">
                <a16:creationId xmlns:a16="http://schemas.microsoft.com/office/drawing/2014/main" id="{395C9954-E5C7-5984-F71A-E2542A13904B}"/>
              </a:ext>
            </a:extLst>
          </p:cNvPr>
          <p:cNvSpPr>
            <a:spLocks noChangeShapeType="1"/>
          </p:cNvSpPr>
          <p:nvPr/>
        </p:nvSpPr>
        <p:spPr bwMode="auto">
          <a:xfrm>
            <a:off x="6184900" y="4740275"/>
            <a:ext cx="584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37" name="Line 55">
            <a:extLst>
              <a:ext uri="{FF2B5EF4-FFF2-40B4-BE49-F238E27FC236}">
                <a16:creationId xmlns:a16="http://schemas.microsoft.com/office/drawing/2014/main" id="{D972AA5C-ED7F-20C2-8FE7-3DBA4A5D1A4F}"/>
              </a:ext>
            </a:extLst>
          </p:cNvPr>
          <p:cNvSpPr>
            <a:spLocks noChangeShapeType="1"/>
          </p:cNvSpPr>
          <p:nvPr/>
        </p:nvSpPr>
        <p:spPr bwMode="auto">
          <a:xfrm>
            <a:off x="6413500" y="44354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38" name="Line 56">
            <a:extLst>
              <a:ext uri="{FF2B5EF4-FFF2-40B4-BE49-F238E27FC236}">
                <a16:creationId xmlns:a16="http://schemas.microsoft.com/office/drawing/2014/main" id="{F30330DE-5F09-D1B2-7526-ADC92610D69B}"/>
              </a:ext>
            </a:extLst>
          </p:cNvPr>
          <p:cNvSpPr>
            <a:spLocks noChangeShapeType="1"/>
          </p:cNvSpPr>
          <p:nvPr/>
        </p:nvSpPr>
        <p:spPr bwMode="auto">
          <a:xfrm>
            <a:off x="6400800" y="4219575"/>
            <a:ext cx="0" cy="660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39" name="Line 58">
            <a:extLst>
              <a:ext uri="{FF2B5EF4-FFF2-40B4-BE49-F238E27FC236}">
                <a16:creationId xmlns:a16="http://schemas.microsoft.com/office/drawing/2014/main" id="{B7FC3F4D-B6BC-4BD5-41C7-B1648B520AC5}"/>
              </a:ext>
            </a:extLst>
          </p:cNvPr>
          <p:cNvSpPr>
            <a:spLocks noChangeShapeType="1"/>
          </p:cNvSpPr>
          <p:nvPr/>
        </p:nvSpPr>
        <p:spPr bwMode="auto">
          <a:xfrm>
            <a:off x="6413500" y="4892675"/>
            <a:ext cx="1346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9140" name="Group 66">
            <a:extLst>
              <a:ext uri="{FF2B5EF4-FFF2-40B4-BE49-F238E27FC236}">
                <a16:creationId xmlns:a16="http://schemas.microsoft.com/office/drawing/2014/main" id="{DE5286DD-6193-B3FD-9500-F2DDE3F06505}"/>
              </a:ext>
            </a:extLst>
          </p:cNvPr>
          <p:cNvGrpSpPr>
            <a:grpSpLocks/>
          </p:cNvGrpSpPr>
          <p:nvPr/>
        </p:nvGrpSpPr>
        <p:grpSpPr bwMode="auto">
          <a:xfrm>
            <a:off x="8397875" y="4143375"/>
            <a:ext cx="333375" cy="949325"/>
            <a:chOff x="5290" y="2792"/>
            <a:chExt cx="210" cy="598"/>
          </a:xfrm>
        </p:grpSpPr>
        <p:sp>
          <p:nvSpPr>
            <p:cNvPr id="89141" name="Line 59">
              <a:extLst>
                <a:ext uri="{FF2B5EF4-FFF2-40B4-BE49-F238E27FC236}">
                  <a16:creationId xmlns:a16="http://schemas.microsoft.com/office/drawing/2014/main" id="{9C5BA25A-D0B3-A1D1-81FA-BFA45E7E22AD}"/>
                </a:ext>
              </a:extLst>
            </p:cNvPr>
            <p:cNvSpPr>
              <a:spLocks noChangeShapeType="1"/>
            </p:cNvSpPr>
            <p:nvPr/>
          </p:nvSpPr>
          <p:spPr bwMode="auto">
            <a:xfrm>
              <a:off x="5328" y="2792"/>
              <a:ext cx="0" cy="5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42" name="Line 60">
              <a:extLst>
                <a:ext uri="{FF2B5EF4-FFF2-40B4-BE49-F238E27FC236}">
                  <a16:creationId xmlns:a16="http://schemas.microsoft.com/office/drawing/2014/main" id="{E5E0CBA3-5E6F-3E2E-B3E6-3651686F3E44}"/>
                </a:ext>
              </a:extLst>
            </p:cNvPr>
            <p:cNvSpPr>
              <a:spLocks noChangeShapeType="1"/>
            </p:cNvSpPr>
            <p:nvPr/>
          </p:nvSpPr>
          <p:spPr bwMode="auto">
            <a:xfrm>
              <a:off x="5336" y="2792"/>
              <a:ext cx="128" cy="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43" name="Line 61">
              <a:extLst>
                <a:ext uri="{FF2B5EF4-FFF2-40B4-BE49-F238E27FC236}">
                  <a16:creationId xmlns:a16="http://schemas.microsoft.com/office/drawing/2014/main" id="{9D42D613-2994-958E-5A1B-DD64DFBF179F}"/>
                </a:ext>
              </a:extLst>
            </p:cNvPr>
            <p:cNvSpPr>
              <a:spLocks noChangeShapeType="1"/>
            </p:cNvSpPr>
            <p:nvPr/>
          </p:nvSpPr>
          <p:spPr bwMode="auto">
            <a:xfrm flipV="1">
              <a:off x="5336" y="3283"/>
              <a:ext cx="128" cy="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44" name="Line 62">
              <a:extLst>
                <a:ext uri="{FF2B5EF4-FFF2-40B4-BE49-F238E27FC236}">
                  <a16:creationId xmlns:a16="http://schemas.microsoft.com/office/drawing/2014/main" id="{68C14591-9075-5004-382C-F3A66E16F809}"/>
                </a:ext>
              </a:extLst>
            </p:cNvPr>
            <p:cNvSpPr>
              <a:spLocks noChangeShapeType="1"/>
            </p:cNvSpPr>
            <p:nvPr/>
          </p:nvSpPr>
          <p:spPr bwMode="auto">
            <a:xfrm>
              <a:off x="5472" y="2844"/>
              <a:ext cx="0" cy="4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45" name="Rectangle 63">
              <a:extLst>
                <a:ext uri="{FF2B5EF4-FFF2-40B4-BE49-F238E27FC236}">
                  <a16:creationId xmlns:a16="http://schemas.microsoft.com/office/drawing/2014/main" id="{9237DAC6-2389-B822-E9EE-9A7CB8D9FA97}"/>
                </a:ext>
              </a:extLst>
            </p:cNvPr>
            <p:cNvSpPr>
              <a:spLocks noChangeArrowheads="1"/>
            </p:cNvSpPr>
            <p:nvPr/>
          </p:nvSpPr>
          <p:spPr bwMode="auto">
            <a:xfrm rot="5400000">
              <a:off x="5210" y="2976"/>
              <a:ext cx="3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solidFill>
                    <a:schemeClr val="accent2"/>
                  </a:solidFill>
                  <a:latin typeface="Arial" panose="020B0604020202020204" pitchFamily="34" charset="0"/>
                  <a:ea typeface="宋体" panose="02010600030101010101" pitchFamily="2" charset="-122"/>
                </a:rPr>
                <a:t>Mux</a:t>
              </a:r>
            </a:p>
          </p:txBody>
        </p:sp>
        <p:sp>
          <p:nvSpPr>
            <p:cNvPr id="89146" name="Rectangle 64">
              <a:extLst>
                <a:ext uri="{FF2B5EF4-FFF2-40B4-BE49-F238E27FC236}">
                  <a16:creationId xmlns:a16="http://schemas.microsoft.com/office/drawing/2014/main" id="{BDB4ECCC-5C96-B41C-3CDF-2C694F7E56C0}"/>
                </a:ext>
              </a:extLst>
            </p:cNvPr>
            <p:cNvSpPr>
              <a:spLocks noChangeArrowheads="1"/>
            </p:cNvSpPr>
            <p:nvPr/>
          </p:nvSpPr>
          <p:spPr bwMode="auto">
            <a:xfrm>
              <a:off x="5303" y="280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1</a:t>
              </a:r>
              <a:endParaRPr lang="zh-CN" altLang="en-US" sz="1400" b="0">
                <a:ea typeface="宋体" panose="02010600030101010101" pitchFamily="2" charset="-122"/>
              </a:endParaRPr>
            </a:p>
          </p:txBody>
        </p:sp>
        <p:sp>
          <p:nvSpPr>
            <p:cNvPr id="89147" name="Rectangle 65">
              <a:extLst>
                <a:ext uri="{FF2B5EF4-FFF2-40B4-BE49-F238E27FC236}">
                  <a16:creationId xmlns:a16="http://schemas.microsoft.com/office/drawing/2014/main" id="{B3F978D9-7611-4013-76A8-D3D43419D6CA}"/>
                </a:ext>
              </a:extLst>
            </p:cNvPr>
            <p:cNvSpPr>
              <a:spLocks noChangeArrowheads="1"/>
            </p:cNvSpPr>
            <p:nvPr/>
          </p:nvSpPr>
          <p:spPr bwMode="auto">
            <a:xfrm>
              <a:off x="5303" y="319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400" b="0">
                  <a:ea typeface="宋体" panose="02010600030101010101" pitchFamily="2" charset="-122"/>
                </a:rPr>
                <a:t>0</a:t>
              </a:r>
              <a:endParaRPr lang="zh-CN" altLang="en-US" sz="1400" b="0">
                <a:ea typeface="宋体" panose="02010600030101010101" pitchFamily="2" charset="-122"/>
              </a:endParaRPr>
            </a:p>
          </p:txBody>
        </p:sp>
      </p:grpSp>
      <p:sp>
        <p:nvSpPr>
          <p:cNvPr id="89148" name="Line 67">
            <a:extLst>
              <a:ext uri="{FF2B5EF4-FFF2-40B4-BE49-F238E27FC236}">
                <a16:creationId xmlns:a16="http://schemas.microsoft.com/office/drawing/2014/main" id="{AA69AE3A-0489-AD04-361F-048B3F664FF2}"/>
              </a:ext>
            </a:extLst>
          </p:cNvPr>
          <p:cNvSpPr>
            <a:spLocks noChangeShapeType="1"/>
          </p:cNvSpPr>
          <p:nvPr/>
        </p:nvSpPr>
        <p:spPr bwMode="auto">
          <a:xfrm>
            <a:off x="8089900" y="42830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49" name="Line 68">
            <a:extLst>
              <a:ext uri="{FF2B5EF4-FFF2-40B4-BE49-F238E27FC236}">
                <a16:creationId xmlns:a16="http://schemas.microsoft.com/office/drawing/2014/main" id="{AE9A9E64-342C-D347-4A66-E8E60B39BB2D}"/>
              </a:ext>
            </a:extLst>
          </p:cNvPr>
          <p:cNvSpPr>
            <a:spLocks noChangeShapeType="1"/>
          </p:cNvSpPr>
          <p:nvPr/>
        </p:nvSpPr>
        <p:spPr bwMode="auto">
          <a:xfrm>
            <a:off x="8089900" y="48926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50" name="Line 72">
            <a:extLst>
              <a:ext uri="{FF2B5EF4-FFF2-40B4-BE49-F238E27FC236}">
                <a16:creationId xmlns:a16="http://schemas.microsoft.com/office/drawing/2014/main" id="{507A9FEB-DEAC-644E-7F93-4B6E2BF24413}"/>
              </a:ext>
            </a:extLst>
          </p:cNvPr>
          <p:cNvSpPr>
            <a:spLocks noChangeShapeType="1"/>
          </p:cNvSpPr>
          <p:nvPr/>
        </p:nvSpPr>
        <p:spPr bwMode="auto">
          <a:xfrm>
            <a:off x="5484813" y="3322638"/>
            <a:ext cx="3952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51" name="Line 74">
            <a:extLst>
              <a:ext uri="{FF2B5EF4-FFF2-40B4-BE49-F238E27FC236}">
                <a16:creationId xmlns:a16="http://schemas.microsoft.com/office/drawing/2014/main" id="{2AB43B4B-6D44-7954-004D-C3FDDF6719B8}"/>
              </a:ext>
            </a:extLst>
          </p:cNvPr>
          <p:cNvSpPr>
            <a:spLocks noChangeShapeType="1"/>
          </p:cNvSpPr>
          <p:nvPr/>
        </p:nvSpPr>
        <p:spPr bwMode="auto">
          <a:xfrm>
            <a:off x="8534400" y="5057775"/>
            <a:ext cx="0" cy="736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55" name="Rectangle 75">
            <a:extLst>
              <a:ext uri="{FF2B5EF4-FFF2-40B4-BE49-F238E27FC236}">
                <a16:creationId xmlns:a16="http://schemas.microsoft.com/office/drawing/2014/main" id="{2BBAC88F-B884-E58A-41E7-E21AB089F9D5}"/>
              </a:ext>
            </a:extLst>
          </p:cNvPr>
          <p:cNvSpPr>
            <a:spLocks noChangeArrowheads="1"/>
          </p:cNvSpPr>
          <p:nvPr/>
        </p:nvSpPr>
        <p:spPr bwMode="auto">
          <a:xfrm>
            <a:off x="7437438" y="5748338"/>
            <a:ext cx="1465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MemtoReg=x</a:t>
            </a:r>
          </a:p>
        </p:txBody>
      </p:sp>
      <p:sp>
        <p:nvSpPr>
          <p:cNvPr id="89153" name="Line 83">
            <a:extLst>
              <a:ext uri="{FF2B5EF4-FFF2-40B4-BE49-F238E27FC236}">
                <a16:creationId xmlns:a16="http://schemas.microsoft.com/office/drawing/2014/main" id="{F8B33F24-D273-B457-9D54-ACDFB84E85CB}"/>
              </a:ext>
            </a:extLst>
          </p:cNvPr>
          <p:cNvSpPr>
            <a:spLocks noChangeShapeType="1"/>
          </p:cNvSpPr>
          <p:nvPr/>
        </p:nvSpPr>
        <p:spPr bwMode="auto">
          <a:xfrm>
            <a:off x="4960938" y="4587875"/>
            <a:ext cx="3175"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4" name="Rectangle 84">
            <a:extLst>
              <a:ext uri="{FF2B5EF4-FFF2-40B4-BE49-F238E27FC236}">
                <a16:creationId xmlns:a16="http://schemas.microsoft.com/office/drawing/2014/main" id="{8C97B4BD-BEDD-CB70-5BD6-213C1702EF9E}"/>
              </a:ext>
            </a:extLst>
          </p:cNvPr>
          <p:cNvSpPr>
            <a:spLocks noChangeArrowheads="1"/>
          </p:cNvSpPr>
          <p:nvPr/>
        </p:nvSpPr>
        <p:spPr bwMode="auto">
          <a:xfrm>
            <a:off x="3856038" y="5665788"/>
            <a:ext cx="1314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ALUASrc=0</a:t>
            </a:r>
          </a:p>
        </p:txBody>
      </p:sp>
      <p:sp>
        <p:nvSpPr>
          <p:cNvPr id="89155" name="Rectangle 86">
            <a:extLst>
              <a:ext uri="{FF2B5EF4-FFF2-40B4-BE49-F238E27FC236}">
                <a16:creationId xmlns:a16="http://schemas.microsoft.com/office/drawing/2014/main" id="{265D282E-F43B-C058-0E08-2834EC87EBC4}"/>
              </a:ext>
            </a:extLst>
          </p:cNvPr>
          <p:cNvSpPr>
            <a:spLocks noChangeArrowheads="1"/>
          </p:cNvSpPr>
          <p:nvPr/>
        </p:nvSpPr>
        <p:spPr bwMode="auto">
          <a:xfrm>
            <a:off x="2652713" y="4992688"/>
            <a:ext cx="450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Rd</a:t>
            </a:r>
          </a:p>
        </p:txBody>
      </p:sp>
      <p:sp>
        <p:nvSpPr>
          <p:cNvPr id="89156" name="Rectangle 87">
            <a:extLst>
              <a:ext uri="{FF2B5EF4-FFF2-40B4-BE49-F238E27FC236}">
                <a16:creationId xmlns:a16="http://schemas.microsoft.com/office/drawing/2014/main" id="{C551E8DB-01F0-6544-63A7-54C853DF048A}"/>
              </a:ext>
            </a:extLst>
          </p:cNvPr>
          <p:cNvSpPr>
            <a:spLocks noChangeArrowheads="1"/>
          </p:cNvSpPr>
          <p:nvPr/>
        </p:nvSpPr>
        <p:spPr bwMode="auto">
          <a:xfrm>
            <a:off x="3451225" y="3170238"/>
            <a:ext cx="6000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Imm</a:t>
            </a:r>
          </a:p>
        </p:txBody>
      </p:sp>
      <p:sp>
        <p:nvSpPr>
          <p:cNvPr id="89157" name="Line 88">
            <a:extLst>
              <a:ext uri="{FF2B5EF4-FFF2-40B4-BE49-F238E27FC236}">
                <a16:creationId xmlns:a16="http://schemas.microsoft.com/office/drawing/2014/main" id="{F0D9B8BA-8335-2F6F-F780-AD7926104158}"/>
              </a:ext>
            </a:extLst>
          </p:cNvPr>
          <p:cNvSpPr>
            <a:spLocks noChangeShapeType="1"/>
          </p:cNvSpPr>
          <p:nvPr/>
        </p:nvSpPr>
        <p:spPr bwMode="auto">
          <a:xfrm>
            <a:off x="1743075" y="4968875"/>
            <a:ext cx="468313"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58" name="Line 89">
            <a:extLst>
              <a:ext uri="{FF2B5EF4-FFF2-40B4-BE49-F238E27FC236}">
                <a16:creationId xmlns:a16="http://schemas.microsoft.com/office/drawing/2014/main" id="{A1528FC3-91F9-9C53-C8CF-0C5459B810B0}"/>
              </a:ext>
            </a:extLst>
          </p:cNvPr>
          <p:cNvSpPr>
            <a:spLocks noChangeShapeType="1"/>
          </p:cNvSpPr>
          <p:nvPr/>
        </p:nvSpPr>
        <p:spPr bwMode="auto">
          <a:xfrm>
            <a:off x="2527300" y="3216275"/>
            <a:ext cx="1498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59" name="Rectangle 90">
            <a:extLst>
              <a:ext uri="{FF2B5EF4-FFF2-40B4-BE49-F238E27FC236}">
                <a16:creationId xmlns:a16="http://schemas.microsoft.com/office/drawing/2014/main" id="{658D6929-F237-D623-D090-2BBC998D45B9}"/>
              </a:ext>
            </a:extLst>
          </p:cNvPr>
          <p:cNvSpPr>
            <a:spLocks noChangeArrowheads="1"/>
          </p:cNvSpPr>
          <p:nvPr/>
        </p:nvSpPr>
        <p:spPr bwMode="auto">
          <a:xfrm>
            <a:off x="2862263" y="2941638"/>
            <a:ext cx="4667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89160" name="Line 91">
            <a:extLst>
              <a:ext uri="{FF2B5EF4-FFF2-40B4-BE49-F238E27FC236}">
                <a16:creationId xmlns:a16="http://schemas.microsoft.com/office/drawing/2014/main" id="{CB3ECDF9-9851-9C24-EB69-ABCCFF20F510}"/>
              </a:ext>
            </a:extLst>
          </p:cNvPr>
          <p:cNvSpPr>
            <a:spLocks noChangeShapeType="1"/>
          </p:cNvSpPr>
          <p:nvPr/>
        </p:nvSpPr>
        <p:spPr bwMode="auto">
          <a:xfrm>
            <a:off x="4356100" y="3216275"/>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61" name="Rectangle 92">
            <a:extLst>
              <a:ext uri="{FF2B5EF4-FFF2-40B4-BE49-F238E27FC236}">
                <a16:creationId xmlns:a16="http://schemas.microsoft.com/office/drawing/2014/main" id="{8D092397-2E91-AC46-AC0C-6F716E1AAEB4}"/>
              </a:ext>
            </a:extLst>
          </p:cNvPr>
          <p:cNvSpPr>
            <a:spLocks noChangeArrowheads="1"/>
          </p:cNvSpPr>
          <p:nvPr/>
        </p:nvSpPr>
        <p:spPr bwMode="auto">
          <a:xfrm>
            <a:off x="4862513" y="3043238"/>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a:t>
            </a:r>
          </a:p>
        </p:txBody>
      </p:sp>
      <p:sp>
        <p:nvSpPr>
          <p:cNvPr id="89162" name="Rectangle 93">
            <a:extLst>
              <a:ext uri="{FF2B5EF4-FFF2-40B4-BE49-F238E27FC236}">
                <a16:creationId xmlns:a16="http://schemas.microsoft.com/office/drawing/2014/main" id="{D3865342-8AA4-54D9-9A6E-E10602DB1E4B}"/>
              </a:ext>
            </a:extLst>
          </p:cNvPr>
          <p:cNvSpPr>
            <a:spLocks noChangeArrowheads="1"/>
          </p:cNvSpPr>
          <p:nvPr/>
        </p:nvSpPr>
        <p:spPr bwMode="auto">
          <a:xfrm>
            <a:off x="2597150" y="3608388"/>
            <a:ext cx="557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Rs1</a:t>
            </a:r>
          </a:p>
        </p:txBody>
      </p:sp>
      <p:sp>
        <p:nvSpPr>
          <p:cNvPr id="89163" name="Rectangle 94">
            <a:extLst>
              <a:ext uri="{FF2B5EF4-FFF2-40B4-BE49-F238E27FC236}">
                <a16:creationId xmlns:a16="http://schemas.microsoft.com/office/drawing/2014/main" id="{D505920C-7D3E-08F8-5EB0-FAD17C9373EA}"/>
              </a:ext>
            </a:extLst>
          </p:cNvPr>
          <p:cNvSpPr>
            <a:spLocks noChangeArrowheads="1"/>
          </p:cNvSpPr>
          <p:nvPr/>
        </p:nvSpPr>
        <p:spPr bwMode="auto">
          <a:xfrm>
            <a:off x="2597150" y="4230688"/>
            <a:ext cx="557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Rs2</a:t>
            </a:r>
          </a:p>
        </p:txBody>
      </p:sp>
      <p:sp>
        <p:nvSpPr>
          <p:cNvPr id="89164" name="Line 99">
            <a:extLst>
              <a:ext uri="{FF2B5EF4-FFF2-40B4-BE49-F238E27FC236}">
                <a16:creationId xmlns:a16="http://schemas.microsoft.com/office/drawing/2014/main" id="{1BC68D73-97A4-D857-5CD3-4938B0401A76}"/>
              </a:ext>
            </a:extLst>
          </p:cNvPr>
          <p:cNvSpPr>
            <a:spLocks noChangeShapeType="1"/>
          </p:cNvSpPr>
          <p:nvPr/>
        </p:nvSpPr>
        <p:spPr bwMode="auto">
          <a:xfrm>
            <a:off x="8089900" y="5121275"/>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65" name="Line 100">
            <a:extLst>
              <a:ext uri="{FF2B5EF4-FFF2-40B4-BE49-F238E27FC236}">
                <a16:creationId xmlns:a16="http://schemas.microsoft.com/office/drawing/2014/main" id="{957532E2-8A39-8E57-A6AD-ED25E8D8EB1F}"/>
              </a:ext>
            </a:extLst>
          </p:cNvPr>
          <p:cNvSpPr>
            <a:spLocks noChangeShapeType="1"/>
          </p:cNvSpPr>
          <p:nvPr/>
        </p:nvSpPr>
        <p:spPr bwMode="auto">
          <a:xfrm>
            <a:off x="8305800" y="5133975"/>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66" name="Line 101">
            <a:extLst>
              <a:ext uri="{FF2B5EF4-FFF2-40B4-BE49-F238E27FC236}">
                <a16:creationId xmlns:a16="http://schemas.microsoft.com/office/drawing/2014/main" id="{44E5094B-DAB8-03C8-4AC8-80F26E335216}"/>
              </a:ext>
            </a:extLst>
          </p:cNvPr>
          <p:cNvSpPr>
            <a:spLocks noChangeShapeType="1"/>
          </p:cNvSpPr>
          <p:nvPr/>
        </p:nvSpPr>
        <p:spPr bwMode="auto">
          <a:xfrm flipH="1">
            <a:off x="3187700" y="5502275"/>
            <a:ext cx="5130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67" name="Line 102">
            <a:extLst>
              <a:ext uri="{FF2B5EF4-FFF2-40B4-BE49-F238E27FC236}">
                <a16:creationId xmlns:a16="http://schemas.microsoft.com/office/drawing/2014/main" id="{FD7FE242-77CA-09EA-04A3-CECFE079F7A7}"/>
              </a:ext>
            </a:extLst>
          </p:cNvPr>
          <p:cNvSpPr>
            <a:spLocks noChangeShapeType="1"/>
          </p:cNvSpPr>
          <p:nvPr/>
        </p:nvSpPr>
        <p:spPr bwMode="auto">
          <a:xfrm flipV="1">
            <a:off x="3200400" y="4879975"/>
            <a:ext cx="0" cy="635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68" name="Line 103">
            <a:extLst>
              <a:ext uri="{FF2B5EF4-FFF2-40B4-BE49-F238E27FC236}">
                <a16:creationId xmlns:a16="http://schemas.microsoft.com/office/drawing/2014/main" id="{60DA346C-5DD2-1F70-8DCF-B7BF07AB7B2E}"/>
              </a:ext>
            </a:extLst>
          </p:cNvPr>
          <p:cNvSpPr>
            <a:spLocks noChangeShapeType="1"/>
          </p:cNvSpPr>
          <p:nvPr/>
        </p:nvSpPr>
        <p:spPr bwMode="auto">
          <a:xfrm>
            <a:off x="8699500" y="4664075"/>
            <a:ext cx="127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69" name="Line 104">
            <a:extLst>
              <a:ext uri="{FF2B5EF4-FFF2-40B4-BE49-F238E27FC236}">
                <a16:creationId xmlns:a16="http://schemas.microsoft.com/office/drawing/2014/main" id="{806057AA-8430-3C43-0DA3-1A40F5F8F657}"/>
              </a:ext>
            </a:extLst>
          </p:cNvPr>
          <p:cNvSpPr>
            <a:spLocks noChangeShapeType="1"/>
          </p:cNvSpPr>
          <p:nvPr/>
        </p:nvSpPr>
        <p:spPr bwMode="auto">
          <a:xfrm>
            <a:off x="8839200" y="4676775"/>
            <a:ext cx="0" cy="965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70" name="Line 105">
            <a:extLst>
              <a:ext uri="{FF2B5EF4-FFF2-40B4-BE49-F238E27FC236}">
                <a16:creationId xmlns:a16="http://schemas.microsoft.com/office/drawing/2014/main" id="{69EC2AD2-E1C0-2388-5B9C-7D512D27FECD}"/>
              </a:ext>
            </a:extLst>
          </p:cNvPr>
          <p:cNvSpPr>
            <a:spLocks noChangeShapeType="1"/>
          </p:cNvSpPr>
          <p:nvPr/>
        </p:nvSpPr>
        <p:spPr bwMode="auto">
          <a:xfrm flipH="1">
            <a:off x="3492500" y="5654675"/>
            <a:ext cx="535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71" name="Line 106">
            <a:extLst>
              <a:ext uri="{FF2B5EF4-FFF2-40B4-BE49-F238E27FC236}">
                <a16:creationId xmlns:a16="http://schemas.microsoft.com/office/drawing/2014/main" id="{6093AABA-E991-BC76-256C-6BD9AD599104}"/>
              </a:ext>
            </a:extLst>
          </p:cNvPr>
          <p:cNvSpPr>
            <a:spLocks noChangeShapeType="1"/>
          </p:cNvSpPr>
          <p:nvPr/>
        </p:nvSpPr>
        <p:spPr bwMode="auto">
          <a:xfrm flipV="1">
            <a:off x="3505200" y="4879975"/>
            <a:ext cx="0" cy="787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72" name="Line 69">
            <a:extLst>
              <a:ext uri="{FF2B5EF4-FFF2-40B4-BE49-F238E27FC236}">
                <a16:creationId xmlns:a16="http://schemas.microsoft.com/office/drawing/2014/main" id="{65AA93E1-0472-0D25-2C5E-A35E816BE241}"/>
              </a:ext>
            </a:extLst>
          </p:cNvPr>
          <p:cNvSpPr>
            <a:spLocks noChangeShapeType="1"/>
          </p:cNvSpPr>
          <p:nvPr/>
        </p:nvSpPr>
        <p:spPr bwMode="auto">
          <a:xfrm>
            <a:off x="2678113" y="3521075"/>
            <a:ext cx="1320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9173" name="组合 4">
            <a:extLst>
              <a:ext uri="{FF2B5EF4-FFF2-40B4-BE49-F238E27FC236}">
                <a16:creationId xmlns:a16="http://schemas.microsoft.com/office/drawing/2014/main" id="{8A5FA130-CB38-44F5-75A8-9B545256DD54}"/>
              </a:ext>
            </a:extLst>
          </p:cNvPr>
          <p:cNvGrpSpPr>
            <a:grpSpLocks/>
          </p:cNvGrpSpPr>
          <p:nvPr/>
        </p:nvGrpSpPr>
        <p:grpSpPr bwMode="auto">
          <a:xfrm>
            <a:off x="2511425" y="3898900"/>
            <a:ext cx="587375" cy="1095375"/>
            <a:chOff x="2512080" y="3899593"/>
            <a:chExt cx="586720" cy="1095375"/>
          </a:xfrm>
        </p:grpSpPr>
        <p:sp>
          <p:nvSpPr>
            <p:cNvPr id="89174" name="Line 49">
              <a:extLst>
                <a:ext uri="{FF2B5EF4-FFF2-40B4-BE49-F238E27FC236}">
                  <a16:creationId xmlns:a16="http://schemas.microsoft.com/office/drawing/2014/main" id="{2DBA3A02-9284-B7D9-03D7-D969BD3F7EDD}"/>
                </a:ext>
              </a:extLst>
            </p:cNvPr>
            <p:cNvSpPr>
              <a:spLocks noChangeShapeType="1"/>
            </p:cNvSpPr>
            <p:nvPr/>
          </p:nvSpPr>
          <p:spPr bwMode="auto">
            <a:xfrm flipV="1">
              <a:off x="2692400" y="3899594"/>
              <a:ext cx="406400" cy="3175"/>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75" name="Line 50">
              <a:extLst>
                <a:ext uri="{FF2B5EF4-FFF2-40B4-BE49-F238E27FC236}">
                  <a16:creationId xmlns:a16="http://schemas.microsoft.com/office/drawing/2014/main" id="{CBB0F479-2A71-6463-C1BC-3CA0FEA0A2AD}"/>
                </a:ext>
              </a:extLst>
            </p:cNvPr>
            <p:cNvSpPr>
              <a:spLocks noChangeShapeType="1"/>
            </p:cNvSpPr>
            <p:nvPr/>
          </p:nvSpPr>
          <p:spPr bwMode="auto">
            <a:xfrm>
              <a:off x="2692400" y="4207569"/>
              <a:ext cx="360363"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76" name="Line 95">
              <a:extLst>
                <a:ext uri="{FF2B5EF4-FFF2-40B4-BE49-F238E27FC236}">
                  <a16:creationId xmlns:a16="http://schemas.microsoft.com/office/drawing/2014/main" id="{6FDA6BC9-CDAB-6BBC-474B-D13D56345E36}"/>
                </a:ext>
              </a:extLst>
            </p:cNvPr>
            <p:cNvSpPr>
              <a:spLocks noChangeShapeType="1"/>
            </p:cNvSpPr>
            <p:nvPr/>
          </p:nvSpPr>
          <p:spPr bwMode="auto">
            <a:xfrm flipV="1">
              <a:off x="2666999" y="3899593"/>
              <a:ext cx="0" cy="1095375"/>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77" name="Line 107">
              <a:extLst>
                <a:ext uri="{FF2B5EF4-FFF2-40B4-BE49-F238E27FC236}">
                  <a16:creationId xmlns:a16="http://schemas.microsoft.com/office/drawing/2014/main" id="{3264A42F-5083-0654-9159-D9E4EB0048CF}"/>
                </a:ext>
              </a:extLst>
            </p:cNvPr>
            <p:cNvSpPr>
              <a:spLocks noChangeShapeType="1"/>
            </p:cNvSpPr>
            <p:nvPr/>
          </p:nvSpPr>
          <p:spPr bwMode="auto">
            <a:xfrm>
              <a:off x="2512080" y="4969569"/>
              <a:ext cx="144000" cy="0"/>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9178" name="Rectangle 109">
            <a:extLst>
              <a:ext uri="{FF2B5EF4-FFF2-40B4-BE49-F238E27FC236}">
                <a16:creationId xmlns:a16="http://schemas.microsoft.com/office/drawing/2014/main" id="{0E9B215D-186D-F2E6-AC37-BD9230D49ABB}"/>
              </a:ext>
            </a:extLst>
          </p:cNvPr>
          <p:cNvSpPr>
            <a:spLocks noChangeArrowheads="1"/>
          </p:cNvSpPr>
          <p:nvPr/>
        </p:nvSpPr>
        <p:spPr bwMode="auto">
          <a:xfrm rot="5400000">
            <a:off x="1208088" y="3198813"/>
            <a:ext cx="6953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PC+4</a:t>
            </a:r>
          </a:p>
        </p:txBody>
      </p:sp>
      <p:sp>
        <p:nvSpPr>
          <p:cNvPr id="89179" name="Line 110">
            <a:extLst>
              <a:ext uri="{FF2B5EF4-FFF2-40B4-BE49-F238E27FC236}">
                <a16:creationId xmlns:a16="http://schemas.microsoft.com/office/drawing/2014/main" id="{1150D484-7B06-F94E-2DAE-E11A911C3E2F}"/>
              </a:ext>
            </a:extLst>
          </p:cNvPr>
          <p:cNvSpPr>
            <a:spLocks noChangeShapeType="1"/>
          </p:cNvSpPr>
          <p:nvPr/>
        </p:nvSpPr>
        <p:spPr bwMode="auto">
          <a:xfrm>
            <a:off x="1016000" y="3825875"/>
            <a:ext cx="330200"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80" name="Line 111">
            <a:extLst>
              <a:ext uri="{FF2B5EF4-FFF2-40B4-BE49-F238E27FC236}">
                <a16:creationId xmlns:a16="http://schemas.microsoft.com/office/drawing/2014/main" id="{BE47E48C-F159-34A0-A1F7-E8DA02668471}"/>
              </a:ext>
            </a:extLst>
          </p:cNvPr>
          <p:cNvSpPr>
            <a:spLocks noChangeShapeType="1"/>
          </p:cNvSpPr>
          <p:nvPr/>
        </p:nvSpPr>
        <p:spPr bwMode="auto">
          <a:xfrm>
            <a:off x="5499100" y="38258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81" name="Line 112">
            <a:extLst>
              <a:ext uri="{FF2B5EF4-FFF2-40B4-BE49-F238E27FC236}">
                <a16:creationId xmlns:a16="http://schemas.microsoft.com/office/drawing/2014/main" id="{8BD28012-1F65-6B0C-EEC7-86A1C8E6C859}"/>
              </a:ext>
            </a:extLst>
          </p:cNvPr>
          <p:cNvSpPr>
            <a:spLocks noChangeShapeType="1"/>
          </p:cNvSpPr>
          <p:nvPr/>
        </p:nvSpPr>
        <p:spPr bwMode="auto">
          <a:xfrm flipH="1">
            <a:off x="6616700" y="3216275"/>
            <a:ext cx="257175"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82" name="Line 113">
            <a:extLst>
              <a:ext uri="{FF2B5EF4-FFF2-40B4-BE49-F238E27FC236}">
                <a16:creationId xmlns:a16="http://schemas.microsoft.com/office/drawing/2014/main" id="{594A0195-4861-9966-128A-3AD58C38990E}"/>
              </a:ext>
            </a:extLst>
          </p:cNvPr>
          <p:cNvSpPr>
            <a:spLocks noChangeShapeType="1"/>
          </p:cNvSpPr>
          <p:nvPr/>
        </p:nvSpPr>
        <p:spPr bwMode="auto">
          <a:xfrm flipH="1">
            <a:off x="6616700" y="3368675"/>
            <a:ext cx="257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83" name="Group 119">
            <a:extLst>
              <a:ext uri="{FF2B5EF4-FFF2-40B4-BE49-F238E27FC236}">
                <a16:creationId xmlns:a16="http://schemas.microsoft.com/office/drawing/2014/main" id="{616157DE-828C-865E-DED4-2650E382FD2C}"/>
              </a:ext>
            </a:extLst>
          </p:cNvPr>
          <p:cNvGrpSpPr>
            <a:grpSpLocks/>
          </p:cNvGrpSpPr>
          <p:nvPr/>
        </p:nvGrpSpPr>
        <p:grpSpPr bwMode="auto">
          <a:xfrm>
            <a:off x="6848475" y="3140075"/>
            <a:ext cx="395288" cy="306388"/>
            <a:chOff x="4314" y="2160"/>
            <a:chExt cx="249" cy="193"/>
          </a:xfrm>
        </p:grpSpPr>
        <p:sp>
          <p:nvSpPr>
            <p:cNvPr id="89184" name="Arc 114">
              <a:extLst>
                <a:ext uri="{FF2B5EF4-FFF2-40B4-BE49-F238E27FC236}">
                  <a16:creationId xmlns:a16="http://schemas.microsoft.com/office/drawing/2014/main" id="{D3331466-A00E-3377-3A18-1E7EA321891C}"/>
                </a:ext>
              </a:extLst>
            </p:cNvPr>
            <p:cNvSpPr>
              <a:spLocks noChangeArrowheads="1"/>
            </p:cNvSpPr>
            <p:nvPr/>
          </p:nvSpPr>
          <p:spPr bwMode="auto">
            <a:xfrm>
              <a:off x="4466" y="2169"/>
              <a:ext cx="89" cy="88"/>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9185" name="Arc 115">
              <a:extLst>
                <a:ext uri="{FF2B5EF4-FFF2-40B4-BE49-F238E27FC236}">
                  <a16:creationId xmlns:a16="http://schemas.microsoft.com/office/drawing/2014/main" id="{FD94A4F5-1E07-3916-F51A-C82F11CFBF69}"/>
                </a:ext>
              </a:extLst>
            </p:cNvPr>
            <p:cNvSpPr>
              <a:spLocks noChangeArrowheads="1"/>
            </p:cNvSpPr>
            <p:nvPr/>
          </p:nvSpPr>
          <p:spPr bwMode="auto">
            <a:xfrm rot="10800000">
              <a:off x="4475" y="2265"/>
              <a:ext cx="88" cy="88"/>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9186" name="Line 116">
              <a:extLst>
                <a:ext uri="{FF2B5EF4-FFF2-40B4-BE49-F238E27FC236}">
                  <a16:creationId xmlns:a16="http://schemas.microsoft.com/office/drawing/2014/main" id="{94DBB356-B397-7B22-493F-3364896D1F91}"/>
                </a:ext>
              </a:extLst>
            </p:cNvPr>
            <p:cNvSpPr>
              <a:spLocks noChangeShapeType="1"/>
            </p:cNvSpPr>
            <p:nvPr/>
          </p:nvSpPr>
          <p:spPr bwMode="auto">
            <a:xfrm flipH="1">
              <a:off x="4314" y="2160"/>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87" name="Line 117">
              <a:extLst>
                <a:ext uri="{FF2B5EF4-FFF2-40B4-BE49-F238E27FC236}">
                  <a16:creationId xmlns:a16="http://schemas.microsoft.com/office/drawing/2014/main" id="{F1ADF384-6037-79B7-5284-3E291BBEF592}"/>
                </a:ext>
              </a:extLst>
            </p:cNvPr>
            <p:cNvSpPr>
              <a:spLocks noChangeShapeType="1"/>
            </p:cNvSpPr>
            <p:nvPr/>
          </p:nvSpPr>
          <p:spPr bwMode="auto">
            <a:xfrm flipH="1">
              <a:off x="4314" y="2352"/>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88" name="Line 118">
              <a:extLst>
                <a:ext uri="{FF2B5EF4-FFF2-40B4-BE49-F238E27FC236}">
                  <a16:creationId xmlns:a16="http://schemas.microsoft.com/office/drawing/2014/main" id="{14F077C3-101A-1230-8084-7B352431A228}"/>
                </a:ext>
              </a:extLst>
            </p:cNvPr>
            <p:cNvSpPr>
              <a:spLocks noChangeShapeType="1"/>
            </p:cNvSpPr>
            <p:nvPr/>
          </p:nvSpPr>
          <p:spPr bwMode="auto">
            <a:xfrm>
              <a:off x="4322" y="2168"/>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9189" name="Rectangle 120">
            <a:extLst>
              <a:ext uri="{FF2B5EF4-FFF2-40B4-BE49-F238E27FC236}">
                <a16:creationId xmlns:a16="http://schemas.microsoft.com/office/drawing/2014/main" id="{3B4D7BED-2410-9E6C-CD27-CEF428E76E83}"/>
              </a:ext>
            </a:extLst>
          </p:cNvPr>
          <p:cNvSpPr>
            <a:spLocks noChangeArrowheads="1"/>
          </p:cNvSpPr>
          <p:nvPr/>
        </p:nvSpPr>
        <p:spPr bwMode="auto">
          <a:xfrm flipH="1">
            <a:off x="6073775" y="3538538"/>
            <a:ext cx="6207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latin typeface="Arial" panose="020B0604020202020204" pitchFamily="34" charset="0"/>
                <a:ea typeface="宋体" panose="02010600030101010101" pitchFamily="2" charset="-122"/>
              </a:rPr>
              <a:t>Zero</a:t>
            </a:r>
          </a:p>
        </p:txBody>
      </p:sp>
      <p:sp>
        <p:nvSpPr>
          <p:cNvPr id="71801" name="Rectangle 121">
            <a:extLst>
              <a:ext uri="{FF2B5EF4-FFF2-40B4-BE49-F238E27FC236}">
                <a16:creationId xmlns:a16="http://schemas.microsoft.com/office/drawing/2014/main" id="{B8A3B1E0-7344-42F1-5308-2776093A9DE2}"/>
              </a:ext>
            </a:extLst>
          </p:cNvPr>
          <p:cNvSpPr>
            <a:spLocks noChangeArrowheads="1"/>
          </p:cNvSpPr>
          <p:nvPr/>
        </p:nvSpPr>
        <p:spPr bwMode="auto">
          <a:xfrm flipH="1">
            <a:off x="6030913" y="1865313"/>
            <a:ext cx="1122362" cy="336550"/>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Branch=1</a:t>
            </a:r>
          </a:p>
        </p:txBody>
      </p:sp>
      <p:sp>
        <p:nvSpPr>
          <p:cNvPr id="89191" name="Line 122">
            <a:extLst>
              <a:ext uri="{FF2B5EF4-FFF2-40B4-BE49-F238E27FC236}">
                <a16:creationId xmlns:a16="http://schemas.microsoft.com/office/drawing/2014/main" id="{14792A7B-D384-74A6-B19F-E4590D1FD552}"/>
              </a:ext>
            </a:extLst>
          </p:cNvPr>
          <p:cNvSpPr>
            <a:spLocks noChangeShapeType="1"/>
          </p:cNvSpPr>
          <p:nvPr/>
        </p:nvSpPr>
        <p:spPr bwMode="auto">
          <a:xfrm flipV="1">
            <a:off x="6629400" y="3355975"/>
            <a:ext cx="0" cy="482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92" name="Line 123">
            <a:extLst>
              <a:ext uri="{FF2B5EF4-FFF2-40B4-BE49-F238E27FC236}">
                <a16:creationId xmlns:a16="http://schemas.microsoft.com/office/drawing/2014/main" id="{B7A8A403-99FD-78DE-AAAD-6DE071545A03}"/>
              </a:ext>
            </a:extLst>
          </p:cNvPr>
          <p:cNvSpPr>
            <a:spLocks noChangeShapeType="1"/>
          </p:cNvSpPr>
          <p:nvPr/>
        </p:nvSpPr>
        <p:spPr bwMode="auto">
          <a:xfrm flipH="1" flipV="1">
            <a:off x="6616700" y="2212975"/>
            <a:ext cx="0" cy="1006475"/>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93" name="Line 124">
            <a:extLst>
              <a:ext uri="{FF2B5EF4-FFF2-40B4-BE49-F238E27FC236}">
                <a16:creationId xmlns:a16="http://schemas.microsoft.com/office/drawing/2014/main" id="{45784BDA-473D-DE28-ABF2-38268A70823A}"/>
              </a:ext>
            </a:extLst>
          </p:cNvPr>
          <p:cNvSpPr>
            <a:spLocks noChangeShapeType="1"/>
          </p:cNvSpPr>
          <p:nvPr/>
        </p:nvSpPr>
        <p:spPr bwMode="auto">
          <a:xfrm>
            <a:off x="6184900" y="3825875"/>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94" name="Line 125">
            <a:extLst>
              <a:ext uri="{FF2B5EF4-FFF2-40B4-BE49-F238E27FC236}">
                <a16:creationId xmlns:a16="http://schemas.microsoft.com/office/drawing/2014/main" id="{DF2A05C0-0712-4A61-D32A-DB9BC71A46FC}"/>
              </a:ext>
            </a:extLst>
          </p:cNvPr>
          <p:cNvSpPr>
            <a:spLocks noChangeShapeType="1"/>
          </p:cNvSpPr>
          <p:nvPr/>
        </p:nvSpPr>
        <p:spPr bwMode="auto">
          <a:xfrm>
            <a:off x="6184900" y="3321050"/>
            <a:ext cx="203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95" name="Group 130">
            <a:extLst>
              <a:ext uri="{FF2B5EF4-FFF2-40B4-BE49-F238E27FC236}">
                <a16:creationId xmlns:a16="http://schemas.microsoft.com/office/drawing/2014/main" id="{BD663027-EDCC-D8AB-43DA-566C5B3A8636}"/>
              </a:ext>
            </a:extLst>
          </p:cNvPr>
          <p:cNvGrpSpPr>
            <a:grpSpLocks/>
          </p:cNvGrpSpPr>
          <p:nvPr/>
        </p:nvGrpSpPr>
        <p:grpSpPr bwMode="auto">
          <a:xfrm>
            <a:off x="1092200" y="2543175"/>
            <a:ext cx="254000" cy="533400"/>
            <a:chOff x="688" y="1784"/>
            <a:chExt cx="160" cy="336"/>
          </a:xfrm>
        </p:grpSpPr>
        <p:sp>
          <p:nvSpPr>
            <p:cNvPr id="89196" name="Line 126">
              <a:extLst>
                <a:ext uri="{FF2B5EF4-FFF2-40B4-BE49-F238E27FC236}">
                  <a16:creationId xmlns:a16="http://schemas.microsoft.com/office/drawing/2014/main" id="{310AC61C-8B4A-AE9F-B95D-42D2A6576103}"/>
                </a:ext>
              </a:extLst>
            </p:cNvPr>
            <p:cNvSpPr>
              <a:spLocks noChangeShapeType="1"/>
            </p:cNvSpPr>
            <p:nvPr/>
          </p:nvSpPr>
          <p:spPr bwMode="auto">
            <a:xfrm>
              <a:off x="840" y="1784"/>
              <a:ext cx="0" cy="3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97" name="Line 127">
              <a:extLst>
                <a:ext uri="{FF2B5EF4-FFF2-40B4-BE49-F238E27FC236}">
                  <a16:creationId xmlns:a16="http://schemas.microsoft.com/office/drawing/2014/main" id="{FCCA73F5-C15D-CD04-8E7C-4E52BA541718}"/>
                </a:ext>
              </a:extLst>
            </p:cNvPr>
            <p:cNvSpPr>
              <a:spLocks noChangeShapeType="1"/>
            </p:cNvSpPr>
            <p:nvPr/>
          </p:nvSpPr>
          <p:spPr bwMode="auto">
            <a:xfrm flipH="1">
              <a:off x="688" y="1784"/>
              <a:ext cx="160" cy="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98" name="Line 128">
              <a:extLst>
                <a:ext uri="{FF2B5EF4-FFF2-40B4-BE49-F238E27FC236}">
                  <a16:creationId xmlns:a16="http://schemas.microsoft.com/office/drawing/2014/main" id="{8B6A046D-374A-25F2-4F8A-D78AB11BD1A6}"/>
                </a:ext>
              </a:extLst>
            </p:cNvPr>
            <p:cNvSpPr>
              <a:spLocks noChangeShapeType="1"/>
            </p:cNvSpPr>
            <p:nvPr/>
          </p:nvSpPr>
          <p:spPr bwMode="auto">
            <a:xfrm flipH="1" flipV="1">
              <a:off x="688" y="2063"/>
              <a:ext cx="160" cy="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99" name="Line 129">
              <a:extLst>
                <a:ext uri="{FF2B5EF4-FFF2-40B4-BE49-F238E27FC236}">
                  <a16:creationId xmlns:a16="http://schemas.microsoft.com/office/drawing/2014/main" id="{B3B0D6B5-2F22-D8D2-5699-BCFC599EF063}"/>
                </a:ext>
              </a:extLst>
            </p:cNvPr>
            <p:cNvSpPr>
              <a:spLocks noChangeShapeType="1"/>
            </p:cNvSpPr>
            <p:nvPr/>
          </p:nvSpPr>
          <p:spPr bwMode="auto">
            <a:xfrm>
              <a:off x="696" y="1815"/>
              <a:ext cx="0" cy="2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9200" name="Rectangle 131">
            <a:extLst>
              <a:ext uri="{FF2B5EF4-FFF2-40B4-BE49-F238E27FC236}">
                <a16:creationId xmlns:a16="http://schemas.microsoft.com/office/drawing/2014/main" id="{72DA7241-888D-11A6-76EF-A0FAB4789919}"/>
              </a:ext>
            </a:extLst>
          </p:cNvPr>
          <p:cNvSpPr>
            <a:spLocks noChangeArrowheads="1"/>
          </p:cNvSpPr>
          <p:nvPr/>
        </p:nvSpPr>
        <p:spPr bwMode="auto">
          <a:xfrm flipH="1">
            <a:off x="1103313" y="2562225"/>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1</a:t>
            </a:r>
          </a:p>
        </p:txBody>
      </p:sp>
      <p:sp>
        <p:nvSpPr>
          <p:cNvPr id="89201" name="Rectangle 132">
            <a:extLst>
              <a:ext uri="{FF2B5EF4-FFF2-40B4-BE49-F238E27FC236}">
                <a16:creationId xmlns:a16="http://schemas.microsoft.com/office/drawing/2014/main" id="{7BBE729D-8020-9FFB-ED0D-828BAD49CF0D}"/>
              </a:ext>
            </a:extLst>
          </p:cNvPr>
          <p:cNvSpPr>
            <a:spLocks noChangeArrowheads="1"/>
          </p:cNvSpPr>
          <p:nvPr/>
        </p:nvSpPr>
        <p:spPr bwMode="auto">
          <a:xfrm flipH="1">
            <a:off x="1103313" y="2730500"/>
            <a:ext cx="269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1400" b="0">
                <a:ea typeface="宋体" panose="02010600030101010101" pitchFamily="2" charset="-122"/>
              </a:rPr>
              <a:t>0</a:t>
            </a:r>
          </a:p>
        </p:txBody>
      </p:sp>
      <p:sp>
        <p:nvSpPr>
          <p:cNvPr id="89202" name="Oval 135">
            <a:extLst>
              <a:ext uri="{FF2B5EF4-FFF2-40B4-BE49-F238E27FC236}">
                <a16:creationId xmlns:a16="http://schemas.microsoft.com/office/drawing/2014/main" id="{67B251C6-8567-BCF4-1A55-AA1143511941}"/>
              </a:ext>
            </a:extLst>
          </p:cNvPr>
          <p:cNvSpPr>
            <a:spLocks noChangeArrowheads="1"/>
          </p:cNvSpPr>
          <p:nvPr/>
        </p:nvSpPr>
        <p:spPr bwMode="auto">
          <a:xfrm>
            <a:off x="2298700" y="29241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203" name="Line 136">
            <a:extLst>
              <a:ext uri="{FF2B5EF4-FFF2-40B4-BE49-F238E27FC236}">
                <a16:creationId xmlns:a16="http://schemas.microsoft.com/office/drawing/2014/main" id="{637F7D22-2D0B-A89E-45D6-CB091E17C9B8}"/>
              </a:ext>
            </a:extLst>
          </p:cNvPr>
          <p:cNvSpPr>
            <a:spLocks noChangeShapeType="1"/>
          </p:cNvSpPr>
          <p:nvPr/>
        </p:nvSpPr>
        <p:spPr bwMode="auto">
          <a:xfrm>
            <a:off x="838200" y="2771775"/>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04" name="Oval 137">
            <a:extLst>
              <a:ext uri="{FF2B5EF4-FFF2-40B4-BE49-F238E27FC236}">
                <a16:creationId xmlns:a16="http://schemas.microsoft.com/office/drawing/2014/main" id="{EFEB863A-0E04-E497-6C61-904C6C239735}"/>
              </a:ext>
            </a:extLst>
          </p:cNvPr>
          <p:cNvSpPr>
            <a:spLocks noChangeArrowheads="1"/>
          </p:cNvSpPr>
          <p:nvPr/>
        </p:nvSpPr>
        <p:spPr bwMode="auto">
          <a:xfrm>
            <a:off x="774700" y="2924175"/>
            <a:ext cx="127000"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205" name="Line 141">
            <a:extLst>
              <a:ext uri="{FF2B5EF4-FFF2-40B4-BE49-F238E27FC236}">
                <a16:creationId xmlns:a16="http://schemas.microsoft.com/office/drawing/2014/main" id="{039430C0-CE1E-282C-DA0F-AC9B866A5729}"/>
              </a:ext>
            </a:extLst>
          </p:cNvPr>
          <p:cNvSpPr>
            <a:spLocks noChangeShapeType="1"/>
          </p:cNvSpPr>
          <p:nvPr/>
        </p:nvSpPr>
        <p:spPr bwMode="auto">
          <a:xfrm flipH="1">
            <a:off x="1282700" y="2682875"/>
            <a:ext cx="51308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06" name="Line 142">
            <a:extLst>
              <a:ext uri="{FF2B5EF4-FFF2-40B4-BE49-F238E27FC236}">
                <a16:creationId xmlns:a16="http://schemas.microsoft.com/office/drawing/2014/main" id="{9CB8774F-B9A3-9C33-F36A-B185920B22E5}"/>
              </a:ext>
            </a:extLst>
          </p:cNvPr>
          <p:cNvSpPr>
            <a:spLocks noChangeShapeType="1"/>
          </p:cNvSpPr>
          <p:nvPr/>
        </p:nvSpPr>
        <p:spPr bwMode="auto">
          <a:xfrm flipV="1">
            <a:off x="6399213" y="2679700"/>
            <a:ext cx="0" cy="647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07" name="Line 143">
            <a:extLst>
              <a:ext uri="{FF2B5EF4-FFF2-40B4-BE49-F238E27FC236}">
                <a16:creationId xmlns:a16="http://schemas.microsoft.com/office/drawing/2014/main" id="{F2F132B0-D522-18A0-A330-B9990E5F5BEA}"/>
              </a:ext>
            </a:extLst>
          </p:cNvPr>
          <p:cNvSpPr>
            <a:spLocks noChangeShapeType="1"/>
          </p:cNvSpPr>
          <p:nvPr/>
        </p:nvSpPr>
        <p:spPr bwMode="auto">
          <a:xfrm>
            <a:off x="7251700" y="3292475"/>
            <a:ext cx="279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08" name="Line 144">
            <a:extLst>
              <a:ext uri="{FF2B5EF4-FFF2-40B4-BE49-F238E27FC236}">
                <a16:creationId xmlns:a16="http://schemas.microsoft.com/office/drawing/2014/main" id="{1C97AEED-F825-7B4B-03B9-FC326B1442F2}"/>
              </a:ext>
            </a:extLst>
          </p:cNvPr>
          <p:cNvSpPr>
            <a:spLocks noChangeShapeType="1"/>
          </p:cNvSpPr>
          <p:nvPr/>
        </p:nvSpPr>
        <p:spPr bwMode="auto">
          <a:xfrm>
            <a:off x="1231900" y="2378075"/>
            <a:ext cx="57959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09" name="Line 145">
            <a:extLst>
              <a:ext uri="{FF2B5EF4-FFF2-40B4-BE49-F238E27FC236}">
                <a16:creationId xmlns:a16="http://schemas.microsoft.com/office/drawing/2014/main" id="{895AC299-B56D-A884-F9BF-1578D8859EFE}"/>
              </a:ext>
            </a:extLst>
          </p:cNvPr>
          <p:cNvSpPr>
            <a:spLocks noChangeShapeType="1"/>
          </p:cNvSpPr>
          <p:nvPr/>
        </p:nvSpPr>
        <p:spPr bwMode="auto">
          <a:xfrm>
            <a:off x="7543800" y="2468563"/>
            <a:ext cx="0" cy="8270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10" name="Line 146">
            <a:extLst>
              <a:ext uri="{FF2B5EF4-FFF2-40B4-BE49-F238E27FC236}">
                <a16:creationId xmlns:a16="http://schemas.microsoft.com/office/drawing/2014/main" id="{BA30630C-9681-DE32-C6D6-6A0F69CAC595}"/>
              </a:ext>
            </a:extLst>
          </p:cNvPr>
          <p:cNvSpPr>
            <a:spLocks noChangeShapeType="1"/>
          </p:cNvSpPr>
          <p:nvPr/>
        </p:nvSpPr>
        <p:spPr bwMode="auto">
          <a:xfrm>
            <a:off x="1219200" y="2390775"/>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11" name="Line 147">
            <a:extLst>
              <a:ext uri="{FF2B5EF4-FFF2-40B4-BE49-F238E27FC236}">
                <a16:creationId xmlns:a16="http://schemas.microsoft.com/office/drawing/2014/main" id="{718697A2-1833-B3DC-4FC5-632171897935}"/>
              </a:ext>
            </a:extLst>
          </p:cNvPr>
          <p:cNvSpPr>
            <a:spLocks noChangeShapeType="1"/>
          </p:cNvSpPr>
          <p:nvPr/>
        </p:nvSpPr>
        <p:spPr bwMode="auto">
          <a:xfrm>
            <a:off x="4191000" y="27717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12" name="Oval 148">
            <a:extLst>
              <a:ext uri="{FF2B5EF4-FFF2-40B4-BE49-F238E27FC236}">
                <a16:creationId xmlns:a16="http://schemas.microsoft.com/office/drawing/2014/main" id="{EE4F8D35-4189-4199-1897-8240CF3EF12A}"/>
              </a:ext>
            </a:extLst>
          </p:cNvPr>
          <p:cNvSpPr>
            <a:spLocks noChangeArrowheads="1"/>
          </p:cNvSpPr>
          <p:nvPr/>
        </p:nvSpPr>
        <p:spPr bwMode="auto">
          <a:xfrm>
            <a:off x="4127500" y="29241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213" name="Line 149">
            <a:extLst>
              <a:ext uri="{FF2B5EF4-FFF2-40B4-BE49-F238E27FC236}">
                <a16:creationId xmlns:a16="http://schemas.microsoft.com/office/drawing/2014/main" id="{86E0D3CE-35FC-2784-4A69-6E90345F1A11}"/>
              </a:ext>
            </a:extLst>
          </p:cNvPr>
          <p:cNvSpPr>
            <a:spLocks noChangeShapeType="1"/>
          </p:cNvSpPr>
          <p:nvPr/>
        </p:nvSpPr>
        <p:spPr bwMode="auto">
          <a:xfrm>
            <a:off x="6019800" y="27717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14" name="Oval 150">
            <a:extLst>
              <a:ext uri="{FF2B5EF4-FFF2-40B4-BE49-F238E27FC236}">
                <a16:creationId xmlns:a16="http://schemas.microsoft.com/office/drawing/2014/main" id="{CC0CC7D6-3F46-8601-F332-1A43ADBB8688}"/>
              </a:ext>
            </a:extLst>
          </p:cNvPr>
          <p:cNvSpPr>
            <a:spLocks noChangeArrowheads="1"/>
          </p:cNvSpPr>
          <p:nvPr/>
        </p:nvSpPr>
        <p:spPr bwMode="auto">
          <a:xfrm>
            <a:off x="5956300" y="29241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215" name="Line 151">
            <a:extLst>
              <a:ext uri="{FF2B5EF4-FFF2-40B4-BE49-F238E27FC236}">
                <a16:creationId xmlns:a16="http://schemas.microsoft.com/office/drawing/2014/main" id="{A4E5E386-98E0-6274-2861-FB510FBEBA23}"/>
              </a:ext>
            </a:extLst>
          </p:cNvPr>
          <p:cNvSpPr>
            <a:spLocks noChangeShapeType="1"/>
          </p:cNvSpPr>
          <p:nvPr/>
        </p:nvSpPr>
        <p:spPr bwMode="auto">
          <a:xfrm>
            <a:off x="7924800" y="2771775"/>
            <a:ext cx="0" cy="1270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16" name="Oval 152">
            <a:extLst>
              <a:ext uri="{FF2B5EF4-FFF2-40B4-BE49-F238E27FC236}">
                <a16:creationId xmlns:a16="http://schemas.microsoft.com/office/drawing/2014/main" id="{97BA631E-B771-7EE1-8F42-53DD8667F758}"/>
              </a:ext>
            </a:extLst>
          </p:cNvPr>
          <p:cNvSpPr>
            <a:spLocks noChangeArrowheads="1"/>
          </p:cNvSpPr>
          <p:nvPr/>
        </p:nvSpPr>
        <p:spPr bwMode="auto">
          <a:xfrm>
            <a:off x="7861300" y="2924175"/>
            <a:ext cx="127000" cy="127000"/>
          </a:xfrm>
          <a:prstGeom prst="ellipse">
            <a:avLst/>
          </a:prstGeom>
          <a:noFill/>
          <a:ln w="254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89217" name="Line 153">
            <a:extLst>
              <a:ext uri="{FF2B5EF4-FFF2-40B4-BE49-F238E27FC236}">
                <a16:creationId xmlns:a16="http://schemas.microsoft.com/office/drawing/2014/main" id="{90786EF9-03A7-2679-196D-75614F010BA6}"/>
              </a:ext>
            </a:extLst>
          </p:cNvPr>
          <p:cNvSpPr>
            <a:spLocks noChangeShapeType="1"/>
          </p:cNvSpPr>
          <p:nvPr/>
        </p:nvSpPr>
        <p:spPr bwMode="auto">
          <a:xfrm flipV="1">
            <a:off x="990600" y="13747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18" name="Line 154">
            <a:extLst>
              <a:ext uri="{FF2B5EF4-FFF2-40B4-BE49-F238E27FC236}">
                <a16:creationId xmlns:a16="http://schemas.microsoft.com/office/drawing/2014/main" id="{6919889D-3247-3ECD-F6E1-DD28C0CB95E2}"/>
              </a:ext>
            </a:extLst>
          </p:cNvPr>
          <p:cNvSpPr>
            <a:spLocks noChangeShapeType="1"/>
          </p:cNvSpPr>
          <p:nvPr/>
        </p:nvSpPr>
        <p:spPr bwMode="auto">
          <a:xfrm flipV="1">
            <a:off x="2514600" y="13747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19" name="Line 155">
            <a:extLst>
              <a:ext uri="{FF2B5EF4-FFF2-40B4-BE49-F238E27FC236}">
                <a16:creationId xmlns:a16="http://schemas.microsoft.com/office/drawing/2014/main" id="{3DC64849-998C-D718-06FA-29479CA98B59}"/>
              </a:ext>
            </a:extLst>
          </p:cNvPr>
          <p:cNvSpPr>
            <a:spLocks noChangeShapeType="1"/>
          </p:cNvSpPr>
          <p:nvPr/>
        </p:nvSpPr>
        <p:spPr bwMode="auto">
          <a:xfrm flipV="1">
            <a:off x="2362200" y="1374775"/>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20" name="Line 156">
            <a:extLst>
              <a:ext uri="{FF2B5EF4-FFF2-40B4-BE49-F238E27FC236}">
                <a16:creationId xmlns:a16="http://schemas.microsoft.com/office/drawing/2014/main" id="{9548E96D-B428-D85C-DD90-AB131EEB7B96}"/>
              </a:ext>
            </a:extLst>
          </p:cNvPr>
          <p:cNvSpPr>
            <a:spLocks noChangeShapeType="1"/>
          </p:cNvSpPr>
          <p:nvPr/>
        </p:nvSpPr>
        <p:spPr bwMode="auto">
          <a:xfrm flipV="1">
            <a:off x="4343400" y="13747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21" name="Line 157">
            <a:extLst>
              <a:ext uri="{FF2B5EF4-FFF2-40B4-BE49-F238E27FC236}">
                <a16:creationId xmlns:a16="http://schemas.microsoft.com/office/drawing/2014/main" id="{57F52B33-E5C8-C3EC-D80F-4E5A2C280700}"/>
              </a:ext>
            </a:extLst>
          </p:cNvPr>
          <p:cNvSpPr>
            <a:spLocks noChangeShapeType="1"/>
          </p:cNvSpPr>
          <p:nvPr/>
        </p:nvSpPr>
        <p:spPr bwMode="auto">
          <a:xfrm flipV="1">
            <a:off x="4191000" y="1374775"/>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22" name="Line 158">
            <a:extLst>
              <a:ext uri="{FF2B5EF4-FFF2-40B4-BE49-F238E27FC236}">
                <a16:creationId xmlns:a16="http://schemas.microsoft.com/office/drawing/2014/main" id="{2941590F-6563-A339-EFFD-ACFAF4C722B6}"/>
              </a:ext>
            </a:extLst>
          </p:cNvPr>
          <p:cNvSpPr>
            <a:spLocks noChangeShapeType="1"/>
          </p:cNvSpPr>
          <p:nvPr/>
        </p:nvSpPr>
        <p:spPr bwMode="auto">
          <a:xfrm flipV="1">
            <a:off x="6172200" y="1298575"/>
            <a:ext cx="0" cy="406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23" name="Line 159">
            <a:extLst>
              <a:ext uri="{FF2B5EF4-FFF2-40B4-BE49-F238E27FC236}">
                <a16:creationId xmlns:a16="http://schemas.microsoft.com/office/drawing/2014/main" id="{AD928957-0638-F211-800D-553625EFD9D6}"/>
              </a:ext>
            </a:extLst>
          </p:cNvPr>
          <p:cNvSpPr>
            <a:spLocks noChangeShapeType="1"/>
          </p:cNvSpPr>
          <p:nvPr/>
        </p:nvSpPr>
        <p:spPr bwMode="auto">
          <a:xfrm flipV="1">
            <a:off x="6019800" y="1298575"/>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24" name="Line 160">
            <a:extLst>
              <a:ext uri="{FF2B5EF4-FFF2-40B4-BE49-F238E27FC236}">
                <a16:creationId xmlns:a16="http://schemas.microsoft.com/office/drawing/2014/main" id="{7103B648-D89A-30DA-4D6F-9B11FDCFD20B}"/>
              </a:ext>
            </a:extLst>
          </p:cNvPr>
          <p:cNvSpPr>
            <a:spLocks noChangeShapeType="1"/>
          </p:cNvSpPr>
          <p:nvPr/>
        </p:nvSpPr>
        <p:spPr bwMode="auto">
          <a:xfrm flipV="1">
            <a:off x="7924800" y="1298575"/>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25" name="Line 161">
            <a:extLst>
              <a:ext uri="{FF2B5EF4-FFF2-40B4-BE49-F238E27FC236}">
                <a16:creationId xmlns:a16="http://schemas.microsoft.com/office/drawing/2014/main" id="{4FAC7645-30A2-E66C-AF35-ECFE0E4F16D1}"/>
              </a:ext>
            </a:extLst>
          </p:cNvPr>
          <p:cNvSpPr>
            <a:spLocks noChangeShapeType="1"/>
          </p:cNvSpPr>
          <p:nvPr/>
        </p:nvSpPr>
        <p:spPr bwMode="auto">
          <a:xfrm flipV="1">
            <a:off x="838200" y="1374775"/>
            <a:ext cx="0" cy="1244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26" name="Line 162">
            <a:extLst>
              <a:ext uri="{FF2B5EF4-FFF2-40B4-BE49-F238E27FC236}">
                <a16:creationId xmlns:a16="http://schemas.microsoft.com/office/drawing/2014/main" id="{2E01D530-7F9A-894E-6FC6-D66DA1C26FF8}"/>
              </a:ext>
            </a:extLst>
          </p:cNvPr>
          <p:cNvSpPr>
            <a:spLocks noChangeShapeType="1"/>
          </p:cNvSpPr>
          <p:nvPr/>
        </p:nvSpPr>
        <p:spPr bwMode="auto">
          <a:xfrm>
            <a:off x="1003300" y="1539875"/>
            <a:ext cx="1346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27" name="Line 164">
            <a:extLst>
              <a:ext uri="{FF2B5EF4-FFF2-40B4-BE49-F238E27FC236}">
                <a16:creationId xmlns:a16="http://schemas.microsoft.com/office/drawing/2014/main" id="{303860C2-B162-2AFD-C129-C4D36618EB61}"/>
              </a:ext>
            </a:extLst>
          </p:cNvPr>
          <p:cNvSpPr>
            <a:spLocks noChangeShapeType="1"/>
          </p:cNvSpPr>
          <p:nvPr/>
        </p:nvSpPr>
        <p:spPr bwMode="auto">
          <a:xfrm>
            <a:off x="469900" y="15398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28" name="Line 168">
            <a:extLst>
              <a:ext uri="{FF2B5EF4-FFF2-40B4-BE49-F238E27FC236}">
                <a16:creationId xmlns:a16="http://schemas.microsoft.com/office/drawing/2014/main" id="{590BDEA3-38F3-2EE9-2BD6-CC1F2C46315A}"/>
              </a:ext>
            </a:extLst>
          </p:cNvPr>
          <p:cNvSpPr>
            <a:spLocks noChangeShapeType="1"/>
          </p:cNvSpPr>
          <p:nvPr/>
        </p:nvSpPr>
        <p:spPr bwMode="auto">
          <a:xfrm>
            <a:off x="2527300" y="1539875"/>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29" name="Line 170">
            <a:extLst>
              <a:ext uri="{FF2B5EF4-FFF2-40B4-BE49-F238E27FC236}">
                <a16:creationId xmlns:a16="http://schemas.microsoft.com/office/drawing/2014/main" id="{2A48173B-6011-A2F3-AF14-8CD0D3797D67}"/>
              </a:ext>
            </a:extLst>
          </p:cNvPr>
          <p:cNvSpPr>
            <a:spLocks noChangeShapeType="1"/>
          </p:cNvSpPr>
          <p:nvPr/>
        </p:nvSpPr>
        <p:spPr bwMode="auto">
          <a:xfrm>
            <a:off x="4356100" y="1539875"/>
            <a:ext cx="16510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30" name="Line 172">
            <a:extLst>
              <a:ext uri="{FF2B5EF4-FFF2-40B4-BE49-F238E27FC236}">
                <a16:creationId xmlns:a16="http://schemas.microsoft.com/office/drawing/2014/main" id="{08FE4616-7837-2FA0-90EF-E29113767D4C}"/>
              </a:ext>
            </a:extLst>
          </p:cNvPr>
          <p:cNvSpPr>
            <a:spLocks noChangeShapeType="1"/>
          </p:cNvSpPr>
          <p:nvPr/>
        </p:nvSpPr>
        <p:spPr bwMode="auto">
          <a:xfrm>
            <a:off x="6184900" y="1539875"/>
            <a:ext cx="17272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9231" name="Group 202">
            <a:extLst>
              <a:ext uri="{FF2B5EF4-FFF2-40B4-BE49-F238E27FC236}">
                <a16:creationId xmlns:a16="http://schemas.microsoft.com/office/drawing/2014/main" id="{FBA1DE94-597D-707B-D0E8-813F8ADF798A}"/>
              </a:ext>
            </a:extLst>
          </p:cNvPr>
          <p:cNvGrpSpPr>
            <a:grpSpLocks/>
          </p:cNvGrpSpPr>
          <p:nvPr/>
        </p:nvGrpSpPr>
        <p:grpSpPr bwMode="auto">
          <a:xfrm>
            <a:off x="4321175" y="5114925"/>
            <a:ext cx="1520825" cy="158750"/>
            <a:chOff x="2722" y="3404"/>
            <a:chExt cx="958" cy="100"/>
          </a:xfrm>
        </p:grpSpPr>
        <p:sp>
          <p:nvSpPr>
            <p:cNvPr id="89232" name="Line 73">
              <a:extLst>
                <a:ext uri="{FF2B5EF4-FFF2-40B4-BE49-F238E27FC236}">
                  <a16:creationId xmlns:a16="http://schemas.microsoft.com/office/drawing/2014/main" id="{2D318E99-81C4-861C-E6B8-94FD14F76B16}"/>
                </a:ext>
              </a:extLst>
            </p:cNvPr>
            <p:cNvSpPr>
              <a:spLocks noChangeShapeType="1"/>
            </p:cNvSpPr>
            <p:nvPr/>
          </p:nvSpPr>
          <p:spPr bwMode="auto">
            <a:xfrm>
              <a:off x="3028" y="3408"/>
              <a:ext cx="65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33" name="Line 96">
              <a:extLst>
                <a:ext uri="{FF2B5EF4-FFF2-40B4-BE49-F238E27FC236}">
                  <a16:creationId xmlns:a16="http://schemas.microsoft.com/office/drawing/2014/main" id="{D0149990-37E0-006C-9C43-EF5AE90A0983}"/>
                </a:ext>
              </a:extLst>
            </p:cNvPr>
            <p:cNvSpPr>
              <a:spLocks noChangeShapeType="1"/>
            </p:cNvSpPr>
            <p:nvPr/>
          </p:nvSpPr>
          <p:spPr bwMode="auto">
            <a:xfrm>
              <a:off x="2722" y="3504"/>
              <a:ext cx="15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34" name="Line 176">
              <a:extLst>
                <a:ext uri="{FF2B5EF4-FFF2-40B4-BE49-F238E27FC236}">
                  <a16:creationId xmlns:a16="http://schemas.microsoft.com/office/drawing/2014/main" id="{EB4E589A-3255-255D-E719-9ECEBBBA3334}"/>
                </a:ext>
              </a:extLst>
            </p:cNvPr>
            <p:cNvSpPr>
              <a:spLocks noChangeShapeType="1"/>
            </p:cNvSpPr>
            <p:nvPr/>
          </p:nvSpPr>
          <p:spPr bwMode="auto">
            <a:xfrm flipV="1">
              <a:off x="2866" y="3404"/>
              <a:ext cx="166" cy="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9235" name="Group 187">
            <a:extLst>
              <a:ext uri="{FF2B5EF4-FFF2-40B4-BE49-F238E27FC236}">
                <a16:creationId xmlns:a16="http://schemas.microsoft.com/office/drawing/2014/main" id="{E1247A6B-535B-0D26-C7B2-3367342E850A}"/>
              </a:ext>
            </a:extLst>
          </p:cNvPr>
          <p:cNvGrpSpPr>
            <a:grpSpLocks/>
          </p:cNvGrpSpPr>
          <p:nvPr/>
        </p:nvGrpSpPr>
        <p:grpSpPr bwMode="auto">
          <a:xfrm>
            <a:off x="2890838" y="2238375"/>
            <a:ext cx="703262" cy="1417638"/>
            <a:chOff x="1751" y="1592"/>
            <a:chExt cx="443" cy="893"/>
          </a:xfrm>
        </p:grpSpPr>
        <p:sp>
          <p:nvSpPr>
            <p:cNvPr id="89236" name="Line 177">
              <a:extLst>
                <a:ext uri="{FF2B5EF4-FFF2-40B4-BE49-F238E27FC236}">
                  <a16:creationId xmlns:a16="http://schemas.microsoft.com/office/drawing/2014/main" id="{62ED1A3D-5516-4B0E-AFA1-8A29608B283E}"/>
                </a:ext>
              </a:extLst>
            </p:cNvPr>
            <p:cNvSpPr>
              <a:spLocks noChangeShapeType="1"/>
            </p:cNvSpPr>
            <p:nvPr/>
          </p:nvSpPr>
          <p:spPr bwMode="auto">
            <a:xfrm>
              <a:off x="2160" y="1592"/>
              <a:ext cx="0" cy="32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237" name="Group 183">
              <a:extLst>
                <a:ext uri="{FF2B5EF4-FFF2-40B4-BE49-F238E27FC236}">
                  <a16:creationId xmlns:a16="http://schemas.microsoft.com/office/drawing/2014/main" id="{874C4B1C-70DD-E1F6-88C8-A5117449537B}"/>
                </a:ext>
              </a:extLst>
            </p:cNvPr>
            <p:cNvGrpSpPr>
              <a:grpSpLocks/>
            </p:cNvGrpSpPr>
            <p:nvPr/>
          </p:nvGrpSpPr>
          <p:grpSpPr bwMode="auto">
            <a:xfrm>
              <a:off x="1986" y="1914"/>
              <a:ext cx="208" cy="248"/>
              <a:chOff x="1986" y="1914"/>
              <a:chExt cx="208" cy="248"/>
            </a:xfrm>
          </p:grpSpPr>
          <p:sp>
            <p:nvSpPr>
              <p:cNvPr id="89238" name="Arc 178">
                <a:extLst>
                  <a:ext uri="{FF2B5EF4-FFF2-40B4-BE49-F238E27FC236}">
                    <a16:creationId xmlns:a16="http://schemas.microsoft.com/office/drawing/2014/main" id="{83122C49-108F-19FC-2271-73323934B0A4}"/>
                  </a:ext>
                </a:extLst>
              </p:cNvPr>
              <p:cNvSpPr>
                <a:spLocks noChangeArrowheads="1"/>
              </p:cNvSpPr>
              <p:nvPr/>
            </p:nvSpPr>
            <p:spPr bwMode="auto">
              <a:xfrm rot="5400000">
                <a:off x="2085" y="2068"/>
                <a:ext cx="89" cy="88"/>
              </a:xfrm>
              <a:custGeom>
                <a:avLst/>
                <a:gdLst>
                  <a:gd name="T0" fmla="*/ 0 w 21843"/>
                  <a:gd name="T1" fmla="*/ 1 h 21600"/>
                  <a:gd name="T2" fmla="*/ 244 w 21843"/>
                  <a:gd name="T3" fmla="*/ 0 h 21600"/>
                  <a:gd name="T4" fmla="*/ 21842 w 21843"/>
                  <a:gd name="T5" fmla="*/ 21353 h 21600"/>
                  <a:gd name="T6" fmla="*/ 0 w 21843"/>
                  <a:gd name="T7" fmla="*/ 1 h 21600"/>
                  <a:gd name="T8" fmla="*/ 244 w 21843"/>
                  <a:gd name="T9" fmla="*/ 0 h 21600"/>
                  <a:gd name="T10" fmla="*/ 21842 w 21843"/>
                  <a:gd name="T11" fmla="*/ 21353 h 21600"/>
                  <a:gd name="T12" fmla="*/ 244 w 21843"/>
                  <a:gd name="T13" fmla="*/ 21600 h 21600"/>
                  <a:gd name="T14" fmla="*/ 0 w 21843"/>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3" h="21600" fill="none">
                    <a:moveTo>
                      <a:pt x="0" y="1"/>
                    </a:moveTo>
                    <a:cubicBezTo>
                      <a:pt x="81" y="0"/>
                      <a:pt x="162" y="-1"/>
                      <a:pt x="244" y="0"/>
                    </a:cubicBezTo>
                    <a:cubicBezTo>
                      <a:pt x="12077" y="0"/>
                      <a:pt x="21707" y="9520"/>
                      <a:pt x="21842" y="21353"/>
                    </a:cubicBezTo>
                  </a:path>
                  <a:path w="21843" h="21600" stroke="0">
                    <a:moveTo>
                      <a:pt x="0" y="1"/>
                    </a:moveTo>
                    <a:cubicBezTo>
                      <a:pt x="81" y="0"/>
                      <a:pt x="162" y="-1"/>
                      <a:pt x="244" y="0"/>
                    </a:cubicBezTo>
                    <a:cubicBezTo>
                      <a:pt x="12077" y="0"/>
                      <a:pt x="21707" y="9520"/>
                      <a:pt x="21842" y="21353"/>
                    </a:cubicBezTo>
                    <a:lnTo>
                      <a:pt x="244"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9239" name="Arc 179">
                <a:extLst>
                  <a:ext uri="{FF2B5EF4-FFF2-40B4-BE49-F238E27FC236}">
                    <a16:creationId xmlns:a16="http://schemas.microsoft.com/office/drawing/2014/main" id="{9B0AEB24-EE65-AA5D-7E0B-66D1E37653B7}"/>
                  </a:ext>
                </a:extLst>
              </p:cNvPr>
              <p:cNvSpPr>
                <a:spLocks noChangeArrowheads="1"/>
              </p:cNvSpPr>
              <p:nvPr/>
            </p:nvSpPr>
            <p:spPr bwMode="auto">
              <a:xfrm rot="-5400000">
                <a:off x="1998" y="2069"/>
                <a:ext cx="88" cy="87"/>
              </a:xfrm>
              <a:custGeom>
                <a:avLst/>
                <a:gdLst>
                  <a:gd name="T0" fmla="*/ 0 w 21599"/>
                  <a:gd name="T1" fmla="*/ 21352 h 21599"/>
                  <a:gd name="T2" fmla="*/ 21355 w 21599"/>
                  <a:gd name="T3" fmla="*/ 0 h 21599"/>
                  <a:gd name="T4" fmla="*/ 0 w 21599"/>
                  <a:gd name="T5" fmla="*/ 21352 h 21599"/>
                  <a:gd name="T6" fmla="*/ 21355 w 21599"/>
                  <a:gd name="T7" fmla="*/ 0 h 21599"/>
                  <a:gd name="T8" fmla="*/ 21599 w 21599"/>
                  <a:gd name="T9" fmla="*/ 21599 h 21599"/>
                  <a:gd name="T10" fmla="*/ 0 w 21599"/>
                  <a:gd name="T11" fmla="*/ 21352 h 21599"/>
                </a:gdLst>
                <a:ahLst/>
                <a:cxnLst>
                  <a:cxn ang="0">
                    <a:pos x="T0" y="T1"/>
                  </a:cxn>
                  <a:cxn ang="0">
                    <a:pos x="T2" y="T3"/>
                  </a:cxn>
                  <a:cxn ang="0">
                    <a:pos x="T4" y="T5"/>
                  </a:cxn>
                  <a:cxn ang="0">
                    <a:pos x="T6" y="T7"/>
                  </a:cxn>
                  <a:cxn ang="0">
                    <a:pos x="T8" y="T9"/>
                  </a:cxn>
                  <a:cxn ang="0">
                    <a:pos x="T10" y="T11"/>
                  </a:cxn>
                </a:cxnLst>
                <a:rect l="0" t="0" r="r" b="b"/>
                <a:pathLst>
                  <a:path w="21599" h="21599" fill="none">
                    <a:moveTo>
                      <a:pt x="0" y="21352"/>
                    </a:moveTo>
                    <a:cubicBezTo>
                      <a:pt x="134" y="9614"/>
                      <a:pt x="9617" y="132"/>
                      <a:pt x="21355" y="0"/>
                    </a:cubicBezTo>
                  </a:path>
                  <a:path w="21599" h="21599" stroke="0">
                    <a:moveTo>
                      <a:pt x="0" y="21352"/>
                    </a:moveTo>
                    <a:cubicBezTo>
                      <a:pt x="134" y="9614"/>
                      <a:pt x="9617" y="132"/>
                      <a:pt x="21355" y="0"/>
                    </a:cubicBezTo>
                    <a:lnTo>
                      <a:pt x="21599" y="21599"/>
                    </a:lnTo>
                    <a:lnTo>
                      <a:pt x="0" y="21352"/>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9240" name="Line 180">
                <a:extLst>
                  <a:ext uri="{FF2B5EF4-FFF2-40B4-BE49-F238E27FC236}">
                    <a16:creationId xmlns:a16="http://schemas.microsoft.com/office/drawing/2014/main" id="{BCD6776B-07D9-4135-416E-6D7481BD868E}"/>
                  </a:ext>
                </a:extLst>
              </p:cNvPr>
              <p:cNvSpPr>
                <a:spLocks noChangeShapeType="1"/>
              </p:cNvSpPr>
              <p:nvPr/>
            </p:nvSpPr>
            <p:spPr bwMode="auto">
              <a:xfrm flipV="1">
                <a:off x="2186"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41" name="Line 181">
                <a:extLst>
                  <a:ext uri="{FF2B5EF4-FFF2-40B4-BE49-F238E27FC236}">
                    <a16:creationId xmlns:a16="http://schemas.microsoft.com/office/drawing/2014/main" id="{EE0156ED-7688-3B94-B7DC-7C9253AF802B}"/>
                  </a:ext>
                </a:extLst>
              </p:cNvPr>
              <p:cNvSpPr>
                <a:spLocks noChangeShapeType="1"/>
              </p:cNvSpPr>
              <p:nvPr/>
            </p:nvSpPr>
            <p:spPr bwMode="auto">
              <a:xfrm flipV="1">
                <a:off x="1994" y="1914"/>
                <a:ext cx="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42" name="Line 182">
                <a:extLst>
                  <a:ext uri="{FF2B5EF4-FFF2-40B4-BE49-F238E27FC236}">
                    <a16:creationId xmlns:a16="http://schemas.microsoft.com/office/drawing/2014/main" id="{7CD7F2EF-0CEF-3395-3B4B-4D2222286CA4}"/>
                  </a:ext>
                </a:extLst>
              </p:cNvPr>
              <p:cNvSpPr>
                <a:spLocks noChangeShapeType="1"/>
              </p:cNvSpPr>
              <p:nvPr/>
            </p:nvSpPr>
            <p:spPr bwMode="auto">
              <a:xfrm flipH="1">
                <a:off x="1986" y="1922"/>
                <a:ext cx="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9243" name="Line 184">
              <a:extLst>
                <a:ext uri="{FF2B5EF4-FFF2-40B4-BE49-F238E27FC236}">
                  <a16:creationId xmlns:a16="http://schemas.microsoft.com/office/drawing/2014/main" id="{0B84C46E-7D01-E2EA-B58B-A648822071FD}"/>
                </a:ext>
              </a:extLst>
            </p:cNvPr>
            <p:cNvSpPr>
              <a:spLocks noChangeShapeType="1"/>
            </p:cNvSpPr>
            <p:nvPr/>
          </p:nvSpPr>
          <p:spPr bwMode="auto">
            <a:xfrm>
              <a:off x="2112" y="2168"/>
              <a:ext cx="0" cy="317"/>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44" name="Line 185">
              <a:extLst>
                <a:ext uri="{FF2B5EF4-FFF2-40B4-BE49-F238E27FC236}">
                  <a16:creationId xmlns:a16="http://schemas.microsoft.com/office/drawing/2014/main" id="{A27C8234-8EF9-CF53-94EE-6A46315B8BDA}"/>
                </a:ext>
              </a:extLst>
            </p:cNvPr>
            <p:cNvSpPr>
              <a:spLocks noChangeShapeType="1"/>
            </p:cNvSpPr>
            <p:nvPr/>
          </p:nvSpPr>
          <p:spPr bwMode="auto">
            <a:xfrm>
              <a:off x="2016" y="1784"/>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45" name="Rectangle 186">
              <a:extLst>
                <a:ext uri="{FF2B5EF4-FFF2-40B4-BE49-F238E27FC236}">
                  <a16:creationId xmlns:a16="http://schemas.microsoft.com/office/drawing/2014/main" id="{9C954ABA-641F-D74B-A93E-6A3FA71F53B8}"/>
                </a:ext>
              </a:extLst>
            </p:cNvPr>
            <p:cNvSpPr>
              <a:spLocks noChangeArrowheads="1"/>
            </p:cNvSpPr>
            <p:nvPr/>
          </p:nvSpPr>
          <p:spPr bwMode="auto">
            <a:xfrm>
              <a:off x="1751" y="1680"/>
              <a:ext cx="31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grpSp>
      <p:sp>
        <p:nvSpPr>
          <p:cNvPr id="89246" name="Line 188">
            <a:extLst>
              <a:ext uri="{FF2B5EF4-FFF2-40B4-BE49-F238E27FC236}">
                <a16:creationId xmlns:a16="http://schemas.microsoft.com/office/drawing/2014/main" id="{FD652D98-A98D-B696-0DC9-6433ED4CC191}"/>
              </a:ext>
            </a:extLst>
          </p:cNvPr>
          <p:cNvSpPr>
            <a:spLocks noChangeShapeType="1"/>
          </p:cNvSpPr>
          <p:nvPr/>
        </p:nvSpPr>
        <p:spPr bwMode="auto">
          <a:xfrm>
            <a:off x="7315200" y="4808538"/>
            <a:ext cx="0" cy="1117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69" name="Rectangle 189">
            <a:extLst>
              <a:ext uri="{FF2B5EF4-FFF2-40B4-BE49-F238E27FC236}">
                <a16:creationId xmlns:a16="http://schemas.microsoft.com/office/drawing/2014/main" id="{85F34C6E-608E-77A9-3FB8-6A1CCD53B60A}"/>
              </a:ext>
            </a:extLst>
          </p:cNvPr>
          <p:cNvSpPr>
            <a:spLocks noChangeArrowheads="1"/>
          </p:cNvSpPr>
          <p:nvPr/>
        </p:nvSpPr>
        <p:spPr bwMode="auto">
          <a:xfrm>
            <a:off x="5895975" y="6097588"/>
            <a:ext cx="1370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MemWr=0</a:t>
            </a:r>
          </a:p>
        </p:txBody>
      </p:sp>
      <p:grpSp>
        <p:nvGrpSpPr>
          <p:cNvPr id="89248" name="Group 195">
            <a:extLst>
              <a:ext uri="{FF2B5EF4-FFF2-40B4-BE49-F238E27FC236}">
                <a16:creationId xmlns:a16="http://schemas.microsoft.com/office/drawing/2014/main" id="{93EEB3D9-86B3-0BEB-0A84-A89A7FC10BB3}"/>
              </a:ext>
            </a:extLst>
          </p:cNvPr>
          <p:cNvGrpSpPr>
            <a:grpSpLocks/>
          </p:cNvGrpSpPr>
          <p:nvPr/>
        </p:nvGrpSpPr>
        <p:grpSpPr bwMode="auto">
          <a:xfrm>
            <a:off x="6845300" y="5765800"/>
            <a:ext cx="358775" cy="304800"/>
            <a:chOff x="4277" y="3827"/>
            <a:chExt cx="226" cy="192"/>
          </a:xfrm>
        </p:grpSpPr>
        <p:sp>
          <p:nvSpPr>
            <p:cNvPr id="89249" name="Arc 190">
              <a:extLst>
                <a:ext uri="{FF2B5EF4-FFF2-40B4-BE49-F238E27FC236}">
                  <a16:creationId xmlns:a16="http://schemas.microsoft.com/office/drawing/2014/main" id="{C9D8F07B-1201-DF82-9CBF-4F6B9405FCA3}"/>
                </a:ext>
              </a:extLst>
            </p:cNvPr>
            <p:cNvSpPr>
              <a:spLocks noChangeArrowheads="1"/>
            </p:cNvSpPr>
            <p:nvPr/>
          </p:nvSpPr>
          <p:spPr bwMode="auto">
            <a:xfrm>
              <a:off x="4406" y="3842"/>
              <a:ext cx="89" cy="77"/>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9250" name="Arc 191">
              <a:extLst>
                <a:ext uri="{FF2B5EF4-FFF2-40B4-BE49-F238E27FC236}">
                  <a16:creationId xmlns:a16="http://schemas.microsoft.com/office/drawing/2014/main" id="{BAB2A573-9ECD-197D-0076-4E77A8F2B06D}"/>
                </a:ext>
              </a:extLst>
            </p:cNvPr>
            <p:cNvSpPr>
              <a:spLocks noChangeArrowheads="1"/>
            </p:cNvSpPr>
            <p:nvPr/>
          </p:nvSpPr>
          <p:spPr bwMode="auto">
            <a:xfrm rot="10800000">
              <a:off x="4415" y="3938"/>
              <a:ext cx="88" cy="77"/>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9251" name="Line 192">
              <a:extLst>
                <a:ext uri="{FF2B5EF4-FFF2-40B4-BE49-F238E27FC236}">
                  <a16:creationId xmlns:a16="http://schemas.microsoft.com/office/drawing/2014/main" id="{5A5C81E7-D861-86A4-C265-CCC30FFAA55D}"/>
                </a:ext>
              </a:extLst>
            </p:cNvPr>
            <p:cNvSpPr>
              <a:spLocks noChangeShapeType="1"/>
            </p:cNvSpPr>
            <p:nvPr/>
          </p:nvSpPr>
          <p:spPr bwMode="auto">
            <a:xfrm flipH="1">
              <a:off x="4277" y="3827"/>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52" name="Line 193">
              <a:extLst>
                <a:ext uri="{FF2B5EF4-FFF2-40B4-BE49-F238E27FC236}">
                  <a16:creationId xmlns:a16="http://schemas.microsoft.com/office/drawing/2014/main" id="{ED5A2028-AFB9-4D9C-6CA4-17109A14F378}"/>
                </a:ext>
              </a:extLst>
            </p:cNvPr>
            <p:cNvSpPr>
              <a:spLocks noChangeShapeType="1"/>
            </p:cNvSpPr>
            <p:nvPr/>
          </p:nvSpPr>
          <p:spPr bwMode="auto">
            <a:xfrm flipH="1">
              <a:off x="4277" y="4019"/>
              <a:ext cx="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53" name="Line 194">
              <a:extLst>
                <a:ext uri="{FF2B5EF4-FFF2-40B4-BE49-F238E27FC236}">
                  <a16:creationId xmlns:a16="http://schemas.microsoft.com/office/drawing/2014/main" id="{6CEDACF4-481D-3191-3D5C-FB8BB06B5230}"/>
                </a:ext>
              </a:extLst>
            </p:cNvPr>
            <p:cNvSpPr>
              <a:spLocks noChangeShapeType="1"/>
            </p:cNvSpPr>
            <p:nvPr/>
          </p:nvSpPr>
          <p:spPr bwMode="auto">
            <a:xfrm>
              <a:off x="4285" y="3835"/>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9254" name="Line 196">
            <a:extLst>
              <a:ext uri="{FF2B5EF4-FFF2-40B4-BE49-F238E27FC236}">
                <a16:creationId xmlns:a16="http://schemas.microsoft.com/office/drawing/2014/main" id="{0F30EB7A-8B9D-05CF-FB7B-F7561CB66F4A}"/>
              </a:ext>
            </a:extLst>
          </p:cNvPr>
          <p:cNvSpPr>
            <a:spLocks noChangeShapeType="1"/>
          </p:cNvSpPr>
          <p:nvPr/>
        </p:nvSpPr>
        <p:spPr bwMode="auto">
          <a:xfrm flipV="1">
            <a:off x="7175500" y="5935663"/>
            <a:ext cx="144463"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55" name="Line 197">
            <a:extLst>
              <a:ext uri="{FF2B5EF4-FFF2-40B4-BE49-F238E27FC236}">
                <a16:creationId xmlns:a16="http://schemas.microsoft.com/office/drawing/2014/main" id="{E471CA8E-B3C8-402E-DFCD-75C4E4620269}"/>
              </a:ext>
            </a:extLst>
          </p:cNvPr>
          <p:cNvSpPr>
            <a:spLocks noChangeShapeType="1"/>
          </p:cNvSpPr>
          <p:nvPr/>
        </p:nvSpPr>
        <p:spPr bwMode="auto">
          <a:xfrm flipH="1">
            <a:off x="6570663" y="6035675"/>
            <a:ext cx="287337"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56" name="Line 198">
            <a:extLst>
              <a:ext uri="{FF2B5EF4-FFF2-40B4-BE49-F238E27FC236}">
                <a16:creationId xmlns:a16="http://schemas.microsoft.com/office/drawing/2014/main" id="{0BCDB4BC-0714-89A8-DE3F-75CA33068DB4}"/>
              </a:ext>
            </a:extLst>
          </p:cNvPr>
          <p:cNvSpPr>
            <a:spLocks noChangeShapeType="1"/>
          </p:cNvSpPr>
          <p:nvPr/>
        </p:nvSpPr>
        <p:spPr bwMode="auto">
          <a:xfrm flipH="1">
            <a:off x="6632575" y="5883275"/>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57" name="Rectangle 199">
            <a:extLst>
              <a:ext uri="{FF2B5EF4-FFF2-40B4-BE49-F238E27FC236}">
                <a16:creationId xmlns:a16="http://schemas.microsoft.com/office/drawing/2014/main" id="{D01530C3-3AFA-D86C-CE2F-093A82911983}"/>
              </a:ext>
            </a:extLst>
          </p:cNvPr>
          <p:cNvSpPr>
            <a:spLocks noChangeArrowheads="1"/>
          </p:cNvSpPr>
          <p:nvPr/>
        </p:nvSpPr>
        <p:spPr bwMode="auto">
          <a:xfrm>
            <a:off x="6332538" y="558641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Clk</a:t>
            </a:r>
          </a:p>
        </p:txBody>
      </p:sp>
      <p:sp>
        <p:nvSpPr>
          <p:cNvPr id="89258" name="文本框 1">
            <a:extLst>
              <a:ext uri="{FF2B5EF4-FFF2-40B4-BE49-F238E27FC236}">
                <a16:creationId xmlns:a16="http://schemas.microsoft.com/office/drawing/2014/main" id="{9276C736-234C-CD44-8137-E5381D696707}"/>
              </a:ext>
            </a:extLst>
          </p:cNvPr>
          <p:cNvSpPr txBox="1">
            <a:spLocks noChangeArrowheads="1"/>
          </p:cNvSpPr>
          <p:nvPr/>
        </p:nvSpPr>
        <p:spPr bwMode="auto">
          <a:xfrm>
            <a:off x="2803525" y="3357563"/>
            <a:ext cx="482600" cy="246062"/>
          </a:xfrm>
          <a:prstGeom prst="rect">
            <a:avLst/>
          </a:prstGeom>
          <a:solidFill>
            <a:schemeClr val="bg1"/>
          </a:solidFill>
          <a:ln w="38100">
            <a:solidFill>
              <a:schemeClr val="tx1"/>
            </a:solidFill>
            <a:miter lim="800000"/>
            <a:headEnd/>
            <a:tailEnd/>
          </a:ln>
        </p:spPr>
        <p:txBody>
          <a:bodyPr lIns="36000" tIns="0" rIns="0" bIns="0">
            <a:spAutoFit/>
          </a:bodyPr>
          <a:lstStyle/>
          <a:p>
            <a:r>
              <a:rPr lang="en-US" altLang="zh-CN">
                <a:latin typeface="微软雅黑" panose="020B0503020204020204" pitchFamily="34" charset="-122"/>
                <a:ea typeface="微软雅黑" panose="020B0503020204020204" pitchFamily="34" charset="-122"/>
              </a:rPr>
              <a:t>Ext</a:t>
            </a:r>
            <a:endParaRPr lang="zh-CN" altLang="en-US">
              <a:latin typeface="微软雅黑" panose="020B0503020204020204" pitchFamily="34" charset="-122"/>
              <a:ea typeface="微软雅黑" panose="020B0503020204020204" pitchFamily="34" charset="-122"/>
            </a:endParaRPr>
          </a:p>
        </p:txBody>
      </p:sp>
      <p:sp>
        <p:nvSpPr>
          <p:cNvPr id="89259" name="Line 91">
            <a:extLst>
              <a:ext uri="{FF2B5EF4-FFF2-40B4-BE49-F238E27FC236}">
                <a16:creationId xmlns:a16="http://schemas.microsoft.com/office/drawing/2014/main" id="{836FDDC2-C427-2628-4F4C-1059D04CAF97}"/>
              </a:ext>
            </a:extLst>
          </p:cNvPr>
          <p:cNvSpPr>
            <a:spLocks noChangeShapeType="1"/>
          </p:cNvSpPr>
          <p:nvPr/>
        </p:nvSpPr>
        <p:spPr bwMode="auto">
          <a:xfrm>
            <a:off x="7300913" y="1538288"/>
            <a:ext cx="2794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260" name="组合 2">
            <a:extLst>
              <a:ext uri="{FF2B5EF4-FFF2-40B4-BE49-F238E27FC236}">
                <a16:creationId xmlns:a16="http://schemas.microsoft.com/office/drawing/2014/main" id="{B9D4A3E7-91C7-D71A-2696-BDEFC34F5834}"/>
              </a:ext>
            </a:extLst>
          </p:cNvPr>
          <p:cNvGrpSpPr>
            <a:grpSpLocks/>
          </p:cNvGrpSpPr>
          <p:nvPr/>
        </p:nvGrpSpPr>
        <p:grpSpPr bwMode="auto">
          <a:xfrm rot="-5400000">
            <a:off x="7062788" y="2157413"/>
            <a:ext cx="368300" cy="425450"/>
            <a:chOff x="367750" y="5042102"/>
            <a:chExt cx="385762" cy="373062"/>
          </a:xfrm>
        </p:grpSpPr>
        <p:sp>
          <p:nvSpPr>
            <p:cNvPr id="89261" name="Arc 60">
              <a:extLst>
                <a:ext uri="{FF2B5EF4-FFF2-40B4-BE49-F238E27FC236}">
                  <a16:creationId xmlns:a16="http://schemas.microsoft.com/office/drawing/2014/main" id="{65702D79-9E09-CEDD-B435-2F0CAEE4D0F5}"/>
                </a:ext>
              </a:extLst>
            </p:cNvPr>
            <p:cNvSpPr>
              <a:spLocks noChangeArrowheads="1"/>
            </p:cNvSpPr>
            <p:nvPr/>
          </p:nvSpPr>
          <p:spPr bwMode="auto">
            <a:xfrm rot="-5400000">
              <a:off x="386800" y="50230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9262" name="Arc 61">
              <a:extLst>
                <a:ext uri="{FF2B5EF4-FFF2-40B4-BE49-F238E27FC236}">
                  <a16:creationId xmlns:a16="http://schemas.microsoft.com/office/drawing/2014/main" id="{A48AF37B-DCC5-6603-236B-55013BD4282E}"/>
                </a:ext>
              </a:extLst>
            </p:cNvPr>
            <p:cNvSpPr>
              <a:spLocks noChangeArrowheads="1"/>
            </p:cNvSpPr>
            <p:nvPr/>
          </p:nvSpPr>
          <p:spPr bwMode="auto">
            <a:xfrm rot="5400000">
              <a:off x="590000" y="50230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9263" name="Line 62">
              <a:extLst>
                <a:ext uri="{FF2B5EF4-FFF2-40B4-BE49-F238E27FC236}">
                  <a16:creationId xmlns:a16="http://schemas.microsoft.com/office/drawing/2014/main" id="{27D34E60-323A-8D7B-312C-71420DD1B83D}"/>
                </a:ext>
              </a:extLst>
            </p:cNvPr>
            <p:cNvSpPr>
              <a:spLocks noChangeShapeType="1"/>
            </p:cNvSpPr>
            <p:nvPr/>
          </p:nvSpPr>
          <p:spPr bwMode="auto">
            <a:xfrm>
              <a:off x="369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64" name="Line 64">
              <a:extLst>
                <a:ext uri="{FF2B5EF4-FFF2-40B4-BE49-F238E27FC236}">
                  <a16:creationId xmlns:a16="http://schemas.microsoft.com/office/drawing/2014/main" id="{5BF7182A-22FC-F6BC-2F31-BF173B9CA16A}"/>
                </a:ext>
              </a:extLst>
            </p:cNvPr>
            <p:cNvSpPr>
              <a:spLocks noChangeShapeType="1"/>
            </p:cNvSpPr>
            <p:nvPr/>
          </p:nvSpPr>
          <p:spPr bwMode="auto">
            <a:xfrm>
              <a:off x="750337" y="5197677"/>
              <a:ext cx="0" cy="2174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65" name="Arc 60">
              <a:extLst>
                <a:ext uri="{FF2B5EF4-FFF2-40B4-BE49-F238E27FC236}">
                  <a16:creationId xmlns:a16="http://schemas.microsoft.com/office/drawing/2014/main" id="{31FB7138-B3CC-0CA1-BD58-AA29984BBA44}"/>
                </a:ext>
              </a:extLst>
            </p:cNvPr>
            <p:cNvSpPr>
              <a:spLocks noChangeArrowheads="1"/>
            </p:cNvSpPr>
            <p:nvPr/>
          </p:nvSpPr>
          <p:spPr bwMode="auto">
            <a:xfrm rot="-5400000">
              <a:off x="386800" y="5251652"/>
              <a:ext cx="144462" cy="18256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89266" name="Arc 61">
              <a:extLst>
                <a:ext uri="{FF2B5EF4-FFF2-40B4-BE49-F238E27FC236}">
                  <a16:creationId xmlns:a16="http://schemas.microsoft.com/office/drawing/2014/main" id="{D9219F5B-908E-A5CA-66D5-8D1AA94E544B}"/>
                </a:ext>
              </a:extLst>
            </p:cNvPr>
            <p:cNvSpPr>
              <a:spLocks noChangeArrowheads="1"/>
            </p:cNvSpPr>
            <p:nvPr/>
          </p:nvSpPr>
          <p:spPr bwMode="auto">
            <a:xfrm rot="5400000">
              <a:off x="590000" y="5251652"/>
              <a:ext cx="144462" cy="182562"/>
            </a:xfrm>
            <a:custGeom>
              <a:avLst/>
              <a:gdLst>
                <a:gd name="T0" fmla="*/ -1 w 21599"/>
                <a:gd name="T1" fmla="*/ 21411 h 21599"/>
                <a:gd name="T2" fmla="*/ 21363 w 21599"/>
                <a:gd name="T3" fmla="*/ 0 h 21599"/>
                <a:gd name="T4" fmla="*/ -1 w 21599"/>
                <a:gd name="T5" fmla="*/ 21411 h 21599"/>
                <a:gd name="T6" fmla="*/ 21363 w 21599"/>
                <a:gd name="T7" fmla="*/ 0 h 21599"/>
                <a:gd name="T8" fmla="*/ 21599 w 21599"/>
                <a:gd name="T9" fmla="*/ 21599 h 21599"/>
                <a:gd name="T10" fmla="*/ -1 w 21599"/>
                <a:gd name="T11" fmla="*/ 21411 h 21599"/>
              </a:gdLst>
              <a:ahLst/>
              <a:cxnLst>
                <a:cxn ang="0">
                  <a:pos x="T0" y="T1"/>
                </a:cxn>
                <a:cxn ang="0">
                  <a:pos x="T2" y="T3"/>
                </a:cxn>
                <a:cxn ang="0">
                  <a:pos x="T4" y="T5"/>
                </a:cxn>
                <a:cxn ang="0">
                  <a:pos x="T6" y="T7"/>
                </a:cxn>
                <a:cxn ang="0">
                  <a:pos x="T8" y="T9"/>
                </a:cxn>
                <a:cxn ang="0">
                  <a:pos x="T10" y="T11"/>
                </a:cxn>
              </a:cxnLst>
              <a:rect l="0" t="0" r="r" b="b"/>
              <a:pathLst>
                <a:path w="21599" h="21599" fill="none">
                  <a:moveTo>
                    <a:pt x="-1" y="21411"/>
                  </a:moveTo>
                  <a:cubicBezTo>
                    <a:pt x="101" y="9647"/>
                    <a:pt x="9599" y="128"/>
                    <a:pt x="21363" y="0"/>
                  </a:cubicBezTo>
                </a:path>
                <a:path w="21599" h="21599" stroke="0">
                  <a:moveTo>
                    <a:pt x="-1" y="21411"/>
                  </a:moveTo>
                  <a:cubicBezTo>
                    <a:pt x="101" y="9647"/>
                    <a:pt x="9599" y="128"/>
                    <a:pt x="21363" y="0"/>
                  </a:cubicBezTo>
                  <a:lnTo>
                    <a:pt x="21599" y="21599"/>
                  </a:lnTo>
                  <a:lnTo>
                    <a:pt x="-1" y="2141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89267" name="Line 91">
            <a:extLst>
              <a:ext uri="{FF2B5EF4-FFF2-40B4-BE49-F238E27FC236}">
                <a16:creationId xmlns:a16="http://schemas.microsoft.com/office/drawing/2014/main" id="{BC42D0E6-254C-1606-0DC6-51BD9A543C31}"/>
              </a:ext>
            </a:extLst>
          </p:cNvPr>
          <p:cNvSpPr>
            <a:spLocks noChangeShapeType="1"/>
          </p:cNvSpPr>
          <p:nvPr/>
        </p:nvSpPr>
        <p:spPr bwMode="auto">
          <a:xfrm>
            <a:off x="7304088" y="2451100"/>
            <a:ext cx="252412"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 name="Line 108">
            <a:extLst>
              <a:ext uri="{FF2B5EF4-FFF2-40B4-BE49-F238E27FC236}">
                <a16:creationId xmlns:a16="http://schemas.microsoft.com/office/drawing/2014/main" id="{4D53BC9F-1484-B674-735B-27874784F291}"/>
              </a:ext>
            </a:extLst>
          </p:cNvPr>
          <p:cNvSpPr>
            <a:spLocks noChangeShapeType="1"/>
          </p:cNvSpPr>
          <p:nvPr/>
        </p:nvSpPr>
        <p:spPr bwMode="auto">
          <a:xfrm flipH="1" flipV="1">
            <a:off x="7513638" y="1919288"/>
            <a:ext cx="1587" cy="395287"/>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2" name="Line 119">
            <a:extLst>
              <a:ext uri="{FF2B5EF4-FFF2-40B4-BE49-F238E27FC236}">
                <a16:creationId xmlns:a16="http://schemas.microsoft.com/office/drawing/2014/main" id="{DA2D96B9-028A-23CA-8999-C781E7037D02}"/>
              </a:ext>
            </a:extLst>
          </p:cNvPr>
          <p:cNvSpPr>
            <a:spLocks noChangeShapeType="1"/>
          </p:cNvSpPr>
          <p:nvPr/>
        </p:nvSpPr>
        <p:spPr bwMode="auto">
          <a:xfrm flipH="1">
            <a:off x="7331075" y="2303463"/>
            <a:ext cx="179388" cy="0"/>
          </a:xfrm>
          <a:prstGeom prst="line">
            <a:avLst/>
          </a:prstGeom>
          <a:noFill/>
          <a:ln w="25400">
            <a:solidFill>
              <a:srgbClr val="063DE8"/>
            </a:solidFill>
            <a:prstDash val="solid"/>
            <a:round/>
          </a:ln>
          <a:effectLst/>
        </p:spPr>
        <p:txBody>
          <a:bodyPr wrap="none" anchor="ctr"/>
          <a:lstStyle/>
          <a:p>
            <a:pPr eaLnBrk="0" hangingPunct="0">
              <a:defRPr/>
            </a:pPr>
            <a:endParaRPr lang="zh-CN" altLang="en-US">
              <a:ln>
                <a:solidFill>
                  <a:schemeClr val="tx1"/>
                </a:solidFill>
                <a:prstDash val="solid"/>
              </a:ln>
            </a:endParaRPr>
          </a:p>
        </p:txBody>
      </p:sp>
      <p:sp>
        <p:nvSpPr>
          <p:cNvPr id="223" name="Rectangle 121">
            <a:extLst>
              <a:ext uri="{FF2B5EF4-FFF2-40B4-BE49-F238E27FC236}">
                <a16:creationId xmlns:a16="http://schemas.microsoft.com/office/drawing/2014/main" id="{0806E93A-0D23-79E3-F5CB-489B732E40DC}"/>
              </a:ext>
            </a:extLst>
          </p:cNvPr>
          <p:cNvSpPr>
            <a:spLocks noChangeArrowheads="1"/>
          </p:cNvSpPr>
          <p:nvPr/>
        </p:nvSpPr>
        <p:spPr bwMode="auto">
          <a:xfrm flipH="1">
            <a:off x="6989763" y="1612900"/>
            <a:ext cx="962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u="sng">
                <a:solidFill>
                  <a:schemeClr val="accent2"/>
                </a:solidFill>
                <a:latin typeface="Arial" panose="020B0604020202020204" pitchFamily="34" charset="0"/>
                <a:ea typeface="宋体" panose="02010600030101010101" pitchFamily="2" charset="-122"/>
              </a:rPr>
              <a:t>Jump=0</a:t>
            </a:r>
          </a:p>
        </p:txBody>
      </p:sp>
      <p:grpSp>
        <p:nvGrpSpPr>
          <p:cNvPr id="89271" name="组合 3">
            <a:extLst>
              <a:ext uri="{FF2B5EF4-FFF2-40B4-BE49-F238E27FC236}">
                <a16:creationId xmlns:a16="http://schemas.microsoft.com/office/drawing/2014/main" id="{3B4611B5-20E6-1485-01D4-337826FDB658}"/>
              </a:ext>
            </a:extLst>
          </p:cNvPr>
          <p:cNvGrpSpPr>
            <a:grpSpLocks/>
          </p:cNvGrpSpPr>
          <p:nvPr/>
        </p:nvGrpSpPr>
        <p:grpSpPr bwMode="auto">
          <a:xfrm>
            <a:off x="279400" y="2670175"/>
            <a:ext cx="1636713" cy="1155700"/>
            <a:chOff x="279400" y="2959100"/>
            <a:chExt cx="1636453" cy="1155700"/>
          </a:xfrm>
        </p:grpSpPr>
        <p:sp>
          <p:nvSpPr>
            <p:cNvPr id="89272" name="Line 133">
              <a:extLst>
                <a:ext uri="{FF2B5EF4-FFF2-40B4-BE49-F238E27FC236}">
                  <a16:creationId xmlns:a16="http://schemas.microsoft.com/office/drawing/2014/main" id="{58F3CD4F-84CC-C7E5-4B0C-3D5280614310}"/>
                </a:ext>
              </a:extLst>
            </p:cNvPr>
            <p:cNvSpPr>
              <a:spLocks noChangeShapeType="1"/>
            </p:cNvSpPr>
            <p:nvPr/>
          </p:nvSpPr>
          <p:spPr bwMode="auto">
            <a:xfrm>
              <a:off x="1320800" y="3200400"/>
              <a:ext cx="577850" cy="0"/>
            </a:xfrm>
            <a:prstGeom prst="line">
              <a:avLst/>
            </a:prstGeom>
            <a:noFill/>
            <a:ln w="50800">
              <a:solidFill>
                <a:schemeClr val="tx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9273" name="Line 134">
              <a:extLst>
                <a:ext uri="{FF2B5EF4-FFF2-40B4-BE49-F238E27FC236}">
                  <a16:creationId xmlns:a16="http://schemas.microsoft.com/office/drawing/2014/main" id="{589A9383-AFC5-4720-22BF-DE2945054CE6}"/>
                </a:ext>
              </a:extLst>
            </p:cNvPr>
            <p:cNvSpPr>
              <a:spLocks noChangeShapeType="1"/>
            </p:cNvSpPr>
            <p:nvPr/>
          </p:nvSpPr>
          <p:spPr bwMode="auto">
            <a:xfrm>
              <a:off x="1905000" y="3178175"/>
              <a:ext cx="0" cy="320675"/>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74" name="Line 138">
              <a:extLst>
                <a:ext uri="{FF2B5EF4-FFF2-40B4-BE49-F238E27FC236}">
                  <a16:creationId xmlns:a16="http://schemas.microsoft.com/office/drawing/2014/main" id="{E045258E-00E0-BD20-C6EF-B805BDB06B31}"/>
                </a:ext>
              </a:extLst>
            </p:cNvPr>
            <p:cNvSpPr>
              <a:spLocks noChangeShapeType="1"/>
            </p:cNvSpPr>
            <p:nvPr/>
          </p:nvSpPr>
          <p:spPr bwMode="auto">
            <a:xfrm flipH="1">
              <a:off x="279400" y="2971800"/>
              <a:ext cx="8128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75" name="Line 139">
              <a:extLst>
                <a:ext uri="{FF2B5EF4-FFF2-40B4-BE49-F238E27FC236}">
                  <a16:creationId xmlns:a16="http://schemas.microsoft.com/office/drawing/2014/main" id="{239B8CBB-9971-895D-BB83-9D8A9E6F64FE}"/>
                </a:ext>
              </a:extLst>
            </p:cNvPr>
            <p:cNvSpPr>
              <a:spLocks noChangeShapeType="1"/>
            </p:cNvSpPr>
            <p:nvPr/>
          </p:nvSpPr>
          <p:spPr bwMode="auto">
            <a:xfrm>
              <a:off x="282575" y="4114800"/>
              <a:ext cx="377825"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76" name="Line 140">
              <a:extLst>
                <a:ext uri="{FF2B5EF4-FFF2-40B4-BE49-F238E27FC236}">
                  <a16:creationId xmlns:a16="http://schemas.microsoft.com/office/drawing/2014/main" id="{6F49EDF7-65C3-65EA-78B6-59AFABC45F90}"/>
                </a:ext>
              </a:extLst>
            </p:cNvPr>
            <p:cNvSpPr>
              <a:spLocks noChangeShapeType="1"/>
            </p:cNvSpPr>
            <p:nvPr/>
          </p:nvSpPr>
          <p:spPr bwMode="auto">
            <a:xfrm>
              <a:off x="304800" y="2997200"/>
              <a:ext cx="0" cy="111125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77" name="Line 174">
              <a:extLst>
                <a:ext uri="{FF2B5EF4-FFF2-40B4-BE49-F238E27FC236}">
                  <a16:creationId xmlns:a16="http://schemas.microsoft.com/office/drawing/2014/main" id="{B29212A3-A900-D350-BF99-D2414B488BC5}"/>
                </a:ext>
              </a:extLst>
            </p:cNvPr>
            <p:cNvSpPr>
              <a:spLocks noChangeShapeType="1"/>
            </p:cNvSpPr>
            <p:nvPr/>
          </p:nvSpPr>
          <p:spPr bwMode="auto">
            <a:xfrm>
              <a:off x="1073150" y="2959100"/>
              <a:ext cx="311150" cy="25400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78" name="Line 138">
              <a:extLst>
                <a:ext uri="{FF2B5EF4-FFF2-40B4-BE49-F238E27FC236}">
                  <a16:creationId xmlns:a16="http://schemas.microsoft.com/office/drawing/2014/main" id="{5C343FBE-8CC3-A582-D002-5CA20C7C2B50}"/>
                </a:ext>
              </a:extLst>
            </p:cNvPr>
            <p:cNvSpPr>
              <a:spLocks noChangeShapeType="1"/>
            </p:cNvSpPr>
            <p:nvPr/>
          </p:nvSpPr>
          <p:spPr bwMode="auto">
            <a:xfrm flipH="1">
              <a:off x="1735853" y="3481387"/>
              <a:ext cx="1800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9279" name="组合 2">
            <a:extLst>
              <a:ext uri="{FF2B5EF4-FFF2-40B4-BE49-F238E27FC236}">
                <a16:creationId xmlns:a16="http://schemas.microsoft.com/office/drawing/2014/main" id="{D15BE53C-6C2D-FCC5-736B-0806D02907F5}"/>
              </a:ext>
            </a:extLst>
          </p:cNvPr>
          <p:cNvGrpSpPr>
            <a:grpSpLocks/>
          </p:cNvGrpSpPr>
          <p:nvPr/>
        </p:nvGrpSpPr>
        <p:grpSpPr bwMode="auto">
          <a:xfrm>
            <a:off x="1735138" y="3203575"/>
            <a:ext cx="482600" cy="550863"/>
            <a:chOff x="1735853" y="3491870"/>
            <a:chExt cx="482213" cy="550838"/>
          </a:xfrm>
        </p:grpSpPr>
        <p:sp>
          <p:nvSpPr>
            <p:cNvPr id="89280" name="Line 108">
              <a:extLst>
                <a:ext uri="{FF2B5EF4-FFF2-40B4-BE49-F238E27FC236}">
                  <a16:creationId xmlns:a16="http://schemas.microsoft.com/office/drawing/2014/main" id="{DA18DD57-D6E8-D46D-7F5E-CC74ECF30C73}"/>
                </a:ext>
              </a:extLst>
            </p:cNvPr>
            <p:cNvSpPr>
              <a:spLocks noChangeShapeType="1"/>
            </p:cNvSpPr>
            <p:nvPr/>
          </p:nvSpPr>
          <p:spPr bwMode="auto">
            <a:xfrm>
              <a:off x="2002066" y="3509760"/>
              <a:ext cx="216000" cy="0"/>
            </a:xfrm>
            <a:prstGeom prst="line">
              <a:avLst/>
            </a:prstGeom>
            <a:noFill/>
            <a:ln w="508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81" name="Line 140">
              <a:extLst>
                <a:ext uri="{FF2B5EF4-FFF2-40B4-BE49-F238E27FC236}">
                  <a16:creationId xmlns:a16="http://schemas.microsoft.com/office/drawing/2014/main" id="{F2950C79-281D-1794-2E83-0428DDFDB612}"/>
                </a:ext>
              </a:extLst>
            </p:cNvPr>
            <p:cNvSpPr>
              <a:spLocks noChangeShapeType="1"/>
            </p:cNvSpPr>
            <p:nvPr/>
          </p:nvSpPr>
          <p:spPr bwMode="auto">
            <a:xfrm>
              <a:off x="2002066" y="3491870"/>
              <a:ext cx="0" cy="54000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82" name="Line 138">
              <a:extLst>
                <a:ext uri="{FF2B5EF4-FFF2-40B4-BE49-F238E27FC236}">
                  <a16:creationId xmlns:a16="http://schemas.microsoft.com/office/drawing/2014/main" id="{A59EE119-C585-50BE-D3CE-CCD7609D3A02}"/>
                </a:ext>
              </a:extLst>
            </p:cNvPr>
            <p:cNvSpPr>
              <a:spLocks noChangeShapeType="1"/>
            </p:cNvSpPr>
            <p:nvPr/>
          </p:nvSpPr>
          <p:spPr bwMode="auto">
            <a:xfrm flipH="1">
              <a:off x="1735853" y="4042708"/>
              <a:ext cx="288000" cy="0"/>
            </a:xfrm>
            <a:prstGeom prst="line">
              <a:avLst/>
            </a:prstGeom>
            <a:noFill/>
            <a:ln w="508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9" name="Rectangle 162">
            <a:extLst>
              <a:ext uri="{FF2B5EF4-FFF2-40B4-BE49-F238E27FC236}">
                <a16:creationId xmlns:a16="http://schemas.microsoft.com/office/drawing/2014/main" id="{B37176A7-C920-E92E-4DA3-62A77BCD05D5}"/>
              </a:ext>
            </a:extLst>
          </p:cNvPr>
          <p:cNvSpPr>
            <a:spLocks noChangeArrowheads="1"/>
          </p:cNvSpPr>
          <p:nvPr/>
        </p:nvSpPr>
        <p:spPr bwMode="auto">
          <a:xfrm>
            <a:off x="2614613" y="1106488"/>
            <a:ext cx="1111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20</a:t>
            </a:r>
            <a:r>
              <a:rPr lang="zh-CN" altLang="en-US">
                <a:solidFill>
                  <a:srgbClr val="CC0000"/>
                </a:solidFill>
                <a:latin typeface="Arial" panose="020B0604020202020204" pitchFamily="34" charset="0"/>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?’s ID</a:t>
            </a:r>
          </a:p>
        </p:txBody>
      </p:sp>
      <p:sp>
        <p:nvSpPr>
          <p:cNvPr id="89284" name="Line 178">
            <a:extLst>
              <a:ext uri="{FF2B5EF4-FFF2-40B4-BE49-F238E27FC236}">
                <a16:creationId xmlns:a16="http://schemas.microsoft.com/office/drawing/2014/main" id="{28BAA7C3-B270-0BDF-CD65-34D1EA34CCF0}"/>
              </a:ext>
            </a:extLst>
          </p:cNvPr>
          <p:cNvSpPr>
            <a:spLocks noChangeShapeType="1"/>
          </p:cNvSpPr>
          <p:nvPr/>
        </p:nvSpPr>
        <p:spPr bwMode="auto">
          <a:xfrm>
            <a:off x="7454900" y="42576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85" name="Line 177">
            <a:extLst>
              <a:ext uri="{FF2B5EF4-FFF2-40B4-BE49-F238E27FC236}">
                <a16:creationId xmlns:a16="http://schemas.microsoft.com/office/drawing/2014/main" id="{3F670E01-DFBC-EE9D-7BE0-73D269325B97}"/>
              </a:ext>
            </a:extLst>
          </p:cNvPr>
          <p:cNvSpPr>
            <a:spLocks noChangeShapeType="1"/>
          </p:cNvSpPr>
          <p:nvPr/>
        </p:nvSpPr>
        <p:spPr bwMode="auto">
          <a:xfrm>
            <a:off x="6413500" y="421957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86" name="Line 111">
            <a:extLst>
              <a:ext uri="{FF2B5EF4-FFF2-40B4-BE49-F238E27FC236}">
                <a16:creationId xmlns:a16="http://schemas.microsoft.com/office/drawing/2014/main" id="{450C3CE1-29A3-5214-9A59-E17ADAAB2BE1}"/>
              </a:ext>
            </a:extLst>
          </p:cNvPr>
          <p:cNvSpPr>
            <a:spLocks noChangeShapeType="1"/>
          </p:cNvSpPr>
          <p:nvPr/>
        </p:nvSpPr>
        <p:spPr bwMode="auto">
          <a:xfrm>
            <a:off x="4532313" y="4044950"/>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5" name="Rectangle 169">
            <a:extLst>
              <a:ext uri="{FF2B5EF4-FFF2-40B4-BE49-F238E27FC236}">
                <a16:creationId xmlns:a16="http://schemas.microsoft.com/office/drawing/2014/main" id="{451E7976-1AB9-80ED-9A57-CDDA74E07A54}"/>
              </a:ext>
            </a:extLst>
          </p:cNvPr>
          <p:cNvSpPr>
            <a:spLocks noChangeArrowheads="1"/>
          </p:cNvSpPr>
          <p:nvPr/>
        </p:nvSpPr>
        <p:spPr bwMode="auto">
          <a:xfrm>
            <a:off x="6245225" y="1150938"/>
            <a:ext cx="1374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12: </a:t>
            </a:r>
            <a:r>
              <a:rPr lang="en-US" altLang="zh-CN">
                <a:solidFill>
                  <a:srgbClr val="CC0000"/>
                </a:solidFill>
                <a:latin typeface="Arial" panose="020B0604020202020204" pitchFamily="34" charset="0"/>
                <a:ea typeface="宋体" panose="02010600030101010101" pitchFamily="2" charset="-122"/>
              </a:rPr>
              <a:t>Beq’s  M</a:t>
            </a:r>
          </a:p>
        </p:txBody>
      </p:sp>
      <p:grpSp>
        <p:nvGrpSpPr>
          <p:cNvPr id="14" name="组合 7">
            <a:extLst>
              <a:ext uri="{FF2B5EF4-FFF2-40B4-BE49-F238E27FC236}">
                <a16:creationId xmlns:a16="http://schemas.microsoft.com/office/drawing/2014/main" id="{9C8ED2A9-0C6D-CD97-9C9E-3F15DA7A858C}"/>
              </a:ext>
            </a:extLst>
          </p:cNvPr>
          <p:cNvGrpSpPr>
            <a:grpSpLocks/>
          </p:cNvGrpSpPr>
          <p:nvPr/>
        </p:nvGrpSpPr>
        <p:grpSpPr bwMode="auto">
          <a:xfrm>
            <a:off x="4333875" y="3733800"/>
            <a:ext cx="547688" cy="304800"/>
            <a:chOff x="4334383" y="3734112"/>
            <a:chExt cx="546474" cy="304800"/>
          </a:xfrm>
        </p:grpSpPr>
        <p:sp>
          <p:nvSpPr>
            <p:cNvPr id="89289" name="Line 46">
              <a:extLst>
                <a:ext uri="{FF2B5EF4-FFF2-40B4-BE49-F238E27FC236}">
                  <a16:creationId xmlns:a16="http://schemas.microsoft.com/office/drawing/2014/main" id="{6261EF9D-8684-E696-0473-43CF5F0D6ABE}"/>
                </a:ext>
              </a:extLst>
            </p:cNvPr>
            <p:cNvSpPr>
              <a:spLocks noChangeShapeType="1"/>
            </p:cNvSpPr>
            <p:nvPr/>
          </p:nvSpPr>
          <p:spPr bwMode="auto">
            <a:xfrm>
              <a:off x="4340857" y="4038912"/>
              <a:ext cx="5400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90" name="Line 47">
              <a:extLst>
                <a:ext uri="{FF2B5EF4-FFF2-40B4-BE49-F238E27FC236}">
                  <a16:creationId xmlns:a16="http://schemas.microsoft.com/office/drawing/2014/main" id="{C4C03F2C-D8B9-E7FD-B40D-03E86C0C7F05}"/>
                </a:ext>
              </a:extLst>
            </p:cNvPr>
            <p:cNvSpPr>
              <a:spLocks noChangeShapeType="1"/>
            </p:cNvSpPr>
            <p:nvPr/>
          </p:nvSpPr>
          <p:spPr bwMode="auto">
            <a:xfrm>
              <a:off x="4334383" y="3734112"/>
              <a:ext cx="5349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96" name="Rectangle 167">
            <a:extLst>
              <a:ext uri="{FF2B5EF4-FFF2-40B4-BE49-F238E27FC236}">
                <a16:creationId xmlns:a16="http://schemas.microsoft.com/office/drawing/2014/main" id="{02524CD4-11AC-A735-C2FE-F5753DC279A7}"/>
              </a:ext>
            </a:extLst>
          </p:cNvPr>
          <p:cNvSpPr>
            <a:spLocks noChangeArrowheads="1"/>
          </p:cNvSpPr>
          <p:nvPr/>
        </p:nvSpPr>
        <p:spPr bwMode="auto">
          <a:xfrm>
            <a:off x="4267200" y="1143000"/>
            <a:ext cx="12144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16: </a:t>
            </a:r>
            <a:r>
              <a:rPr lang="en-US" altLang="zh-CN">
                <a:solidFill>
                  <a:srgbClr val="CC0000"/>
                </a:solidFill>
                <a:latin typeface="Arial" panose="020B0604020202020204" pitchFamily="34" charset="0"/>
                <a:ea typeface="宋体" panose="02010600030101010101" pitchFamily="2" charset="-122"/>
              </a:rPr>
              <a:t>?’s  EX</a:t>
            </a:r>
          </a:p>
        </p:txBody>
      </p:sp>
      <p:grpSp>
        <p:nvGrpSpPr>
          <p:cNvPr id="89292" name="组合 6">
            <a:extLst>
              <a:ext uri="{FF2B5EF4-FFF2-40B4-BE49-F238E27FC236}">
                <a16:creationId xmlns:a16="http://schemas.microsoft.com/office/drawing/2014/main" id="{5E21795C-2D0A-8CBE-DE00-B982176B1AF2}"/>
              </a:ext>
            </a:extLst>
          </p:cNvPr>
          <p:cNvGrpSpPr>
            <a:grpSpLocks/>
          </p:cNvGrpSpPr>
          <p:nvPr/>
        </p:nvGrpSpPr>
        <p:grpSpPr bwMode="auto">
          <a:xfrm>
            <a:off x="2659063" y="4981575"/>
            <a:ext cx="1366837" cy="288925"/>
            <a:chOff x="2658660" y="4982269"/>
            <a:chExt cx="1368000" cy="288900"/>
          </a:xfrm>
        </p:grpSpPr>
        <p:sp>
          <p:nvSpPr>
            <p:cNvPr id="89293" name="Line 69">
              <a:extLst>
                <a:ext uri="{FF2B5EF4-FFF2-40B4-BE49-F238E27FC236}">
                  <a16:creationId xmlns:a16="http://schemas.microsoft.com/office/drawing/2014/main" id="{F41FF3D8-857B-19DB-A1F2-D8C6F7DB205C}"/>
                </a:ext>
              </a:extLst>
            </p:cNvPr>
            <p:cNvSpPr>
              <a:spLocks noChangeShapeType="1"/>
            </p:cNvSpPr>
            <p:nvPr/>
          </p:nvSpPr>
          <p:spPr bwMode="auto">
            <a:xfrm>
              <a:off x="2658660" y="5271169"/>
              <a:ext cx="1368000" cy="0"/>
            </a:xfrm>
            <a:prstGeom prst="line">
              <a:avLst/>
            </a:prstGeom>
            <a:noFill/>
            <a:ln w="508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94" name="Line 173">
              <a:extLst>
                <a:ext uri="{FF2B5EF4-FFF2-40B4-BE49-F238E27FC236}">
                  <a16:creationId xmlns:a16="http://schemas.microsoft.com/office/drawing/2014/main" id="{6D0B2FC8-B99E-C41E-82A7-213367871E4F}"/>
                </a:ext>
              </a:extLst>
            </p:cNvPr>
            <p:cNvSpPr>
              <a:spLocks noChangeShapeType="1"/>
            </p:cNvSpPr>
            <p:nvPr/>
          </p:nvSpPr>
          <p:spPr bwMode="auto">
            <a:xfrm>
              <a:off x="2666999" y="4982269"/>
              <a:ext cx="0" cy="288000"/>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37" name="Rectangle 175">
            <a:extLst>
              <a:ext uri="{FF2B5EF4-FFF2-40B4-BE49-F238E27FC236}">
                <a16:creationId xmlns:a16="http://schemas.microsoft.com/office/drawing/2014/main" id="{30E9EA42-933E-A4C3-A865-C07F43150A7C}"/>
              </a:ext>
            </a:extLst>
          </p:cNvPr>
          <p:cNvSpPr>
            <a:spLocks noChangeArrowheads="1"/>
          </p:cNvSpPr>
          <p:nvPr/>
        </p:nvSpPr>
        <p:spPr bwMode="auto">
          <a:xfrm>
            <a:off x="8015288" y="1143000"/>
            <a:ext cx="11287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zh-CN" altLang="en-US">
                <a:solidFill>
                  <a:srgbClr val="CC0000"/>
                </a:solidFill>
                <a:latin typeface="Arial" panose="020B0604020202020204" pitchFamily="34" charset="0"/>
                <a:ea typeface="宋体" panose="02010600030101010101" pitchFamily="2" charset="-122"/>
              </a:rPr>
              <a:t>8: </a:t>
            </a:r>
            <a:r>
              <a:rPr lang="en-US" altLang="zh-CN">
                <a:solidFill>
                  <a:srgbClr val="CC0000"/>
                </a:solidFill>
                <a:latin typeface="Arial" panose="020B0604020202020204" pitchFamily="34" charset="0"/>
                <a:ea typeface="宋体" panose="02010600030101010101" pitchFamily="2" charset="-122"/>
              </a:rPr>
              <a:t>Store’s  WB</a:t>
            </a:r>
          </a:p>
        </p:txBody>
      </p:sp>
      <p:grpSp>
        <p:nvGrpSpPr>
          <p:cNvPr id="16" name="Group 207">
            <a:extLst>
              <a:ext uri="{FF2B5EF4-FFF2-40B4-BE49-F238E27FC236}">
                <a16:creationId xmlns:a16="http://schemas.microsoft.com/office/drawing/2014/main" id="{0CD01C88-DD57-8AD6-EC19-2D10CCAC6747}"/>
              </a:ext>
            </a:extLst>
          </p:cNvPr>
          <p:cNvGrpSpPr>
            <a:grpSpLocks/>
          </p:cNvGrpSpPr>
          <p:nvPr/>
        </p:nvGrpSpPr>
        <p:grpSpPr bwMode="auto">
          <a:xfrm>
            <a:off x="1266825" y="2651125"/>
            <a:ext cx="5156200" cy="708025"/>
            <a:chOff x="800" y="1808"/>
            <a:chExt cx="3248" cy="368"/>
          </a:xfrm>
        </p:grpSpPr>
        <p:sp>
          <p:nvSpPr>
            <p:cNvPr id="89297" name="Line 124">
              <a:extLst>
                <a:ext uri="{FF2B5EF4-FFF2-40B4-BE49-F238E27FC236}">
                  <a16:creationId xmlns:a16="http://schemas.microsoft.com/office/drawing/2014/main" id="{A96CB64D-3E23-63F8-5201-1F6CC740D7B0}"/>
                </a:ext>
              </a:extLst>
            </p:cNvPr>
            <p:cNvSpPr>
              <a:spLocks noChangeShapeType="1"/>
            </p:cNvSpPr>
            <p:nvPr/>
          </p:nvSpPr>
          <p:spPr bwMode="auto">
            <a:xfrm>
              <a:off x="3904" y="2160"/>
              <a:ext cx="112"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298" name="Line 140">
              <a:extLst>
                <a:ext uri="{FF2B5EF4-FFF2-40B4-BE49-F238E27FC236}">
                  <a16:creationId xmlns:a16="http://schemas.microsoft.com/office/drawing/2014/main" id="{38E95DDF-843D-937D-1CAE-BC4B1C96A9FD}"/>
                </a:ext>
              </a:extLst>
            </p:cNvPr>
            <p:cNvSpPr>
              <a:spLocks noChangeShapeType="1"/>
            </p:cNvSpPr>
            <p:nvPr/>
          </p:nvSpPr>
          <p:spPr bwMode="auto">
            <a:xfrm flipH="1">
              <a:off x="800" y="1824"/>
              <a:ext cx="3248" cy="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299" name="Line 141">
              <a:extLst>
                <a:ext uri="{FF2B5EF4-FFF2-40B4-BE49-F238E27FC236}">
                  <a16:creationId xmlns:a16="http://schemas.microsoft.com/office/drawing/2014/main" id="{ED3FF560-D57B-57A4-A0CA-9D7FA42B811D}"/>
                </a:ext>
              </a:extLst>
            </p:cNvPr>
            <p:cNvSpPr>
              <a:spLocks noChangeShapeType="1"/>
            </p:cNvSpPr>
            <p:nvPr/>
          </p:nvSpPr>
          <p:spPr bwMode="auto">
            <a:xfrm flipV="1">
              <a:off x="4032" y="1808"/>
              <a:ext cx="0" cy="368"/>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组合 5">
            <a:extLst>
              <a:ext uri="{FF2B5EF4-FFF2-40B4-BE49-F238E27FC236}">
                <a16:creationId xmlns:a16="http://schemas.microsoft.com/office/drawing/2014/main" id="{3B2949EB-FFE7-5FFE-7493-B2E8FF7B5BEF}"/>
              </a:ext>
            </a:extLst>
          </p:cNvPr>
          <p:cNvGrpSpPr>
            <a:grpSpLocks/>
          </p:cNvGrpSpPr>
          <p:nvPr/>
        </p:nvGrpSpPr>
        <p:grpSpPr bwMode="auto">
          <a:xfrm>
            <a:off x="1179513" y="2376488"/>
            <a:ext cx="5832475" cy="157162"/>
            <a:chOff x="1180218" y="2375833"/>
            <a:chExt cx="5832000" cy="157187"/>
          </a:xfrm>
        </p:grpSpPr>
        <p:sp>
          <p:nvSpPr>
            <p:cNvPr id="89301" name="Line 143">
              <a:extLst>
                <a:ext uri="{FF2B5EF4-FFF2-40B4-BE49-F238E27FC236}">
                  <a16:creationId xmlns:a16="http://schemas.microsoft.com/office/drawing/2014/main" id="{9B8DFEB0-C9AB-4158-3A84-F0B4A3ED6470}"/>
                </a:ext>
              </a:extLst>
            </p:cNvPr>
            <p:cNvSpPr>
              <a:spLocks noChangeShapeType="1"/>
            </p:cNvSpPr>
            <p:nvPr/>
          </p:nvSpPr>
          <p:spPr bwMode="auto">
            <a:xfrm>
              <a:off x="1180218" y="2375833"/>
              <a:ext cx="5832000"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302" name="Line 145">
              <a:extLst>
                <a:ext uri="{FF2B5EF4-FFF2-40B4-BE49-F238E27FC236}">
                  <a16:creationId xmlns:a16="http://schemas.microsoft.com/office/drawing/2014/main" id="{630924AF-9741-FE48-BDD8-35E0FC0D0FC9}"/>
                </a:ext>
              </a:extLst>
            </p:cNvPr>
            <p:cNvSpPr>
              <a:spLocks noChangeShapeType="1"/>
            </p:cNvSpPr>
            <p:nvPr/>
          </p:nvSpPr>
          <p:spPr bwMode="auto">
            <a:xfrm>
              <a:off x="1204660" y="2380620"/>
              <a:ext cx="0" cy="15240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 name="Group 215">
            <a:extLst>
              <a:ext uri="{FF2B5EF4-FFF2-40B4-BE49-F238E27FC236}">
                <a16:creationId xmlns:a16="http://schemas.microsoft.com/office/drawing/2014/main" id="{2ED4A0C5-B4E3-6840-144B-72A67F93FF36}"/>
              </a:ext>
            </a:extLst>
          </p:cNvPr>
          <p:cNvGrpSpPr>
            <a:grpSpLocks/>
          </p:cNvGrpSpPr>
          <p:nvPr/>
        </p:nvGrpSpPr>
        <p:grpSpPr bwMode="auto">
          <a:xfrm>
            <a:off x="285750" y="2687638"/>
            <a:ext cx="1066800" cy="1174750"/>
            <a:chOff x="224" y="1680"/>
            <a:chExt cx="672" cy="740"/>
          </a:xfrm>
        </p:grpSpPr>
        <p:grpSp>
          <p:nvGrpSpPr>
            <p:cNvPr id="89304" name="Group 209">
              <a:extLst>
                <a:ext uri="{FF2B5EF4-FFF2-40B4-BE49-F238E27FC236}">
                  <a16:creationId xmlns:a16="http://schemas.microsoft.com/office/drawing/2014/main" id="{AE31C896-A9D5-65BC-20CB-A6C661F6B014}"/>
                </a:ext>
              </a:extLst>
            </p:cNvPr>
            <p:cNvGrpSpPr>
              <a:grpSpLocks/>
            </p:cNvGrpSpPr>
            <p:nvPr/>
          </p:nvGrpSpPr>
          <p:grpSpPr bwMode="auto">
            <a:xfrm>
              <a:off x="224" y="1680"/>
              <a:ext cx="512" cy="740"/>
              <a:chOff x="176" y="1824"/>
              <a:chExt cx="512" cy="740"/>
            </a:xfrm>
          </p:grpSpPr>
          <p:sp>
            <p:nvSpPr>
              <p:cNvPr id="89305" name="Line 137">
                <a:extLst>
                  <a:ext uri="{FF2B5EF4-FFF2-40B4-BE49-F238E27FC236}">
                    <a16:creationId xmlns:a16="http://schemas.microsoft.com/office/drawing/2014/main" id="{1E903904-902F-1D51-3A4A-9361868F9D9A}"/>
                  </a:ext>
                </a:extLst>
              </p:cNvPr>
              <p:cNvSpPr>
                <a:spLocks noChangeShapeType="1"/>
              </p:cNvSpPr>
              <p:nvPr/>
            </p:nvSpPr>
            <p:spPr bwMode="auto">
              <a:xfrm flipH="1">
                <a:off x="176" y="1824"/>
                <a:ext cx="512"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306" name="Line 138">
                <a:extLst>
                  <a:ext uri="{FF2B5EF4-FFF2-40B4-BE49-F238E27FC236}">
                    <a16:creationId xmlns:a16="http://schemas.microsoft.com/office/drawing/2014/main" id="{11D5F225-E51B-F7EA-B117-7A9D97CD9BC3}"/>
                  </a:ext>
                </a:extLst>
              </p:cNvPr>
              <p:cNvSpPr>
                <a:spLocks noChangeShapeType="1"/>
              </p:cNvSpPr>
              <p:nvPr/>
            </p:nvSpPr>
            <p:spPr bwMode="auto">
              <a:xfrm>
                <a:off x="208" y="2544"/>
                <a:ext cx="208" cy="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307" name="Line 139">
                <a:extLst>
                  <a:ext uri="{FF2B5EF4-FFF2-40B4-BE49-F238E27FC236}">
                    <a16:creationId xmlns:a16="http://schemas.microsoft.com/office/drawing/2014/main" id="{648930D7-43DD-D62E-2DAE-CA5941376013}"/>
                  </a:ext>
                </a:extLst>
              </p:cNvPr>
              <p:cNvSpPr>
                <a:spLocks noChangeShapeType="1"/>
              </p:cNvSpPr>
              <p:nvPr/>
            </p:nvSpPr>
            <p:spPr bwMode="auto">
              <a:xfrm>
                <a:off x="192" y="1840"/>
                <a:ext cx="0" cy="724"/>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9308" name="Line 173">
              <a:extLst>
                <a:ext uri="{FF2B5EF4-FFF2-40B4-BE49-F238E27FC236}">
                  <a16:creationId xmlns:a16="http://schemas.microsoft.com/office/drawing/2014/main" id="{5A9B9BD2-F544-2735-80BE-40FB568508D8}"/>
                </a:ext>
              </a:extLst>
            </p:cNvPr>
            <p:cNvSpPr>
              <a:spLocks noChangeShapeType="1"/>
            </p:cNvSpPr>
            <p:nvPr/>
          </p:nvSpPr>
          <p:spPr bwMode="auto">
            <a:xfrm>
              <a:off x="736" y="1680"/>
              <a:ext cx="160"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 name="组合 1">
            <a:extLst>
              <a:ext uri="{FF2B5EF4-FFF2-40B4-BE49-F238E27FC236}">
                <a16:creationId xmlns:a16="http://schemas.microsoft.com/office/drawing/2014/main" id="{3BB922C8-4759-B1AE-5E1B-F68BE0EA3B19}"/>
              </a:ext>
            </a:extLst>
          </p:cNvPr>
          <p:cNvGrpSpPr>
            <a:grpSpLocks/>
          </p:cNvGrpSpPr>
          <p:nvPr/>
        </p:nvGrpSpPr>
        <p:grpSpPr bwMode="auto">
          <a:xfrm>
            <a:off x="7259638" y="2438400"/>
            <a:ext cx="312737" cy="863600"/>
            <a:chOff x="7260249" y="2438622"/>
            <a:chExt cx="311965" cy="864000"/>
          </a:xfrm>
        </p:grpSpPr>
        <p:sp>
          <p:nvSpPr>
            <p:cNvPr id="89310" name="Line 142">
              <a:extLst>
                <a:ext uri="{FF2B5EF4-FFF2-40B4-BE49-F238E27FC236}">
                  <a16:creationId xmlns:a16="http://schemas.microsoft.com/office/drawing/2014/main" id="{C1586947-A3EF-6D72-D879-460F6C72C5C1}"/>
                </a:ext>
              </a:extLst>
            </p:cNvPr>
            <p:cNvSpPr>
              <a:spLocks noChangeShapeType="1"/>
            </p:cNvSpPr>
            <p:nvPr/>
          </p:nvSpPr>
          <p:spPr bwMode="auto">
            <a:xfrm>
              <a:off x="7260249" y="3296280"/>
              <a:ext cx="288000"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311" name="Line 144">
              <a:extLst>
                <a:ext uri="{FF2B5EF4-FFF2-40B4-BE49-F238E27FC236}">
                  <a16:creationId xmlns:a16="http://schemas.microsoft.com/office/drawing/2014/main" id="{A91E66A9-43E9-1DCC-4E84-875B5E994D51}"/>
                </a:ext>
              </a:extLst>
            </p:cNvPr>
            <p:cNvSpPr>
              <a:spLocks noChangeShapeType="1"/>
            </p:cNvSpPr>
            <p:nvPr/>
          </p:nvSpPr>
          <p:spPr bwMode="auto">
            <a:xfrm>
              <a:off x="7545413" y="2438622"/>
              <a:ext cx="0" cy="86400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312" name="Line 142">
              <a:extLst>
                <a:ext uri="{FF2B5EF4-FFF2-40B4-BE49-F238E27FC236}">
                  <a16:creationId xmlns:a16="http://schemas.microsoft.com/office/drawing/2014/main" id="{F42E2E96-E8F3-1E59-41C5-D2BF220D96BA}"/>
                </a:ext>
              </a:extLst>
            </p:cNvPr>
            <p:cNvSpPr>
              <a:spLocks noChangeShapeType="1"/>
            </p:cNvSpPr>
            <p:nvPr/>
          </p:nvSpPr>
          <p:spPr bwMode="auto">
            <a:xfrm>
              <a:off x="7320214" y="2458565"/>
              <a:ext cx="252000"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1" name="Group 206">
            <a:extLst>
              <a:ext uri="{FF2B5EF4-FFF2-40B4-BE49-F238E27FC236}">
                <a16:creationId xmlns:a16="http://schemas.microsoft.com/office/drawing/2014/main" id="{A88DD253-092D-4B68-EC92-4E21C3E41FD1}"/>
              </a:ext>
            </a:extLst>
          </p:cNvPr>
          <p:cNvGrpSpPr>
            <a:grpSpLocks/>
          </p:cNvGrpSpPr>
          <p:nvPr/>
        </p:nvGrpSpPr>
        <p:grpSpPr bwMode="auto">
          <a:xfrm>
            <a:off x="6194425" y="3348038"/>
            <a:ext cx="688975" cy="508000"/>
            <a:chOff x="3904" y="2240"/>
            <a:chExt cx="434" cy="320"/>
          </a:xfrm>
        </p:grpSpPr>
        <p:sp>
          <p:nvSpPr>
            <p:cNvPr id="89314" name="Line 112">
              <a:extLst>
                <a:ext uri="{FF2B5EF4-FFF2-40B4-BE49-F238E27FC236}">
                  <a16:creationId xmlns:a16="http://schemas.microsoft.com/office/drawing/2014/main" id="{4C16CC0F-188F-4E0C-7685-6204D348EEF6}"/>
                </a:ext>
              </a:extLst>
            </p:cNvPr>
            <p:cNvSpPr>
              <a:spLocks noChangeShapeType="1"/>
            </p:cNvSpPr>
            <p:nvPr/>
          </p:nvSpPr>
          <p:spPr bwMode="auto">
            <a:xfrm flipH="1">
              <a:off x="4160" y="2256"/>
              <a:ext cx="178"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315" name="Line 121">
              <a:extLst>
                <a:ext uri="{FF2B5EF4-FFF2-40B4-BE49-F238E27FC236}">
                  <a16:creationId xmlns:a16="http://schemas.microsoft.com/office/drawing/2014/main" id="{ED9F62F2-49F4-24F1-0943-86C5DB0D5356}"/>
                </a:ext>
              </a:extLst>
            </p:cNvPr>
            <p:cNvSpPr>
              <a:spLocks noChangeShapeType="1"/>
            </p:cNvSpPr>
            <p:nvPr/>
          </p:nvSpPr>
          <p:spPr bwMode="auto">
            <a:xfrm flipV="1">
              <a:off x="4176" y="2240"/>
              <a:ext cx="0" cy="32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316" name="Line 123">
              <a:extLst>
                <a:ext uri="{FF2B5EF4-FFF2-40B4-BE49-F238E27FC236}">
                  <a16:creationId xmlns:a16="http://schemas.microsoft.com/office/drawing/2014/main" id="{EF71DA04-A033-7B3D-7C81-0CEBFB25EE84}"/>
                </a:ext>
              </a:extLst>
            </p:cNvPr>
            <p:cNvSpPr>
              <a:spLocks noChangeShapeType="1"/>
            </p:cNvSpPr>
            <p:nvPr/>
          </p:nvSpPr>
          <p:spPr bwMode="auto">
            <a:xfrm>
              <a:off x="3904" y="2544"/>
              <a:ext cx="256"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9317" name="Line 111">
            <a:extLst>
              <a:ext uri="{FF2B5EF4-FFF2-40B4-BE49-F238E27FC236}">
                <a16:creationId xmlns:a16="http://schemas.microsoft.com/office/drawing/2014/main" id="{9E8F3A6C-942A-65B5-1EEE-1488A8E3F013}"/>
              </a:ext>
            </a:extLst>
          </p:cNvPr>
          <p:cNvSpPr>
            <a:spLocks noChangeShapeType="1"/>
          </p:cNvSpPr>
          <p:nvPr/>
        </p:nvSpPr>
        <p:spPr bwMode="auto">
          <a:xfrm>
            <a:off x="5499100" y="4225925"/>
            <a:ext cx="355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790" name="Line 34">
            <a:extLst>
              <a:ext uri="{FF2B5EF4-FFF2-40B4-BE49-F238E27FC236}">
                <a16:creationId xmlns:a16="http://schemas.microsoft.com/office/drawing/2014/main" id="{948D54C5-F18E-6A3E-4586-6E9E68E919FC}"/>
              </a:ext>
            </a:extLst>
          </p:cNvPr>
          <p:cNvSpPr>
            <a:spLocks noChangeShapeType="1"/>
          </p:cNvSpPr>
          <p:nvPr/>
        </p:nvSpPr>
        <p:spPr bwMode="auto">
          <a:xfrm>
            <a:off x="5440363" y="4232275"/>
            <a:ext cx="446087" cy="31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2" name="组合 9">
            <a:extLst>
              <a:ext uri="{FF2B5EF4-FFF2-40B4-BE49-F238E27FC236}">
                <a16:creationId xmlns:a16="http://schemas.microsoft.com/office/drawing/2014/main" id="{1C38F765-CD0D-8CA6-D84D-E85F5757F073}"/>
              </a:ext>
            </a:extLst>
          </p:cNvPr>
          <p:cNvGrpSpPr>
            <a:grpSpLocks/>
          </p:cNvGrpSpPr>
          <p:nvPr/>
        </p:nvGrpSpPr>
        <p:grpSpPr bwMode="auto">
          <a:xfrm>
            <a:off x="4316413" y="5103813"/>
            <a:ext cx="1601787" cy="184150"/>
            <a:chOff x="4316411" y="5104157"/>
            <a:chExt cx="1601789" cy="184149"/>
          </a:xfrm>
        </p:grpSpPr>
        <p:sp>
          <p:nvSpPr>
            <p:cNvPr id="89320" name="Line 72">
              <a:extLst>
                <a:ext uri="{FF2B5EF4-FFF2-40B4-BE49-F238E27FC236}">
                  <a16:creationId xmlns:a16="http://schemas.microsoft.com/office/drawing/2014/main" id="{4A3C64D0-2A0A-A590-29E9-B0A197E95751}"/>
                </a:ext>
              </a:extLst>
            </p:cNvPr>
            <p:cNvSpPr>
              <a:spLocks noChangeShapeType="1"/>
            </p:cNvSpPr>
            <p:nvPr/>
          </p:nvSpPr>
          <p:spPr bwMode="auto">
            <a:xfrm>
              <a:off x="4850341" y="5107727"/>
              <a:ext cx="106785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321" name="Line 95">
              <a:extLst>
                <a:ext uri="{FF2B5EF4-FFF2-40B4-BE49-F238E27FC236}">
                  <a16:creationId xmlns:a16="http://schemas.microsoft.com/office/drawing/2014/main" id="{AA5E97E9-036A-48BA-6C42-CF71EBA39B25}"/>
                </a:ext>
              </a:extLst>
            </p:cNvPr>
            <p:cNvSpPr>
              <a:spLocks noChangeShapeType="1"/>
            </p:cNvSpPr>
            <p:nvPr/>
          </p:nvSpPr>
          <p:spPr bwMode="auto">
            <a:xfrm>
              <a:off x="4316411" y="5288067"/>
              <a:ext cx="2402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322" name="Line 181">
              <a:extLst>
                <a:ext uri="{FF2B5EF4-FFF2-40B4-BE49-F238E27FC236}">
                  <a16:creationId xmlns:a16="http://schemas.microsoft.com/office/drawing/2014/main" id="{2F80FBFA-9B5B-42E4-3B53-F9366AEE272A}"/>
                </a:ext>
              </a:extLst>
            </p:cNvPr>
            <p:cNvSpPr>
              <a:spLocks noChangeShapeType="1"/>
            </p:cNvSpPr>
            <p:nvPr/>
          </p:nvSpPr>
          <p:spPr bwMode="auto">
            <a:xfrm flipV="1">
              <a:off x="4543331" y="5104157"/>
              <a:ext cx="314972" cy="18414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8" name="Rectangle 162">
            <a:extLst>
              <a:ext uri="{FF2B5EF4-FFF2-40B4-BE49-F238E27FC236}">
                <a16:creationId xmlns:a16="http://schemas.microsoft.com/office/drawing/2014/main" id="{7EF109B2-BB70-37F9-2901-7346D3AC9E2E}"/>
              </a:ext>
            </a:extLst>
          </p:cNvPr>
          <p:cNvSpPr>
            <a:spLocks noChangeArrowheads="1"/>
          </p:cNvSpPr>
          <p:nvPr/>
        </p:nvSpPr>
        <p:spPr bwMode="auto">
          <a:xfrm>
            <a:off x="1038225" y="1139825"/>
            <a:ext cx="10890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solidFill>
                  <a:srgbClr val="CC0000"/>
                </a:solidFill>
                <a:latin typeface="Arial" panose="020B0604020202020204" pitchFamily="34" charset="0"/>
                <a:ea typeface="宋体" panose="02010600030101010101" pitchFamily="2" charset="-122"/>
              </a:rPr>
              <a:t>24</a:t>
            </a:r>
            <a:r>
              <a:rPr lang="zh-CN" altLang="en-US">
                <a:solidFill>
                  <a:srgbClr val="CC0000"/>
                </a:solidFill>
                <a:latin typeface="Arial" panose="020B0604020202020204" pitchFamily="34" charset="0"/>
                <a:ea typeface="宋体" panose="02010600030101010101" pitchFamily="2" charset="-122"/>
              </a:rPr>
              <a:t>: </a:t>
            </a:r>
            <a:r>
              <a:rPr lang="en-US" altLang="zh-CN">
                <a:solidFill>
                  <a:srgbClr val="CC0000"/>
                </a:solidFill>
                <a:latin typeface="Arial" panose="020B0604020202020204" pitchFamily="34" charset="0"/>
                <a:ea typeface="宋体" panose="02010600030101010101" pitchFamily="2" charset="-122"/>
              </a:rPr>
              <a:t>?’s IF</a:t>
            </a:r>
          </a:p>
        </p:txBody>
      </p:sp>
      <p:sp>
        <p:nvSpPr>
          <p:cNvPr id="269" name="Text Box 210">
            <a:extLst>
              <a:ext uri="{FF2B5EF4-FFF2-40B4-BE49-F238E27FC236}">
                <a16:creationId xmlns:a16="http://schemas.microsoft.com/office/drawing/2014/main" id="{1D78A175-3C2E-8275-9CC6-D03D4746F768}"/>
              </a:ext>
            </a:extLst>
          </p:cNvPr>
          <p:cNvSpPr txBox="1">
            <a:spLocks noChangeArrowheads="1"/>
          </p:cNvSpPr>
          <p:nvPr/>
        </p:nvSpPr>
        <p:spPr bwMode="auto">
          <a:xfrm>
            <a:off x="79375" y="4738688"/>
            <a:ext cx="1322388"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zh-CN" altLang="en-US" sz="1700">
                <a:solidFill>
                  <a:srgbClr val="CC0000"/>
                </a:solidFill>
                <a:latin typeface="Arial" panose="020B0604020202020204" pitchFamily="34" charset="0"/>
                <a:ea typeface="黑体" panose="02010609060101010101" pitchFamily="49" charset="-122"/>
              </a:rPr>
              <a:t>假定相等，</a:t>
            </a:r>
          </a:p>
          <a:p>
            <a:r>
              <a:rPr lang="zh-CN" altLang="en-US" sz="1700">
                <a:solidFill>
                  <a:srgbClr val="CC0000"/>
                </a:solidFill>
                <a:latin typeface="Arial" panose="020B0604020202020204" pitchFamily="34" charset="0"/>
                <a:ea typeface="黑体" panose="02010609060101010101" pitchFamily="49" charset="-122"/>
              </a:rPr>
              <a:t>则</a:t>
            </a:r>
            <a:r>
              <a:rPr lang="en-US" altLang="zh-CN" sz="1700">
                <a:solidFill>
                  <a:srgbClr val="CC0000"/>
                </a:solidFill>
                <a:latin typeface="Arial" panose="020B0604020202020204" pitchFamily="34" charset="0"/>
                <a:ea typeface="黑体" panose="02010609060101010101" pitchFamily="49" charset="-122"/>
              </a:rPr>
              <a:t>Zero=1</a:t>
            </a:r>
          </a:p>
          <a:p>
            <a:r>
              <a:rPr lang="zh-CN" altLang="en-US" sz="1700">
                <a:solidFill>
                  <a:srgbClr val="CC0000"/>
                </a:solidFill>
                <a:latin typeface="Arial" panose="020B0604020202020204" pitchFamily="34" charset="0"/>
                <a:ea typeface="黑体" panose="02010609060101010101" pitchFamily="49" charset="-122"/>
              </a:rPr>
              <a:t>转移目标地址送</a:t>
            </a:r>
            <a:r>
              <a:rPr lang="en-US" altLang="zh-CN" sz="1700">
                <a:solidFill>
                  <a:srgbClr val="CC0000"/>
                </a:solidFill>
                <a:latin typeface="Arial" panose="020B0604020202020204" pitchFamily="34" charset="0"/>
                <a:ea typeface="黑体" panose="02010609060101010101" pitchFamily="49" charset="-122"/>
              </a:rPr>
              <a:t>PC!</a:t>
            </a:r>
          </a:p>
        </p:txBody>
      </p:sp>
      <p:sp>
        <p:nvSpPr>
          <p:cNvPr id="270" name="Text Box 213">
            <a:extLst>
              <a:ext uri="{FF2B5EF4-FFF2-40B4-BE49-F238E27FC236}">
                <a16:creationId xmlns:a16="http://schemas.microsoft.com/office/drawing/2014/main" id="{CF0E5579-D84D-1ACA-6030-6724C91137D9}"/>
              </a:ext>
            </a:extLst>
          </p:cNvPr>
          <p:cNvSpPr txBox="1">
            <a:spLocks noChangeArrowheads="1"/>
          </p:cNvSpPr>
          <p:nvPr/>
        </p:nvSpPr>
        <p:spPr bwMode="auto">
          <a:xfrm>
            <a:off x="649288" y="5827713"/>
            <a:ext cx="2938462"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20000"/>
              </a:spcBef>
            </a:pPr>
            <a:r>
              <a:rPr lang="zh-CN" altLang="en-US" sz="1800">
                <a:latin typeface="Arial" panose="020B0604020202020204" pitchFamily="34" charset="0"/>
                <a:ea typeface="黑体" panose="02010609060101010101" pitchFamily="49" charset="-122"/>
              </a:rPr>
              <a:t>这里出现反向数据流</a:t>
            </a:r>
            <a:r>
              <a:rPr lang="en-US" altLang="zh-CN" sz="1800">
                <a:latin typeface="Arial" panose="020B0604020202020204" pitchFamily="34" charset="0"/>
                <a:ea typeface="黑体" panose="02010609060101010101" pitchFamily="49" charset="-122"/>
              </a:rPr>
              <a:t>!</a:t>
            </a:r>
          </a:p>
          <a:p>
            <a:pPr>
              <a:spcBef>
                <a:spcPct val="20000"/>
              </a:spcBef>
            </a:pPr>
            <a:r>
              <a:rPr lang="zh-CN" altLang="en-US" sz="1800">
                <a:latin typeface="Arial" panose="020B0604020202020204" pitchFamily="34" charset="0"/>
                <a:ea typeface="黑体" panose="02010609060101010101" pitchFamily="49" charset="-122"/>
              </a:rPr>
              <a:t>转移目标地址反向送给</a:t>
            </a:r>
            <a:r>
              <a:rPr lang="en-US" altLang="zh-CN" sz="1800">
                <a:latin typeface="Arial" panose="020B0604020202020204" pitchFamily="34" charset="0"/>
                <a:ea typeface="黑体" panose="02010609060101010101" pitchFamily="49" charset="-122"/>
              </a:rPr>
              <a:t>PC</a:t>
            </a:r>
            <a:r>
              <a:rPr lang="zh-CN" altLang="en-US" sz="1800">
                <a:latin typeface="Arial" panose="020B0604020202020204" pitchFamily="34" charset="0"/>
                <a:ea typeface="黑体" panose="02010609060101010101" pitchFamily="49" charset="-122"/>
              </a:rPr>
              <a:t>可能会导致控制冒险！</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7"/>
                                        </p:tgtEl>
                                        <p:attrNameLst>
                                          <p:attrName>style.visibility</p:attrName>
                                        </p:attrNameLst>
                                      </p:cBhvr>
                                      <p:to>
                                        <p:strVal val="visible"/>
                                      </p:to>
                                    </p:set>
                                    <p:animEffect transition="in" filter="blinds(horizontal)">
                                      <p:cBhvr>
                                        <p:cTn id="7" dur="500"/>
                                        <p:tgtEl>
                                          <p:spTgt spid="2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11">
                                            <p:txEl>
                                              <p:pRg st="0" end="0"/>
                                            </p:txEl>
                                          </p:spTgt>
                                        </p:tgtEl>
                                        <p:attrNameLst>
                                          <p:attrName>style.visibility</p:attrName>
                                        </p:attrNameLst>
                                      </p:cBhvr>
                                      <p:to>
                                        <p:strVal val="visible"/>
                                      </p:to>
                                    </p:set>
                                    <p:animEffect transition="in" filter="blinds(horizontal)">
                                      <p:cBhvr>
                                        <p:cTn id="12" dur="500"/>
                                        <p:tgtEl>
                                          <p:spTgt spid="717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755">
                                            <p:txEl>
                                              <p:pRg st="0" end="0"/>
                                            </p:txEl>
                                          </p:spTgt>
                                        </p:tgtEl>
                                        <p:attrNameLst>
                                          <p:attrName>style.visibility</p:attrName>
                                        </p:attrNameLst>
                                      </p:cBhvr>
                                      <p:to>
                                        <p:strVal val="visible"/>
                                      </p:to>
                                    </p:set>
                                    <p:animEffect transition="in" filter="blinds(horizontal)">
                                      <p:cBhvr>
                                        <p:cTn id="17" dur="500"/>
                                        <p:tgtEl>
                                          <p:spTgt spid="7175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5"/>
                                        </p:tgtEl>
                                        <p:attrNameLst>
                                          <p:attrName>style.visibility</p:attrName>
                                        </p:attrNameLst>
                                      </p:cBhvr>
                                      <p:to>
                                        <p:strVal val="visible"/>
                                      </p:to>
                                    </p:set>
                                    <p:animEffect transition="in" filter="blinds(horizontal)">
                                      <p:cBhvr>
                                        <p:cTn id="22" dur="500"/>
                                        <p:tgtEl>
                                          <p:spTgt spid="2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801">
                                            <p:txEl>
                                              <p:pRg st="0" end="0"/>
                                            </p:txEl>
                                          </p:spTgt>
                                        </p:tgtEl>
                                        <p:attrNameLst>
                                          <p:attrName>style.visibility</p:attrName>
                                        </p:attrNameLst>
                                      </p:cBhvr>
                                      <p:to>
                                        <p:strVal val="visible"/>
                                      </p:to>
                                    </p:set>
                                    <p:animEffect transition="in" filter="blinds(horizontal)">
                                      <p:cBhvr>
                                        <p:cTn id="27" dur="500"/>
                                        <p:tgtEl>
                                          <p:spTgt spid="71801">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23">
                                            <p:txEl>
                                              <p:pRg st="0" end="0"/>
                                            </p:txEl>
                                          </p:spTgt>
                                        </p:tgtEl>
                                        <p:attrNameLst>
                                          <p:attrName>style.visibility</p:attrName>
                                        </p:attrNameLst>
                                      </p:cBhvr>
                                      <p:to>
                                        <p:strVal val="visible"/>
                                      </p:to>
                                    </p:set>
                                    <p:animEffect transition="in" filter="blinds(horizontal)">
                                      <p:cBhvr>
                                        <p:cTn id="32" dur="500"/>
                                        <p:tgtEl>
                                          <p:spTgt spid="223">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1869"/>
                                        </p:tgtEl>
                                        <p:attrNameLst>
                                          <p:attrName>style.visibility</p:attrName>
                                        </p:attrNameLst>
                                      </p:cBhvr>
                                      <p:to>
                                        <p:strVal val="visible"/>
                                      </p:to>
                                    </p:set>
                                    <p:animEffect transition="in" filter="blinds(horizontal)">
                                      <p:cBhvr>
                                        <p:cTn id="37" dur="500"/>
                                        <p:tgtEl>
                                          <p:spTgt spid="7186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blinds(horizontal)">
                                      <p:cBhvr>
                                        <p:cTn id="42" dur="500"/>
                                        <p:tgtEl>
                                          <p:spTgt spid="2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4" presetClass="entr" presetSubtype="1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randombar(horizontal)">
                                      <p:cBhvr>
                                        <p:cTn id="47" dur="500"/>
                                        <p:tgtEl>
                                          <p:spTgt spid="2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4" presetClass="entr" presetSubtype="10"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randombar(horizontal)">
                                      <p:cBhvr>
                                        <p:cTn id="52" dur="500"/>
                                        <p:tgtEl>
                                          <p:spTgt spid="1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linds(horizontal)">
                                      <p:cBhvr>
                                        <p:cTn id="57" dur="500"/>
                                        <p:tgtEl>
                                          <p:spTgt spid="1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blinds(horizontal)">
                                      <p:cBhvr>
                                        <p:cTn id="62" dur="500"/>
                                        <p:tgtEl>
                                          <p:spTgt spid="1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269">
                                            <p:txEl>
                                              <p:pRg st="0" end="0"/>
                                            </p:txEl>
                                          </p:spTgt>
                                        </p:tgtEl>
                                        <p:attrNameLst>
                                          <p:attrName>style.visibility</p:attrName>
                                        </p:attrNameLst>
                                      </p:cBhvr>
                                      <p:to>
                                        <p:strVal val="visible"/>
                                      </p:to>
                                    </p:set>
                                    <p:animEffect transition="in" filter="blinds(horizontal)">
                                      <p:cBhvr>
                                        <p:cTn id="67" dur="500"/>
                                        <p:tgtEl>
                                          <p:spTgt spid="269">
                                            <p:txEl>
                                              <p:pRg st="0" end="0"/>
                                            </p:txEl>
                                          </p:spTgt>
                                        </p:tgtEl>
                                      </p:cBhvr>
                                    </p:animEffect>
                                  </p:childTnLst>
                                </p:cTn>
                              </p:par>
                              <p:par>
                                <p:cTn id="68" presetID="3" presetClass="entr" presetSubtype="10" fill="hold" nodeType="withEffect">
                                  <p:stCondLst>
                                    <p:cond delay="0"/>
                                  </p:stCondLst>
                                  <p:childTnLst>
                                    <p:set>
                                      <p:cBhvr>
                                        <p:cTn id="69" dur="1" fill="hold">
                                          <p:stCondLst>
                                            <p:cond delay="0"/>
                                          </p:stCondLst>
                                        </p:cTn>
                                        <p:tgtEl>
                                          <p:spTgt spid="269">
                                            <p:txEl>
                                              <p:pRg st="1" end="1"/>
                                            </p:txEl>
                                          </p:spTgt>
                                        </p:tgtEl>
                                        <p:attrNameLst>
                                          <p:attrName>style.visibility</p:attrName>
                                        </p:attrNameLst>
                                      </p:cBhvr>
                                      <p:to>
                                        <p:strVal val="visible"/>
                                      </p:to>
                                    </p:set>
                                    <p:animEffect transition="in" filter="blinds(horizontal)">
                                      <p:cBhvr>
                                        <p:cTn id="70" dur="500"/>
                                        <p:tgtEl>
                                          <p:spTgt spid="269">
                                            <p:txEl>
                                              <p:pRg st="1" end="1"/>
                                            </p:txEl>
                                          </p:spTgt>
                                        </p:tgtEl>
                                      </p:cBhvr>
                                    </p:animEffect>
                                  </p:childTnLst>
                                </p:cTn>
                              </p:par>
                              <p:par>
                                <p:cTn id="71" presetID="3" presetClass="entr" presetSubtype="10" fill="hold" nodeType="withEffect">
                                  <p:stCondLst>
                                    <p:cond delay="0"/>
                                  </p:stCondLst>
                                  <p:childTnLst>
                                    <p:set>
                                      <p:cBhvr>
                                        <p:cTn id="72" dur="1" fill="hold">
                                          <p:stCondLst>
                                            <p:cond delay="0"/>
                                          </p:stCondLst>
                                        </p:cTn>
                                        <p:tgtEl>
                                          <p:spTgt spid="269">
                                            <p:txEl>
                                              <p:pRg st="2" end="2"/>
                                            </p:txEl>
                                          </p:spTgt>
                                        </p:tgtEl>
                                        <p:attrNameLst>
                                          <p:attrName>style.visibility</p:attrName>
                                        </p:attrNameLst>
                                      </p:cBhvr>
                                      <p:to>
                                        <p:strVal val="visible"/>
                                      </p:to>
                                    </p:set>
                                    <p:animEffect transition="in" filter="blinds(horizontal)">
                                      <p:cBhvr>
                                        <p:cTn id="73" dur="500"/>
                                        <p:tgtEl>
                                          <p:spTgt spid="269">
                                            <p:txEl>
                                              <p:pRg st="2" end="2"/>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270"/>
                                        </p:tgtEl>
                                        <p:attrNameLst>
                                          <p:attrName>style.visibility</p:attrName>
                                        </p:attrNameLst>
                                      </p:cBhvr>
                                      <p:to>
                                        <p:strVal val="visible"/>
                                      </p:to>
                                    </p:set>
                                    <p:animEffect transition="in" filter="blinds(horizontal)">
                                      <p:cBhvr>
                                        <p:cTn id="78" dur="500"/>
                                        <p:tgtEl>
                                          <p:spTgt spid="27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296"/>
                                        </p:tgtEl>
                                        <p:attrNameLst>
                                          <p:attrName>style.visibility</p:attrName>
                                        </p:attrNameLst>
                                      </p:cBhvr>
                                      <p:to>
                                        <p:strVal val="visible"/>
                                      </p:to>
                                    </p:set>
                                    <p:animEffect transition="in" filter="blinds(horizontal)">
                                      <p:cBhvr>
                                        <p:cTn id="83" dur="500"/>
                                        <p:tgtEl>
                                          <p:spTgt spid="296"/>
                                        </p:tgtEl>
                                      </p:cBhvr>
                                    </p:animEffect>
                                  </p:childTnLst>
                                </p:cTn>
                              </p:par>
                              <p:par>
                                <p:cTn id="84" presetID="3" presetClass="entr" presetSubtype="10" fill="hold" nodeType="withEffect">
                                  <p:stCondLst>
                                    <p:cond delay="0"/>
                                  </p:stCondLst>
                                  <p:childTnLst>
                                    <p:set>
                                      <p:cBhvr>
                                        <p:cTn id="85" dur="1" fill="hold">
                                          <p:stCondLst>
                                            <p:cond delay="0"/>
                                          </p:stCondLst>
                                        </p:cTn>
                                        <p:tgtEl>
                                          <p:spTgt spid="71722">
                                            <p:txEl>
                                              <p:pRg st="0" end="0"/>
                                            </p:txEl>
                                          </p:spTgt>
                                        </p:tgtEl>
                                        <p:attrNameLst>
                                          <p:attrName>style.visibility</p:attrName>
                                        </p:attrNameLst>
                                      </p:cBhvr>
                                      <p:to>
                                        <p:strVal val="visible"/>
                                      </p:to>
                                    </p:set>
                                    <p:animEffect transition="in" filter="blinds(horizontal)">
                                      <p:cBhvr>
                                        <p:cTn id="86" dur="500"/>
                                        <p:tgtEl>
                                          <p:spTgt spid="71722">
                                            <p:txEl>
                                              <p:pRg st="0" end="0"/>
                                            </p:txEl>
                                          </p:spTgt>
                                        </p:tgtEl>
                                      </p:cBhvr>
                                    </p:animEffect>
                                  </p:childTnLst>
                                </p:cTn>
                              </p:par>
                              <p:par>
                                <p:cTn id="87" presetID="3" presetClass="entr" presetSubtype="10" fill="hold" nodeType="withEffect">
                                  <p:stCondLst>
                                    <p:cond delay="0"/>
                                  </p:stCondLst>
                                  <p:childTnLst>
                                    <p:set>
                                      <p:cBhvr>
                                        <p:cTn id="88" dur="1" fill="hold">
                                          <p:stCondLst>
                                            <p:cond delay="0"/>
                                          </p:stCondLst>
                                        </p:cTn>
                                        <p:tgtEl>
                                          <p:spTgt spid="71764">
                                            <p:txEl>
                                              <p:pRg st="0" end="0"/>
                                            </p:txEl>
                                          </p:spTgt>
                                        </p:tgtEl>
                                        <p:attrNameLst>
                                          <p:attrName>style.visibility</p:attrName>
                                        </p:attrNameLst>
                                      </p:cBhvr>
                                      <p:to>
                                        <p:strVal val="visible"/>
                                      </p:to>
                                    </p:set>
                                    <p:animEffect transition="in" filter="blinds(horizontal)">
                                      <p:cBhvr>
                                        <p:cTn id="89" dur="500"/>
                                        <p:tgtEl>
                                          <p:spTgt spid="71764">
                                            <p:txEl>
                                              <p:pRg st="0" end="0"/>
                                            </p:txEl>
                                          </p:spTgt>
                                        </p:tgtEl>
                                      </p:cBhvr>
                                    </p:animEffect>
                                  </p:childTnLst>
                                </p:cTn>
                              </p:par>
                              <p:par>
                                <p:cTn id="90" presetID="3" presetClass="entr" presetSubtype="10" fill="hold" nodeType="withEffect">
                                  <p:stCondLst>
                                    <p:cond delay="0"/>
                                  </p:stCondLst>
                                  <p:childTnLst>
                                    <p:set>
                                      <p:cBhvr>
                                        <p:cTn id="91" dur="1" fill="hold">
                                          <p:stCondLst>
                                            <p:cond delay="0"/>
                                          </p:stCondLst>
                                        </p:cTn>
                                        <p:tgtEl>
                                          <p:spTgt spid="71723">
                                            <p:txEl>
                                              <p:pRg st="0" end="0"/>
                                            </p:txEl>
                                          </p:spTgt>
                                        </p:tgtEl>
                                        <p:attrNameLst>
                                          <p:attrName>style.visibility</p:attrName>
                                        </p:attrNameLst>
                                      </p:cBhvr>
                                      <p:to>
                                        <p:strVal val="visible"/>
                                      </p:to>
                                    </p:set>
                                    <p:animEffect transition="in" filter="blinds(horizontal)">
                                      <p:cBhvr>
                                        <p:cTn id="92" dur="500"/>
                                        <p:tgtEl>
                                          <p:spTgt spid="71723">
                                            <p:txEl>
                                              <p:pRg st="0" end="0"/>
                                            </p:txEl>
                                          </p:spTgt>
                                        </p:tgtEl>
                                      </p:cBhvr>
                                    </p:animEffect>
                                  </p:childTnLst>
                                </p:cTn>
                              </p:par>
                              <p:par>
                                <p:cTn id="93" presetID="14" presetClass="entr" presetSubtype="10" fill="hold" nodeType="withEffect">
                                  <p:stCondLst>
                                    <p:cond delay="0"/>
                                  </p:stCondLst>
                                  <p:childTnLst>
                                    <p:set>
                                      <p:cBhvr>
                                        <p:cTn id="94" dur="1" fill="hold">
                                          <p:stCondLst>
                                            <p:cond delay="0"/>
                                          </p:stCondLst>
                                        </p:cTn>
                                        <p:tgtEl>
                                          <p:spTgt spid="14"/>
                                        </p:tgtEl>
                                        <p:attrNameLst>
                                          <p:attrName>style.visibility</p:attrName>
                                        </p:attrNameLst>
                                      </p:cBhvr>
                                      <p:to>
                                        <p:strVal val="visible"/>
                                      </p:to>
                                    </p:set>
                                    <p:animEffect transition="in" filter="randombar(horizontal)">
                                      <p:cBhvr>
                                        <p:cTn id="95" dur="500"/>
                                        <p:tgtEl>
                                          <p:spTgt spid="14"/>
                                        </p:tgtEl>
                                      </p:cBhvr>
                                    </p:animEffect>
                                  </p:childTnLst>
                                </p:cTn>
                              </p:par>
                              <p:par>
                                <p:cTn id="96" presetID="14" presetClass="entr" presetSubtype="10" fill="hold" nodeType="withEffect">
                                  <p:stCondLst>
                                    <p:cond delay="0"/>
                                  </p:stCondLst>
                                  <p:childTnLst>
                                    <p:set>
                                      <p:cBhvr>
                                        <p:cTn id="97" dur="1" fill="hold">
                                          <p:stCondLst>
                                            <p:cond delay="0"/>
                                          </p:stCondLst>
                                        </p:cTn>
                                        <p:tgtEl>
                                          <p:spTgt spid="69790"/>
                                        </p:tgtEl>
                                        <p:attrNameLst>
                                          <p:attrName>style.visibility</p:attrName>
                                        </p:attrNameLst>
                                      </p:cBhvr>
                                      <p:to>
                                        <p:strVal val="visible"/>
                                      </p:to>
                                    </p:set>
                                    <p:animEffect transition="in" filter="randombar(horizontal)">
                                      <p:cBhvr>
                                        <p:cTn id="98" dur="500"/>
                                        <p:tgtEl>
                                          <p:spTgt spid="69790"/>
                                        </p:tgtEl>
                                      </p:cBhvr>
                                    </p:animEffect>
                                  </p:childTnLst>
                                </p:cTn>
                              </p:par>
                              <p:par>
                                <p:cTn id="99" presetID="14" presetClass="entr" presetSubtype="10" fill="hold" nodeType="withEffect">
                                  <p:stCondLst>
                                    <p:cond delay="0"/>
                                  </p:stCondLst>
                                  <p:childTnLst>
                                    <p:set>
                                      <p:cBhvr>
                                        <p:cTn id="100" dur="1" fill="hold">
                                          <p:stCondLst>
                                            <p:cond delay="0"/>
                                          </p:stCondLst>
                                        </p:cTn>
                                        <p:tgtEl>
                                          <p:spTgt spid="22"/>
                                        </p:tgtEl>
                                        <p:attrNameLst>
                                          <p:attrName>style.visibility</p:attrName>
                                        </p:attrNameLst>
                                      </p:cBhvr>
                                      <p:to>
                                        <p:strVal val="visible"/>
                                      </p:to>
                                    </p:set>
                                    <p:animEffect transition="in" filter="randombar(horizontal)">
                                      <p:cBhvr>
                                        <p:cTn id="101" dur="500"/>
                                        <p:tgtEl>
                                          <p:spTgt spid="22"/>
                                        </p:tgtEl>
                                      </p:cBhvr>
                                    </p:animEffect>
                                  </p:childTnLst>
                                </p:cTn>
                              </p:par>
                              <p:par>
                                <p:cTn id="102" presetID="3" presetClass="entr" presetSubtype="10" fill="hold" grpId="0" nodeType="withEffect">
                                  <p:stCondLst>
                                    <p:cond delay="0"/>
                                  </p:stCondLst>
                                  <p:childTnLst>
                                    <p:set>
                                      <p:cBhvr>
                                        <p:cTn id="103" dur="1" fill="hold">
                                          <p:stCondLst>
                                            <p:cond delay="0"/>
                                          </p:stCondLst>
                                        </p:cTn>
                                        <p:tgtEl>
                                          <p:spTgt spid="229"/>
                                        </p:tgtEl>
                                        <p:attrNameLst>
                                          <p:attrName>style.visibility</p:attrName>
                                        </p:attrNameLst>
                                      </p:cBhvr>
                                      <p:to>
                                        <p:strVal val="visible"/>
                                      </p:to>
                                    </p:set>
                                    <p:animEffect transition="in" filter="blinds(horizontal)">
                                      <p:cBhvr>
                                        <p:cTn id="104" dur="500"/>
                                        <p:tgtEl>
                                          <p:spTgt spid="229"/>
                                        </p:tgtEl>
                                      </p:cBhvr>
                                    </p:animEffect>
                                  </p:childTnLst>
                                </p:cTn>
                              </p:par>
                              <p:par>
                                <p:cTn id="105" presetID="3" presetClass="entr" presetSubtype="10" fill="hold" nodeType="withEffect">
                                  <p:stCondLst>
                                    <p:cond delay="0"/>
                                  </p:stCondLst>
                                  <p:childTnLst>
                                    <p:set>
                                      <p:cBhvr>
                                        <p:cTn id="106" dur="1" fill="hold">
                                          <p:stCondLst>
                                            <p:cond delay="0"/>
                                          </p:stCondLst>
                                        </p:cTn>
                                        <p:tgtEl>
                                          <p:spTgt spid="71713">
                                            <p:txEl>
                                              <p:pRg st="0" end="0"/>
                                            </p:txEl>
                                          </p:spTgt>
                                        </p:tgtEl>
                                        <p:attrNameLst>
                                          <p:attrName>style.visibility</p:attrName>
                                        </p:attrNameLst>
                                      </p:cBhvr>
                                      <p:to>
                                        <p:strVal val="visible"/>
                                      </p:to>
                                    </p:set>
                                    <p:animEffect transition="in" filter="blinds(horizontal)">
                                      <p:cBhvr>
                                        <p:cTn id="107" dur="500"/>
                                        <p:tgtEl>
                                          <p:spTgt spid="71713">
                                            <p:txEl>
                                              <p:pRg st="0" end="0"/>
                                            </p:txEl>
                                          </p:spTgt>
                                        </p:tgtEl>
                                      </p:cBhvr>
                                    </p:animEffect>
                                  </p:childTnLst>
                                </p:cTn>
                              </p:par>
                              <p:par>
                                <p:cTn id="108" presetID="3" presetClass="entr" presetSubtype="10" fill="hold" grpId="0" nodeType="withEffect">
                                  <p:stCondLst>
                                    <p:cond delay="0"/>
                                  </p:stCondLst>
                                  <p:childTnLst>
                                    <p:set>
                                      <p:cBhvr>
                                        <p:cTn id="109" dur="1" fill="hold">
                                          <p:stCondLst>
                                            <p:cond delay="0"/>
                                          </p:stCondLst>
                                        </p:cTn>
                                        <p:tgtEl>
                                          <p:spTgt spid="268"/>
                                        </p:tgtEl>
                                        <p:attrNameLst>
                                          <p:attrName>style.visibility</p:attrName>
                                        </p:attrNameLst>
                                      </p:cBhvr>
                                      <p:to>
                                        <p:strVal val="visible"/>
                                      </p:to>
                                    </p:set>
                                    <p:animEffect transition="in" filter="blinds(horizontal)">
                                      <p:cBhvr>
                                        <p:cTn id="110" dur="500"/>
                                        <p:tgtEl>
                                          <p:spTgt spid="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69" grpId="0"/>
      <p:bldP spid="229" grpId="0"/>
      <p:bldP spid="285" grpId="0"/>
      <p:bldP spid="296" grpId="0"/>
      <p:bldP spid="237" grpId="0"/>
      <p:bldP spid="268" grpId="0"/>
      <p:bldP spid="27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E184D15E-C72A-27C3-01C1-A66A10A62DFC}"/>
              </a:ext>
            </a:extLst>
          </p:cNvPr>
          <p:cNvSpPr>
            <a:spLocks noGrp="1" noChangeArrowheads="1"/>
          </p:cNvSpPr>
          <p:nvPr>
            <p:ph type="title"/>
          </p:nvPr>
        </p:nvSpPr>
        <p:spPr>
          <a:xfrm>
            <a:off x="762000" y="177800"/>
            <a:ext cx="6862763" cy="368300"/>
          </a:xfrm>
        </p:spPr>
        <p:txBody>
          <a:bodyPr/>
          <a:lstStyle/>
          <a:p>
            <a:r>
              <a:rPr lang="zh-CN" altLang="en-US">
                <a:ea typeface="宋体" panose="02010600030101010101" pitchFamily="2" charset="-122"/>
              </a:rPr>
              <a:t>总结前面的流水线执行过程</a:t>
            </a:r>
          </a:p>
        </p:txBody>
      </p:sp>
      <p:sp>
        <p:nvSpPr>
          <p:cNvPr id="282778" name="Rectangle 154">
            <a:extLst>
              <a:ext uri="{FF2B5EF4-FFF2-40B4-BE49-F238E27FC236}">
                <a16:creationId xmlns:a16="http://schemas.microsoft.com/office/drawing/2014/main" id="{15EA31E0-B3F5-8E43-C43D-AEBCC904EB1E}"/>
              </a:ext>
            </a:extLst>
          </p:cNvPr>
          <p:cNvSpPr>
            <a:spLocks noGrp="1" noChangeArrowheads="1"/>
          </p:cNvSpPr>
          <p:nvPr>
            <p:ph idx="1"/>
          </p:nvPr>
        </p:nvSpPr>
        <p:spPr>
          <a:xfrm>
            <a:off x="50800" y="4443413"/>
            <a:ext cx="9017000" cy="1422400"/>
          </a:xfrm>
        </p:spPr>
        <p:txBody>
          <a:bodyPr/>
          <a:lstStyle/>
          <a:p>
            <a:pPr marL="342900" indent="-342900">
              <a:lnSpc>
                <a:spcPct val="105000"/>
              </a:lnSpc>
              <a:spcBef>
                <a:spcPct val="0"/>
              </a:spcBef>
            </a:pPr>
            <a:r>
              <a:rPr lang="zh-CN" altLang="en-US" sz="1700">
                <a:latin typeface="微软雅黑" panose="020B0503020204020204" pitchFamily="34" charset="-122"/>
                <a:ea typeface="微软雅黑" panose="020B0503020204020204" pitchFamily="34" charset="-122"/>
              </a:rPr>
              <a:t>回忆刚才的过程：</a:t>
            </a:r>
            <a:endParaRPr lang="en-US" altLang="zh-CN" sz="1700">
              <a:latin typeface="微软雅黑" panose="020B0503020204020204" pitchFamily="34" charset="-122"/>
              <a:ea typeface="微软雅黑" panose="020B0503020204020204" pitchFamily="34" charset="-122"/>
            </a:endParaRPr>
          </a:p>
          <a:p>
            <a:pPr marL="742950" lvl="1" indent="-285750">
              <a:lnSpc>
                <a:spcPct val="105000"/>
              </a:lnSpc>
              <a:spcBef>
                <a:spcPct val="0"/>
              </a:spcBef>
            </a:pPr>
            <a:r>
              <a:rPr lang="en-US" altLang="zh-CN" sz="1700">
                <a:latin typeface="微软雅黑" panose="020B0503020204020204" pitchFamily="34" charset="-122"/>
                <a:ea typeface="微软雅黑" panose="020B0503020204020204" pitchFamily="34" charset="-122"/>
              </a:rPr>
              <a:t>beq</a:t>
            </a:r>
            <a:r>
              <a:rPr lang="zh-CN" altLang="en-US" sz="1700">
                <a:latin typeface="微软雅黑" panose="020B0503020204020204" pitchFamily="34" charset="-122"/>
                <a:ea typeface="微软雅黑" panose="020B0503020204020204" pitchFamily="34" charset="-122"/>
              </a:rPr>
              <a:t>指令何时确定是否转移？转移目标地址在第几周期计算出来？</a:t>
            </a:r>
            <a:endParaRPr lang="en-US" altLang="zh-CN" sz="1700">
              <a:latin typeface="微软雅黑" panose="020B0503020204020204" pitchFamily="34" charset="-122"/>
              <a:ea typeface="微软雅黑" panose="020B0503020204020204" pitchFamily="34" charset="-122"/>
            </a:endParaRPr>
          </a:p>
          <a:p>
            <a:pPr marL="1143000" lvl="2" indent="-228600">
              <a:lnSpc>
                <a:spcPct val="105000"/>
              </a:lnSpc>
              <a:spcBef>
                <a:spcPct val="0"/>
              </a:spcBef>
            </a:pPr>
            <a:r>
              <a:rPr lang="zh-CN" altLang="en-US" sz="1700">
                <a:solidFill>
                  <a:srgbClr val="008000"/>
                </a:solidFill>
                <a:latin typeface="微软雅黑" panose="020B0503020204020204" pitchFamily="34" charset="-122"/>
                <a:ea typeface="微软雅黑" panose="020B0503020204020204" pitchFamily="34" charset="-122"/>
              </a:rPr>
              <a:t>如果</a:t>
            </a:r>
            <a:r>
              <a:rPr lang="en-US" altLang="zh-CN" sz="1700">
                <a:solidFill>
                  <a:srgbClr val="008000"/>
                </a:solidFill>
                <a:latin typeface="微软雅黑" panose="020B0503020204020204" pitchFamily="34" charset="-122"/>
                <a:ea typeface="微软雅黑" panose="020B0503020204020204" pitchFamily="34" charset="-122"/>
              </a:rPr>
              <a:t>beq</a:t>
            </a:r>
            <a:r>
              <a:rPr lang="zh-CN" altLang="en-US" sz="1700">
                <a:solidFill>
                  <a:srgbClr val="008000"/>
                </a:solidFill>
                <a:latin typeface="微软雅黑" panose="020B0503020204020204" pitchFamily="34" charset="-122"/>
                <a:ea typeface="微软雅黑" panose="020B0503020204020204" pitchFamily="34" charset="-122"/>
              </a:rPr>
              <a:t>指令执行结果是需要转移（称为</a:t>
            </a:r>
            <a:r>
              <a:rPr lang="en-US" altLang="zh-CN" sz="1700">
                <a:solidFill>
                  <a:srgbClr val="008000"/>
                </a:solidFill>
                <a:latin typeface="微软雅黑" panose="020B0503020204020204" pitchFamily="34" charset="-122"/>
                <a:ea typeface="微软雅黑" panose="020B0503020204020204" pitchFamily="34" charset="-122"/>
              </a:rPr>
              <a:t>taken</a:t>
            </a:r>
            <a:r>
              <a:rPr lang="zh-CN" altLang="en-US" sz="1700">
                <a:solidFill>
                  <a:srgbClr val="008000"/>
                </a:solidFill>
                <a:latin typeface="微软雅黑" panose="020B0503020204020204" pitchFamily="34" charset="-122"/>
                <a:ea typeface="微软雅黑" panose="020B0503020204020204" pitchFamily="34" charset="-122"/>
              </a:rPr>
              <a:t>），则</a:t>
            </a:r>
            <a:r>
              <a:rPr lang="zh-CN" altLang="en-US" sz="1700">
                <a:solidFill>
                  <a:srgbClr val="008000"/>
                </a:solidFill>
                <a:latin typeface="微软雅黑" panose="020B0503020204020204" pitchFamily="34" charset="-122"/>
                <a:ea typeface="微软雅黑" panose="020B0503020204020204" pitchFamily="34" charset="-122"/>
                <a:hlinkClick r:id="rId2" action="ppaction://hlinksldjump"/>
              </a:rPr>
              <a:t>流水线会怎样</a:t>
            </a:r>
            <a:r>
              <a:rPr lang="zh-CN" altLang="en-US" sz="1700">
                <a:solidFill>
                  <a:srgbClr val="008000"/>
                </a:solidFill>
                <a:latin typeface="微软雅黑" panose="020B0503020204020204" pitchFamily="34" charset="-122"/>
                <a:ea typeface="微软雅黑" panose="020B0503020204020204" pitchFamily="34" charset="-122"/>
              </a:rPr>
              <a:t>？</a:t>
            </a:r>
          </a:p>
          <a:p>
            <a:pPr marL="742950" lvl="1" indent="-285750">
              <a:lnSpc>
                <a:spcPct val="105000"/>
              </a:lnSpc>
              <a:spcBef>
                <a:spcPct val="0"/>
              </a:spcBef>
            </a:pPr>
            <a:r>
              <a:rPr lang="en-US" altLang="zh-CN" sz="1700">
                <a:latin typeface="微软雅黑" panose="020B0503020204020204" pitchFamily="34" charset="-122"/>
                <a:ea typeface="微软雅黑" panose="020B0503020204020204" pitchFamily="34" charset="-122"/>
              </a:rPr>
              <a:t>Load</a:t>
            </a:r>
            <a:r>
              <a:rPr lang="zh-CN" altLang="en-US" sz="1700">
                <a:latin typeface="微软雅黑" panose="020B0503020204020204" pitchFamily="34" charset="-122"/>
                <a:ea typeface="微软雅黑" panose="020B0503020204020204" pitchFamily="34" charset="-122"/>
              </a:rPr>
              <a:t>指令何时能把数据写到寄存器？第几周期开始写数据？</a:t>
            </a:r>
          </a:p>
          <a:p>
            <a:pPr marL="1143000" lvl="2" indent="-228600">
              <a:lnSpc>
                <a:spcPct val="105000"/>
              </a:lnSpc>
              <a:spcBef>
                <a:spcPct val="0"/>
              </a:spcBef>
            </a:pPr>
            <a:r>
              <a:rPr lang="zh-CN" altLang="en-US" sz="1700">
                <a:solidFill>
                  <a:srgbClr val="008000"/>
                </a:solidFill>
                <a:latin typeface="微软雅黑" panose="020B0503020204020204" pitchFamily="34" charset="-122"/>
                <a:ea typeface="微软雅黑" panose="020B0503020204020204" pitchFamily="34" charset="-122"/>
              </a:rPr>
              <a:t>如果后面</a:t>
            </a:r>
            <a:r>
              <a:rPr lang="en-US" altLang="zh-CN" sz="1700">
                <a:solidFill>
                  <a:srgbClr val="008000"/>
                </a:solidFill>
                <a:latin typeface="微软雅黑" panose="020B0503020204020204" pitchFamily="34" charset="-122"/>
                <a:ea typeface="微软雅黑" panose="020B0503020204020204" pitchFamily="34" charset="-122"/>
              </a:rPr>
              <a:t>R-Type</a:t>
            </a:r>
            <a:r>
              <a:rPr lang="zh-CN" altLang="en-US" sz="1700">
                <a:solidFill>
                  <a:srgbClr val="008000"/>
                </a:solidFill>
                <a:latin typeface="微软雅黑" panose="020B0503020204020204" pitchFamily="34" charset="-122"/>
                <a:ea typeface="微软雅黑" panose="020B0503020204020204" pitchFamily="34" charset="-122"/>
              </a:rPr>
              <a:t>的操作数是</a:t>
            </a:r>
            <a:r>
              <a:rPr lang="en-US" altLang="zh-CN" sz="1700">
                <a:solidFill>
                  <a:srgbClr val="008000"/>
                </a:solidFill>
                <a:latin typeface="微软雅黑" panose="020B0503020204020204" pitchFamily="34" charset="-122"/>
                <a:ea typeface="微软雅黑" panose="020B0503020204020204" pitchFamily="34" charset="-122"/>
              </a:rPr>
              <a:t>load</a:t>
            </a:r>
            <a:r>
              <a:rPr lang="zh-CN" altLang="en-US" sz="1700">
                <a:solidFill>
                  <a:srgbClr val="008000"/>
                </a:solidFill>
                <a:latin typeface="微软雅黑" panose="020B0503020204020204" pitchFamily="34" charset="-122"/>
                <a:ea typeface="微软雅黑" panose="020B0503020204020204" pitchFamily="34" charset="-122"/>
              </a:rPr>
              <a:t>指令目标寄存器的内容，则</a:t>
            </a:r>
            <a:r>
              <a:rPr lang="zh-CN" altLang="en-US" sz="1700">
                <a:solidFill>
                  <a:srgbClr val="008000"/>
                </a:solidFill>
                <a:latin typeface="微软雅黑" panose="020B0503020204020204" pitchFamily="34" charset="-122"/>
                <a:ea typeface="微软雅黑" panose="020B0503020204020204" pitchFamily="34" charset="-122"/>
                <a:hlinkClick r:id="rId3" action="ppaction://hlinksldjump"/>
              </a:rPr>
              <a:t>流水线怎样</a:t>
            </a:r>
            <a:r>
              <a:rPr lang="zh-CN" altLang="en-US" sz="1700">
                <a:solidFill>
                  <a:srgbClr val="008000"/>
                </a:solidFill>
                <a:latin typeface="微软雅黑" panose="020B0503020204020204" pitchFamily="34" charset="-122"/>
                <a:ea typeface="微软雅黑" panose="020B0503020204020204" pitchFamily="34" charset="-122"/>
              </a:rPr>
              <a:t>？</a:t>
            </a:r>
          </a:p>
        </p:txBody>
      </p:sp>
      <p:sp>
        <p:nvSpPr>
          <p:cNvPr id="91139" name="Rectangle 446">
            <a:extLst>
              <a:ext uri="{FF2B5EF4-FFF2-40B4-BE49-F238E27FC236}">
                <a16:creationId xmlns:a16="http://schemas.microsoft.com/office/drawing/2014/main" id="{4DB454C4-2E0A-F79C-B12A-CD6209C60D28}"/>
              </a:ext>
            </a:extLst>
          </p:cNvPr>
          <p:cNvSpPr>
            <a:spLocks noChangeArrowheads="1"/>
          </p:cNvSpPr>
          <p:nvPr/>
        </p:nvSpPr>
        <p:spPr bwMode="auto">
          <a:xfrm>
            <a:off x="63500" y="952500"/>
            <a:ext cx="6889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Clock</a:t>
            </a:r>
          </a:p>
        </p:txBody>
      </p:sp>
      <p:grpSp>
        <p:nvGrpSpPr>
          <p:cNvPr id="91140" name="Group 447">
            <a:extLst>
              <a:ext uri="{FF2B5EF4-FFF2-40B4-BE49-F238E27FC236}">
                <a16:creationId xmlns:a16="http://schemas.microsoft.com/office/drawing/2014/main" id="{CE68EFDC-4CFC-7215-BCCF-DFA8B44C2D55}"/>
              </a:ext>
            </a:extLst>
          </p:cNvPr>
          <p:cNvGrpSpPr>
            <a:grpSpLocks/>
          </p:cNvGrpSpPr>
          <p:nvPr/>
        </p:nvGrpSpPr>
        <p:grpSpPr bwMode="auto">
          <a:xfrm>
            <a:off x="808038" y="939800"/>
            <a:ext cx="790575" cy="254000"/>
            <a:chOff x="624" y="664"/>
            <a:chExt cx="520" cy="160"/>
          </a:xfrm>
        </p:grpSpPr>
        <p:sp>
          <p:nvSpPr>
            <p:cNvPr id="91141" name="Line 448">
              <a:extLst>
                <a:ext uri="{FF2B5EF4-FFF2-40B4-BE49-F238E27FC236}">
                  <a16:creationId xmlns:a16="http://schemas.microsoft.com/office/drawing/2014/main" id="{4C394BBE-043E-E415-8E6D-8B87455E5F77}"/>
                </a:ext>
              </a:extLst>
            </p:cNvPr>
            <p:cNvSpPr>
              <a:spLocks noChangeShapeType="1"/>
            </p:cNvSpPr>
            <p:nvPr/>
          </p:nvSpPr>
          <p:spPr bwMode="auto">
            <a:xfrm>
              <a:off x="632"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2" name="Line 449">
              <a:extLst>
                <a:ext uri="{FF2B5EF4-FFF2-40B4-BE49-F238E27FC236}">
                  <a16:creationId xmlns:a16="http://schemas.microsoft.com/office/drawing/2014/main" id="{D7995CD3-0479-ABFE-C9BA-DF985A38237F}"/>
                </a:ext>
              </a:extLst>
            </p:cNvPr>
            <p:cNvSpPr>
              <a:spLocks noChangeShapeType="1"/>
            </p:cNvSpPr>
            <p:nvPr/>
          </p:nvSpPr>
          <p:spPr bwMode="auto">
            <a:xfrm>
              <a:off x="624"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3" name="Line 450">
              <a:extLst>
                <a:ext uri="{FF2B5EF4-FFF2-40B4-BE49-F238E27FC236}">
                  <a16:creationId xmlns:a16="http://schemas.microsoft.com/office/drawing/2014/main" id="{39617DD6-014B-2A88-567B-99CC190ACDF4}"/>
                </a:ext>
              </a:extLst>
            </p:cNvPr>
            <p:cNvSpPr>
              <a:spLocks noChangeShapeType="1"/>
            </p:cNvSpPr>
            <p:nvPr/>
          </p:nvSpPr>
          <p:spPr bwMode="auto">
            <a:xfrm flipV="1">
              <a:off x="912"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4" name="Line 451">
              <a:extLst>
                <a:ext uri="{FF2B5EF4-FFF2-40B4-BE49-F238E27FC236}">
                  <a16:creationId xmlns:a16="http://schemas.microsoft.com/office/drawing/2014/main" id="{F3BA5C43-9324-F558-6BD4-FAF0F50AB8CF}"/>
                </a:ext>
              </a:extLst>
            </p:cNvPr>
            <p:cNvSpPr>
              <a:spLocks noChangeShapeType="1"/>
            </p:cNvSpPr>
            <p:nvPr/>
          </p:nvSpPr>
          <p:spPr bwMode="auto">
            <a:xfrm>
              <a:off x="920"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1145" name="Group 452">
            <a:extLst>
              <a:ext uri="{FF2B5EF4-FFF2-40B4-BE49-F238E27FC236}">
                <a16:creationId xmlns:a16="http://schemas.microsoft.com/office/drawing/2014/main" id="{5A01344D-9899-2175-1748-E2D998709EEC}"/>
              </a:ext>
            </a:extLst>
          </p:cNvPr>
          <p:cNvGrpSpPr>
            <a:grpSpLocks/>
          </p:cNvGrpSpPr>
          <p:nvPr/>
        </p:nvGrpSpPr>
        <p:grpSpPr bwMode="auto">
          <a:xfrm>
            <a:off x="1611313" y="939800"/>
            <a:ext cx="790575" cy="254000"/>
            <a:chOff x="1152" y="664"/>
            <a:chExt cx="520" cy="160"/>
          </a:xfrm>
        </p:grpSpPr>
        <p:sp>
          <p:nvSpPr>
            <p:cNvPr id="91146" name="Line 453">
              <a:extLst>
                <a:ext uri="{FF2B5EF4-FFF2-40B4-BE49-F238E27FC236}">
                  <a16:creationId xmlns:a16="http://schemas.microsoft.com/office/drawing/2014/main" id="{0FE2D75A-C9AD-58C8-FAFC-1B54219ABFF6}"/>
                </a:ext>
              </a:extLst>
            </p:cNvPr>
            <p:cNvSpPr>
              <a:spLocks noChangeShapeType="1"/>
            </p:cNvSpPr>
            <p:nvPr/>
          </p:nvSpPr>
          <p:spPr bwMode="auto">
            <a:xfrm>
              <a:off x="1160"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7" name="Line 454">
              <a:extLst>
                <a:ext uri="{FF2B5EF4-FFF2-40B4-BE49-F238E27FC236}">
                  <a16:creationId xmlns:a16="http://schemas.microsoft.com/office/drawing/2014/main" id="{9E8A4513-73EE-9BF3-ED27-191B1B5E89BC}"/>
                </a:ext>
              </a:extLst>
            </p:cNvPr>
            <p:cNvSpPr>
              <a:spLocks noChangeShapeType="1"/>
            </p:cNvSpPr>
            <p:nvPr/>
          </p:nvSpPr>
          <p:spPr bwMode="auto">
            <a:xfrm>
              <a:off x="1152"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8" name="Line 455">
              <a:extLst>
                <a:ext uri="{FF2B5EF4-FFF2-40B4-BE49-F238E27FC236}">
                  <a16:creationId xmlns:a16="http://schemas.microsoft.com/office/drawing/2014/main" id="{0426AD83-F78E-08B7-6E0A-EAA4B552F9E8}"/>
                </a:ext>
              </a:extLst>
            </p:cNvPr>
            <p:cNvSpPr>
              <a:spLocks noChangeShapeType="1"/>
            </p:cNvSpPr>
            <p:nvPr/>
          </p:nvSpPr>
          <p:spPr bwMode="auto">
            <a:xfrm flipV="1">
              <a:off x="1440"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9" name="Line 456">
              <a:extLst>
                <a:ext uri="{FF2B5EF4-FFF2-40B4-BE49-F238E27FC236}">
                  <a16:creationId xmlns:a16="http://schemas.microsoft.com/office/drawing/2014/main" id="{F3363BE6-0C60-6116-AB66-85BD1A9FC142}"/>
                </a:ext>
              </a:extLst>
            </p:cNvPr>
            <p:cNvSpPr>
              <a:spLocks noChangeShapeType="1"/>
            </p:cNvSpPr>
            <p:nvPr/>
          </p:nvSpPr>
          <p:spPr bwMode="auto">
            <a:xfrm>
              <a:off x="1448"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1150" name="Group 457">
            <a:extLst>
              <a:ext uri="{FF2B5EF4-FFF2-40B4-BE49-F238E27FC236}">
                <a16:creationId xmlns:a16="http://schemas.microsoft.com/office/drawing/2014/main" id="{60B5F7E9-F48B-4E07-A7B0-2805C8B1F0AD}"/>
              </a:ext>
            </a:extLst>
          </p:cNvPr>
          <p:cNvGrpSpPr>
            <a:grpSpLocks/>
          </p:cNvGrpSpPr>
          <p:nvPr/>
        </p:nvGrpSpPr>
        <p:grpSpPr bwMode="auto">
          <a:xfrm>
            <a:off x="2414588" y="939800"/>
            <a:ext cx="790575" cy="254000"/>
            <a:chOff x="1680" y="664"/>
            <a:chExt cx="520" cy="160"/>
          </a:xfrm>
        </p:grpSpPr>
        <p:sp>
          <p:nvSpPr>
            <p:cNvPr id="91151" name="Line 458">
              <a:extLst>
                <a:ext uri="{FF2B5EF4-FFF2-40B4-BE49-F238E27FC236}">
                  <a16:creationId xmlns:a16="http://schemas.microsoft.com/office/drawing/2014/main" id="{0E9FC8AB-968B-7F02-26A4-5BE214CCA8C6}"/>
                </a:ext>
              </a:extLst>
            </p:cNvPr>
            <p:cNvSpPr>
              <a:spLocks noChangeShapeType="1"/>
            </p:cNvSpPr>
            <p:nvPr/>
          </p:nvSpPr>
          <p:spPr bwMode="auto">
            <a:xfrm>
              <a:off x="1688"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2" name="Line 459">
              <a:extLst>
                <a:ext uri="{FF2B5EF4-FFF2-40B4-BE49-F238E27FC236}">
                  <a16:creationId xmlns:a16="http://schemas.microsoft.com/office/drawing/2014/main" id="{4317D645-5EBD-FCE0-9D53-10E2952A65D8}"/>
                </a:ext>
              </a:extLst>
            </p:cNvPr>
            <p:cNvSpPr>
              <a:spLocks noChangeShapeType="1"/>
            </p:cNvSpPr>
            <p:nvPr/>
          </p:nvSpPr>
          <p:spPr bwMode="auto">
            <a:xfrm>
              <a:off x="1680"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3" name="Line 460">
              <a:extLst>
                <a:ext uri="{FF2B5EF4-FFF2-40B4-BE49-F238E27FC236}">
                  <a16:creationId xmlns:a16="http://schemas.microsoft.com/office/drawing/2014/main" id="{22629702-7C14-E1D3-67FD-9189781FB726}"/>
                </a:ext>
              </a:extLst>
            </p:cNvPr>
            <p:cNvSpPr>
              <a:spLocks noChangeShapeType="1"/>
            </p:cNvSpPr>
            <p:nvPr/>
          </p:nvSpPr>
          <p:spPr bwMode="auto">
            <a:xfrm flipV="1">
              <a:off x="1968"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4" name="Line 461">
              <a:extLst>
                <a:ext uri="{FF2B5EF4-FFF2-40B4-BE49-F238E27FC236}">
                  <a16:creationId xmlns:a16="http://schemas.microsoft.com/office/drawing/2014/main" id="{AA2C70C3-1322-6ADE-C476-CE9283C313BE}"/>
                </a:ext>
              </a:extLst>
            </p:cNvPr>
            <p:cNvSpPr>
              <a:spLocks noChangeShapeType="1"/>
            </p:cNvSpPr>
            <p:nvPr/>
          </p:nvSpPr>
          <p:spPr bwMode="auto">
            <a:xfrm>
              <a:off x="1976"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1155" name="Group 462">
            <a:extLst>
              <a:ext uri="{FF2B5EF4-FFF2-40B4-BE49-F238E27FC236}">
                <a16:creationId xmlns:a16="http://schemas.microsoft.com/office/drawing/2014/main" id="{AE992007-3FCF-FF00-92CE-908FFBA5A859}"/>
              </a:ext>
            </a:extLst>
          </p:cNvPr>
          <p:cNvGrpSpPr>
            <a:grpSpLocks/>
          </p:cNvGrpSpPr>
          <p:nvPr/>
        </p:nvGrpSpPr>
        <p:grpSpPr bwMode="auto">
          <a:xfrm>
            <a:off x="3217863" y="939800"/>
            <a:ext cx="790575" cy="254000"/>
            <a:chOff x="2208" y="664"/>
            <a:chExt cx="520" cy="160"/>
          </a:xfrm>
        </p:grpSpPr>
        <p:sp>
          <p:nvSpPr>
            <p:cNvPr id="91156" name="Line 463">
              <a:extLst>
                <a:ext uri="{FF2B5EF4-FFF2-40B4-BE49-F238E27FC236}">
                  <a16:creationId xmlns:a16="http://schemas.microsoft.com/office/drawing/2014/main" id="{1E17A472-9452-B57F-1DB3-4B89C927790A}"/>
                </a:ext>
              </a:extLst>
            </p:cNvPr>
            <p:cNvSpPr>
              <a:spLocks noChangeShapeType="1"/>
            </p:cNvSpPr>
            <p:nvPr/>
          </p:nvSpPr>
          <p:spPr bwMode="auto">
            <a:xfrm>
              <a:off x="2216"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7" name="Line 464">
              <a:extLst>
                <a:ext uri="{FF2B5EF4-FFF2-40B4-BE49-F238E27FC236}">
                  <a16:creationId xmlns:a16="http://schemas.microsoft.com/office/drawing/2014/main" id="{40560876-A319-D187-020A-D9E93C3B46B3}"/>
                </a:ext>
              </a:extLst>
            </p:cNvPr>
            <p:cNvSpPr>
              <a:spLocks noChangeShapeType="1"/>
            </p:cNvSpPr>
            <p:nvPr/>
          </p:nvSpPr>
          <p:spPr bwMode="auto">
            <a:xfrm>
              <a:off x="2208"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8" name="Line 465">
              <a:extLst>
                <a:ext uri="{FF2B5EF4-FFF2-40B4-BE49-F238E27FC236}">
                  <a16:creationId xmlns:a16="http://schemas.microsoft.com/office/drawing/2014/main" id="{C18D4B5D-8FAA-DC25-AED4-311FB6447F2E}"/>
                </a:ext>
              </a:extLst>
            </p:cNvPr>
            <p:cNvSpPr>
              <a:spLocks noChangeShapeType="1"/>
            </p:cNvSpPr>
            <p:nvPr/>
          </p:nvSpPr>
          <p:spPr bwMode="auto">
            <a:xfrm flipV="1">
              <a:off x="2496"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9" name="Line 466">
              <a:extLst>
                <a:ext uri="{FF2B5EF4-FFF2-40B4-BE49-F238E27FC236}">
                  <a16:creationId xmlns:a16="http://schemas.microsoft.com/office/drawing/2014/main" id="{82B0D56F-2A90-9A22-D27C-A0D62C8DF19B}"/>
                </a:ext>
              </a:extLst>
            </p:cNvPr>
            <p:cNvSpPr>
              <a:spLocks noChangeShapeType="1"/>
            </p:cNvSpPr>
            <p:nvPr/>
          </p:nvSpPr>
          <p:spPr bwMode="auto">
            <a:xfrm>
              <a:off x="2504"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1160" name="Group 467">
            <a:extLst>
              <a:ext uri="{FF2B5EF4-FFF2-40B4-BE49-F238E27FC236}">
                <a16:creationId xmlns:a16="http://schemas.microsoft.com/office/drawing/2014/main" id="{77D3B70A-FA51-F173-A109-167BA0A94039}"/>
              </a:ext>
            </a:extLst>
          </p:cNvPr>
          <p:cNvGrpSpPr>
            <a:grpSpLocks/>
          </p:cNvGrpSpPr>
          <p:nvPr/>
        </p:nvGrpSpPr>
        <p:grpSpPr bwMode="auto">
          <a:xfrm>
            <a:off x="4021138" y="939800"/>
            <a:ext cx="790575" cy="254000"/>
            <a:chOff x="2736" y="664"/>
            <a:chExt cx="520" cy="160"/>
          </a:xfrm>
        </p:grpSpPr>
        <p:sp>
          <p:nvSpPr>
            <p:cNvPr id="91161" name="Line 468">
              <a:extLst>
                <a:ext uri="{FF2B5EF4-FFF2-40B4-BE49-F238E27FC236}">
                  <a16:creationId xmlns:a16="http://schemas.microsoft.com/office/drawing/2014/main" id="{F812A410-7514-1505-D951-86E90A1D5B17}"/>
                </a:ext>
              </a:extLst>
            </p:cNvPr>
            <p:cNvSpPr>
              <a:spLocks noChangeShapeType="1"/>
            </p:cNvSpPr>
            <p:nvPr/>
          </p:nvSpPr>
          <p:spPr bwMode="auto">
            <a:xfrm>
              <a:off x="2744"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62" name="Line 469">
              <a:extLst>
                <a:ext uri="{FF2B5EF4-FFF2-40B4-BE49-F238E27FC236}">
                  <a16:creationId xmlns:a16="http://schemas.microsoft.com/office/drawing/2014/main" id="{A1E8273E-C41F-0C6C-98E6-B9FDE2A94197}"/>
                </a:ext>
              </a:extLst>
            </p:cNvPr>
            <p:cNvSpPr>
              <a:spLocks noChangeShapeType="1"/>
            </p:cNvSpPr>
            <p:nvPr/>
          </p:nvSpPr>
          <p:spPr bwMode="auto">
            <a:xfrm>
              <a:off x="2736"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63" name="Line 470">
              <a:extLst>
                <a:ext uri="{FF2B5EF4-FFF2-40B4-BE49-F238E27FC236}">
                  <a16:creationId xmlns:a16="http://schemas.microsoft.com/office/drawing/2014/main" id="{B26D249E-8E7F-ADB2-0821-F82CE7761648}"/>
                </a:ext>
              </a:extLst>
            </p:cNvPr>
            <p:cNvSpPr>
              <a:spLocks noChangeShapeType="1"/>
            </p:cNvSpPr>
            <p:nvPr/>
          </p:nvSpPr>
          <p:spPr bwMode="auto">
            <a:xfrm flipV="1">
              <a:off x="3024"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64" name="Line 471">
              <a:extLst>
                <a:ext uri="{FF2B5EF4-FFF2-40B4-BE49-F238E27FC236}">
                  <a16:creationId xmlns:a16="http://schemas.microsoft.com/office/drawing/2014/main" id="{D7D587BC-D460-FF00-276E-B4C5D1A9F663}"/>
                </a:ext>
              </a:extLst>
            </p:cNvPr>
            <p:cNvSpPr>
              <a:spLocks noChangeShapeType="1"/>
            </p:cNvSpPr>
            <p:nvPr/>
          </p:nvSpPr>
          <p:spPr bwMode="auto">
            <a:xfrm>
              <a:off x="3032"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1165" name="Group 472">
            <a:extLst>
              <a:ext uri="{FF2B5EF4-FFF2-40B4-BE49-F238E27FC236}">
                <a16:creationId xmlns:a16="http://schemas.microsoft.com/office/drawing/2014/main" id="{30E5AA1F-3766-D4B8-7EC8-3A90DAFB6140}"/>
              </a:ext>
            </a:extLst>
          </p:cNvPr>
          <p:cNvGrpSpPr>
            <a:grpSpLocks/>
          </p:cNvGrpSpPr>
          <p:nvPr/>
        </p:nvGrpSpPr>
        <p:grpSpPr bwMode="auto">
          <a:xfrm>
            <a:off x="4824413" y="939800"/>
            <a:ext cx="790575" cy="254000"/>
            <a:chOff x="3264" y="664"/>
            <a:chExt cx="520" cy="160"/>
          </a:xfrm>
        </p:grpSpPr>
        <p:sp>
          <p:nvSpPr>
            <p:cNvPr id="91166" name="Line 473">
              <a:extLst>
                <a:ext uri="{FF2B5EF4-FFF2-40B4-BE49-F238E27FC236}">
                  <a16:creationId xmlns:a16="http://schemas.microsoft.com/office/drawing/2014/main" id="{2D26364F-AD2B-9CD0-0B02-4357F6443AD5}"/>
                </a:ext>
              </a:extLst>
            </p:cNvPr>
            <p:cNvSpPr>
              <a:spLocks noChangeShapeType="1"/>
            </p:cNvSpPr>
            <p:nvPr/>
          </p:nvSpPr>
          <p:spPr bwMode="auto">
            <a:xfrm>
              <a:off x="3272"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67" name="Line 474">
              <a:extLst>
                <a:ext uri="{FF2B5EF4-FFF2-40B4-BE49-F238E27FC236}">
                  <a16:creationId xmlns:a16="http://schemas.microsoft.com/office/drawing/2014/main" id="{F64CEA1B-78E4-EFB2-22D1-72AEBEBB4DB3}"/>
                </a:ext>
              </a:extLst>
            </p:cNvPr>
            <p:cNvSpPr>
              <a:spLocks noChangeShapeType="1"/>
            </p:cNvSpPr>
            <p:nvPr/>
          </p:nvSpPr>
          <p:spPr bwMode="auto">
            <a:xfrm>
              <a:off x="3264"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68" name="Line 475">
              <a:extLst>
                <a:ext uri="{FF2B5EF4-FFF2-40B4-BE49-F238E27FC236}">
                  <a16:creationId xmlns:a16="http://schemas.microsoft.com/office/drawing/2014/main" id="{0C778BC6-B2A6-5CBB-0205-C0FAAF13DB85}"/>
                </a:ext>
              </a:extLst>
            </p:cNvPr>
            <p:cNvSpPr>
              <a:spLocks noChangeShapeType="1"/>
            </p:cNvSpPr>
            <p:nvPr/>
          </p:nvSpPr>
          <p:spPr bwMode="auto">
            <a:xfrm flipV="1">
              <a:off x="3552"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69" name="Line 476">
              <a:extLst>
                <a:ext uri="{FF2B5EF4-FFF2-40B4-BE49-F238E27FC236}">
                  <a16:creationId xmlns:a16="http://schemas.microsoft.com/office/drawing/2014/main" id="{B4EF1B18-A4FE-1FAF-3396-526D23564081}"/>
                </a:ext>
              </a:extLst>
            </p:cNvPr>
            <p:cNvSpPr>
              <a:spLocks noChangeShapeType="1"/>
            </p:cNvSpPr>
            <p:nvPr/>
          </p:nvSpPr>
          <p:spPr bwMode="auto">
            <a:xfrm>
              <a:off x="3560"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1170" name="Group 477">
            <a:extLst>
              <a:ext uri="{FF2B5EF4-FFF2-40B4-BE49-F238E27FC236}">
                <a16:creationId xmlns:a16="http://schemas.microsoft.com/office/drawing/2014/main" id="{CDC4DA52-5946-A92C-76BD-936432F794B9}"/>
              </a:ext>
            </a:extLst>
          </p:cNvPr>
          <p:cNvGrpSpPr>
            <a:grpSpLocks/>
          </p:cNvGrpSpPr>
          <p:nvPr/>
        </p:nvGrpSpPr>
        <p:grpSpPr bwMode="auto">
          <a:xfrm>
            <a:off x="5627688" y="939800"/>
            <a:ext cx="790575" cy="254000"/>
            <a:chOff x="3792" y="664"/>
            <a:chExt cx="520" cy="160"/>
          </a:xfrm>
        </p:grpSpPr>
        <p:sp>
          <p:nvSpPr>
            <p:cNvPr id="91171" name="Line 478">
              <a:extLst>
                <a:ext uri="{FF2B5EF4-FFF2-40B4-BE49-F238E27FC236}">
                  <a16:creationId xmlns:a16="http://schemas.microsoft.com/office/drawing/2014/main" id="{7A36CB2C-062C-AB86-43D9-C4447F20CA6E}"/>
                </a:ext>
              </a:extLst>
            </p:cNvPr>
            <p:cNvSpPr>
              <a:spLocks noChangeShapeType="1"/>
            </p:cNvSpPr>
            <p:nvPr/>
          </p:nvSpPr>
          <p:spPr bwMode="auto">
            <a:xfrm>
              <a:off x="3800"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72" name="Line 479">
              <a:extLst>
                <a:ext uri="{FF2B5EF4-FFF2-40B4-BE49-F238E27FC236}">
                  <a16:creationId xmlns:a16="http://schemas.microsoft.com/office/drawing/2014/main" id="{AF9F514C-EC19-C374-738C-DC10A9F4A10F}"/>
                </a:ext>
              </a:extLst>
            </p:cNvPr>
            <p:cNvSpPr>
              <a:spLocks noChangeShapeType="1"/>
            </p:cNvSpPr>
            <p:nvPr/>
          </p:nvSpPr>
          <p:spPr bwMode="auto">
            <a:xfrm>
              <a:off x="3792"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73" name="Line 480">
              <a:extLst>
                <a:ext uri="{FF2B5EF4-FFF2-40B4-BE49-F238E27FC236}">
                  <a16:creationId xmlns:a16="http://schemas.microsoft.com/office/drawing/2014/main" id="{50CBCD55-77F8-5C3C-FA7F-011B01336934}"/>
                </a:ext>
              </a:extLst>
            </p:cNvPr>
            <p:cNvSpPr>
              <a:spLocks noChangeShapeType="1"/>
            </p:cNvSpPr>
            <p:nvPr/>
          </p:nvSpPr>
          <p:spPr bwMode="auto">
            <a:xfrm flipV="1">
              <a:off x="4080"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74" name="Line 481">
              <a:extLst>
                <a:ext uri="{FF2B5EF4-FFF2-40B4-BE49-F238E27FC236}">
                  <a16:creationId xmlns:a16="http://schemas.microsoft.com/office/drawing/2014/main" id="{70540D08-90EA-5CF2-5CF8-20CE40ADFDE0}"/>
                </a:ext>
              </a:extLst>
            </p:cNvPr>
            <p:cNvSpPr>
              <a:spLocks noChangeShapeType="1"/>
            </p:cNvSpPr>
            <p:nvPr/>
          </p:nvSpPr>
          <p:spPr bwMode="auto">
            <a:xfrm>
              <a:off x="4088"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1175" name="Group 482">
            <a:extLst>
              <a:ext uri="{FF2B5EF4-FFF2-40B4-BE49-F238E27FC236}">
                <a16:creationId xmlns:a16="http://schemas.microsoft.com/office/drawing/2014/main" id="{2565CE17-4DB0-DC78-13D5-28396129D8BD}"/>
              </a:ext>
            </a:extLst>
          </p:cNvPr>
          <p:cNvGrpSpPr>
            <a:grpSpLocks/>
          </p:cNvGrpSpPr>
          <p:nvPr/>
        </p:nvGrpSpPr>
        <p:grpSpPr bwMode="auto">
          <a:xfrm>
            <a:off x="6430963" y="939800"/>
            <a:ext cx="790575" cy="254000"/>
            <a:chOff x="4320" y="664"/>
            <a:chExt cx="520" cy="160"/>
          </a:xfrm>
        </p:grpSpPr>
        <p:sp>
          <p:nvSpPr>
            <p:cNvPr id="91176" name="Line 483">
              <a:extLst>
                <a:ext uri="{FF2B5EF4-FFF2-40B4-BE49-F238E27FC236}">
                  <a16:creationId xmlns:a16="http://schemas.microsoft.com/office/drawing/2014/main" id="{457E8B3E-3F10-6EDD-334B-FEE5B1EAB1FF}"/>
                </a:ext>
              </a:extLst>
            </p:cNvPr>
            <p:cNvSpPr>
              <a:spLocks noChangeShapeType="1"/>
            </p:cNvSpPr>
            <p:nvPr/>
          </p:nvSpPr>
          <p:spPr bwMode="auto">
            <a:xfrm>
              <a:off x="4328"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77" name="Line 484">
              <a:extLst>
                <a:ext uri="{FF2B5EF4-FFF2-40B4-BE49-F238E27FC236}">
                  <a16:creationId xmlns:a16="http://schemas.microsoft.com/office/drawing/2014/main" id="{C89FAB6B-9DC3-D58A-A201-D85C483732F0}"/>
                </a:ext>
              </a:extLst>
            </p:cNvPr>
            <p:cNvSpPr>
              <a:spLocks noChangeShapeType="1"/>
            </p:cNvSpPr>
            <p:nvPr/>
          </p:nvSpPr>
          <p:spPr bwMode="auto">
            <a:xfrm>
              <a:off x="4320"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78" name="Line 485">
              <a:extLst>
                <a:ext uri="{FF2B5EF4-FFF2-40B4-BE49-F238E27FC236}">
                  <a16:creationId xmlns:a16="http://schemas.microsoft.com/office/drawing/2014/main" id="{61FC67FE-0F25-D5E4-25F9-2D480236C301}"/>
                </a:ext>
              </a:extLst>
            </p:cNvPr>
            <p:cNvSpPr>
              <a:spLocks noChangeShapeType="1"/>
            </p:cNvSpPr>
            <p:nvPr/>
          </p:nvSpPr>
          <p:spPr bwMode="auto">
            <a:xfrm flipV="1">
              <a:off x="4608"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79" name="Line 486">
              <a:extLst>
                <a:ext uri="{FF2B5EF4-FFF2-40B4-BE49-F238E27FC236}">
                  <a16:creationId xmlns:a16="http://schemas.microsoft.com/office/drawing/2014/main" id="{1F6DB470-3CB7-334B-5143-A052B2F1BB3A}"/>
                </a:ext>
              </a:extLst>
            </p:cNvPr>
            <p:cNvSpPr>
              <a:spLocks noChangeShapeType="1"/>
            </p:cNvSpPr>
            <p:nvPr/>
          </p:nvSpPr>
          <p:spPr bwMode="auto">
            <a:xfrm>
              <a:off x="4616"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1180" name="Line 487">
            <a:extLst>
              <a:ext uri="{FF2B5EF4-FFF2-40B4-BE49-F238E27FC236}">
                <a16:creationId xmlns:a16="http://schemas.microsoft.com/office/drawing/2014/main" id="{10140A0C-D907-2DF6-B1FE-8023F7367839}"/>
              </a:ext>
            </a:extLst>
          </p:cNvPr>
          <p:cNvSpPr>
            <a:spLocks noChangeShapeType="1"/>
          </p:cNvSpPr>
          <p:nvPr/>
        </p:nvSpPr>
        <p:spPr bwMode="auto">
          <a:xfrm>
            <a:off x="454025" y="952500"/>
            <a:ext cx="3413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81" name="Line 488">
            <a:extLst>
              <a:ext uri="{FF2B5EF4-FFF2-40B4-BE49-F238E27FC236}">
                <a16:creationId xmlns:a16="http://schemas.microsoft.com/office/drawing/2014/main" id="{5A3A5163-F0B7-27F8-C060-5A99D612DCA1}"/>
              </a:ext>
            </a:extLst>
          </p:cNvPr>
          <p:cNvSpPr>
            <a:spLocks noChangeShapeType="1"/>
          </p:cNvSpPr>
          <p:nvPr/>
        </p:nvSpPr>
        <p:spPr bwMode="auto">
          <a:xfrm>
            <a:off x="7245350" y="1181100"/>
            <a:ext cx="414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82" name="Line 489">
            <a:extLst>
              <a:ext uri="{FF2B5EF4-FFF2-40B4-BE49-F238E27FC236}">
                <a16:creationId xmlns:a16="http://schemas.microsoft.com/office/drawing/2014/main" id="{EECA25F7-1302-608D-2EA0-54B90D695D5A}"/>
              </a:ext>
            </a:extLst>
          </p:cNvPr>
          <p:cNvSpPr>
            <a:spLocks noChangeShapeType="1"/>
          </p:cNvSpPr>
          <p:nvPr/>
        </p:nvSpPr>
        <p:spPr bwMode="auto">
          <a:xfrm>
            <a:off x="7234238" y="965200"/>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83" name="Rectangle 490">
            <a:extLst>
              <a:ext uri="{FF2B5EF4-FFF2-40B4-BE49-F238E27FC236}">
                <a16:creationId xmlns:a16="http://schemas.microsoft.com/office/drawing/2014/main" id="{F2CFAC6C-6295-8719-EAB3-7EF5BF348127}"/>
              </a:ext>
            </a:extLst>
          </p:cNvPr>
          <p:cNvSpPr>
            <a:spLocks noChangeArrowheads="1"/>
          </p:cNvSpPr>
          <p:nvPr/>
        </p:nvSpPr>
        <p:spPr bwMode="auto">
          <a:xfrm>
            <a:off x="868363" y="5715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a:t>
            </a:r>
          </a:p>
        </p:txBody>
      </p:sp>
      <p:sp>
        <p:nvSpPr>
          <p:cNvPr id="91184" name="Rectangle 491">
            <a:extLst>
              <a:ext uri="{FF2B5EF4-FFF2-40B4-BE49-F238E27FC236}">
                <a16:creationId xmlns:a16="http://schemas.microsoft.com/office/drawing/2014/main" id="{886E01A3-57FD-0C02-7BD4-5FC4A2E831F0}"/>
              </a:ext>
            </a:extLst>
          </p:cNvPr>
          <p:cNvSpPr>
            <a:spLocks noChangeArrowheads="1"/>
          </p:cNvSpPr>
          <p:nvPr/>
        </p:nvSpPr>
        <p:spPr bwMode="auto">
          <a:xfrm>
            <a:off x="1597025" y="5715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2</a:t>
            </a:r>
          </a:p>
        </p:txBody>
      </p:sp>
      <p:sp>
        <p:nvSpPr>
          <p:cNvPr id="91185" name="Rectangle 492">
            <a:extLst>
              <a:ext uri="{FF2B5EF4-FFF2-40B4-BE49-F238E27FC236}">
                <a16:creationId xmlns:a16="http://schemas.microsoft.com/office/drawing/2014/main" id="{1BD43529-EDD9-72C0-747F-B2DC28054871}"/>
              </a:ext>
            </a:extLst>
          </p:cNvPr>
          <p:cNvSpPr>
            <a:spLocks noChangeArrowheads="1"/>
          </p:cNvSpPr>
          <p:nvPr/>
        </p:nvSpPr>
        <p:spPr bwMode="auto">
          <a:xfrm>
            <a:off x="2473325" y="5715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3</a:t>
            </a:r>
          </a:p>
        </p:txBody>
      </p:sp>
      <p:sp>
        <p:nvSpPr>
          <p:cNvPr id="91186" name="Rectangle 493">
            <a:extLst>
              <a:ext uri="{FF2B5EF4-FFF2-40B4-BE49-F238E27FC236}">
                <a16:creationId xmlns:a16="http://schemas.microsoft.com/office/drawing/2014/main" id="{7F87B896-7F22-0709-3CE2-DCF7F518F4A7}"/>
              </a:ext>
            </a:extLst>
          </p:cNvPr>
          <p:cNvSpPr>
            <a:spLocks noChangeArrowheads="1"/>
          </p:cNvSpPr>
          <p:nvPr/>
        </p:nvSpPr>
        <p:spPr bwMode="auto">
          <a:xfrm>
            <a:off x="3203575" y="5715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4</a:t>
            </a:r>
          </a:p>
        </p:txBody>
      </p:sp>
      <p:sp>
        <p:nvSpPr>
          <p:cNvPr id="91187" name="Rectangle 494">
            <a:extLst>
              <a:ext uri="{FF2B5EF4-FFF2-40B4-BE49-F238E27FC236}">
                <a16:creationId xmlns:a16="http://schemas.microsoft.com/office/drawing/2014/main" id="{70C9EB4A-964B-AF20-F91E-FB73754A23E1}"/>
              </a:ext>
            </a:extLst>
          </p:cNvPr>
          <p:cNvSpPr>
            <a:spLocks noChangeArrowheads="1"/>
          </p:cNvSpPr>
          <p:nvPr/>
        </p:nvSpPr>
        <p:spPr bwMode="auto">
          <a:xfrm>
            <a:off x="4008438" y="5715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5</a:t>
            </a:r>
          </a:p>
        </p:txBody>
      </p:sp>
      <p:sp>
        <p:nvSpPr>
          <p:cNvPr id="91188" name="Rectangle 495">
            <a:extLst>
              <a:ext uri="{FF2B5EF4-FFF2-40B4-BE49-F238E27FC236}">
                <a16:creationId xmlns:a16="http://schemas.microsoft.com/office/drawing/2014/main" id="{D4CBEEFE-AB43-696D-C949-908173B72DE3}"/>
              </a:ext>
            </a:extLst>
          </p:cNvPr>
          <p:cNvSpPr>
            <a:spLocks noChangeArrowheads="1"/>
          </p:cNvSpPr>
          <p:nvPr/>
        </p:nvSpPr>
        <p:spPr bwMode="auto">
          <a:xfrm>
            <a:off x="4810125" y="5715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6</a:t>
            </a:r>
          </a:p>
        </p:txBody>
      </p:sp>
      <p:sp>
        <p:nvSpPr>
          <p:cNvPr id="91189" name="Rectangle 496">
            <a:extLst>
              <a:ext uri="{FF2B5EF4-FFF2-40B4-BE49-F238E27FC236}">
                <a16:creationId xmlns:a16="http://schemas.microsoft.com/office/drawing/2014/main" id="{C1D21161-C8F0-7EDB-E33B-8EB74D16E40C}"/>
              </a:ext>
            </a:extLst>
          </p:cNvPr>
          <p:cNvSpPr>
            <a:spLocks noChangeArrowheads="1"/>
          </p:cNvSpPr>
          <p:nvPr/>
        </p:nvSpPr>
        <p:spPr bwMode="auto">
          <a:xfrm>
            <a:off x="5613400" y="5715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7</a:t>
            </a:r>
          </a:p>
        </p:txBody>
      </p:sp>
      <p:sp>
        <p:nvSpPr>
          <p:cNvPr id="91190" name="Rectangle 497">
            <a:extLst>
              <a:ext uri="{FF2B5EF4-FFF2-40B4-BE49-F238E27FC236}">
                <a16:creationId xmlns:a16="http://schemas.microsoft.com/office/drawing/2014/main" id="{491CA788-FB0A-B4C5-8371-62445F3E81AE}"/>
              </a:ext>
            </a:extLst>
          </p:cNvPr>
          <p:cNvSpPr>
            <a:spLocks noChangeArrowheads="1"/>
          </p:cNvSpPr>
          <p:nvPr/>
        </p:nvSpPr>
        <p:spPr bwMode="auto">
          <a:xfrm>
            <a:off x="6416675" y="5715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8</a:t>
            </a:r>
          </a:p>
        </p:txBody>
      </p:sp>
      <p:grpSp>
        <p:nvGrpSpPr>
          <p:cNvPr id="91191" name="Group 498">
            <a:extLst>
              <a:ext uri="{FF2B5EF4-FFF2-40B4-BE49-F238E27FC236}">
                <a16:creationId xmlns:a16="http://schemas.microsoft.com/office/drawing/2014/main" id="{25C6CF31-5CB0-073A-27D7-3A2830931535}"/>
              </a:ext>
            </a:extLst>
          </p:cNvPr>
          <p:cNvGrpSpPr>
            <a:grpSpLocks/>
          </p:cNvGrpSpPr>
          <p:nvPr/>
        </p:nvGrpSpPr>
        <p:grpSpPr bwMode="auto">
          <a:xfrm>
            <a:off x="819150" y="1346200"/>
            <a:ext cx="3992563" cy="333375"/>
            <a:chOff x="632" y="960"/>
            <a:chExt cx="2624" cy="210"/>
          </a:xfrm>
        </p:grpSpPr>
        <p:grpSp>
          <p:nvGrpSpPr>
            <p:cNvPr id="91192" name="Group 499">
              <a:extLst>
                <a:ext uri="{FF2B5EF4-FFF2-40B4-BE49-F238E27FC236}">
                  <a16:creationId xmlns:a16="http://schemas.microsoft.com/office/drawing/2014/main" id="{BB5EA248-14F4-252F-8A27-757FA1920F90}"/>
                </a:ext>
              </a:extLst>
            </p:cNvPr>
            <p:cNvGrpSpPr>
              <a:grpSpLocks/>
            </p:cNvGrpSpPr>
            <p:nvPr/>
          </p:nvGrpSpPr>
          <p:grpSpPr bwMode="auto">
            <a:xfrm>
              <a:off x="632" y="960"/>
              <a:ext cx="512" cy="210"/>
              <a:chOff x="632" y="960"/>
              <a:chExt cx="512" cy="210"/>
            </a:xfrm>
          </p:grpSpPr>
          <p:sp>
            <p:nvSpPr>
              <p:cNvPr id="91193" name="Rectangle 500">
                <a:extLst>
                  <a:ext uri="{FF2B5EF4-FFF2-40B4-BE49-F238E27FC236}">
                    <a16:creationId xmlns:a16="http://schemas.microsoft.com/office/drawing/2014/main" id="{9E8735AF-FBB4-04BE-A3BF-59F3389862F3}"/>
                  </a:ext>
                </a:extLst>
              </p:cNvPr>
              <p:cNvSpPr>
                <a:spLocks noChangeArrowheads="1"/>
              </p:cNvSpPr>
              <p:nvPr/>
            </p:nvSpPr>
            <p:spPr bwMode="auto">
              <a:xfrm>
                <a:off x="632"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194" name="Rectangle 501">
                <a:extLst>
                  <a:ext uri="{FF2B5EF4-FFF2-40B4-BE49-F238E27FC236}">
                    <a16:creationId xmlns:a16="http://schemas.microsoft.com/office/drawing/2014/main" id="{FB27607E-707A-9F2A-8AD1-0EDB1E66E407}"/>
                  </a:ext>
                </a:extLst>
              </p:cNvPr>
              <p:cNvSpPr>
                <a:spLocks noChangeArrowheads="1"/>
              </p:cNvSpPr>
              <p:nvPr/>
            </p:nvSpPr>
            <p:spPr bwMode="auto">
              <a:xfrm>
                <a:off x="673" y="960"/>
                <a:ext cx="45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1195" name="Group 502">
              <a:extLst>
                <a:ext uri="{FF2B5EF4-FFF2-40B4-BE49-F238E27FC236}">
                  <a16:creationId xmlns:a16="http://schemas.microsoft.com/office/drawing/2014/main" id="{5F49B104-9A0B-4EE0-5172-B200DD7BCDA0}"/>
                </a:ext>
              </a:extLst>
            </p:cNvPr>
            <p:cNvGrpSpPr>
              <a:grpSpLocks/>
            </p:cNvGrpSpPr>
            <p:nvPr/>
          </p:nvGrpSpPr>
          <p:grpSpPr bwMode="auto">
            <a:xfrm>
              <a:off x="1143" y="960"/>
              <a:ext cx="594" cy="210"/>
              <a:chOff x="1143" y="960"/>
              <a:chExt cx="594" cy="210"/>
            </a:xfrm>
          </p:grpSpPr>
          <p:sp>
            <p:nvSpPr>
              <p:cNvPr id="91196" name="Rectangle 503">
                <a:extLst>
                  <a:ext uri="{FF2B5EF4-FFF2-40B4-BE49-F238E27FC236}">
                    <a16:creationId xmlns:a16="http://schemas.microsoft.com/office/drawing/2014/main" id="{69C720C9-A874-9051-2356-E6A6C574C66F}"/>
                  </a:ext>
                </a:extLst>
              </p:cNvPr>
              <p:cNvSpPr>
                <a:spLocks noChangeArrowheads="1"/>
              </p:cNvSpPr>
              <p:nvPr/>
            </p:nvSpPr>
            <p:spPr bwMode="auto">
              <a:xfrm>
                <a:off x="1160"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197" name="Rectangle 504">
                <a:extLst>
                  <a:ext uri="{FF2B5EF4-FFF2-40B4-BE49-F238E27FC236}">
                    <a16:creationId xmlns:a16="http://schemas.microsoft.com/office/drawing/2014/main" id="{1B7A633C-6542-BF2A-89E4-064E736D6B79}"/>
                  </a:ext>
                </a:extLst>
              </p:cNvPr>
              <p:cNvSpPr>
                <a:spLocks noChangeArrowheads="1"/>
              </p:cNvSpPr>
              <p:nvPr/>
            </p:nvSpPr>
            <p:spPr bwMode="auto">
              <a:xfrm>
                <a:off x="1143" y="960"/>
                <a:ext cx="59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1198" name="Group 505">
              <a:extLst>
                <a:ext uri="{FF2B5EF4-FFF2-40B4-BE49-F238E27FC236}">
                  <a16:creationId xmlns:a16="http://schemas.microsoft.com/office/drawing/2014/main" id="{CCABDC84-B247-BD91-EB86-09CCC91B9513}"/>
                </a:ext>
              </a:extLst>
            </p:cNvPr>
            <p:cNvGrpSpPr>
              <a:grpSpLocks/>
            </p:cNvGrpSpPr>
            <p:nvPr/>
          </p:nvGrpSpPr>
          <p:grpSpPr bwMode="auto">
            <a:xfrm>
              <a:off x="1688" y="960"/>
              <a:ext cx="512" cy="210"/>
              <a:chOff x="1688" y="960"/>
              <a:chExt cx="512" cy="210"/>
            </a:xfrm>
          </p:grpSpPr>
          <p:sp>
            <p:nvSpPr>
              <p:cNvPr id="91199" name="Rectangle 506">
                <a:extLst>
                  <a:ext uri="{FF2B5EF4-FFF2-40B4-BE49-F238E27FC236}">
                    <a16:creationId xmlns:a16="http://schemas.microsoft.com/office/drawing/2014/main" id="{0EEBAFBD-4851-8032-96B3-8CDF881BD4FD}"/>
                  </a:ext>
                </a:extLst>
              </p:cNvPr>
              <p:cNvSpPr>
                <a:spLocks noChangeArrowheads="1"/>
              </p:cNvSpPr>
              <p:nvPr/>
            </p:nvSpPr>
            <p:spPr bwMode="auto">
              <a:xfrm>
                <a:off x="1688"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00" name="Rectangle 507">
                <a:extLst>
                  <a:ext uri="{FF2B5EF4-FFF2-40B4-BE49-F238E27FC236}">
                    <a16:creationId xmlns:a16="http://schemas.microsoft.com/office/drawing/2014/main" id="{D2F726F1-23BE-3F54-ACBE-E11BE9CAF686}"/>
                  </a:ext>
                </a:extLst>
              </p:cNvPr>
              <p:cNvSpPr>
                <a:spLocks noChangeArrowheads="1"/>
              </p:cNvSpPr>
              <p:nvPr/>
            </p:nvSpPr>
            <p:spPr bwMode="auto">
              <a:xfrm>
                <a:off x="1767" y="960"/>
                <a:ext cx="39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1201" name="Group 508">
              <a:extLst>
                <a:ext uri="{FF2B5EF4-FFF2-40B4-BE49-F238E27FC236}">
                  <a16:creationId xmlns:a16="http://schemas.microsoft.com/office/drawing/2014/main" id="{2D46F780-DE16-B64F-0E49-CAB51B9A68B8}"/>
                </a:ext>
              </a:extLst>
            </p:cNvPr>
            <p:cNvGrpSpPr>
              <a:grpSpLocks/>
            </p:cNvGrpSpPr>
            <p:nvPr/>
          </p:nvGrpSpPr>
          <p:grpSpPr bwMode="auto">
            <a:xfrm>
              <a:off x="2216" y="960"/>
              <a:ext cx="512" cy="210"/>
              <a:chOff x="2216" y="960"/>
              <a:chExt cx="512" cy="210"/>
            </a:xfrm>
          </p:grpSpPr>
          <p:sp>
            <p:nvSpPr>
              <p:cNvPr id="91202" name="Rectangle 509">
                <a:extLst>
                  <a:ext uri="{FF2B5EF4-FFF2-40B4-BE49-F238E27FC236}">
                    <a16:creationId xmlns:a16="http://schemas.microsoft.com/office/drawing/2014/main" id="{28FFB390-E1C9-6CC9-F30F-FCA81DCA6C0A}"/>
                  </a:ext>
                </a:extLst>
              </p:cNvPr>
              <p:cNvSpPr>
                <a:spLocks noChangeArrowheads="1"/>
              </p:cNvSpPr>
              <p:nvPr/>
            </p:nvSpPr>
            <p:spPr bwMode="auto">
              <a:xfrm>
                <a:off x="2216"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03" name="Rectangle 510">
                <a:extLst>
                  <a:ext uri="{FF2B5EF4-FFF2-40B4-BE49-F238E27FC236}">
                    <a16:creationId xmlns:a16="http://schemas.microsoft.com/office/drawing/2014/main" id="{28D2DA9E-8465-5637-113E-1B21852FA045}"/>
                  </a:ext>
                </a:extLst>
              </p:cNvPr>
              <p:cNvSpPr>
                <a:spLocks noChangeArrowheads="1"/>
              </p:cNvSpPr>
              <p:nvPr/>
            </p:nvSpPr>
            <p:spPr bwMode="auto">
              <a:xfrm>
                <a:off x="2295" y="960"/>
                <a:ext cx="4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1204" name="Group 511">
              <a:extLst>
                <a:ext uri="{FF2B5EF4-FFF2-40B4-BE49-F238E27FC236}">
                  <a16:creationId xmlns:a16="http://schemas.microsoft.com/office/drawing/2014/main" id="{C3AF7F6D-313E-0594-ACEB-2A9060789C73}"/>
                </a:ext>
              </a:extLst>
            </p:cNvPr>
            <p:cNvGrpSpPr>
              <a:grpSpLocks/>
            </p:cNvGrpSpPr>
            <p:nvPr/>
          </p:nvGrpSpPr>
          <p:grpSpPr bwMode="auto">
            <a:xfrm>
              <a:off x="2744" y="960"/>
              <a:ext cx="512" cy="210"/>
              <a:chOff x="2744" y="960"/>
              <a:chExt cx="512" cy="210"/>
            </a:xfrm>
          </p:grpSpPr>
          <p:sp>
            <p:nvSpPr>
              <p:cNvPr id="91205" name="Rectangle 512">
                <a:extLst>
                  <a:ext uri="{FF2B5EF4-FFF2-40B4-BE49-F238E27FC236}">
                    <a16:creationId xmlns:a16="http://schemas.microsoft.com/office/drawing/2014/main" id="{056575C2-38EC-0479-6032-B265E5A81A2E}"/>
                  </a:ext>
                </a:extLst>
              </p:cNvPr>
              <p:cNvSpPr>
                <a:spLocks noChangeArrowheads="1"/>
              </p:cNvSpPr>
              <p:nvPr/>
            </p:nvSpPr>
            <p:spPr bwMode="auto">
              <a:xfrm>
                <a:off x="2744"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06" name="Rectangle 513">
                <a:extLst>
                  <a:ext uri="{FF2B5EF4-FFF2-40B4-BE49-F238E27FC236}">
                    <a16:creationId xmlns:a16="http://schemas.microsoft.com/office/drawing/2014/main" id="{B9228889-1BAE-63EF-FC77-0669370D6E5D}"/>
                  </a:ext>
                </a:extLst>
              </p:cNvPr>
              <p:cNvSpPr>
                <a:spLocks noChangeArrowheads="1"/>
              </p:cNvSpPr>
              <p:nvPr/>
            </p:nvSpPr>
            <p:spPr bwMode="auto">
              <a:xfrm>
                <a:off x="2823" y="960"/>
                <a:ext cx="31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1207" name="Rectangle 514">
            <a:extLst>
              <a:ext uri="{FF2B5EF4-FFF2-40B4-BE49-F238E27FC236}">
                <a16:creationId xmlns:a16="http://schemas.microsoft.com/office/drawing/2014/main" id="{389A07DF-2D1A-40EB-FF51-A606D1A140CE}"/>
              </a:ext>
            </a:extLst>
          </p:cNvPr>
          <p:cNvSpPr>
            <a:spLocks noChangeArrowheads="1"/>
          </p:cNvSpPr>
          <p:nvPr/>
        </p:nvSpPr>
        <p:spPr bwMode="auto">
          <a:xfrm>
            <a:off x="6350" y="1346200"/>
            <a:ext cx="8524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0: </a:t>
            </a:r>
            <a:r>
              <a:rPr lang="en-US" altLang="zh-CN">
                <a:ea typeface="宋体" panose="02010600030101010101" pitchFamily="2" charset="-122"/>
              </a:rPr>
              <a:t>Load</a:t>
            </a:r>
          </a:p>
        </p:txBody>
      </p:sp>
      <p:grpSp>
        <p:nvGrpSpPr>
          <p:cNvPr id="91208" name="Group 515">
            <a:extLst>
              <a:ext uri="{FF2B5EF4-FFF2-40B4-BE49-F238E27FC236}">
                <a16:creationId xmlns:a16="http://schemas.microsoft.com/office/drawing/2014/main" id="{9C46514F-B4AE-F6F9-5196-C82390D980E0}"/>
              </a:ext>
            </a:extLst>
          </p:cNvPr>
          <p:cNvGrpSpPr>
            <a:grpSpLocks/>
          </p:cNvGrpSpPr>
          <p:nvPr/>
        </p:nvGrpSpPr>
        <p:grpSpPr bwMode="auto">
          <a:xfrm>
            <a:off x="1622425" y="1739900"/>
            <a:ext cx="3992563" cy="333375"/>
            <a:chOff x="1160" y="1248"/>
            <a:chExt cx="2624" cy="210"/>
          </a:xfrm>
        </p:grpSpPr>
        <p:grpSp>
          <p:nvGrpSpPr>
            <p:cNvPr id="91209" name="Group 516">
              <a:extLst>
                <a:ext uri="{FF2B5EF4-FFF2-40B4-BE49-F238E27FC236}">
                  <a16:creationId xmlns:a16="http://schemas.microsoft.com/office/drawing/2014/main" id="{343252F1-D0F7-6DE5-CA8A-8695ACE9E3ED}"/>
                </a:ext>
              </a:extLst>
            </p:cNvPr>
            <p:cNvGrpSpPr>
              <a:grpSpLocks/>
            </p:cNvGrpSpPr>
            <p:nvPr/>
          </p:nvGrpSpPr>
          <p:grpSpPr bwMode="auto">
            <a:xfrm>
              <a:off x="1160" y="1248"/>
              <a:ext cx="512" cy="210"/>
              <a:chOff x="1160" y="1248"/>
              <a:chExt cx="512" cy="210"/>
            </a:xfrm>
          </p:grpSpPr>
          <p:sp>
            <p:nvSpPr>
              <p:cNvPr id="91210" name="Rectangle 517">
                <a:extLst>
                  <a:ext uri="{FF2B5EF4-FFF2-40B4-BE49-F238E27FC236}">
                    <a16:creationId xmlns:a16="http://schemas.microsoft.com/office/drawing/2014/main" id="{5817180B-1356-7234-74CF-61220950D6AE}"/>
                  </a:ext>
                </a:extLst>
              </p:cNvPr>
              <p:cNvSpPr>
                <a:spLocks noChangeArrowheads="1"/>
              </p:cNvSpPr>
              <p:nvPr/>
            </p:nvSpPr>
            <p:spPr bwMode="auto">
              <a:xfrm>
                <a:off x="1160"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11" name="Rectangle 518">
                <a:extLst>
                  <a:ext uri="{FF2B5EF4-FFF2-40B4-BE49-F238E27FC236}">
                    <a16:creationId xmlns:a16="http://schemas.microsoft.com/office/drawing/2014/main" id="{6FA8AE18-3841-E001-782E-B321B4A129C4}"/>
                  </a:ext>
                </a:extLst>
              </p:cNvPr>
              <p:cNvSpPr>
                <a:spLocks noChangeArrowheads="1"/>
              </p:cNvSpPr>
              <p:nvPr/>
            </p:nvSpPr>
            <p:spPr bwMode="auto">
              <a:xfrm>
                <a:off x="1201" y="1248"/>
                <a:ext cx="45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1212" name="Group 519">
              <a:extLst>
                <a:ext uri="{FF2B5EF4-FFF2-40B4-BE49-F238E27FC236}">
                  <a16:creationId xmlns:a16="http://schemas.microsoft.com/office/drawing/2014/main" id="{D8E30B3A-F7F9-10C6-6BEE-B5E0B7A0C5F3}"/>
                </a:ext>
              </a:extLst>
            </p:cNvPr>
            <p:cNvGrpSpPr>
              <a:grpSpLocks/>
            </p:cNvGrpSpPr>
            <p:nvPr/>
          </p:nvGrpSpPr>
          <p:grpSpPr bwMode="auto">
            <a:xfrm>
              <a:off x="1671" y="1248"/>
              <a:ext cx="594" cy="210"/>
              <a:chOff x="1671" y="1248"/>
              <a:chExt cx="594" cy="210"/>
            </a:xfrm>
          </p:grpSpPr>
          <p:sp>
            <p:nvSpPr>
              <p:cNvPr id="91213" name="Rectangle 520">
                <a:extLst>
                  <a:ext uri="{FF2B5EF4-FFF2-40B4-BE49-F238E27FC236}">
                    <a16:creationId xmlns:a16="http://schemas.microsoft.com/office/drawing/2014/main" id="{752B5844-38E0-A093-066D-6D62A9B5BEF5}"/>
                  </a:ext>
                </a:extLst>
              </p:cNvPr>
              <p:cNvSpPr>
                <a:spLocks noChangeArrowheads="1"/>
              </p:cNvSpPr>
              <p:nvPr/>
            </p:nvSpPr>
            <p:spPr bwMode="auto">
              <a:xfrm>
                <a:off x="1688"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14" name="Rectangle 521">
                <a:extLst>
                  <a:ext uri="{FF2B5EF4-FFF2-40B4-BE49-F238E27FC236}">
                    <a16:creationId xmlns:a16="http://schemas.microsoft.com/office/drawing/2014/main" id="{112104CB-2B04-B3B9-3989-7F0EB8513CEF}"/>
                  </a:ext>
                </a:extLst>
              </p:cNvPr>
              <p:cNvSpPr>
                <a:spLocks noChangeArrowheads="1"/>
              </p:cNvSpPr>
              <p:nvPr/>
            </p:nvSpPr>
            <p:spPr bwMode="auto">
              <a:xfrm>
                <a:off x="1671" y="1248"/>
                <a:ext cx="59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1215" name="Group 522">
              <a:extLst>
                <a:ext uri="{FF2B5EF4-FFF2-40B4-BE49-F238E27FC236}">
                  <a16:creationId xmlns:a16="http://schemas.microsoft.com/office/drawing/2014/main" id="{A950C73A-B6A2-8413-21CA-A681E4B7F7A1}"/>
                </a:ext>
              </a:extLst>
            </p:cNvPr>
            <p:cNvGrpSpPr>
              <a:grpSpLocks/>
            </p:cNvGrpSpPr>
            <p:nvPr/>
          </p:nvGrpSpPr>
          <p:grpSpPr bwMode="auto">
            <a:xfrm>
              <a:off x="2216" y="1248"/>
              <a:ext cx="512" cy="210"/>
              <a:chOff x="2216" y="1248"/>
              <a:chExt cx="512" cy="210"/>
            </a:xfrm>
          </p:grpSpPr>
          <p:sp>
            <p:nvSpPr>
              <p:cNvPr id="91216" name="Rectangle 523">
                <a:extLst>
                  <a:ext uri="{FF2B5EF4-FFF2-40B4-BE49-F238E27FC236}">
                    <a16:creationId xmlns:a16="http://schemas.microsoft.com/office/drawing/2014/main" id="{8BD26CAC-DF5E-A4A8-DDBC-F717D65C8713}"/>
                  </a:ext>
                </a:extLst>
              </p:cNvPr>
              <p:cNvSpPr>
                <a:spLocks noChangeArrowheads="1"/>
              </p:cNvSpPr>
              <p:nvPr/>
            </p:nvSpPr>
            <p:spPr bwMode="auto">
              <a:xfrm>
                <a:off x="2216"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17" name="Rectangle 524">
                <a:extLst>
                  <a:ext uri="{FF2B5EF4-FFF2-40B4-BE49-F238E27FC236}">
                    <a16:creationId xmlns:a16="http://schemas.microsoft.com/office/drawing/2014/main" id="{CD5431EA-01B7-3CD6-30DF-246F6A653BAC}"/>
                  </a:ext>
                </a:extLst>
              </p:cNvPr>
              <p:cNvSpPr>
                <a:spLocks noChangeArrowheads="1"/>
              </p:cNvSpPr>
              <p:nvPr/>
            </p:nvSpPr>
            <p:spPr bwMode="auto">
              <a:xfrm>
                <a:off x="2295" y="1248"/>
                <a:ext cx="39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1218" name="Group 525">
              <a:extLst>
                <a:ext uri="{FF2B5EF4-FFF2-40B4-BE49-F238E27FC236}">
                  <a16:creationId xmlns:a16="http://schemas.microsoft.com/office/drawing/2014/main" id="{A5890078-5D16-02D1-1365-A7401F717D9D}"/>
                </a:ext>
              </a:extLst>
            </p:cNvPr>
            <p:cNvGrpSpPr>
              <a:grpSpLocks/>
            </p:cNvGrpSpPr>
            <p:nvPr/>
          </p:nvGrpSpPr>
          <p:grpSpPr bwMode="auto">
            <a:xfrm>
              <a:off x="2744" y="1248"/>
              <a:ext cx="512" cy="210"/>
              <a:chOff x="2744" y="1248"/>
              <a:chExt cx="512" cy="210"/>
            </a:xfrm>
          </p:grpSpPr>
          <p:sp>
            <p:nvSpPr>
              <p:cNvPr id="91219" name="Rectangle 526">
                <a:extLst>
                  <a:ext uri="{FF2B5EF4-FFF2-40B4-BE49-F238E27FC236}">
                    <a16:creationId xmlns:a16="http://schemas.microsoft.com/office/drawing/2014/main" id="{72A16FD7-D90C-D393-EDD9-6655C1A58E1D}"/>
                  </a:ext>
                </a:extLst>
              </p:cNvPr>
              <p:cNvSpPr>
                <a:spLocks noChangeArrowheads="1"/>
              </p:cNvSpPr>
              <p:nvPr/>
            </p:nvSpPr>
            <p:spPr bwMode="auto">
              <a:xfrm>
                <a:off x="2744"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20" name="Rectangle 527">
                <a:extLst>
                  <a:ext uri="{FF2B5EF4-FFF2-40B4-BE49-F238E27FC236}">
                    <a16:creationId xmlns:a16="http://schemas.microsoft.com/office/drawing/2014/main" id="{F7F5FE13-1BF6-4802-B793-F1B0FEB5F1B3}"/>
                  </a:ext>
                </a:extLst>
              </p:cNvPr>
              <p:cNvSpPr>
                <a:spLocks noChangeArrowheads="1"/>
              </p:cNvSpPr>
              <p:nvPr/>
            </p:nvSpPr>
            <p:spPr bwMode="auto">
              <a:xfrm>
                <a:off x="2823" y="1248"/>
                <a:ext cx="4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1221" name="Group 528">
              <a:extLst>
                <a:ext uri="{FF2B5EF4-FFF2-40B4-BE49-F238E27FC236}">
                  <a16:creationId xmlns:a16="http://schemas.microsoft.com/office/drawing/2014/main" id="{06D43414-B2DE-B178-9C37-6083476C572C}"/>
                </a:ext>
              </a:extLst>
            </p:cNvPr>
            <p:cNvGrpSpPr>
              <a:grpSpLocks/>
            </p:cNvGrpSpPr>
            <p:nvPr/>
          </p:nvGrpSpPr>
          <p:grpSpPr bwMode="auto">
            <a:xfrm>
              <a:off x="3272" y="1248"/>
              <a:ext cx="512" cy="210"/>
              <a:chOff x="3272" y="1248"/>
              <a:chExt cx="512" cy="210"/>
            </a:xfrm>
          </p:grpSpPr>
          <p:sp>
            <p:nvSpPr>
              <p:cNvPr id="91222" name="Rectangle 529">
                <a:extLst>
                  <a:ext uri="{FF2B5EF4-FFF2-40B4-BE49-F238E27FC236}">
                    <a16:creationId xmlns:a16="http://schemas.microsoft.com/office/drawing/2014/main" id="{1B11D63D-CCC6-DCB5-1D3F-59D25E7E58B3}"/>
                  </a:ext>
                </a:extLst>
              </p:cNvPr>
              <p:cNvSpPr>
                <a:spLocks noChangeArrowheads="1"/>
              </p:cNvSpPr>
              <p:nvPr/>
            </p:nvSpPr>
            <p:spPr bwMode="auto">
              <a:xfrm>
                <a:off x="3272"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23" name="Rectangle 530">
                <a:extLst>
                  <a:ext uri="{FF2B5EF4-FFF2-40B4-BE49-F238E27FC236}">
                    <a16:creationId xmlns:a16="http://schemas.microsoft.com/office/drawing/2014/main" id="{4F51A3AF-2B93-5B23-22A8-2D9F635AC00E}"/>
                  </a:ext>
                </a:extLst>
              </p:cNvPr>
              <p:cNvSpPr>
                <a:spLocks noChangeArrowheads="1"/>
              </p:cNvSpPr>
              <p:nvPr/>
            </p:nvSpPr>
            <p:spPr bwMode="auto">
              <a:xfrm>
                <a:off x="3351" y="1248"/>
                <a:ext cx="31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1224" name="Rectangle 531">
            <a:extLst>
              <a:ext uri="{FF2B5EF4-FFF2-40B4-BE49-F238E27FC236}">
                <a16:creationId xmlns:a16="http://schemas.microsoft.com/office/drawing/2014/main" id="{D7506B5E-AF8A-41E5-F517-EAFE3FF1AB7A}"/>
              </a:ext>
            </a:extLst>
          </p:cNvPr>
          <p:cNvSpPr>
            <a:spLocks noChangeArrowheads="1"/>
          </p:cNvSpPr>
          <p:nvPr/>
        </p:nvSpPr>
        <p:spPr bwMode="auto">
          <a:xfrm>
            <a:off x="663575" y="1739900"/>
            <a:ext cx="989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4: </a:t>
            </a:r>
            <a:r>
              <a:rPr lang="en-US" altLang="zh-CN">
                <a:ea typeface="宋体" panose="02010600030101010101" pitchFamily="2" charset="-122"/>
              </a:rPr>
              <a:t>R-type</a:t>
            </a:r>
          </a:p>
        </p:txBody>
      </p:sp>
      <p:grpSp>
        <p:nvGrpSpPr>
          <p:cNvPr id="91225" name="Group 532">
            <a:extLst>
              <a:ext uri="{FF2B5EF4-FFF2-40B4-BE49-F238E27FC236}">
                <a16:creationId xmlns:a16="http://schemas.microsoft.com/office/drawing/2014/main" id="{5A9E00F9-18D0-7A9F-2466-A22F9F1E28A4}"/>
              </a:ext>
            </a:extLst>
          </p:cNvPr>
          <p:cNvGrpSpPr>
            <a:grpSpLocks/>
          </p:cNvGrpSpPr>
          <p:nvPr/>
        </p:nvGrpSpPr>
        <p:grpSpPr bwMode="auto">
          <a:xfrm>
            <a:off x="2425700" y="2159000"/>
            <a:ext cx="3992563" cy="333375"/>
            <a:chOff x="1688" y="1536"/>
            <a:chExt cx="2624" cy="210"/>
          </a:xfrm>
        </p:grpSpPr>
        <p:grpSp>
          <p:nvGrpSpPr>
            <p:cNvPr id="91226" name="Group 533">
              <a:extLst>
                <a:ext uri="{FF2B5EF4-FFF2-40B4-BE49-F238E27FC236}">
                  <a16:creationId xmlns:a16="http://schemas.microsoft.com/office/drawing/2014/main" id="{BB353DD3-6476-51F3-2C48-9C56437C19AE}"/>
                </a:ext>
              </a:extLst>
            </p:cNvPr>
            <p:cNvGrpSpPr>
              <a:grpSpLocks/>
            </p:cNvGrpSpPr>
            <p:nvPr/>
          </p:nvGrpSpPr>
          <p:grpSpPr bwMode="auto">
            <a:xfrm>
              <a:off x="1688" y="1536"/>
              <a:ext cx="512" cy="210"/>
              <a:chOff x="1688" y="1536"/>
              <a:chExt cx="512" cy="210"/>
            </a:xfrm>
          </p:grpSpPr>
          <p:sp>
            <p:nvSpPr>
              <p:cNvPr id="91227" name="Rectangle 534">
                <a:extLst>
                  <a:ext uri="{FF2B5EF4-FFF2-40B4-BE49-F238E27FC236}">
                    <a16:creationId xmlns:a16="http://schemas.microsoft.com/office/drawing/2014/main" id="{23216995-85F1-4DA7-7D52-6F9869863203}"/>
                  </a:ext>
                </a:extLst>
              </p:cNvPr>
              <p:cNvSpPr>
                <a:spLocks noChangeArrowheads="1"/>
              </p:cNvSpPr>
              <p:nvPr/>
            </p:nvSpPr>
            <p:spPr bwMode="auto">
              <a:xfrm>
                <a:off x="1688"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28" name="Rectangle 535">
                <a:extLst>
                  <a:ext uri="{FF2B5EF4-FFF2-40B4-BE49-F238E27FC236}">
                    <a16:creationId xmlns:a16="http://schemas.microsoft.com/office/drawing/2014/main" id="{F93994C1-F978-02F6-6AA9-29D4B1B8F2DD}"/>
                  </a:ext>
                </a:extLst>
              </p:cNvPr>
              <p:cNvSpPr>
                <a:spLocks noChangeArrowheads="1"/>
              </p:cNvSpPr>
              <p:nvPr/>
            </p:nvSpPr>
            <p:spPr bwMode="auto">
              <a:xfrm>
                <a:off x="1729" y="1536"/>
                <a:ext cx="45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1229" name="Group 536">
              <a:extLst>
                <a:ext uri="{FF2B5EF4-FFF2-40B4-BE49-F238E27FC236}">
                  <a16:creationId xmlns:a16="http://schemas.microsoft.com/office/drawing/2014/main" id="{A8E899E7-E3F9-DC84-F3D3-CD1B2835F3D1}"/>
                </a:ext>
              </a:extLst>
            </p:cNvPr>
            <p:cNvGrpSpPr>
              <a:grpSpLocks/>
            </p:cNvGrpSpPr>
            <p:nvPr/>
          </p:nvGrpSpPr>
          <p:grpSpPr bwMode="auto">
            <a:xfrm>
              <a:off x="2179" y="1536"/>
              <a:ext cx="594" cy="210"/>
              <a:chOff x="2179" y="1536"/>
              <a:chExt cx="594" cy="210"/>
            </a:xfrm>
          </p:grpSpPr>
          <p:sp>
            <p:nvSpPr>
              <p:cNvPr id="91230" name="Rectangle 537">
                <a:extLst>
                  <a:ext uri="{FF2B5EF4-FFF2-40B4-BE49-F238E27FC236}">
                    <a16:creationId xmlns:a16="http://schemas.microsoft.com/office/drawing/2014/main" id="{75B73599-1957-A93B-72B6-22D61875A4C0}"/>
                  </a:ext>
                </a:extLst>
              </p:cNvPr>
              <p:cNvSpPr>
                <a:spLocks noChangeArrowheads="1"/>
              </p:cNvSpPr>
              <p:nvPr/>
            </p:nvSpPr>
            <p:spPr bwMode="auto">
              <a:xfrm>
                <a:off x="2216"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31" name="Rectangle 538">
                <a:extLst>
                  <a:ext uri="{FF2B5EF4-FFF2-40B4-BE49-F238E27FC236}">
                    <a16:creationId xmlns:a16="http://schemas.microsoft.com/office/drawing/2014/main" id="{D0016753-6417-0275-D04B-B20E3D309A4A}"/>
                  </a:ext>
                </a:extLst>
              </p:cNvPr>
              <p:cNvSpPr>
                <a:spLocks noChangeArrowheads="1"/>
              </p:cNvSpPr>
              <p:nvPr/>
            </p:nvSpPr>
            <p:spPr bwMode="auto">
              <a:xfrm>
                <a:off x="2179" y="1536"/>
                <a:ext cx="59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1232" name="Group 539">
              <a:extLst>
                <a:ext uri="{FF2B5EF4-FFF2-40B4-BE49-F238E27FC236}">
                  <a16:creationId xmlns:a16="http://schemas.microsoft.com/office/drawing/2014/main" id="{939E78AE-A38B-7567-86E0-B6AA3F8EA633}"/>
                </a:ext>
              </a:extLst>
            </p:cNvPr>
            <p:cNvGrpSpPr>
              <a:grpSpLocks/>
            </p:cNvGrpSpPr>
            <p:nvPr/>
          </p:nvGrpSpPr>
          <p:grpSpPr bwMode="auto">
            <a:xfrm>
              <a:off x="2744" y="1536"/>
              <a:ext cx="512" cy="210"/>
              <a:chOff x="2744" y="1536"/>
              <a:chExt cx="512" cy="210"/>
            </a:xfrm>
          </p:grpSpPr>
          <p:sp>
            <p:nvSpPr>
              <p:cNvPr id="91233" name="Rectangle 540">
                <a:extLst>
                  <a:ext uri="{FF2B5EF4-FFF2-40B4-BE49-F238E27FC236}">
                    <a16:creationId xmlns:a16="http://schemas.microsoft.com/office/drawing/2014/main" id="{35FB8C74-D7EA-6870-CA08-855A9B3D3154}"/>
                  </a:ext>
                </a:extLst>
              </p:cNvPr>
              <p:cNvSpPr>
                <a:spLocks noChangeArrowheads="1"/>
              </p:cNvSpPr>
              <p:nvPr/>
            </p:nvSpPr>
            <p:spPr bwMode="auto">
              <a:xfrm>
                <a:off x="2744"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34" name="Rectangle 541">
                <a:extLst>
                  <a:ext uri="{FF2B5EF4-FFF2-40B4-BE49-F238E27FC236}">
                    <a16:creationId xmlns:a16="http://schemas.microsoft.com/office/drawing/2014/main" id="{9E806924-C8D4-03B6-8039-0550964B1877}"/>
                  </a:ext>
                </a:extLst>
              </p:cNvPr>
              <p:cNvSpPr>
                <a:spLocks noChangeArrowheads="1"/>
              </p:cNvSpPr>
              <p:nvPr/>
            </p:nvSpPr>
            <p:spPr bwMode="auto">
              <a:xfrm>
                <a:off x="2823" y="1536"/>
                <a:ext cx="39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1235" name="Group 542">
              <a:extLst>
                <a:ext uri="{FF2B5EF4-FFF2-40B4-BE49-F238E27FC236}">
                  <a16:creationId xmlns:a16="http://schemas.microsoft.com/office/drawing/2014/main" id="{FAE25D93-68A0-F51A-4C35-87B5892038DA}"/>
                </a:ext>
              </a:extLst>
            </p:cNvPr>
            <p:cNvGrpSpPr>
              <a:grpSpLocks/>
            </p:cNvGrpSpPr>
            <p:nvPr/>
          </p:nvGrpSpPr>
          <p:grpSpPr bwMode="auto">
            <a:xfrm>
              <a:off x="3272" y="1536"/>
              <a:ext cx="512" cy="210"/>
              <a:chOff x="3272" y="1536"/>
              <a:chExt cx="512" cy="210"/>
            </a:xfrm>
          </p:grpSpPr>
          <p:sp>
            <p:nvSpPr>
              <p:cNvPr id="91236" name="Rectangle 543">
                <a:extLst>
                  <a:ext uri="{FF2B5EF4-FFF2-40B4-BE49-F238E27FC236}">
                    <a16:creationId xmlns:a16="http://schemas.microsoft.com/office/drawing/2014/main" id="{C9942884-143B-D10E-7571-F03699BCA391}"/>
                  </a:ext>
                </a:extLst>
              </p:cNvPr>
              <p:cNvSpPr>
                <a:spLocks noChangeArrowheads="1"/>
              </p:cNvSpPr>
              <p:nvPr/>
            </p:nvSpPr>
            <p:spPr bwMode="auto">
              <a:xfrm>
                <a:off x="3272"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37" name="Rectangle 544">
                <a:extLst>
                  <a:ext uri="{FF2B5EF4-FFF2-40B4-BE49-F238E27FC236}">
                    <a16:creationId xmlns:a16="http://schemas.microsoft.com/office/drawing/2014/main" id="{8A4A578D-D103-31CE-A644-8DEEDF989B0B}"/>
                  </a:ext>
                </a:extLst>
              </p:cNvPr>
              <p:cNvSpPr>
                <a:spLocks noChangeArrowheads="1"/>
              </p:cNvSpPr>
              <p:nvPr/>
            </p:nvSpPr>
            <p:spPr bwMode="auto">
              <a:xfrm>
                <a:off x="3351" y="1536"/>
                <a:ext cx="4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1238" name="Group 545">
              <a:extLst>
                <a:ext uri="{FF2B5EF4-FFF2-40B4-BE49-F238E27FC236}">
                  <a16:creationId xmlns:a16="http://schemas.microsoft.com/office/drawing/2014/main" id="{AAE06BC0-1BD9-CE54-CDE6-502DC5045259}"/>
                </a:ext>
              </a:extLst>
            </p:cNvPr>
            <p:cNvGrpSpPr>
              <a:grpSpLocks/>
            </p:cNvGrpSpPr>
            <p:nvPr/>
          </p:nvGrpSpPr>
          <p:grpSpPr bwMode="auto">
            <a:xfrm>
              <a:off x="3800" y="1536"/>
              <a:ext cx="512" cy="210"/>
              <a:chOff x="3800" y="1536"/>
              <a:chExt cx="512" cy="210"/>
            </a:xfrm>
          </p:grpSpPr>
          <p:sp>
            <p:nvSpPr>
              <p:cNvPr id="91239" name="Rectangle 546">
                <a:extLst>
                  <a:ext uri="{FF2B5EF4-FFF2-40B4-BE49-F238E27FC236}">
                    <a16:creationId xmlns:a16="http://schemas.microsoft.com/office/drawing/2014/main" id="{EA8AD08E-66F4-1A16-40C1-112D5393EB3A}"/>
                  </a:ext>
                </a:extLst>
              </p:cNvPr>
              <p:cNvSpPr>
                <a:spLocks noChangeArrowheads="1"/>
              </p:cNvSpPr>
              <p:nvPr/>
            </p:nvSpPr>
            <p:spPr bwMode="auto">
              <a:xfrm>
                <a:off x="3800"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40" name="Rectangle 547">
                <a:extLst>
                  <a:ext uri="{FF2B5EF4-FFF2-40B4-BE49-F238E27FC236}">
                    <a16:creationId xmlns:a16="http://schemas.microsoft.com/office/drawing/2014/main" id="{3A15AA0E-6C93-49FF-CA45-70E9D75C837E}"/>
                  </a:ext>
                </a:extLst>
              </p:cNvPr>
              <p:cNvSpPr>
                <a:spLocks noChangeArrowheads="1"/>
              </p:cNvSpPr>
              <p:nvPr/>
            </p:nvSpPr>
            <p:spPr bwMode="auto">
              <a:xfrm>
                <a:off x="3879" y="1536"/>
                <a:ext cx="31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1241" name="Rectangle 548">
            <a:extLst>
              <a:ext uri="{FF2B5EF4-FFF2-40B4-BE49-F238E27FC236}">
                <a16:creationId xmlns:a16="http://schemas.microsoft.com/office/drawing/2014/main" id="{606E2E53-5439-E067-4504-FAB3648B3244}"/>
              </a:ext>
            </a:extLst>
          </p:cNvPr>
          <p:cNvSpPr>
            <a:spLocks noChangeArrowheads="1"/>
          </p:cNvSpPr>
          <p:nvPr/>
        </p:nvSpPr>
        <p:spPr bwMode="auto">
          <a:xfrm>
            <a:off x="1600200" y="2144713"/>
            <a:ext cx="8651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8: </a:t>
            </a:r>
            <a:r>
              <a:rPr lang="en-US" altLang="zh-CN">
                <a:ea typeface="宋体" panose="02010600030101010101" pitchFamily="2" charset="-122"/>
              </a:rPr>
              <a:t>Store</a:t>
            </a:r>
          </a:p>
        </p:txBody>
      </p:sp>
      <p:grpSp>
        <p:nvGrpSpPr>
          <p:cNvPr id="91242" name="Group 549">
            <a:extLst>
              <a:ext uri="{FF2B5EF4-FFF2-40B4-BE49-F238E27FC236}">
                <a16:creationId xmlns:a16="http://schemas.microsoft.com/office/drawing/2014/main" id="{A8240DE2-9A48-396F-B109-FEB4CB70714D}"/>
              </a:ext>
            </a:extLst>
          </p:cNvPr>
          <p:cNvGrpSpPr>
            <a:grpSpLocks/>
          </p:cNvGrpSpPr>
          <p:nvPr/>
        </p:nvGrpSpPr>
        <p:grpSpPr bwMode="auto">
          <a:xfrm>
            <a:off x="3228975" y="2578100"/>
            <a:ext cx="3992563" cy="333375"/>
            <a:chOff x="2216" y="1824"/>
            <a:chExt cx="2624" cy="210"/>
          </a:xfrm>
        </p:grpSpPr>
        <p:grpSp>
          <p:nvGrpSpPr>
            <p:cNvPr id="91243" name="Group 550">
              <a:extLst>
                <a:ext uri="{FF2B5EF4-FFF2-40B4-BE49-F238E27FC236}">
                  <a16:creationId xmlns:a16="http://schemas.microsoft.com/office/drawing/2014/main" id="{0F7EA4F4-7735-6F4D-0548-C4BAFBDFD9FF}"/>
                </a:ext>
              </a:extLst>
            </p:cNvPr>
            <p:cNvGrpSpPr>
              <a:grpSpLocks/>
            </p:cNvGrpSpPr>
            <p:nvPr/>
          </p:nvGrpSpPr>
          <p:grpSpPr bwMode="auto">
            <a:xfrm>
              <a:off x="2216" y="1824"/>
              <a:ext cx="512" cy="210"/>
              <a:chOff x="2216" y="1824"/>
              <a:chExt cx="512" cy="210"/>
            </a:xfrm>
          </p:grpSpPr>
          <p:sp>
            <p:nvSpPr>
              <p:cNvPr id="91244" name="Rectangle 551">
                <a:extLst>
                  <a:ext uri="{FF2B5EF4-FFF2-40B4-BE49-F238E27FC236}">
                    <a16:creationId xmlns:a16="http://schemas.microsoft.com/office/drawing/2014/main" id="{C64A2424-75C6-64A2-E7F9-0C29F7CF1C3D}"/>
                  </a:ext>
                </a:extLst>
              </p:cNvPr>
              <p:cNvSpPr>
                <a:spLocks noChangeArrowheads="1"/>
              </p:cNvSpPr>
              <p:nvPr/>
            </p:nvSpPr>
            <p:spPr bwMode="auto">
              <a:xfrm>
                <a:off x="2216"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45" name="Rectangle 552">
                <a:extLst>
                  <a:ext uri="{FF2B5EF4-FFF2-40B4-BE49-F238E27FC236}">
                    <a16:creationId xmlns:a16="http://schemas.microsoft.com/office/drawing/2014/main" id="{FD26F6D6-99BB-50B8-EFB1-2F02CC7BD0FC}"/>
                  </a:ext>
                </a:extLst>
              </p:cNvPr>
              <p:cNvSpPr>
                <a:spLocks noChangeArrowheads="1"/>
              </p:cNvSpPr>
              <p:nvPr/>
            </p:nvSpPr>
            <p:spPr bwMode="auto">
              <a:xfrm>
                <a:off x="2257" y="1824"/>
                <a:ext cx="45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1246" name="Group 553">
              <a:extLst>
                <a:ext uri="{FF2B5EF4-FFF2-40B4-BE49-F238E27FC236}">
                  <a16:creationId xmlns:a16="http://schemas.microsoft.com/office/drawing/2014/main" id="{D360D117-BDC4-4F24-DFE9-2BB763AB3593}"/>
                </a:ext>
              </a:extLst>
            </p:cNvPr>
            <p:cNvGrpSpPr>
              <a:grpSpLocks/>
            </p:cNvGrpSpPr>
            <p:nvPr/>
          </p:nvGrpSpPr>
          <p:grpSpPr bwMode="auto">
            <a:xfrm>
              <a:off x="2727" y="1824"/>
              <a:ext cx="594" cy="210"/>
              <a:chOff x="2727" y="1824"/>
              <a:chExt cx="594" cy="210"/>
            </a:xfrm>
          </p:grpSpPr>
          <p:sp>
            <p:nvSpPr>
              <p:cNvPr id="91247" name="Rectangle 554">
                <a:extLst>
                  <a:ext uri="{FF2B5EF4-FFF2-40B4-BE49-F238E27FC236}">
                    <a16:creationId xmlns:a16="http://schemas.microsoft.com/office/drawing/2014/main" id="{45D8CF23-73E6-2D7E-3E6C-F7089AFE9833}"/>
                  </a:ext>
                </a:extLst>
              </p:cNvPr>
              <p:cNvSpPr>
                <a:spLocks noChangeArrowheads="1"/>
              </p:cNvSpPr>
              <p:nvPr/>
            </p:nvSpPr>
            <p:spPr bwMode="auto">
              <a:xfrm>
                <a:off x="2744"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48" name="Rectangle 555">
                <a:extLst>
                  <a:ext uri="{FF2B5EF4-FFF2-40B4-BE49-F238E27FC236}">
                    <a16:creationId xmlns:a16="http://schemas.microsoft.com/office/drawing/2014/main" id="{7F95C5CD-831D-0F23-7D66-F7D198BD0C36}"/>
                  </a:ext>
                </a:extLst>
              </p:cNvPr>
              <p:cNvSpPr>
                <a:spLocks noChangeArrowheads="1"/>
              </p:cNvSpPr>
              <p:nvPr/>
            </p:nvSpPr>
            <p:spPr bwMode="auto">
              <a:xfrm>
                <a:off x="2727" y="1824"/>
                <a:ext cx="59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1249" name="Group 556">
              <a:extLst>
                <a:ext uri="{FF2B5EF4-FFF2-40B4-BE49-F238E27FC236}">
                  <a16:creationId xmlns:a16="http://schemas.microsoft.com/office/drawing/2014/main" id="{FC8DDBEE-644E-9066-065E-1B2D4158F53F}"/>
                </a:ext>
              </a:extLst>
            </p:cNvPr>
            <p:cNvGrpSpPr>
              <a:grpSpLocks/>
            </p:cNvGrpSpPr>
            <p:nvPr/>
          </p:nvGrpSpPr>
          <p:grpSpPr bwMode="auto">
            <a:xfrm>
              <a:off x="3272" y="1824"/>
              <a:ext cx="512" cy="210"/>
              <a:chOff x="3272" y="1824"/>
              <a:chExt cx="512" cy="210"/>
            </a:xfrm>
          </p:grpSpPr>
          <p:sp>
            <p:nvSpPr>
              <p:cNvPr id="91250" name="Rectangle 557">
                <a:extLst>
                  <a:ext uri="{FF2B5EF4-FFF2-40B4-BE49-F238E27FC236}">
                    <a16:creationId xmlns:a16="http://schemas.microsoft.com/office/drawing/2014/main" id="{98505D67-A108-FB55-FA9A-E4C7C57BC480}"/>
                  </a:ext>
                </a:extLst>
              </p:cNvPr>
              <p:cNvSpPr>
                <a:spLocks noChangeArrowheads="1"/>
              </p:cNvSpPr>
              <p:nvPr/>
            </p:nvSpPr>
            <p:spPr bwMode="auto">
              <a:xfrm>
                <a:off x="3272"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51" name="Rectangle 558">
                <a:extLst>
                  <a:ext uri="{FF2B5EF4-FFF2-40B4-BE49-F238E27FC236}">
                    <a16:creationId xmlns:a16="http://schemas.microsoft.com/office/drawing/2014/main" id="{3CAF6E0C-FCCD-C409-D1C2-8CD3B89592F0}"/>
                  </a:ext>
                </a:extLst>
              </p:cNvPr>
              <p:cNvSpPr>
                <a:spLocks noChangeArrowheads="1"/>
              </p:cNvSpPr>
              <p:nvPr/>
            </p:nvSpPr>
            <p:spPr bwMode="auto">
              <a:xfrm>
                <a:off x="3351" y="1824"/>
                <a:ext cx="39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1252" name="Group 559">
              <a:extLst>
                <a:ext uri="{FF2B5EF4-FFF2-40B4-BE49-F238E27FC236}">
                  <a16:creationId xmlns:a16="http://schemas.microsoft.com/office/drawing/2014/main" id="{27016E4D-61D5-B40D-8635-A837BE2D5128}"/>
                </a:ext>
              </a:extLst>
            </p:cNvPr>
            <p:cNvGrpSpPr>
              <a:grpSpLocks/>
            </p:cNvGrpSpPr>
            <p:nvPr/>
          </p:nvGrpSpPr>
          <p:grpSpPr bwMode="auto">
            <a:xfrm>
              <a:off x="3800" y="1824"/>
              <a:ext cx="512" cy="210"/>
              <a:chOff x="3800" y="1824"/>
              <a:chExt cx="512" cy="210"/>
            </a:xfrm>
          </p:grpSpPr>
          <p:sp>
            <p:nvSpPr>
              <p:cNvPr id="91253" name="Rectangle 560">
                <a:extLst>
                  <a:ext uri="{FF2B5EF4-FFF2-40B4-BE49-F238E27FC236}">
                    <a16:creationId xmlns:a16="http://schemas.microsoft.com/office/drawing/2014/main" id="{76ADE954-77FE-C80E-DCD2-8E9E81E5BDD8}"/>
                  </a:ext>
                </a:extLst>
              </p:cNvPr>
              <p:cNvSpPr>
                <a:spLocks noChangeArrowheads="1"/>
              </p:cNvSpPr>
              <p:nvPr/>
            </p:nvSpPr>
            <p:spPr bwMode="auto">
              <a:xfrm>
                <a:off x="3800"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54" name="Rectangle 561">
                <a:extLst>
                  <a:ext uri="{FF2B5EF4-FFF2-40B4-BE49-F238E27FC236}">
                    <a16:creationId xmlns:a16="http://schemas.microsoft.com/office/drawing/2014/main" id="{570CF160-4F98-EB01-4C7A-D52C03C551E1}"/>
                  </a:ext>
                </a:extLst>
              </p:cNvPr>
              <p:cNvSpPr>
                <a:spLocks noChangeArrowheads="1"/>
              </p:cNvSpPr>
              <p:nvPr/>
            </p:nvSpPr>
            <p:spPr bwMode="auto">
              <a:xfrm>
                <a:off x="3879" y="1824"/>
                <a:ext cx="4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1255" name="Group 562">
              <a:extLst>
                <a:ext uri="{FF2B5EF4-FFF2-40B4-BE49-F238E27FC236}">
                  <a16:creationId xmlns:a16="http://schemas.microsoft.com/office/drawing/2014/main" id="{E7F5334B-16F1-3BB6-5575-FACCDA55B43E}"/>
                </a:ext>
              </a:extLst>
            </p:cNvPr>
            <p:cNvGrpSpPr>
              <a:grpSpLocks/>
            </p:cNvGrpSpPr>
            <p:nvPr/>
          </p:nvGrpSpPr>
          <p:grpSpPr bwMode="auto">
            <a:xfrm>
              <a:off x="4328" y="1824"/>
              <a:ext cx="512" cy="210"/>
              <a:chOff x="4328" y="1824"/>
              <a:chExt cx="512" cy="210"/>
            </a:xfrm>
          </p:grpSpPr>
          <p:sp>
            <p:nvSpPr>
              <p:cNvPr id="91256" name="Rectangle 563">
                <a:extLst>
                  <a:ext uri="{FF2B5EF4-FFF2-40B4-BE49-F238E27FC236}">
                    <a16:creationId xmlns:a16="http://schemas.microsoft.com/office/drawing/2014/main" id="{B3BCADDE-E617-F923-2325-500783E6AFBD}"/>
                  </a:ext>
                </a:extLst>
              </p:cNvPr>
              <p:cNvSpPr>
                <a:spLocks noChangeArrowheads="1"/>
              </p:cNvSpPr>
              <p:nvPr/>
            </p:nvSpPr>
            <p:spPr bwMode="auto">
              <a:xfrm>
                <a:off x="4328"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57" name="Rectangle 564">
                <a:extLst>
                  <a:ext uri="{FF2B5EF4-FFF2-40B4-BE49-F238E27FC236}">
                    <a16:creationId xmlns:a16="http://schemas.microsoft.com/office/drawing/2014/main" id="{15B361B9-2B04-2E09-AD52-105DC4977C93}"/>
                  </a:ext>
                </a:extLst>
              </p:cNvPr>
              <p:cNvSpPr>
                <a:spLocks noChangeArrowheads="1"/>
              </p:cNvSpPr>
              <p:nvPr/>
            </p:nvSpPr>
            <p:spPr bwMode="auto">
              <a:xfrm>
                <a:off x="4407" y="1824"/>
                <a:ext cx="31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1258" name="Rectangle 565">
            <a:extLst>
              <a:ext uri="{FF2B5EF4-FFF2-40B4-BE49-F238E27FC236}">
                <a16:creationId xmlns:a16="http://schemas.microsoft.com/office/drawing/2014/main" id="{43A15E59-9C4D-03D8-C229-A1A15C72F07B}"/>
              </a:ext>
            </a:extLst>
          </p:cNvPr>
          <p:cNvSpPr>
            <a:spLocks noChangeArrowheads="1"/>
          </p:cNvSpPr>
          <p:nvPr/>
        </p:nvSpPr>
        <p:spPr bwMode="auto">
          <a:xfrm>
            <a:off x="1042988" y="2578100"/>
            <a:ext cx="2192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12: </a:t>
            </a:r>
            <a:r>
              <a:rPr lang="en-US" altLang="zh-CN">
                <a:ea typeface="宋体" panose="02010600030101010101" pitchFamily="2" charset="-122"/>
              </a:rPr>
              <a:t>beq (target is 1000)</a:t>
            </a:r>
          </a:p>
        </p:txBody>
      </p:sp>
      <p:sp>
        <p:nvSpPr>
          <p:cNvPr id="91259" name="Line 566">
            <a:extLst>
              <a:ext uri="{FF2B5EF4-FFF2-40B4-BE49-F238E27FC236}">
                <a16:creationId xmlns:a16="http://schemas.microsoft.com/office/drawing/2014/main" id="{CC595F48-98DC-9C06-3BDB-B3710D8C0BEA}"/>
              </a:ext>
            </a:extLst>
          </p:cNvPr>
          <p:cNvSpPr>
            <a:spLocks noChangeShapeType="1"/>
          </p:cNvSpPr>
          <p:nvPr/>
        </p:nvSpPr>
        <p:spPr bwMode="auto">
          <a:xfrm flipV="1">
            <a:off x="4814888" y="774700"/>
            <a:ext cx="0" cy="2997200"/>
          </a:xfrm>
          <a:prstGeom prst="line">
            <a:avLst/>
          </a:prstGeom>
          <a:noFill/>
          <a:ln w="38100">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260" name="Line 567">
            <a:extLst>
              <a:ext uri="{FF2B5EF4-FFF2-40B4-BE49-F238E27FC236}">
                <a16:creationId xmlns:a16="http://schemas.microsoft.com/office/drawing/2014/main" id="{A8983FA3-22E8-3D53-5FA9-C679F3990227}"/>
              </a:ext>
            </a:extLst>
          </p:cNvPr>
          <p:cNvSpPr>
            <a:spLocks noChangeShapeType="1"/>
          </p:cNvSpPr>
          <p:nvPr/>
        </p:nvSpPr>
        <p:spPr bwMode="auto">
          <a:xfrm flipH="1" flipV="1">
            <a:off x="6418263" y="774700"/>
            <a:ext cx="38100" cy="3403600"/>
          </a:xfrm>
          <a:prstGeom prst="line">
            <a:avLst/>
          </a:prstGeom>
          <a:noFill/>
          <a:ln w="38100">
            <a:solidFill>
              <a:schemeClr val="accent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1261" name="Group 577">
            <a:extLst>
              <a:ext uri="{FF2B5EF4-FFF2-40B4-BE49-F238E27FC236}">
                <a16:creationId xmlns:a16="http://schemas.microsoft.com/office/drawing/2014/main" id="{42429FCB-18F0-3EA3-00B4-FCFAE7E4A111}"/>
              </a:ext>
            </a:extLst>
          </p:cNvPr>
          <p:cNvGrpSpPr>
            <a:grpSpLocks/>
          </p:cNvGrpSpPr>
          <p:nvPr/>
        </p:nvGrpSpPr>
        <p:grpSpPr bwMode="auto">
          <a:xfrm>
            <a:off x="3987800" y="2959100"/>
            <a:ext cx="4102100" cy="333375"/>
            <a:chOff x="1160" y="1248"/>
            <a:chExt cx="2624" cy="210"/>
          </a:xfrm>
        </p:grpSpPr>
        <p:grpSp>
          <p:nvGrpSpPr>
            <p:cNvPr id="91262" name="Group 578">
              <a:extLst>
                <a:ext uri="{FF2B5EF4-FFF2-40B4-BE49-F238E27FC236}">
                  <a16:creationId xmlns:a16="http://schemas.microsoft.com/office/drawing/2014/main" id="{F43FE089-060E-01DC-CA63-43B78F5157CC}"/>
                </a:ext>
              </a:extLst>
            </p:cNvPr>
            <p:cNvGrpSpPr>
              <a:grpSpLocks/>
            </p:cNvGrpSpPr>
            <p:nvPr/>
          </p:nvGrpSpPr>
          <p:grpSpPr bwMode="auto">
            <a:xfrm>
              <a:off x="1160" y="1248"/>
              <a:ext cx="512" cy="210"/>
              <a:chOff x="1160" y="1248"/>
              <a:chExt cx="512" cy="210"/>
            </a:xfrm>
          </p:grpSpPr>
          <p:sp>
            <p:nvSpPr>
              <p:cNvPr id="91263" name="Rectangle 579">
                <a:extLst>
                  <a:ext uri="{FF2B5EF4-FFF2-40B4-BE49-F238E27FC236}">
                    <a16:creationId xmlns:a16="http://schemas.microsoft.com/office/drawing/2014/main" id="{4D3097A8-CF1F-DBE0-D5B8-3A3B13D72A3D}"/>
                  </a:ext>
                </a:extLst>
              </p:cNvPr>
              <p:cNvSpPr>
                <a:spLocks noChangeArrowheads="1"/>
              </p:cNvSpPr>
              <p:nvPr/>
            </p:nvSpPr>
            <p:spPr bwMode="auto">
              <a:xfrm>
                <a:off x="1160"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64" name="Rectangle 580">
                <a:extLst>
                  <a:ext uri="{FF2B5EF4-FFF2-40B4-BE49-F238E27FC236}">
                    <a16:creationId xmlns:a16="http://schemas.microsoft.com/office/drawing/2014/main" id="{9A073D69-EFDF-C15E-1432-95AE22D6E0B5}"/>
                  </a:ext>
                </a:extLst>
              </p:cNvPr>
              <p:cNvSpPr>
                <a:spLocks noChangeArrowheads="1"/>
              </p:cNvSpPr>
              <p:nvPr/>
            </p:nvSpPr>
            <p:spPr bwMode="auto">
              <a:xfrm>
                <a:off x="1201" y="1248"/>
                <a:ext cx="4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1265" name="Group 581">
              <a:extLst>
                <a:ext uri="{FF2B5EF4-FFF2-40B4-BE49-F238E27FC236}">
                  <a16:creationId xmlns:a16="http://schemas.microsoft.com/office/drawing/2014/main" id="{4F232DC2-800D-C989-C227-5A2EAEA2F902}"/>
                </a:ext>
              </a:extLst>
            </p:cNvPr>
            <p:cNvGrpSpPr>
              <a:grpSpLocks/>
            </p:cNvGrpSpPr>
            <p:nvPr/>
          </p:nvGrpSpPr>
          <p:grpSpPr bwMode="auto">
            <a:xfrm>
              <a:off x="1671" y="1248"/>
              <a:ext cx="577" cy="210"/>
              <a:chOff x="1671" y="1248"/>
              <a:chExt cx="577" cy="210"/>
            </a:xfrm>
          </p:grpSpPr>
          <p:sp>
            <p:nvSpPr>
              <p:cNvPr id="91266" name="Rectangle 582">
                <a:extLst>
                  <a:ext uri="{FF2B5EF4-FFF2-40B4-BE49-F238E27FC236}">
                    <a16:creationId xmlns:a16="http://schemas.microsoft.com/office/drawing/2014/main" id="{19FE89B8-794C-6E6D-9174-C6A8C0F0FC3B}"/>
                  </a:ext>
                </a:extLst>
              </p:cNvPr>
              <p:cNvSpPr>
                <a:spLocks noChangeArrowheads="1"/>
              </p:cNvSpPr>
              <p:nvPr/>
            </p:nvSpPr>
            <p:spPr bwMode="auto">
              <a:xfrm>
                <a:off x="1688"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67" name="Rectangle 583">
                <a:extLst>
                  <a:ext uri="{FF2B5EF4-FFF2-40B4-BE49-F238E27FC236}">
                    <a16:creationId xmlns:a16="http://schemas.microsoft.com/office/drawing/2014/main" id="{C5DCE1B5-A85B-3245-1AD1-1321E230E3B4}"/>
                  </a:ext>
                </a:extLst>
              </p:cNvPr>
              <p:cNvSpPr>
                <a:spLocks noChangeArrowheads="1"/>
              </p:cNvSpPr>
              <p:nvPr/>
            </p:nvSpPr>
            <p:spPr bwMode="auto">
              <a:xfrm>
                <a:off x="1671" y="1248"/>
                <a:ext cx="5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1268" name="Group 584">
              <a:extLst>
                <a:ext uri="{FF2B5EF4-FFF2-40B4-BE49-F238E27FC236}">
                  <a16:creationId xmlns:a16="http://schemas.microsoft.com/office/drawing/2014/main" id="{4854AEAD-3E1A-B722-6CE6-4FAA2A2735EA}"/>
                </a:ext>
              </a:extLst>
            </p:cNvPr>
            <p:cNvGrpSpPr>
              <a:grpSpLocks/>
            </p:cNvGrpSpPr>
            <p:nvPr/>
          </p:nvGrpSpPr>
          <p:grpSpPr bwMode="auto">
            <a:xfrm>
              <a:off x="2216" y="1248"/>
              <a:ext cx="512" cy="210"/>
              <a:chOff x="2216" y="1248"/>
              <a:chExt cx="512" cy="210"/>
            </a:xfrm>
          </p:grpSpPr>
          <p:sp>
            <p:nvSpPr>
              <p:cNvPr id="91269" name="Rectangle 585">
                <a:extLst>
                  <a:ext uri="{FF2B5EF4-FFF2-40B4-BE49-F238E27FC236}">
                    <a16:creationId xmlns:a16="http://schemas.microsoft.com/office/drawing/2014/main" id="{82B4119D-49EC-160E-60AF-3537B78FA351}"/>
                  </a:ext>
                </a:extLst>
              </p:cNvPr>
              <p:cNvSpPr>
                <a:spLocks noChangeArrowheads="1"/>
              </p:cNvSpPr>
              <p:nvPr/>
            </p:nvSpPr>
            <p:spPr bwMode="auto">
              <a:xfrm>
                <a:off x="2216"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70" name="Rectangle 586">
                <a:extLst>
                  <a:ext uri="{FF2B5EF4-FFF2-40B4-BE49-F238E27FC236}">
                    <a16:creationId xmlns:a16="http://schemas.microsoft.com/office/drawing/2014/main" id="{2F1DD1D2-E7A4-DBFB-2200-BD9411B5C14B}"/>
                  </a:ext>
                </a:extLst>
              </p:cNvPr>
              <p:cNvSpPr>
                <a:spLocks noChangeArrowheads="1"/>
              </p:cNvSpPr>
              <p:nvPr/>
            </p:nvSpPr>
            <p:spPr bwMode="auto">
              <a:xfrm>
                <a:off x="2295" y="1248"/>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1271" name="Group 587">
              <a:extLst>
                <a:ext uri="{FF2B5EF4-FFF2-40B4-BE49-F238E27FC236}">
                  <a16:creationId xmlns:a16="http://schemas.microsoft.com/office/drawing/2014/main" id="{CF4CD7E7-85F8-1E02-A6C0-CFF6DF428E52}"/>
                </a:ext>
              </a:extLst>
            </p:cNvPr>
            <p:cNvGrpSpPr>
              <a:grpSpLocks/>
            </p:cNvGrpSpPr>
            <p:nvPr/>
          </p:nvGrpSpPr>
          <p:grpSpPr bwMode="auto">
            <a:xfrm>
              <a:off x="2744" y="1248"/>
              <a:ext cx="512" cy="210"/>
              <a:chOff x="2744" y="1248"/>
              <a:chExt cx="512" cy="210"/>
            </a:xfrm>
          </p:grpSpPr>
          <p:sp>
            <p:nvSpPr>
              <p:cNvPr id="91272" name="Rectangle 588">
                <a:extLst>
                  <a:ext uri="{FF2B5EF4-FFF2-40B4-BE49-F238E27FC236}">
                    <a16:creationId xmlns:a16="http://schemas.microsoft.com/office/drawing/2014/main" id="{49B964BD-7CF8-1437-9EEC-AC40564A2FEA}"/>
                  </a:ext>
                </a:extLst>
              </p:cNvPr>
              <p:cNvSpPr>
                <a:spLocks noChangeArrowheads="1"/>
              </p:cNvSpPr>
              <p:nvPr/>
            </p:nvSpPr>
            <p:spPr bwMode="auto">
              <a:xfrm>
                <a:off x="2744"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73" name="Rectangle 589">
                <a:extLst>
                  <a:ext uri="{FF2B5EF4-FFF2-40B4-BE49-F238E27FC236}">
                    <a16:creationId xmlns:a16="http://schemas.microsoft.com/office/drawing/2014/main" id="{02119922-C64B-0DEF-3818-563853FA3F7E}"/>
                  </a:ext>
                </a:extLst>
              </p:cNvPr>
              <p:cNvSpPr>
                <a:spLocks noChangeArrowheads="1"/>
              </p:cNvSpPr>
              <p:nvPr/>
            </p:nvSpPr>
            <p:spPr bwMode="auto">
              <a:xfrm>
                <a:off x="2823" y="1248"/>
                <a:ext cx="40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1274" name="Group 590">
              <a:extLst>
                <a:ext uri="{FF2B5EF4-FFF2-40B4-BE49-F238E27FC236}">
                  <a16:creationId xmlns:a16="http://schemas.microsoft.com/office/drawing/2014/main" id="{95C1F75A-97E7-088E-9A8B-DAAA56C4EB28}"/>
                </a:ext>
              </a:extLst>
            </p:cNvPr>
            <p:cNvGrpSpPr>
              <a:grpSpLocks/>
            </p:cNvGrpSpPr>
            <p:nvPr/>
          </p:nvGrpSpPr>
          <p:grpSpPr bwMode="auto">
            <a:xfrm>
              <a:off x="3272" y="1248"/>
              <a:ext cx="512" cy="210"/>
              <a:chOff x="3272" y="1248"/>
              <a:chExt cx="512" cy="210"/>
            </a:xfrm>
          </p:grpSpPr>
          <p:sp>
            <p:nvSpPr>
              <p:cNvPr id="91275" name="Rectangle 591">
                <a:extLst>
                  <a:ext uri="{FF2B5EF4-FFF2-40B4-BE49-F238E27FC236}">
                    <a16:creationId xmlns:a16="http://schemas.microsoft.com/office/drawing/2014/main" id="{87EFCAD1-72F7-0B39-400F-99A52329E681}"/>
                  </a:ext>
                </a:extLst>
              </p:cNvPr>
              <p:cNvSpPr>
                <a:spLocks noChangeArrowheads="1"/>
              </p:cNvSpPr>
              <p:nvPr/>
            </p:nvSpPr>
            <p:spPr bwMode="auto">
              <a:xfrm>
                <a:off x="3272"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76" name="Rectangle 592">
                <a:extLst>
                  <a:ext uri="{FF2B5EF4-FFF2-40B4-BE49-F238E27FC236}">
                    <a16:creationId xmlns:a16="http://schemas.microsoft.com/office/drawing/2014/main" id="{268DAC50-BCFB-10ED-60CC-8FF28B3F6970}"/>
                  </a:ext>
                </a:extLst>
              </p:cNvPr>
              <p:cNvSpPr>
                <a:spLocks noChangeArrowheads="1"/>
              </p:cNvSpPr>
              <p:nvPr/>
            </p:nvSpPr>
            <p:spPr bwMode="auto">
              <a:xfrm>
                <a:off x="3351" y="1248"/>
                <a:ext cx="30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1277" name="Rectangle 593">
            <a:extLst>
              <a:ext uri="{FF2B5EF4-FFF2-40B4-BE49-F238E27FC236}">
                <a16:creationId xmlns:a16="http://schemas.microsoft.com/office/drawing/2014/main" id="{A8D181AE-7731-D360-C236-2999695BA880}"/>
              </a:ext>
            </a:extLst>
          </p:cNvPr>
          <p:cNvSpPr>
            <a:spLocks noChangeArrowheads="1"/>
          </p:cNvSpPr>
          <p:nvPr/>
        </p:nvSpPr>
        <p:spPr bwMode="auto">
          <a:xfrm>
            <a:off x="2855913" y="2908300"/>
            <a:ext cx="10906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16: </a:t>
            </a:r>
            <a:r>
              <a:rPr lang="en-US" altLang="zh-CN">
                <a:ea typeface="宋体" panose="02010600030101010101" pitchFamily="2" charset="-122"/>
              </a:rPr>
              <a:t>R-type</a:t>
            </a:r>
          </a:p>
        </p:txBody>
      </p:sp>
      <p:grpSp>
        <p:nvGrpSpPr>
          <p:cNvPr id="91278" name="Group 594">
            <a:extLst>
              <a:ext uri="{FF2B5EF4-FFF2-40B4-BE49-F238E27FC236}">
                <a16:creationId xmlns:a16="http://schemas.microsoft.com/office/drawing/2014/main" id="{080B8B38-778A-BA48-69CF-375C39D41467}"/>
              </a:ext>
            </a:extLst>
          </p:cNvPr>
          <p:cNvGrpSpPr>
            <a:grpSpLocks/>
          </p:cNvGrpSpPr>
          <p:nvPr/>
        </p:nvGrpSpPr>
        <p:grpSpPr bwMode="auto">
          <a:xfrm>
            <a:off x="4813300" y="3352800"/>
            <a:ext cx="4089400" cy="333375"/>
            <a:chOff x="1688" y="1536"/>
            <a:chExt cx="2624" cy="210"/>
          </a:xfrm>
        </p:grpSpPr>
        <p:grpSp>
          <p:nvGrpSpPr>
            <p:cNvPr id="91279" name="Group 595">
              <a:extLst>
                <a:ext uri="{FF2B5EF4-FFF2-40B4-BE49-F238E27FC236}">
                  <a16:creationId xmlns:a16="http://schemas.microsoft.com/office/drawing/2014/main" id="{897179BB-6786-6F98-8646-E511060F5FC1}"/>
                </a:ext>
              </a:extLst>
            </p:cNvPr>
            <p:cNvGrpSpPr>
              <a:grpSpLocks/>
            </p:cNvGrpSpPr>
            <p:nvPr/>
          </p:nvGrpSpPr>
          <p:grpSpPr bwMode="auto">
            <a:xfrm>
              <a:off x="1688" y="1536"/>
              <a:ext cx="512" cy="210"/>
              <a:chOff x="1688" y="1536"/>
              <a:chExt cx="512" cy="210"/>
            </a:xfrm>
          </p:grpSpPr>
          <p:sp>
            <p:nvSpPr>
              <p:cNvPr id="91280" name="Rectangle 596">
                <a:extLst>
                  <a:ext uri="{FF2B5EF4-FFF2-40B4-BE49-F238E27FC236}">
                    <a16:creationId xmlns:a16="http://schemas.microsoft.com/office/drawing/2014/main" id="{336DDA3B-D0A4-9E95-A879-22A313F4AF01}"/>
                  </a:ext>
                </a:extLst>
              </p:cNvPr>
              <p:cNvSpPr>
                <a:spLocks noChangeArrowheads="1"/>
              </p:cNvSpPr>
              <p:nvPr/>
            </p:nvSpPr>
            <p:spPr bwMode="auto">
              <a:xfrm>
                <a:off x="1688"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81" name="Rectangle 597">
                <a:extLst>
                  <a:ext uri="{FF2B5EF4-FFF2-40B4-BE49-F238E27FC236}">
                    <a16:creationId xmlns:a16="http://schemas.microsoft.com/office/drawing/2014/main" id="{28BB9610-61B7-DAF5-A782-5FEAFB92D668}"/>
                  </a:ext>
                </a:extLst>
              </p:cNvPr>
              <p:cNvSpPr>
                <a:spLocks noChangeArrowheads="1"/>
              </p:cNvSpPr>
              <p:nvPr/>
            </p:nvSpPr>
            <p:spPr bwMode="auto">
              <a:xfrm>
                <a:off x="1729" y="1536"/>
                <a:ext cx="4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1282" name="Group 598">
              <a:extLst>
                <a:ext uri="{FF2B5EF4-FFF2-40B4-BE49-F238E27FC236}">
                  <a16:creationId xmlns:a16="http://schemas.microsoft.com/office/drawing/2014/main" id="{653908DD-7A62-993A-0971-1ADFA58D6176}"/>
                </a:ext>
              </a:extLst>
            </p:cNvPr>
            <p:cNvGrpSpPr>
              <a:grpSpLocks/>
            </p:cNvGrpSpPr>
            <p:nvPr/>
          </p:nvGrpSpPr>
          <p:grpSpPr bwMode="auto">
            <a:xfrm>
              <a:off x="2199" y="1536"/>
              <a:ext cx="580" cy="210"/>
              <a:chOff x="2199" y="1536"/>
              <a:chExt cx="580" cy="210"/>
            </a:xfrm>
          </p:grpSpPr>
          <p:sp>
            <p:nvSpPr>
              <p:cNvPr id="91283" name="Rectangle 599">
                <a:extLst>
                  <a:ext uri="{FF2B5EF4-FFF2-40B4-BE49-F238E27FC236}">
                    <a16:creationId xmlns:a16="http://schemas.microsoft.com/office/drawing/2014/main" id="{ACC7447C-F3DE-E8C1-2421-0DF01F920238}"/>
                  </a:ext>
                </a:extLst>
              </p:cNvPr>
              <p:cNvSpPr>
                <a:spLocks noChangeArrowheads="1"/>
              </p:cNvSpPr>
              <p:nvPr/>
            </p:nvSpPr>
            <p:spPr bwMode="auto">
              <a:xfrm>
                <a:off x="2216"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84" name="Rectangle 600">
                <a:extLst>
                  <a:ext uri="{FF2B5EF4-FFF2-40B4-BE49-F238E27FC236}">
                    <a16:creationId xmlns:a16="http://schemas.microsoft.com/office/drawing/2014/main" id="{3A4027AF-5C05-668D-F495-E067B9B0E8CE}"/>
                  </a:ext>
                </a:extLst>
              </p:cNvPr>
              <p:cNvSpPr>
                <a:spLocks noChangeArrowheads="1"/>
              </p:cNvSpPr>
              <p:nvPr/>
            </p:nvSpPr>
            <p:spPr bwMode="auto">
              <a:xfrm>
                <a:off x="2199" y="1536"/>
                <a:ext cx="58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1285" name="Group 601">
              <a:extLst>
                <a:ext uri="{FF2B5EF4-FFF2-40B4-BE49-F238E27FC236}">
                  <a16:creationId xmlns:a16="http://schemas.microsoft.com/office/drawing/2014/main" id="{5BE1430B-391A-DFE0-4AC3-0132639A9B61}"/>
                </a:ext>
              </a:extLst>
            </p:cNvPr>
            <p:cNvGrpSpPr>
              <a:grpSpLocks/>
            </p:cNvGrpSpPr>
            <p:nvPr/>
          </p:nvGrpSpPr>
          <p:grpSpPr bwMode="auto">
            <a:xfrm>
              <a:off x="2744" y="1536"/>
              <a:ext cx="512" cy="210"/>
              <a:chOff x="2744" y="1536"/>
              <a:chExt cx="512" cy="210"/>
            </a:xfrm>
          </p:grpSpPr>
          <p:sp>
            <p:nvSpPr>
              <p:cNvPr id="91286" name="Rectangle 602">
                <a:extLst>
                  <a:ext uri="{FF2B5EF4-FFF2-40B4-BE49-F238E27FC236}">
                    <a16:creationId xmlns:a16="http://schemas.microsoft.com/office/drawing/2014/main" id="{BD96B24B-EFA8-1A13-F977-6C15935CBC24}"/>
                  </a:ext>
                </a:extLst>
              </p:cNvPr>
              <p:cNvSpPr>
                <a:spLocks noChangeArrowheads="1"/>
              </p:cNvSpPr>
              <p:nvPr/>
            </p:nvSpPr>
            <p:spPr bwMode="auto">
              <a:xfrm>
                <a:off x="2744"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87" name="Rectangle 603">
                <a:extLst>
                  <a:ext uri="{FF2B5EF4-FFF2-40B4-BE49-F238E27FC236}">
                    <a16:creationId xmlns:a16="http://schemas.microsoft.com/office/drawing/2014/main" id="{3053BA31-17DB-4E65-B0B6-6AF0CFECC068}"/>
                  </a:ext>
                </a:extLst>
              </p:cNvPr>
              <p:cNvSpPr>
                <a:spLocks noChangeArrowheads="1"/>
              </p:cNvSpPr>
              <p:nvPr/>
            </p:nvSpPr>
            <p:spPr bwMode="auto">
              <a:xfrm>
                <a:off x="2823" y="1536"/>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1288" name="Group 604">
              <a:extLst>
                <a:ext uri="{FF2B5EF4-FFF2-40B4-BE49-F238E27FC236}">
                  <a16:creationId xmlns:a16="http://schemas.microsoft.com/office/drawing/2014/main" id="{2C65C242-5BB6-A487-4BE6-E3C8BFA9B0B9}"/>
                </a:ext>
              </a:extLst>
            </p:cNvPr>
            <p:cNvGrpSpPr>
              <a:grpSpLocks/>
            </p:cNvGrpSpPr>
            <p:nvPr/>
          </p:nvGrpSpPr>
          <p:grpSpPr bwMode="auto">
            <a:xfrm>
              <a:off x="3272" y="1536"/>
              <a:ext cx="512" cy="210"/>
              <a:chOff x="3272" y="1536"/>
              <a:chExt cx="512" cy="210"/>
            </a:xfrm>
          </p:grpSpPr>
          <p:sp>
            <p:nvSpPr>
              <p:cNvPr id="91289" name="Rectangle 605">
                <a:extLst>
                  <a:ext uri="{FF2B5EF4-FFF2-40B4-BE49-F238E27FC236}">
                    <a16:creationId xmlns:a16="http://schemas.microsoft.com/office/drawing/2014/main" id="{F4FB97DC-8FB0-06C0-42F2-7A52FFCA5C3F}"/>
                  </a:ext>
                </a:extLst>
              </p:cNvPr>
              <p:cNvSpPr>
                <a:spLocks noChangeArrowheads="1"/>
              </p:cNvSpPr>
              <p:nvPr/>
            </p:nvSpPr>
            <p:spPr bwMode="auto">
              <a:xfrm>
                <a:off x="3272"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90" name="Rectangle 606">
                <a:extLst>
                  <a:ext uri="{FF2B5EF4-FFF2-40B4-BE49-F238E27FC236}">
                    <a16:creationId xmlns:a16="http://schemas.microsoft.com/office/drawing/2014/main" id="{63F7505A-FA35-28EB-95D2-0A59F6BB6217}"/>
                  </a:ext>
                </a:extLst>
              </p:cNvPr>
              <p:cNvSpPr>
                <a:spLocks noChangeArrowheads="1"/>
              </p:cNvSpPr>
              <p:nvPr/>
            </p:nvSpPr>
            <p:spPr bwMode="auto">
              <a:xfrm>
                <a:off x="3351" y="1536"/>
                <a:ext cx="40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1291" name="Group 607">
              <a:extLst>
                <a:ext uri="{FF2B5EF4-FFF2-40B4-BE49-F238E27FC236}">
                  <a16:creationId xmlns:a16="http://schemas.microsoft.com/office/drawing/2014/main" id="{44458CED-616F-B509-EB11-4B50A4B106F8}"/>
                </a:ext>
              </a:extLst>
            </p:cNvPr>
            <p:cNvGrpSpPr>
              <a:grpSpLocks/>
            </p:cNvGrpSpPr>
            <p:nvPr/>
          </p:nvGrpSpPr>
          <p:grpSpPr bwMode="auto">
            <a:xfrm>
              <a:off x="3800" y="1536"/>
              <a:ext cx="512" cy="210"/>
              <a:chOff x="3800" y="1536"/>
              <a:chExt cx="512" cy="210"/>
            </a:xfrm>
          </p:grpSpPr>
          <p:sp>
            <p:nvSpPr>
              <p:cNvPr id="91292" name="Rectangle 608">
                <a:extLst>
                  <a:ext uri="{FF2B5EF4-FFF2-40B4-BE49-F238E27FC236}">
                    <a16:creationId xmlns:a16="http://schemas.microsoft.com/office/drawing/2014/main" id="{78FC4670-63F7-864D-83AD-D9F323FC6E6A}"/>
                  </a:ext>
                </a:extLst>
              </p:cNvPr>
              <p:cNvSpPr>
                <a:spLocks noChangeArrowheads="1"/>
              </p:cNvSpPr>
              <p:nvPr/>
            </p:nvSpPr>
            <p:spPr bwMode="auto">
              <a:xfrm>
                <a:off x="3800"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93" name="Rectangle 609">
                <a:extLst>
                  <a:ext uri="{FF2B5EF4-FFF2-40B4-BE49-F238E27FC236}">
                    <a16:creationId xmlns:a16="http://schemas.microsoft.com/office/drawing/2014/main" id="{5602B5C2-9BC3-32AE-E64B-48F5DAE5F05F}"/>
                  </a:ext>
                </a:extLst>
              </p:cNvPr>
              <p:cNvSpPr>
                <a:spLocks noChangeArrowheads="1"/>
              </p:cNvSpPr>
              <p:nvPr/>
            </p:nvSpPr>
            <p:spPr bwMode="auto">
              <a:xfrm>
                <a:off x="3879" y="1536"/>
                <a:ext cx="30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grpSp>
        <p:nvGrpSpPr>
          <p:cNvPr id="91294" name="Group 611">
            <a:extLst>
              <a:ext uri="{FF2B5EF4-FFF2-40B4-BE49-F238E27FC236}">
                <a16:creationId xmlns:a16="http://schemas.microsoft.com/office/drawing/2014/main" id="{0606041D-AE9B-85B0-2D54-1D652F766E90}"/>
              </a:ext>
            </a:extLst>
          </p:cNvPr>
          <p:cNvGrpSpPr>
            <a:grpSpLocks/>
          </p:cNvGrpSpPr>
          <p:nvPr/>
        </p:nvGrpSpPr>
        <p:grpSpPr bwMode="auto">
          <a:xfrm>
            <a:off x="5626100" y="3733800"/>
            <a:ext cx="812800" cy="333375"/>
            <a:chOff x="2216" y="1824"/>
            <a:chExt cx="512" cy="210"/>
          </a:xfrm>
        </p:grpSpPr>
        <p:sp>
          <p:nvSpPr>
            <p:cNvPr id="91295" name="Rectangle 612">
              <a:extLst>
                <a:ext uri="{FF2B5EF4-FFF2-40B4-BE49-F238E27FC236}">
                  <a16:creationId xmlns:a16="http://schemas.microsoft.com/office/drawing/2014/main" id="{666620A1-6FCC-186C-DB15-C90420E5EA9E}"/>
                </a:ext>
              </a:extLst>
            </p:cNvPr>
            <p:cNvSpPr>
              <a:spLocks noChangeArrowheads="1"/>
            </p:cNvSpPr>
            <p:nvPr/>
          </p:nvSpPr>
          <p:spPr bwMode="auto">
            <a:xfrm>
              <a:off x="2216"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96" name="Rectangle 613">
              <a:extLst>
                <a:ext uri="{FF2B5EF4-FFF2-40B4-BE49-F238E27FC236}">
                  <a16:creationId xmlns:a16="http://schemas.microsoft.com/office/drawing/2014/main" id="{926D13A6-F49B-ACF4-8230-592C7724EA88}"/>
                </a:ext>
              </a:extLst>
            </p:cNvPr>
            <p:cNvSpPr>
              <a:spLocks noChangeArrowheads="1"/>
            </p:cNvSpPr>
            <p:nvPr/>
          </p:nvSpPr>
          <p:spPr bwMode="auto">
            <a:xfrm>
              <a:off x="2257" y="182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1297" name="Group 614">
            <a:extLst>
              <a:ext uri="{FF2B5EF4-FFF2-40B4-BE49-F238E27FC236}">
                <a16:creationId xmlns:a16="http://schemas.microsoft.com/office/drawing/2014/main" id="{10D27DED-9AF6-5320-47BD-7773F7F6CD6E}"/>
              </a:ext>
            </a:extLst>
          </p:cNvPr>
          <p:cNvGrpSpPr>
            <a:grpSpLocks/>
          </p:cNvGrpSpPr>
          <p:nvPr/>
        </p:nvGrpSpPr>
        <p:grpSpPr bwMode="auto">
          <a:xfrm>
            <a:off x="6437313" y="3733800"/>
            <a:ext cx="903287" cy="333375"/>
            <a:chOff x="2727" y="1824"/>
            <a:chExt cx="569" cy="210"/>
          </a:xfrm>
        </p:grpSpPr>
        <p:sp>
          <p:nvSpPr>
            <p:cNvPr id="91298" name="Rectangle 615">
              <a:extLst>
                <a:ext uri="{FF2B5EF4-FFF2-40B4-BE49-F238E27FC236}">
                  <a16:creationId xmlns:a16="http://schemas.microsoft.com/office/drawing/2014/main" id="{FCCE370E-E922-F25F-274A-F4DF8C2CB3DD}"/>
                </a:ext>
              </a:extLst>
            </p:cNvPr>
            <p:cNvSpPr>
              <a:spLocks noChangeArrowheads="1"/>
            </p:cNvSpPr>
            <p:nvPr/>
          </p:nvSpPr>
          <p:spPr bwMode="auto">
            <a:xfrm>
              <a:off x="2744"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299" name="Rectangle 616">
              <a:extLst>
                <a:ext uri="{FF2B5EF4-FFF2-40B4-BE49-F238E27FC236}">
                  <a16:creationId xmlns:a16="http://schemas.microsoft.com/office/drawing/2014/main" id="{BD6FDFC3-0765-BDAE-306C-9B28970F142D}"/>
                </a:ext>
              </a:extLst>
            </p:cNvPr>
            <p:cNvSpPr>
              <a:spLocks noChangeArrowheads="1"/>
            </p:cNvSpPr>
            <p:nvPr/>
          </p:nvSpPr>
          <p:spPr bwMode="auto">
            <a:xfrm>
              <a:off x="2727" y="1824"/>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1300" name="Group 617">
            <a:extLst>
              <a:ext uri="{FF2B5EF4-FFF2-40B4-BE49-F238E27FC236}">
                <a16:creationId xmlns:a16="http://schemas.microsoft.com/office/drawing/2014/main" id="{FACDED1E-CF1E-FFAB-83CF-BAC1B74C79BB}"/>
              </a:ext>
            </a:extLst>
          </p:cNvPr>
          <p:cNvGrpSpPr>
            <a:grpSpLocks/>
          </p:cNvGrpSpPr>
          <p:nvPr/>
        </p:nvGrpSpPr>
        <p:grpSpPr bwMode="auto">
          <a:xfrm>
            <a:off x="7289800" y="3733800"/>
            <a:ext cx="812800" cy="333375"/>
            <a:chOff x="3272" y="1824"/>
            <a:chExt cx="512" cy="210"/>
          </a:xfrm>
        </p:grpSpPr>
        <p:sp>
          <p:nvSpPr>
            <p:cNvPr id="91301" name="Rectangle 618">
              <a:extLst>
                <a:ext uri="{FF2B5EF4-FFF2-40B4-BE49-F238E27FC236}">
                  <a16:creationId xmlns:a16="http://schemas.microsoft.com/office/drawing/2014/main" id="{8DAC4B40-13CA-8036-9795-B8DD791B782D}"/>
                </a:ext>
              </a:extLst>
            </p:cNvPr>
            <p:cNvSpPr>
              <a:spLocks noChangeArrowheads="1"/>
            </p:cNvSpPr>
            <p:nvPr/>
          </p:nvSpPr>
          <p:spPr bwMode="auto">
            <a:xfrm>
              <a:off x="3272"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302" name="Rectangle 619">
              <a:extLst>
                <a:ext uri="{FF2B5EF4-FFF2-40B4-BE49-F238E27FC236}">
                  <a16:creationId xmlns:a16="http://schemas.microsoft.com/office/drawing/2014/main" id="{C5E506AF-0A2D-9F15-5E64-525BDBF6EDC1}"/>
                </a:ext>
              </a:extLst>
            </p:cNvPr>
            <p:cNvSpPr>
              <a:spLocks noChangeArrowheads="1"/>
            </p:cNvSpPr>
            <p:nvPr/>
          </p:nvSpPr>
          <p:spPr bwMode="auto">
            <a:xfrm>
              <a:off x="3351" y="182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1303" name="Group 620">
            <a:extLst>
              <a:ext uri="{FF2B5EF4-FFF2-40B4-BE49-F238E27FC236}">
                <a16:creationId xmlns:a16="http://schemas.microsoft.com/office/drawing/2014/main" id="{DCEC1973-56C6-F668-CEE8-DFE54EFFA555}"/>
              </a:ext>
            </a:extLst>
          </p:cNvPr>
          <p:cNvGrpSpPr>
            <a:grpSpLocks/>
          </p:cNvGrpSpPr>
          <p:nvPr/>
        </p:nvGrpSpPr>
        <p:grpSpPr bwMode="auto">
          <a:xfrm>
            <a:off x="8128000" y="3733800"/>
            <a:ext cx="812800" cy="333375"/>
            <a:chOff x="3800" y="1824"/>
            <a:chExt cx="512" cy="210"/>
          </a:xfrm>
        </p:grpSpPr>
        <p:sp>
          <p:nvSpPr>
            <p:cNvPr id="91304" name="Rectangle 621">
              <a:extLst>
                <a:ext uri="{FF2B5EF4-FFF2-40B4-BE49-F238E27FC236}">
                  <a16:creationId xmlns:a16="http://schemas.microsoft.com/office/drawing/2014/main" id="{F9D30F96-5193-7E51-1D88-343C4CF08995}"/>
                </a:ext>
              </a:extLst>
            </p:cNvPr>
            <p:cNvSpPr>
              <a:spLocks noChangeArrowheads="1"/>
            </p:cNvSpPr>
            <p:nvPr/>
          </p:nvSpPr>
          <p:spPr bwMode="auto">
            <a:xfrm>
              <a:off x="3800"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305" name="Rectangle 622">
              <a:extLst>
                <a:ext uri="{FF2B5EF4-FFF2-40B4-BE49-F238E27FC236}">
                  <a16:creationId xmlns:a16="http://schemas.microsoft.com/office/drawing/2014/main" id="{80379F28-F8B3-0BE9-8CC5-FD547D37F6F9}"/>
                </a:ext>
              </a:extLst>
            </p:cNvPr>
            <p:cNvSpPr>
              <a:spLocks noChangeArrowheads="1"/>
            </p:cNvSpPr>
            <p:nvPr/>
          </p:nvSpPr>
          <p:spPr bwMode="auto">
            <a:xfrm>
              <a:off x="3879" y="182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sp>
        <p:nvSpPr>
          <p:cNvPr id="91306" name="Rectangle 626">
            <a:extLst>
              <a:ext uri="{FF2B5EF4-FFF2-40B4-BE49-F238E27FC236}">
                <a16:creationId xmlns:a16="http://schemas.microsoft.com/office/drawing/2014/main" id="{ECEAC7B6-45CE-8D7D-5494-B281544ACF95}"/>
              </a:ext>
            </a:extLst>
          </p:cNvPr>
          <p:cNvSpPr>
            <a:spLocks noChangeArrowheads="1"/>
          </p:cNvSpPr>
          <p:nvPr/>
        </p:nvSpPr>
        <p:spPr bwMode="auto">
          <a:xfrm>
            <a:off x="4532313" y="3695700"/>
            <a:ext cx="1227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zh-CN" altLang="en-US">
                <a:ea typeface="宋体" panose="02010600030101010101" pitchFamily="2" charset="-122"/>
              </a:rPr>
              <a:t>24: </a:t>
            </a:r>
            <a:r>
              <a:rPr lang="en-US" altLang="zh-CN">
                <a:ea typeface="宋体" panose="02010600030101010101" pitchFamily="2" charset="-122"/>
              </a:rPr>
              <a:t>R-type</a:t>
            </a:r>
          </a:p>
        </p:txBody>
      </p:sp>
      <p:sp>
        <p:nvSpPr>
          <p:cNvPr id="91307" name="Rectangle 627">
            <a:extLst>
              <a:ext uri="{FF2B5EF4-FFF2-40B4-BE49-F238E27FC236}">
                <a16:creationId xmlns:a16="http://schemas.microsoft.com/office/drawing/2014/main" id="{8D27F1E5-D876-55EA-4B52-9D5AF2888AE1}"/>
              </a:ext>
            </a:extLst>
          </p:cNvPr>
          <p:cNvSpPr>
            <a:spLocks noChangeArrowheads="1"/>
          </p:cNvSpPr>
          <p:nvPr/>
        </p:nvSpPr>
        <p:spPr bwMode="auto">
          <a:xfrm>
            <a:off x="3706813" y="3327400"/>
            <a:ext cx="10906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20: </a:t>
            </a:r>
            <a:r>
              <a:rPr lang="en-US" altLang="zh-CN">
                <a:ea typeface="宋体" panose="02010600030101010101" pitchFamily="2" charset="-122"/>
              </a:rPr>
              <a:t>R-type</a:t>
            </a:r>
          </a:p>
        </p:txBody>
      </p:sp>
      <p:grpSp>
        <p:nvGrpSpPr>
          <p:cNvPr id="91308" name="Group 629">
            <a:extLst>
              <a:ext uri="{FF2B5EF4-FFF2-40B4-BE49-F238E27FC236}">
                <a16:creationId xmlns:a16="http://schemas.microsoft.com/office/drawing/2014/main" id="{B7276FC9-68AE-2DF4-16DB-C32338FC575F}"/>
              </a:ext>
            </a:extLst>
          </p:cNvPr>
          <p:cNvGrpSpPr>
            <a:grpSpLocks/>
          </p:cNvGrpSpPr>
          <p:nvPr/>
        </p:nvGrpSpPr>
        <p:grpSpPr bwMode="auto">
          <a:xfrm>
            <a:off x="6464300" y="4152900"/>
            <a:ext cx="812800" cy="333375"/>
            <a:chOff x="2744" y="2112"/>
            <a:chExt cx="512" cy="210"/>
          </a:xfrm>
        </p:grpSpPr>
        <p:sp>
          <p:nvSpPr>
            <p:cNvPr id="91309" name="Rectangle 630">
              <a:extLst>
                <a:ext uri="{FF2B5EF4-FFF2-40B4-BE49-F238E27FC236}">
                  <a16:creationId xmlns:a16="http://schemas.microsoft.com/office/drawing/2014/main" id="{9D1C73A7-CAE1-5CE4-AEF7-AC53D1ADB476}"/>
                </a:ext>
              </a:extLst>
            </p:cNvPr>
            <p:cNvSpPr>
              <a:spLocks noChangeArrowheads="1"/>
            </p:cNvSpPr>
            <p:nvPr/>
          </p:nvSpPr>
          <p:spPr bwMode="auto">
            <a:xfrm>
              <a:off x="2744"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310" name="Rectangle 631">
              <a:extLst>
                <a:ext uri="{FF2B5EF4-FFF2-40B4-BE49-F238E27FC236}">
                  <a16:creationId xmlns:a16="http://schemas.microsoft.com/office/drawing/2014/main" id="{5C98ABBB-1DEC-56F8-E378-F3DA6E797815}"/>
                </a:ext>
              </a:extLst>
            </p:cNvPr>
            <p:cNvSpPr>
              <a:spLocks noChangeArrowheads="1"/>
            </p:cNvSpPr>
            <p:nvPr/>
          </p:nvSpPr>
          <p:spPr bwMode="auto">
            <a:xfrm>
              <a:off x="2785" y="211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1311" name="Group 632">
            <a:extLst>
              <a:ext uri="{FF2B5EF4-FFF2-40B4-BE49-F238E27FC236}">
                <a16:creationId xmlns:a16="http://schemas.microsoft.com/office/drawing/2014/main" id="{F6574608-F503-6239-F5B9-D8A01A267C97}"/>
              </a:ext>
            </a:extLst>
          </p:cNvPr>
          <p:cNvGrpSpPr>
            <a:grpSpLocks/>
          </p:cNvGrpSpPr>
          <p:nvPr/>
        </p:nvGrpSpPr>
        <p:grpSpPr bwMode="auto">
          <a:xfrm>
            <a:off x="7262813" y="4152900"/>
            <a:ext cx="903287" cy="333375"/>
            <a:chOff x="3255" y="2112"/>
            <a:chExt cx="569" cy="210"/>
          </a:xfrm>
        </p:grpSpPr>
        <p:sp>
          <p:nvSpPr>
            <p:cNvPr id="91312" name="Rectangle 633">
              <a:extLst>
                <a:ext uri="{FF2B5EF4-FFF2-40B4-BE49-F238E27FC236}">
                  <a16:creationId xmlns:a16="http://schemas.microsoft.com/office/drawing/2014/main" id="{4C51D638-8DD3-ED0E-2E71-D66C0B98FEBA}"/>
                </a:ext>
              </a:extLst>
            </p:cNvPr>
            <p:cNvSpPr>
              <a:spLocks noChangeArrowheads="1"/>
            </p:cNvSpPr>
            <p:nvPr/>
          </p:nvSpPr>
          <p:spPr bwMode="auto">
            <a:xfrm>
              <a:off x="3272"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313" name="Rectangle 634">
              <a:extLst>
                <a:ext uri="{FF2B5EF4-FFF2-40B4-BE49-F238E27FC236}">
                  <a16:creationId xmlns:a16="http://schemas.microsoft.com/office/drawing/2014/main" id="{50A77E9D-2071-106E-C481-F935E9533A86}"/>
                </a:ext>
              </a:extLst>
            </p:cNvPr>
            <p:cNvSpPr>
              <a:spLocks noChangeArrowheads="1"/>
            </p:cNvSpPr>
            <p:nvPr/>
          </p:nvSpPr>
          <p:spPr bwMode="auto">
            <a:xfrm>
              <a:off x="3255" y="2112"/>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1314" name="Group 635">
            <a:extLst>
              <a:ext uri="{FF2B5EF4-FFF2-40B4-BE49-F238E27FC236}">
                <a16:creationId xmlns:a16="http://schemas.microsoft.com/office/drawing/2014/main" id="{B829AE96-BAF0-DC7C-EEDE-93FA556DAD4E}"/>
              </a:ext>
            </a:extLst>
          </p:cNvPr>
          <p:cNvGrpSpPr>
            <a:grpSpLocks/>
          </p:cNvGrpSpPr>
          <p:nvPr/>
        </p:nvGrpSpPr>
        <p:grpSpPr bwMode="auto">
          <a:xfrm>
            <a:off x="8128000" y="4152900"/>
            <a:ext cx="812800" cy="333375"/>
            <a:chOff x="3800" y="2112"/>
            <a:chExt cx="512" cy="210"/>
          </a:xfrm>
        </p:grpSpPr>
        <p:sp>
          <p:nvSpPr>
            <p:cNvPr id="91315" name="Rectangle 636">
              <a:extLst>
                <a:ext uri="{FF2B5EF4-FFF2-40B4-BE49-F238E27FC236}">
                  <a16:creationId xmlns:a16="http://schemas.microsoft.com/office/drawing/2014/main" id="{63BDA0CB-4294-21C2-59F8-ADF3D5CC4215}"/>
                </a:ext>
              </a:extLst>
            </p:cNvPr>
            <p:cNvSpPr>
              <a:spLocks noChangeArrowheads="1"/>
            </p:cNvSpPr>
            <p:nvPr/>
          </p:nvSpPr>
          <p:spPr bwMode="auto">
            <a:xfrm>
              <a:off x="3800"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1316" name="Rectangle 637">
              <a:extLst>
                <a:ext uri="{FF2B5EF4-FFF2-40B4-BE49-F238E27FC236}">
                  <a16:creationId xmlns:a16="http://schemas.microsoft.com/office/drawing/2014/main" id="{DAE71ADB-C4A3-7A58-334F-630FB65C902D}"/>
                </a:ext>
              </a:extLst>
            </p:cNvPr>
            <p:cNvSpPr>
              <a:spLocks noChangeArrowheads="1"/>
            </p:cNvSpPr>
            <p:nvPr/>
          </p:nvSpPr>
          <p:spPr bwMode="auto">
            <a:xfrm>
              <a:off x="3879" y="211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sp>
        <p:nvSpPr>
          <p:cNvPr id="91317" name="Rectangle 644">
            <a:extLst>
              <a:ext uri="{FF2B5EF4-FFF2-40B4-BE49-F238E27FC236}">
                <a16:creationId xmlns:a16="http://schemas.microsoft.com/office/drawing/2014/main" id="{E592899C-7629-0A1F-4843-B3D45E7659E2}"/>
              </a:ext>
            </a:extLst>
          </p:cNvPr>
          <p:cNvSpPr>
            <a:spLocks noChangeArrowheads="1"/>
          </p:cNvSpPr>
          <p:nvPr/>
        </p:nvSpPr>
        <p:spPr bwMode="auto">
          <a:xfrm>
            <a:off x="4684713" y="4152900"/>
            <a:ext cx="17907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1000: </a:t>
            </a:r>
            <a:r>
              <a:rPr lang="en-US" altLang="zh-CN">
                <a:ea typeface="宋体" panose="02010600030101010101" pitchFamily="2" charset="-122"/>
              </a:rPr>
              <a:t>Target of Br</a:t>
            </a:r>
          </a:p>
        </p:txBody>
      </p:sp>
      <p:sp>
        <p:nvSpPr>
          <p:cNvPr id="91318" name="Line 645">
            <a:extLst>
              <a:ext uri="{FF2B5EF4-FFF2-40B4-BE49-F238E27FC236}">
                <a16:creationId xmlns:a16="http://schemas.microsoft.com/office/drawing/2014/main" id="{CDAD1A1F-51CE-4AED-9875-761E5248EABF}"/>
              </a:ext>
            </a:extLst>
          </p:cNvPr>
          <p:cNvSpPr>
            <a:spLocks noChangeShapeType="1"/>
          </p:cNvSpPr>
          <p:nvPr/>
        </p:nvSpPr>
        <p:spPr bwMode="auto">
          <a:xfrm flipV="1">
            <a:off x="3208338" y="647700"/>
            <a:ext cx="12700" cy="2425700"/>
          </a:xfrm>
          <a:prstGeom prst="line">
            <a:avLst/>
          </a:prstGeom>
          <a:noFill/>
          <a:ln w="38100">
            <a:solidFill>
              <a:srgbClr val="CC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270" name="Rectangle 646">
            <a:extLst>
              <a:ext uri="{FF2B5EF4-FFF2-40B4-BE49-F238E27FC236}">
                <a16:creationId xmlns:a16="http://schemas.microsoft.com/office/drawing/2014/main" id="{D8404DAE-A0BC-75B5-313B-2CB4D83797A2}"/>
              </a:ext>
            </a:extLst>
          </p:cNvPr>
          <p:cNvSpPr>
            <a:spLocks noChangeArrowheads="1"/>
          </p:cNvSpPr>
          <p:nvPr/>
        </p:nvSpPr>
        <p:spPr bwMode="auto">
          <a:xfrm>
            <a:off x="3959225" y="2620963"/>
            <a:ext cx="2552700" cy="1812925"/>
          </a:xfrm>
          <a:prstGeom prst="rect">
            <a:avLst/>
          </a:prstGeom>
          <a:solidFill>
            <a:srgbClr val="FF99CC">
              <a:alpha val="38039"/>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82778">
                                            <p:txEl>
                                              <p:charRg st="16" end="47"/>
                                            </p:txEl>
                                          </p:spTgt>
                                        </p:tgtEl>
                                        <p:attrNameLst>
                                          <p:attrName>style.visibility</p:attrName>
                                        </p:attrNameLst>
                                      </p:cBhvr>
                                      <p:to>
                                        <p:strVal val="visible"/>
                                      </p:to>
                                    </p:set>
                                    <p:animEffect transition="in" filter="blinds(horizontal)">
                                      <p:cBhvr>
                                        <p:cTn id="7" dur="500"/>
                                        <p:tgtEl>
                                          <p:spTgt spid="282778">
                                            <p:txEl>
                                              <p:charRg st="16" end="47"/>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3270"/>
                                        </p:tgtEl>
                                        <p:attrNameLst>
                                          <p:attrName>style.visibility</p:attrName>
                                        </p:attrNameLst>
                                      </p:cBhvr>
                                      <p:to>
                                        <p:strVal val="visible"/>
                                      </p:to>
                                    </p:set>
                                    <p:animEffect transition="in" filter="blinds(horizontal)">
                                      <p:cBhvr>
                                        <p:cTn id="12" dur="500"/>
                                        <p:tgtEl>
                                          <p:spTgt spid="2832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82778">
                                            <p:txEl>
                                              <p:charRg st="99" end="134"/>
                                            </p:txEl>
                                          </p:spTgt>
                                        </p:tgtEl>
                                        <p:attrNameLst>
                                          <p:attrName>style.visibility</p:attrName>
                                        </p:attrNameLst>
                                      </p:cBhvr>
                                      <p:to>
                                        <p:strVal val="visible"/>
                                      </p:to>
                                    </p:set>
                                    <p:animEffect transition="in" filter="blinds(horizontal)">
                                      <p:cBhvr>
                                        <p:cTn id="17" dur="500"/>
                                        <p:tgtEl>
                                          <p:spTgt spid="282778">
                                            <p:txEl>
                                              <p:charRg st="99" end="13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82778">
                                            <p:txEl>
                                              <p:charRg st="134" end="142"/>
                                            </p:txEl>
                                          </p:spTgt>
                                        </p:tgtEl>
                                        <p:attrNameLst>
                                          <p:attrName>style.visibility</p:attrName>
                                        </p:attrNameLst>
                                      </p:cBhvr>
                                      <p:to>
                                        <p:strVal val="visible"/>
                                      </p:to>
                                    </p:set>
                                    <p:animEffect transition="in" filter="blinds(horizontal)">
                                      <p:cBhvr>
                                        <p:cTn id="22" dur="500"/>
                                        <p:tgtEl>
                                          <p:spTgt spid="282778">
                                            <p:txEl>
                                              <p:charRg st="134" end="14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82778">
                                            <p:txEl>
                                              <p:charRg st="142" end="142"/>
                                            </p:txEl>
                                          </p:spTgt>
                                        </p:tgtEl>
                                        <p:attrNameLst>
                                          <p:attrName>style.visibility</p:attrName>
                                        </p:attrNameLst>
                                      </p:cBhvr>
                                      <p:to>
                                        <p:strVal val="visible"/>
                                      </p:to>
                                    </p:set>
                                    <p:animEffect transition="in" filter="blinds(horizontal)">
                                      <p:cBhvr>
                                        <p:cTn id="27" dur="500"/>
                                        <p:tgtEl>
                                          <p:spTgt spid="282778">
                                            <p:txEl>
                                              <p:charRg st="142"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27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AE1DBAB1-5C41-D24E-A0EE-21CBFB2E22AB}"/>
              </a:ext>
            </a:extLst>
          </p:cNvPr>
          <p:cNvSpPr>
            <a:spLocks noGrp="1" noChangeArrowheads="1"/>
          </p:cNvSpPr>
          <p:nvPr>
            <p:ph type="title"/>
          </p:nvPr>
        </p:nvSpPr>
        <p:spPr>
          <a:xfrm>
            <a:off x="800100" y="187325"/>
            <a:ext cx="6502400" cy="358775"/>
          </a:xfrm>
        </p:spPr>
        <p:txBody>
          <a:bodyPr/>
          <a:lstStyle/>
          <a:p>
            <a:r>
              <a:rPr lang="zh-CN" altLang="en-US">
                <a:ea typeface="宋体" panose="02010600030101010101" pitchFamily="2" charset="-122"/>
              </a:rPr>
              <a:t>转移分支指令</a:t>
            </a:r>
            <a:r>
              <a:rPr lang="en-US" altLang="zh-CN">
                <a:ea typeface="宋体" panose="02010600030101010101" pitchFamily="2" charset="-122"/>
              </a:rPr>
              <a:t>(Branch)</a:t>
            </a:r>
            <a:r>
              <a:rPr lang="zh-CN" altLang="en-US">
                <a:ea typeface="宋体" panose="02010600030101010101" pitchFamily="2" charset="-122"/>
              </a:rPr>
              <a:t>引起的“延迟”现象</a:t>
            </a:r>
          </a:p>
        </p:txBody>
      </p:sp>
      <p:sp>
        <p:nvSpPr>
          <p:cNvPr id="79875" name="Rectangle 3">
            <a:extLst>
              <a:ext uri="{FF2B5EF4-FFF2-40B4-BE49-F238E27FC236}">
                <a16:creationId xmlns:a16="http://schemas.microsoft.com/office/drawing/2014/main" id="{57484F13-9448-5201-E789-3E231A981805}"/>
              </a:ext>
            </a:extLst>
          </p:cNvPr>
          <p:cNvSpPr>
            <a:spLocks noGrp="1"/>
          </p:cNvSpPr>
          <p:nvPr>
            <p:ph idx="1"/>
          </p:nvPr>
        </p:nvSpPr>
        <p:spPr>
          <a:xfrm>
            <a:off x="249238" y="3954463"/>
            <a:ext cx="8713787" cy="2697162"/>
          </a:xfrm>
        </p:spPr>
        <p:txBody>
          <a:bodyPr/>
          <a:lstStyle/>
          <a:p>
            <a:pPr>
              <a:buSzTx/>
            </a:pPr>
            <a:r>
              <a:rPr lang="zh-CN" altLang="en-US" sz="2000">
                <a:latin typeface="微软雅黑" panose="020B0503020204020204" pitchFamily="34" charset="-122"/>
                <a:ea typeface="微软雅黑" panose="020B0503020204020204" pitchFamily="34" charset="-122"/>
              </a:rPr>
              <a:t>虽然</a:t>
            </a:r>
            <a:r>
              <a:rPr lang="en-US" altLang="zh-CN" sz="2000">
                <a:latin typeface="微软雅黑" panose="020B0503020204020204" pitchFamily="34" charset="-122"/>
                <a:ea typeface="微软雅黑" panose="020B0503020204020204" pitchFamily="34" charset="-122"/>
              </a:rPr>
              <a:t>beq</a:t>
            </a:r>
            <a:r>
              <a:rPr lang="zh-CN" altLang="en-US" sz="2000">
                <a:latin typeface="微软雅黑" panose="020B0503020204020204" pitchFamily="34" charset="-122"/>
                <a:ea typeface="微软雅黑" panose="020B0503020204020204" pitchFamily="34" charset="-122"/>
              </a:rPr>
              <a:t>指令在第四周期取出，但</a:t>
            </a:r>
            <a:r>
              <a:rPr lang="en-US" altLang="zh-CN" sz="2000">
                <a:latin typeface="微软雅黑" panose="020B0503020204020204" pitchFamily="34" charset="-122"/>
                <a:ea typeface="微软雅黑" panose="020B0503020204020204" pitchFamily="34" charset="-122"/>
              </a:rPr>
              <a:t>:</a:t>
            </a:r>
          </a:p>
          <a:p>
            <a:pPr lvl="1">
              <a:buSzTx/>
            </a:pPr>
            <a:r>
              <a:rPr lang="zh-CN" altLang="en-US" sz="2000">
                <a:latin typeface="微软雅黑" panose="020B0503020204020204" pitchFamily="34" charset="-122"/>
                <a:ea typeface="微软雅黑" panose="020B0503020204020204" pitchFamily="34" charset="-122"/>
              </a:rPr>
              <a:t>第六周期得到</a:t>
            </a:r>
            <a:r>
              <a:rPr lang="en-US" altLang="zh-CN" sz="2000">
                <a:latin typeface="微软雅黑" panose="020B0503020204020204" pitchFamily="34" charset="-122"/>
                <a:ea typeface="微软雅黑" panose="020B0503020204020204" pitchFamily="34" charset="-122"/>
              </a:rPr>
              <a:t>Zero</a:t>
            </a:r>
            <a:r>
              <a:rPr lang="zh-CN" altLang="en-US" sz="2000">
                <a:latin typeface="微软雅黑" panose="020B0503020204020204" pitchFamily="34" charset="-122"/>
                <a:ea typeface="微软雅黑" panose="020B0503020204020204" pitchFamily="34" charset="-122"/>
              </a:rPr>
              <a:t>和转移目标地址</a:t>
            </a:r>
          </a:p>
          <a:p>
            <a:pPr lvl="1">
              <a:buSzTx/>
            </a:pPr>
            <a:r>
              <a:rPr lang="zh-CN" altLang="en-US" sz="2000">
                <a:latin typeface="微软雅黑" panose="020B0503020204020204" pitchFamily="34" charset="-122"/>
                <a:ea typeface="微软雅黑" panose="020B0503020204020204" pitchFamily="34" charset="-122"/>
              </a:rPr>
              <a:t>转移目标地址在第七周期才被送到</a:t>
            </a:r>
            <a:r>
              <a:rPr lang="en-US" altLang="zh-CN" sz="2000">
                <a:latin typeface="微软雅黑" panose="020B0503020204020204" pitchFamily="34" charset="-122"/>
                <a:ea typeface="微软雅黑" panose="020B0503020204020204" pitchFamily="34" charset="-122"/>
              </a:rPr>
              <a:t>PC</a:t>
            </a:r>
            <a:r>
              <a:rPr lang="zh-CN" altLang="en-US" sz="2000">
                <a:latin typeface="微软雅黑" panose="020B0503020204020204" pitchFamily="34" charset="-122"/>
                <a:ea typeface="微软雅黑" panose="020B0503020204020204" pitchFamily="34" charset="-122"/>
              </a:rPr>
              <a:t>的输入端</a:t>
            </a:r>
          </a:p>
          <a:p>
            <a:pPr lvl="1">
              <a:buSzTx/>
            </a:pPr>
            <a:r>
              <a:rPr lang="zh-CN" altLang="en-US" sz="2000">
                <a:latin typeface="微软雅黑" panose="020B0503020204020204" pitchFamily="34" charset="-122"/>
                <a:ea typeface="微软雅黑" panose="020B0503020204020204" pitchFamily="34" charset="-122"/>
              </a:rPr>
              <a:t>第八周期才能取出目标地址处的指令执行</a:t>
            </a:r>
          </a:p>
          <a:p>
            <a:pPr lvl="1">
              <a:buSzTx/>
              <a:buFontTx/>
              <a:buNone/>
            </a:pPr>
            <a:r>
              <a:rPr lang="zh-CN" altLang="en-US" sz="2000">
                <a:solidFill>
                  <a:srgbClr val="CC0000"/>
                </a:solidFill>
                <a:latin typeface="微软雅黑" panose="020B0503020204020204" pitchFamily="34" charset="-122"/>
                <a:ea typeface="微软雅黑" panose="020B0503020204020204" pitchFamily="34" charset="-122"/>
              </a:rPr>
              <a:t>结果：在取目标指令之前，已有三条指令被取出，取错了三条指令！</a:t>
            </a:r>
          </a:p>
          <a:p>
            <a:pPr>
              <a:buSzTx/>
            </a:pPr>
            <a:r>
              <a:rPr lang="zh-CN" altLang="en-US" sz="2000">
                <a:latin typeface="微软雅黑" panose="020B0503020204020204" pitchFamily="34" charset="-122"/>
                <a:ea typeface="微软雅黑" panose="020B0503020204020204" pitchFamily="34" charset="-122"/>
              </a:rPr>
              <a:t>这种现象称为</a:t>
            </a:r>
            <a:r>
              <a:rPr lang="zh-CN" altLang="en-US" sz="2000">
                <a:solidFill>
                  <a:srgbClr val="008000"/>
                </a:solidFill>
                <a:latin typeface="微软雅黑" panose="020B0503020204020204" pitchFamily="34" charset="-122"/>
                <a:ea typeface="微软雅黑" panose="020B0503020204020204" pitchFamily="34" charset="-122"/>
              </a:rPr>
              <a:t>控制冒险（</a:t>
            </a:r>
            <a:r>
              <a:rPr lang="en-US" altLang="zh-CN" sz="2000">
                <a:solidFill>
                  <a:srgbClr val="008000"/>
                </a:solidFill>
                <a:latin typeface="微软雅黑" panose="020B0503020204020204" pitchFamily="34" charset="-122"/>
                <a:ea typeface="微软雅黑" panose="020B0503020204020204" pitchFamily="34" charset="-122"/>
              </a:rPr>
              <a:t>Control Hazard </a:t>
            </a:r>
            <a:r>
              <a:rPr lang="zh-CN" altLang="en-US" sz="2000">
                <a:solidFill>
                  <a:srgbClr val="008000"/>
                </a:solidFill>
                <a:latin typeface="微软雅黑" panose="020B0503020204020204" pitchFamily="34" charset="-122"/>
                <a:ea typeface="微软雅黑" panose="020B0503020204020204" pitchFamily="34" charset="-122"/>
              </a:rPr>
              <a:t>）</a:t>
            </a:r>
          </a:p>
          <a:p>
            <a:pPr>
              <a:buSzTx/>
              <a:buFont typeface="Times New Roman" panose="02020603050405020304" pitchFamily="18" charset="0"/>
              <a:buNone/>
            </a:pPr>
            <a:r>
              <a:rPr lang="zh-CN" altLang="en-US" sz="2000">
                <a:latin typeface="微软雅黑" panose="020B0503020204020204" pitchFamily="34" charset="-122"/>
                <a:ea typeface="微软雅黑" panose="020B0503020204020204" pitchFamily="34" charset="-122"/>
              </a:rPr>
              <a:t>（注：也称为</a:t>
            </a:r>
            <a:r>
              <a:rPr lang="zh-CN" altLang="en-US" sz="2000">
                <a:solidFill>
                  <a:srgbClr val="008000"/>
                </a:solidFill>
                <a:latin typeface="微软雅黑" panose="020B0503020204020204" pitchFamily="34" charset="-122"/>
                <a:ea typeface="微软雅黑" panose="020B0503020204020204" pitchFamily="34" charset="-122"/>
              </a:rPr>
              <a:t>分支冒险或转移冒险（</a:t>
            </a:r>
            <a:r>
              <a:rPr lang="en-US" altLang="zh-CN" sz="2000">
                <a:solidFill>
                  <a:srgbClr val="008000"/>
                </a:solidFill>
                <a:latin typeface="微软雅黑" panose="020B0503020204020204" pitchFamily="34" charset="-122"/>
                <a:ea typeface="微软雅黑" panose="020B0503020204020204" pitchFamily="34" charset="-122"/>
              </a:rPr>
              <a:t>Branch Hazard</a:t>
            </a:r>
            <a:r>
              <a:rPr lang="zh-CN" altLang="en-US" sz="2000">
                <a:solidFill>
                  <a:srgbClr val="008000"/>
                </a:solidFill>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endParaRPr>
          </a:p>
        </p:txBody>
      </p:sp>
      <p:grpSp>
        <p:nvGrpSpPr>
          <p:cNvPr id="92163" name="Group 8">
            <a:extLst>
              <a:ext uri="{FF2B5EF4-FFF2-40B4-BE49-F238E27FC236}">
                <a16:creationId xmlns:a16="http://schemas.microsoft.com/office/drawing/2014/main" id="{7088A5EE-AC78-10B7-709D-4531E98F9390}"/>
              </a:ext>
            </a:extLst>
          </p:cNvPr>
          <p:cNvGrpSpPr>
            <a:grpSpLocks/>
          </p:cNvGrpSpPr>
          <p:nvPr/>
        </p:nvGrpSpPr>
        <p:grpSpPr bwMode="auto">
          <a:xfrm>
            <a:off x="990600" y="1054100"/>
            <a:ext cx="825500" cy="254000"/>
            <a:chOff x="624" y="664"/>
            <a:chExt cx="520" cy="160"/>
          </a:xfrm>
        </p:grpSpPr>
        <p:sp>
          <p:nvSpPr>
            <p:cNvPr id="92164" name="Line 4">
              <a:extLst>
                <a:ext uri="{FF2B5EF4-FFF2-40B4-BE49-F238E27FC236}">
                  <a16:creationId xmlns:a16="http://schemas.microsoft.com/office/drawing/2014/main" id="{3F4436AA-1776-BC02-C40C-0712B8127AC8}"/>
                </a:ext>
              </a:extLst>
            </p:cNvPr>
            <p:cNvSpPr>
              <a:spLocks noChangeShapeType="1"/>
            </p:cNvSpPr>
            <p:nvPr/>
          </p:nvSpPr>
          <p:spPr bwMode="auto">
            <a:xfrm>
              <a:off x="632"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65" name="Line 5">
              <a:extLst>
                <a:ext uri="{FF2B5EF4-FFF2-40B4-BE49-F238E27FC236}">
                  <a16:creationId xmlns:a16="http://schemas.microsoft.com/office/drawing/2014/main" id="{3684A2FC-B1CE-47F4-055E-E05D2CD2BFB1}"/>
                </a:ext>
              </a:extLst>
            </p:cNvPr>
            <p:cNvSpPr>
              <a:spLocks noChangeShapeType="1"/>
            </p:cNvSpPr>
            <p:nvPr/>
          </p:nvSpPr>
          <p:spPr bwMode="auto">
            <a:xfrm>
              <a:off x="624"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66" name="Line 6">
              <a:extLst>
                <a:ext uri="{FF2B5EF4-FFF2-40B4-BE49-F238E27FC236}">
                  <a16:creationId xmlns:a16="http://schemas.microsoft.com/office/drawing/2014/main" id="{CCAB8ED4-78D1-7B91-FDB8-5F5D101529BA}"/>
                </a:ext>
              </a:extLst>
            </p:cNvPr>
            <p:cNvSpPr>
              <a:spLocks noChangeShapeType="1"/>
            </p:cNvSpPr>
            <p:nvPr/>
          </p:nvSpPr>
          <p:spPr bwMode="auto">
            <a:xfrm flipV="1">
              <a:off x="912"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67" name="Line 7">
              <a:extLst>
                <a:ext uri="{FF2B5EF4-FFF2-40B4-BE49-F238E27FC236}">
                  <a16:creationId xmlns:a16="http://schemas.microsoft.com/office/drawing/2014/main" id="{BA020D21-16C4-645E-2DFB-20260A0189FC}"/>
                </a:ext>
              </a:extLst>
            </p:cNvPr>
            <p:cNvSpPr>
              <a:spLocks noChangeShapeType="1"/>
            </p:cNvSpPr>
            <p:nvPr/>
          </p:nvSpPr>
          <p:spPr bwMode="auto">
            <a:xfrm>
              <a:off x="920"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168" name="Group 13">
            <a:extLst>
              <a:ext uri="{FF2B5EF4-FFF2-40B4-BE49-F238E27FC236}">
                <a16:creationId xmlns:a16="http://schemas.microsoft.com/office/drawing/2014/main" id="{53E12D99-7462-C45C-567A-D985D78C5C08}"/>
              </a:ext>
            </a:extLst>
          </p:cNvPr>
          <p:cNvGrpSpPr>
            <a:grpSpLocks/>
          </p:cNvGrpSpPr>
          <p:nvPr/>
        </p:nvGrpSpPr>
        <p:grpSpPr bwMode="auto">
          <a:xfrm>
            <a:off x="1828800" y="1054100"/>
            <a:ext cx="825500" cy="254000"/>
            <a:chOff x="1152" y="664"/>
            <a:chExt cx="520" cy="160"/>
          </a:xfrm>
        </p:grpSpPr>
        <p:sp>
          <p:nvSpPr>
            <p:cNvPr id="92169" name="Line 9">
              <a:extLst>
                <a:ext uri="{FF2B5EF4-FFF2-40B4-BE49-F238E27FC236}">
                  <a16:creationId xmlns:a16="http://schemas.microsoft.com/office/drawing/2014/main" id="{CAD49AEF-2F45-97F6-013B-F1C6F0D408BF}"/>
                </a:ext>
              </a:extLst>
            </p:cNvPr>
            <p:cNvSpPr>
              <a:spLocks noChangeShapeType="1"/>
            </p:cNvSpPr>
            <p:nvPr/>
          </p:nvSpPr>
          <p:spPr bwMode="auto">
            <a:xfrm>
              <a:off x="1160"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0" name="Line 10">
              <a:extLst>
                <a:ext uri="{FF2B5EF4-FFF2-40B4-BE49-F238E27FC236}">
                  <a16:creationId xmlns:a16="http://schemas.microsoft.com/office/drawing/2014/main" id="{F27FCD6F-B8D6-552C-78E3-CC1C1A2895B9}"/>
                </a:ext>
              </a:extLst>
            </p:cNvPr>
            <p:cNvSpPr>
              <a:spLocks noChangeShapeType="1"/>
            </p:cNvSpPr>
            <p:nvPr/>
          </p:nvSpPr>
          <p:spPr bwMode="auto">
            <a:xfrm>
              <a:off x="1152"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1" name="Line 11">
              <a:extLst>
                <a:ext uri="{FF2B5EF4-FFF2-40B4-BE49-F238E27FC236}">
                  <a16:creationId xmlns:a16="http://schemas.microsoft.com/office/drawing/2014/main" id="{AF2E8BBD-3C13-0C1F-75FD-D520E52F5BE9}"/>
                </a:ext>
              </a:extLst>
            </p:cNvPr>
            <p:cNvSpPr>
              <a:spLocks noChangeShapeType="1"/>
            </p:cNvSpPr>
            <p:nvPr/>
          </p:nvSpPr>
          <p:spPr bwMode="auto">
            <a:xfrm flipV="1">
              <a:off x="1440"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2" name="Line 12">
              <a:extLst>
                <a:ext uri="{FF2B5EF4-FFF2-40B4-BE49-F238E27FC236}">
                  <a16:creationId xmlns:a16="http://schemas.microsoft.com/office/drawing/2014/main" id="{5EDE8F9F-7CD9-34F8-BF33-098E62181C79}"/>
                </a:ext>
              </a:extLst>
            </p:cNvPr>
            <p:cNvSpPr>
              <a:spLocks noChangeShapeType="1"/>
            </p:cNvSpPr>
            <p:nvPr/>
          </p:nvSpPr>
          <p:spPr bwMode="auto">
            <a:xfrm>
              <a:off x="1448"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173" name="Group 18">
            <a:extLst>
              <a:ext uri="{FF2B5EF4-FFF2-40B4-BE49-F238E27FC236}">
                <a16:creationId xmlns:a16="http://schemas.microsoft.com/office/drawing/2014/main" id="{C8F6969F-09A1-698B-1F73-22204CFDD7D0}"/>
              </a:ext>
            </a:extLst>
          </p:cNvPr>
          <p:cNvGrpSpPr>
            <a:grpSpLocks/>
          </p:cNvGrpSpPr>
          <p:nvPr/>
        </p:nvGrpSpPr>
        <p:grpSpPr bwMode="auto">
          <a:xfrm>
            <a:off x="2667000" y="1054100"/>
            <a:ext cx="825500" cy="254000"/>
            <a:chOff x="1680" y="664"/>
            <a:chExt cx="520" cy="160"/>
          </a:xfrm>
        </p:grpSpPr>
        <p:sp>
          <p:nvSpPr>
            <p:cNvPr id="92174" name="Line 14">
              <a:extLst>
                <a:ext uri="{FF2B5EF4-FFF2-40B4-BE49-F238E27FC236}">
                  <a16:creationId xmlns:a16="http://schemas.microsoft.com/office/drawing/2014/main" id="{092E1EE7-4413-8362-3606-F00AA338B72A}"/>
                </a:ext>
              </a:extLst>
            </p:cNvPr>
            <p:cNvSpPr>
              <a:spLocks noChangeShapeType="1"/>
            </p:cNvSpPr>
            <p:nvPr/>
          </p:nvSpPr>
          <p:spPr bwMode="auto">
            <a:xfrm>
              <a:off x="1688"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5" name="Line 15">
              <a:extLst>
                <a:ext uri="{FF2B5EF4-FFF2-40B4-BE49-F238E27FC236}">
                  <a16:creationId xmlns:a16="http://schemas.microsoft.com/office/drawing/2014/main" id="{DF619624-53F9-3C34-BABB-397C347CBF5A}"/>
                </a:ext>
              </a:extLst>
            </p:cNvPr>
            <p:cNvSpPr>
              <a:spLocks noChangeShapeType="1"/>
            </p:cNvSpPr>
            <p:nvPr/>
          </p:nvSpPr>
          <p:spPr bwMode="auto">
            <a:xfrm>
              <a:off x="1680"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6" name="Line 16">
              <a:extLst>
                <a:ext uri="{FF2B5EF4-FFF2-40B4-BE49-F238E27FC236}">
                  <a16:creationId xmlns:a16="http://schemas.microsoft.com/office/drawing/2014/main" id="{868AC19C-78FC-D881-6FEB-7B1913D0C49D}"/>
                </a:ext>
              </a:extLst>
            </p:cNvPr>
            <p:cNvSpPr>
              <a:spLocks noChangeShapeType="1"/>
            </p:cNvSpPr>
            <p:nvPr/>
          </p:nvSpPr>
          <p:spPr bwMode="auto">
            <a:xfrm flipV="1">
              <a:off x="1968"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7" name="Line 17">
              <a:extLst>
                <a:ext uri="{FF2B5EF4-FFF2-40B4-BE49-F238E27FC236}">
                  <a16:creationId xmlns:a16="http://schemas.microsoft.com/office/drawing/2014/main" id="{F6B269E9-2600-529B-6526-1346268020D7}"/>
                </a:ext>
              </a:extLst>
            </p:cNvPr>
            <p:cNvSpPr>
              <a:spLocks noChangeShapeType="1"/>
            </p:cNvSpPr>
            <p:nvPr/>
          </p:nvSpPr>
          <p:spPr bwMode="auto">
            <a:xfrm>
              <a:off x="1976"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178" name="Group 23">
            <a:extLst>
              <a:ext uri="{FF2B5EF4-FFF2-40B4-BE49-F238E27FC236}">
                <a16:creationId xmlns:a16="http://schemas.microsoft.com/office/drawing/2014/main" id="{8A52A47B-84C5-9723-9135-E08FC6EAA40A}"/>
              </a:ext>
            </a:extLst>
          </p:cNvPr>
          <p:cNvGrpSpPr>
            <a:grpSpLocks/>
          </p:cNvGrpSpPr>
          <p:nvPr/>
        </p:nvGrpSpPr>
        <p:grpSpPr bwMode="auto">
          <a:xfrm>
            <a:off x="3505200" y="1054100"/>
            <a:ext cx="825500" cy="254000"/>
            <a:chOff x="2208" y="664"/>
            <a:chExt cx="520" cy="160"/>
          </a:xfrm>
        </p:grpSpPr>
        <p:sp>
          <p:nvSpPr>
            <p:cNvPr id="92179" name="Line 19">
              <a:extLst>
                <a:ext uri="{FF2B5EF4-FFF2-40B4-BE49-F238E27FC236}">
                  <a16:creationId xmlns:a16="http://schemas.microsoft.com/office/drawing/2014/main" id="{126051A4-33FC-8A18-76BE-10E39CFF4FBD}"/>
                </a:ext>
              </a:extLst>
            </p:cNvPr>
            <p:cNvSpPr>
              <a:spLocks noChangeShapeType="1"/>
            </p:cNvSpPr>
            <p:nvPr/>
          </p:nvSpPr>
          <p:spPr bwMode="auto">
            <a:xfrm>
              <a:off x="2216"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0" name="Line 20">
              <a:extLst>
                <a:ext uri="{FF2B5EF4-FFF2-40B4-BE49-F238E27FC236}">
                  <a16:creationId xmlns:a16="http://schemas.microsoft.com/office/drawing/2014/main" id="{4C0C037D-EC4B-4D19-0DD2-5724A12A15FD}"/>
                </a:ext>
              </a:extLst>
            </p:cNvPr>
            <p:cNvSpPr>
              <a:spLocks noChangeShapeType="1"/>
            </p:cNvSpPr>
            <p:nvPr/>
          </p:nvSpPr>
          <p:spPr bwMode="auto">
            <a:xfrm>
              <a:off x="2208"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1" name="Line 21">
              <a:extLst>
                <a:ext uri="{FF2B5EF4-FFF2-40B4-BE49-F238E27FC236}">
                  <a16:creationId xmlns:a16="http://schemas.microsoft.com/office/drawing/2014/main" id="{CC222F58-0B62-6BAC-8764-2F428FF01D98}"/>
                </a:ext>
              </a:extLst>
            </p:cNvPr>
            <p:cNvSpPr>
              <a:spLocks noChangeShapeType="1"/>
            </p:cNvSpPr>
            <p:nvPr/>
          </p:nvSpPr>
          <p:spPr bwMode="auto">
            <a:xfrm flipV="1">
              <a:off x="2496"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2" name="Line 22">
              <a:extLst>
                <a:ext uri="{FF2B5EF4-FFF2-40B4-BE49-F238E27FC236}">
                  <a16:creationId xmlns:a16="http://schemas.microsoft.com/office/drawing/2014/main" id="{71CF8A98-D840-2BCF-41B6-288554DE77D6}"/>
                </a:ext>
              </a:extLst>
            </p:cNvPr>
            <p:cNvSpPr>
              <a:spLocks noChangeShapeType="1"/>
            </p:cNvSpPr>
            <p:nvPr/>
          </p:nvSpPr>
          <p:spPr bwMode="auto">
            <a:xfrm>
              <a:off x="2504"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183" name="Group 28">
            <a:extLst>
              <a:ext uri="{FF2B5EF4-FFF2-40B4-BE49-F238E27FC236}">
                <a16:creationId xmlns:a16="http://schemas.microsoft.com/office/drawing/2014/main" id="{5298DA6F-A9AE-816A-7088-4F3321F8F7CA}"/>
              </a:ext>
            </a:extLst>
          </p:cNvPr>
          <p:cNvGrpSpPr>
            <a:grpSpLocks/>
          </p:cNvGrpSpPr>
          <p:nvPr/>
        </p:nvGrpSpPr>
        <p:grpSpPr bwMode="auto">
          <a:xfrm>
            <a:off x="4343400" y="1054100"/>
            <a:ext cx="825500" cy="254000"/>
            <a:chOff x="2736" y="664"/>
            <a:chExt cx="520" cy="160"/>
          </a:xfrm>
        </p:grpSpPr>
        <p:sp>
          <p:nvSpPr>
            <p:cNvPr id="92184" name="Line 24">
              <a:extLst>
                <a:ext uri="{FF2B5EF4-FFF2-40B4-BE49-F238E27FC236}">
                  <a16:creationId xmlns:a16="http://schemas.microsoft.com/office/drawing/2014/main" id="{C04D6030-B8AB-6C3C-A45F-5C388AE6E523}"/>
                </a:ext>
              </a:extLst>
            </p:cNvPr>
            <p:cNvSpPr>
              <a:spLocks noChangeShapeType="1"/>
            </p:cNvSpPr>
            <p:nvPr/>
          </p:nvSpPr>
          <p:spPr bwMode="auto">
            <a:xfrm>
              <a:off x="2744"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5" name="Line 25">
              <a:extLst>
                <a:ext uri="{FF2B5EF4-FFF2-40B4-BE49-F238E27FC236}">
                  <a16:creationId xmlns:a16="http://schemas.microsoft.com/office/drawing/2014/main" id="{1E2473B5-ED64-856D-2537-8B2D968AD5E5}"/>
                </a:ext>
              </a:extLst>
            </p:cNvPr>
            <p:cNvSpPr>
              <a:spLocks noChangeShapeType="1"/>
            </p:cNvSpPr>
            <p:nvPr/>
          </p:nvSpPr>
          <p:spPr bwMode="auto">
            <a:xfrm>
              <a:off x="2736"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6" name="Line 26">
              <a:extLst>
                <a:ext uri="{FF2B5EF4-FFF2-40B4-BE49-F238E27FC236}">
                  <a16:creationId xmlns:a16="http://schemas.microsoft.com/office/drawing/2014/main" id="{4AE6B6C0-7B48-4C4E-9CF3-0D708F0F01CF}"/>
                </a:ext>
              </a:extLst>
            </p:cNvPr>
            <p:cNvSpPr>
              <a:spLocks noChangeShapeType="1"/>
            </p:cNvSpPr>
            <p:nvPr/>
          </p:nvSpPr>
          <p:spPr bwMode="auto">
            <a:xfrm flipV="1">
              <a:off x="3024"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7" name="Line 27">
              <a:extLst>
                <a:ext uri="{FF2B5EF4-FFF2-40B4-BE49-F238E27FC236}">
                  <a16:creationId xmlns:a16="http://schemas.microsoft.com/office/drawing/2014/main" id="{1CC3CD45-C750-762D-408F-AB58F7D49F4C}"/>
                </a:ext>
              </a:extLst>
            </p:cNvPr>
            <p:cNvSpPr>
              <a:spLocks noChangeShapeType="1"/>
            </p:cNvSpPr>
            <p:nvPr/>
          </p:nvSpPr>
          <p:spPr bwMode="auto">
            <a:xfrm>
              <a:off x="3032"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188" name="Group 33">
            <a:extLst>
              <a:ext uri="{FF2B5EF4-FFF2-40B4-BE49-F238E27FC236}">
                <a16:creationId xmlns:a16="http://schemas.microsoft.com/office/drawing/2014/main" id="{E2A18DE0-CD1A-CC77-EF69-BDA80CCE34B0}"/>
              </a:ext>
            </a:extLst>
          </p:cNvPr>
          <p:cNvGrpSpPr>
            <a:grpSpLocks/>
          </p:cNvGrpSpPr>
          <p:nvPr/>
        </p:nvGrpSpPr>
        <p:grpSpPr bwMode="auto">
          <a:xfrm>
            <a:off x="5181600" y="1054100"/>
            <a:ext cx="825500" cy="254000"/>
            <a:chOff x="3264" y="664"/>
            <a:chExt cx="520" cy="160"/>
          </a:xfrm>
        </p:grpSpPr>
        <p:sp>
          <p:nvSpPr>
            <p:cNvPr id="92189" name="Line 29">
              <a:extLst>
                <a:ext uri="{FF2B5EF4-FFF2-40B4-BE49-F238E27FC236}">
                  <a16:creationId xmlns:a16="http://schemas.microsoft.com/office/drawing/2014/main" id="{CE858548-3A34-6592-BC73-88589D1E768F}"/>
                </a:ext>
              </a:extLst>
            </p:cNvPr>
            <p:cNvSpPr>
              <a:spLocks noChangeShapeType="1"/>
            </p:cNvSpPr>
            <p:nvPr/>
          </p:nvSpPr>
          <p:spPr bwMode="auto">
            <a:xfrm>
              <a:off x="3272"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0" name="Line 30">
              <a:extLst>
                <a:ext uri="{FF2B5EF4-FFF2-40B4-BE49-F238E27FC236}">
                  <a16:creationId xmlns:a16="http://schemas.microsoft.com/office/drawing/2014/main" id="{71C3F0B3-5CAA-1E0D-3E0B-83CB1C5A37C7}"/>
                </a:ext>
              </a:extLst>
            </p:cNvPr>
            <p:cNvSpPr>
              <a:spLocks noChangeShapeType="1"/>
            </p:cNvSpPr>
            <p:nvPr/>
          </p:nvSpPr>
          <p:spPr bwMode="auto">
            <a:xfrm>
              <a:off x="3264"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1" name="Line 31">
              <a:extLst>
                <a:ext uri="{FF2B5EF4-FFF2-40B4-BE49-F238E27FC236}">
                  <a16:creationId xmlns:a16="http://schemas.microsoft.com/office/drawing/2014/main" id="{411E0308-5C3B-1953-F819-1F91E86461BA}"/>
                </a:ext>
              </a:extLst>
            </p:cNvPr>
            <p:cNvSpPr>
              <a:spLocks noChangeShapeType="1"/>
            </p:cNvSpPr>
            <p:nvPr/>
          </p:nvSpPr>
          <p:spPr bwMode="auto">
            <a:xfrm flipV="1">
              <a:off x="3552"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2" name="Line 32">
              <a:extLst>
                <a:ext uri="{FF2B5EF4-FFF2-40B4-BE49-F238E27FC236}">
                  <a16:creationId xmlns:a16="http://schemas.microsoft.com/office/drawing/2014/main" id="{074816A3-19EE-3E0E-3868-E6A13911111E}"/>
                </a:ext>
              </a:extLst>
            </p:cNvPr>
            <p:cNvSpPr>
              <a:spLocks noChangeShapeType="1"/>
            </p:cNvSpPr>
            <p:nvPr/>
          </p:nvSpPr>
          <p:spPr bwMode="auto">
            <a:xfrm>
              <a:off x="3560"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193" name="Group 38">
            <a:extLst>
              <a:ext uri="{FF2B5EF4-FFF2-40B4-BE49-F238E27FC236}">
                <a16:creationId xmlns:a16="http://schemas.microsoft.com/office/drawing/2014/main" id="{D64A2BD7-3C9B-6997-12AE-954FC38CD925}"/>
              </a:ext>
            </a:extLst>
          </p:cNvPr>
          <p:cNvGrpSpPr>
            <a:grpSpLocks/>
          </p:cNvGrpSpPr>
          <p:nvPr/>
        </p:nvGrpSpPr>
        <p:grpSpPr bwMode="auto">
          <a:xfrm>
            <a:off x="6019800" y="1054100"/>
            <a:ext cx="825500" cy="254000"/>
            <a:chOff x="3792" y="664"/>
            <a:chExt cx="520" cy="160"/>
          </a:xfrm>
        </p:grpSpPr>
        <p:sp>
          <p:nvSpPr>
            <p:cNvPr id="92194" name="Line 34">
              <a:extLst>
                <a:ext uri="{FF2B5EF4-FFF2-40B4-BE49-F238E27FC236}">
                  <a16:creationId xmlns:a16="http://schemas.microsoft.com/office/drawing/2014/main" id="{1BF60AA2-7D9E-8DD0-A068-E1D8897D861B}"/>
                </a:ext>
              </a:extLst>
            </p:cNvPr>
            <p:cNvSpPr>
              <a:spLocks noChangeShapeType="1"/>
            </p:cNvSpPr>
            <p:nvPr/>
          </p:nvSpPr>
          <p:spPr bwMode="auto">
            <a:xfrm>
              <a:off x="3800"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5" name="Line 35">
              <a:extLst>
                <a:ext uri="{FF2B5EF4-FFF2-40B4-BE49-F238E27FC236}">
                  <a16:creationId xmlns:a16="http://schemas.microsoft.com/office/drawing/2014/main" id="{1793C84A-12C0-3E6C-13BF-CF17B062B55B}"/>
                </a:ext>
              </a:extLst>
            </p:cNvPr>
            <p:cNvSpPr>
              <a:spLocks noChangeShapeType="1"/>
            </p:cNvSpPr>
            <p:nvPr/>
          </p:nvSpPr>
          <p:spPr bwMode="auto">
            <a:xfrm>
              <a:off x="3792"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6" name="Line 36">
              <a:extLst>
                <a:ext uri="{FF2B5EF4-FFF2-40B4-BE49-F238E27FC236}">
                  <a16:creationId xmlns:a16="http://schemas.microsoft.com/office/drawing/2014/main" id="{B6324BBF-8944-7A81-B359-732863AA1B1A}"/>
                </a:ext>
              </a:extLst>
            </p:cNvPr>
            <p:cNvSpPr>
              <a:spLocks noChangeShapeType="1"/>
            </p:cNvSpPr>
            <p:nvPr/>
          </p:nvSpPr>
          <p:spPr bwMode="auto">
            <a:xfrm flipV="1">
              <a:off x="4080"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7" name="Line 37">
              <a:extLst>
                <a:ext uri="{FF2B5EF4-FFF2-40B4-BE49-F238E27FC236}">
                  <a16:creationId xmlns:a16="http://schemas.microsoft.com/office/drawing/2014/main" id="{DFC5E2B2-BE41-2E43-BCC8-60A56DADF333}"/>
                </a:ext>
              </a:extLst>
            </p:cNvPr>
            <p:cNvSpPr>
              <a:spLocks noChangeShapeType="1"/>
            </p:cNvSpPr>
            <p:nvPr/>
          </p:nvSpPr>
          <p:spPr bwMode="auto">
            <a:xfrm>
              <a:off x="4088"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198" name="Group 43">
            <a:extLst>
              <a:ext uri="{FF2B5EF4-FFF2-40B4-BE49-F238E27FC236}">
                <a16:creationId xmlns:a16="http://schemas.microsoft.com/office/drawing/2014/main" id="{F0C1D346-52EC-64D1-510E-52518F4D57BC}"/>
              </a:ext>
            </a:extLst>
          </p:cNvPr>
          <p:cNvGrpSpPr>
            <a:grpSpLocks/>
          </p:cNvGrpSpPr>
          <p:nvPr/>
        </p:nvGrpSpPr>
        <p:grpSpPr bwMode="auto">
          <a:xfrm>
            <a:off x="6858000" y="1054100"/>
            <a:ext cx="825500" cy="254000"/>
            <a:chOff x="4320" y="664"/>
            <a:chExt cx="520" cy="160"/>
          </a:xfrm>
        </p:grpSpPr>
        <p:sp>
          <p:nvSpPr>
            <p:cNvPr id="92199" name="Line 39">
              <a:extLst>
                <a:ext uri="{FF2B5EF4-FFF2-40B4-BE49-F238E27FC236}">
                  <a16:creationId xmlns:a16="http://schemas.microsoft.com/office/drawing/2014/main" id="{B622A638-A75F-484A-DFFC-9624DF496D9A}"/>
                </a:ext>
              </a:extLst>
            </p:cNvPr>
            <p:cNvSpPr>
              <a:spLocks noChangeShapeType="1"/>
            </p:cNvSpPr>
            <p:nvPr/>
          </p:nvSpPr>
          <p:spPr bwMode="auto">
            <a:xfrm>
              <a:off x="4328"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0" name="Line 40">
              <a:extLst>
                <a:ext uri="{FF2B5EF4-FFF2-40B4-BE49-F238E27FC236}">
                  <a16:creationId xmlns:a16="http://schemas.microsoft.com/office/drawing/2014/main" id="{206AE756-01C6-BD68-BDDD-A84668598F9D}"/>
                </a:ext>
              </a:extLst>
            </p:cNvPr>
            <p:cNvSpPr>
              <a:spLocks noChangeShapeType="1"/>
            </p:cNvSpPr>
            <p:nvPr/>
          </p:nvSpPr>
          <p:spPr bwMode="auto">
            <a:xfrm>
              <a:off x="4320"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1" name="Line 41">
              <a:extLst>
                <a:ext uri="{FF2B5EF4-FFF2-40B4-BE49-F238E27FC236}">
                  <a16:creationId xmlns:a16="http://schemas.microsoft.com/office/drawing/2014/main" id="{DEBE618C-7E3B-DA1D-0510-22D534DF1D6D}"/>
                </a:ext>
              </a:extLst>
            </p:cNvPr>
            <p:cNvSpPr>
              <a:spLocks noChangeShapeType="1"/>
            </p:cNvSpPr>
            <p:nvPr/>
          </p:nvSpPr>
          <p:spPr bwMode="auto">
            <a:xfrm flipV="1">
              <a:off x="4608"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2" name="Line 42">
              <a:extLst>
                <a:ext uri="{FF2B5EF4-FFF2-40B4-BE49-F238E27FC236}">
                  <a16:creationId xmlns:a16="http://schemas.microsoft.com/office/drawing/2014/main" id="{BB10BC51-F619-1365-196F-DA2E2B6D78CB}"/>
                </a:ext>
              </a:extLst>
            </p:cNvPr>
            <p:cNvSpPr>
              <a:spLocks noChangeShapeType="1"/>
            </p:cNvSpPr>
            <p:nvPr/>
          </p:nvSpPr>
          <p:spPr bwMode="auto">
            <a:xfrm>
              <a:off x="4616"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2203" name="Line 44">
            <a:extLst>
              <a:ext uri="{FF2B5EF4-FFF2-40B4-BE49-F238E27FC236}">
                <a16:creationId xmlns:a16="http://schemas.microsoft.com/office/drawing/2014/main" id="{F0907DDF-2963-2C32-8118-A0D52DDB01DE}"/>
              </a:ext>
            </a:extLst>
          </p:cNvPr>
          <p:cNvSpPr>
            <a:spLocks noChangeShapeType="1"/>
          </p:cNvSpPr>
          <p:nvPr/>
        </p:nvSpPr>
        <p:spPr bwMode="auto">
          <a:xfrm>
            <a:off x="622300" y="1066800"/>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4" name="Line 45">
            <a:extLst>
              <a:ext uri="{FF2B5EF4-FFF2-40B4-BE49-F238E27FC236}">
                <a16:creationId xmlns:a16="http://schemas.microsoft.com/office/drawing/2014/main" id="{4AA46E20-9AED-A368-6B5E-254D8C62281B}"/>
              </a:ext>
            </a:extLst>
          </p:cNvPr>
          <p:cNvSpPr>
            <a:spLocks noChangeShapeType="1"/>
          </p:cNvSpPr>
          <p:nvPr/>
        </p:nvSpPr>
        <p:spPr bwMode="auto">
          <a:xfrm>
            <a:off x="7708900" y="12954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5" name="Line 46">
            <a:extLst>
              <a:ext uri="{FF2B5EF4-FFF2-40B4-BE49-F238E27FC236}">
                <a16:creationId xmlns:a16="http://schemas.microsoft.com/office/drawing/2014/main" id="{153490D6-7A92-0CE7-105E-752E1FE96145}"/>
              </a:ext>
            </a:extLst>
          </p:cNvPr>
          <p:cNvSpPr>
            <a:spLocks noChangeShapeType="1"/>
          </p:cNvSpPr>
          <p:nvPr/>
        </p:nvSpPr>
        <p:spPr bwMode="auto">
          <a:xfrm>
            <a:off x="7696200" y="1079500"/>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6" name="Line 47">
            <a:extLst>
              <a:ext uri="{FF2B5EF4-FFF2-40B4-BE49-F238E27FC236}">
                <a16:creationId xmlns:a16="http://schemas.microsoft.com/office/drawing/2014/main" id="{CD019F5B-F3C4-B5EB-F42B-04418A45BB10}"/>
              </a:ext>
            </a:extLst>
          </p:cNvPr>
          <p:cNvSpPr>
            <a:spLocks noChangeShapeType="1"/>
          </p:cNvSpPr>
          <p:nvPr/>
        </p:nvSpPr>
        <p:spPr bwMode="auto">
          <a:xfrm flipV="1">
            <a:off x="9906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7" name="Line 48">
            <a:extLst>
              <a:ext uri="{FF2B5EF4-FFF2-40B4-BE49-F238E27FC236}">
                <a16:creationId xmlns:a16="http://schemas.microsoft.com/office/drawing/2014/main" id="{45EFCE3D-83E1-676E-D982-EA6E425BF035}"/>
              </a:ext>
            </a:extLst>
          </p:cNvPr>
          <p:cNvSpPr>
            <a:spLocks noChangeShapeType="1"/>
          </p:cNvSpPr>
          <p:nvPr/>
        </p:nvSpPr>
        <p:spPr bwMode="auto">
          <a:xfrm flipV="1">
            <a:off x="18288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8" name="Rectangle 49">
            <a:extLst>
              <a:ext uri="{FF2B5EF4-FFF2-40B4-BE49-F238E27FC236}">
                <a16:creationId xmlns:a16="http://schemas.microsoft.com/office/drawing/2014/main" id="{7DFF04A7-C260-DBDD-8500-D053A32DF8BF}"/>
              </a:ext>
            </a:extLst>
          </p:cNvPr>
          <p:cNvSpPr>
            <a:spLocks noChangeArrowheads="1"/>
          </p:cNvSpPr>
          <p:nvPr/>
        </p:nvSpPr>
        <p:spPr bwMode="auto">
          <a:xfrm>
            <a:off x="10525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4</a:t>
            </a:r>
          </a:p>
        </p:txBody>
      </p:sp>
      <p:sp>
        <p:nvSpPr>
          <p:cNvPr id="92209" name="Rectangle 50">
            <a:extLst>
              <a:ext uri="{FF2B5EF4-FFF2-40B4-BE49-F238E27FC236}">
                <a16:creationId xmlns:a16="http://schemas.microsoft.com/office/drawing/2014/main" id="{08035C4C-70E0-621E-D05B-6A889C873B5C}"/>
              </a:ext>
            </a:extLst>
          </p:cNvPr>
          <p:cNvSpPr>
            <a:spLocks noChangeArrowheads="1"/>
          </p:cNvSpPr>
          <p:nvPr/>
        </p:nvSpPr>
        <p:spPr bwMode="auto">
          <a:xfrm>
            <a:off x="18145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5</a:t>
            </a:r>
          </a:p>
        </p:txBody>
      </p:sp>
      <p:sp>
        <p:nvSpPr>
          <p:cNvPr id="92210" name="Line 51">
            <a:extLst>
              <a:ext uri="{FF2B5EF4-FFF2-40B4-BE49-F238E27FC236}">
                <a16:creationId xmlns:a16="http://schemas.microsoft.com/office/drawing/2014/main" id="{20696072-7A9B-CB5D-CCA7-2090F1EAC8E4}"/>
              </a:ext>
            </a:extLst>
          </p:cNvPr>
          <p:cNvSpPr>
            <a:spLocks noChangeShapeType="1"/>
          </p:cNvSpPr>
          <p:nvPr/>
        </p:nvSpPr>
        <p:spPr bwMode="auto">
          <a:xfrm flipV="1">
            <a:off x="26670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11" name="Line 52">
            <a:extLst>
              <a:ext uri="{FF2B5EF4-FFF2-40B4-BE49-F238E27FC236}">
                <a16:creationId xmlns:a16="http://schemas.microsoft.com/office/drawing/2014/main" id="{C53BD6BC-A2BC-DE04-66D7-FC310848888B}"/>
              </a:ext>
            </a:extLst>
          </p:cNvPr>
          <p:cNvSpPr>
            <a:spLocks noChangeShapeType="1"/>
          </p:cNvSpPr>
          <p:nvPr/>
        </p:nvSpPr>
        <p:spPr bwMode="auto">
          <a:xfrm flipV="1">
            <a:off x="35052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12" name="Line 53">
            <a:extLst>
              <a:ext uri="{FF2B5EF4-FFF2-40B4-BE49-F238E27FC236}">
                <a16:creationId xmlns:a16="http://schemas.microsoft.com/office/drawing/2014/main" id="{D4AA86D1-3793-1EE6-1B93-320DF63BF6A6}"/>
              </a:ext>
            </a:extLst>
          </p:cNvPr>
          <p:cNvSpPr>
            <a:spLocks noChangeShapeType="1"/>
          </p:cNvSpPr>
          <p:nvPr/>
        </p:nvSpPr>
        <p:spPr bwMode="auto">
          <a:xfrm flipV="1">
            <a:off x="43434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13" name="Line 54">
            <a:extLst>
              <a:ext uri="{FF2B5EF4-FFF2-40B4-BE49-F238E27FC236}">
                <a16:creationId xmlns:a16="http://schemas.microsoft.com/office/drawing/2014/main" id="{1A83193A-C4CA-F32B-B8AF-CA2AA74DC27B}"/>
              </a:ext>
            </a:extLst>
          </p:cNvPr>
          <p:cNvSpPr>
            <a:spLocks noChangeShapeType="1"/>
          </p:cNvSpPr>
          <p:nvPr/>
        </p:nvSpPr>
        <p:spPr bwMode="auto">
          <a:xfrm flipV="1">
            <a:off x="51816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14" name="Line 55">
            <a:extLst>
              <a:ext uri="{FF2B5EF4-FFF2-40B4-BE49-F238E27FC236}">
                <a16:creationId xmlns:a16="http://schemas.microsoft.com/office/drawing/2014/main" id="{CDD2E512-9FE2-4CAE-3F89-F35EB7241422}"/>
              </a:ext>
            </a:extLst>
          </p:cNvPr>
          <p:cNvSpPr>
            <a:spLocks noChangeShapeType="1"/>
          </p:cNvSpPr>
          <p:nvPr/>
        </p:nvSpPr>
        <p:spPr bwMode="auto">
          <a:xfrm flipV="1">
            <a:off x="60198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15" name="Line 56">
            <a:extLst>
              <a:ext uri="{FF2B5EF4-FFF2-40B4-BE49-F238E27FC236}">
                <a16:creationId xmlns:a16="http://schemas.microsoft.com/office/drawing/2014/main" id="{0455E4D0-0F8B-8F5E-BE0B-AA631810ED70}"/>
              </a:ext>
            </a:extLst>
          </p:cNvPr>
          <p:cNvSpPr>
            <a:spLocks noChangeShapeType="1"/>
          </p:cNvSpPr>
          <p:nvPr/>
        </p:nvSpPr>
        <p:spPr bwMode="auto">
          <a:xfrm flipV="1">
            <a:off x="68580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16" name="Line 57">
            <a:extLst>
              <a:ext uri="{FF2B5EF4-FFF2-40B4-BE49-F238E27FC236}">
                <a16:creationId xmlns:a16="http://schemas.microsoft.com/office/drawing/2014/main" id="{8089394B-0189-25A8-FDF1-02A045144B54}"/>
              </a:ext>
            </a:extLst>
          </p:cNvPr>
          <p:cNvSpPr>
            <a:spLocks noChangeShapeType="1"/>
          </p:cNvSpPr>
          <p:nvPr/>
        </p:nvSpPr>
        <p:spPr bwMode="auto">
          <a:xfrm flipV="1">
            <a:off x="7696200" y="6731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17" name="Rectangle 58">
            <a:extLst>
              <a:ext uri="{FF2B5EF4-FFF2-40B4-BE49-F238E27FC236}">
                <a16:creationId xmlns:a16="http://schemas.microsoft.com/office/drawing/2014/main" id="{5B1C013F-6A95-CFF0-0A70-52BA6C4B69B8}"/>
              </a:ext>
            </a:extLst>
          </p:cNvPr>
          <p:cNvSpPr>
            <a:spLocks noChangeArrowheads="1"/>
          </p:cNvSpPr>
          <p:nvPr/>
        </p:nvSpPr>
        <p:spPr bwMode="auto">
          <a:xfrm>
            <a:off x="27289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6</a:t>
            </a:r>
          </a:p>
        </p:txBody>
      </p:sp>
      <p:sp>
        <p:nvSpPr>
          <p:cNvPr id="92218" name="Rectangle 59">
            <a:extLst>
              <a:ext uri="{FF2B5EF4-FFF2-40B4-BE49-F238E27FC236}">
                <a16:creationId xmlns:a16="http://schemas.microsoft.com/office/drawing/2014/main" id="{58EF37F7-133B-A031-6803-91FF6C72B480}"/>
              </a:ext>
            </a:extLst>
          </p:cNvPr>
          <p:cNvSpPr>
            <a:spLocks noChangeArrowheads="1"/>
          </p:cNvSpPr>
          <p:nvPr/>
        </p:nvSpPr>
        <p:spPr bwMode="auto">
          <a:xfrm>
            <a:off x="34909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7</a:t>
            </a:r>
          </a:p>
        </p:txBody>
      </p:sp>
      <p:sp>
        <p:nvSpPr>
          <p:cNvPr id="92219" name="Rectangle 60">
            <a:extLst>
              <a:ext uri="{FF2B5EF4-FFF2-40B4-BE49-F238E27FC236}">
                <a16:creationId xmlns:a16="http://schemas.microsoft.com/office/drawing/2014/main" id="{298FA801-5186-F9A4-C556-01E64AB84F29}"/>
              </a:ext>
            </a:extLst>
          </p:cNvPr>
          <p:cNvSpPr>
            <a:spLocks noChangeArrowheads="1"/>
          </p:cNvSpPr>
          <p:nvPr/>
        </p:nvSpPr>
        <p:spPr bwMode="auto">
          <a:xfrm>
            <a:off x="43291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8</a:t>
            </a:r>
          </a:p>
        </p:txBody>
      </p:sp>
      <p:sp>
        <p:nvSpPr>
          <p:cNvPr id="92220" name="Rectangle 61">
            <a:extLst>
              <a:ext uri="{FF2B5EF4-FFF2-40B4-BE49-F238E27FC236}">
                <a16:creationId xmlns:a16="http://schemas.microsoft.com/office/drawing/2014/main" id="{F3833310-251A-D578-A327-66D9F0D5C8F4}"/>
              </a:ext>
            </a:extLst>
          </p:cNvPr>
          <p:cNvSpPr>
            <a:spLocks noChangeArrowheads="1"/>
          </p:cNvSpPr>
          <p:nvPr/>
        </p:nvSpPr>
        <p:spPr bwMode="auto">
          <a:xfrm>
            <a:off x="5167313" y="6858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9</a:t>
            </a:r>
          </a:p>
        </p:txBody>
      </p:sp>
      <p:sp>
        <p:nvSpPr>
          <p:cNvPr id="92221" name="Rectangle 62">
            <a:extLst>
              <a:ext uri="{FF2B5EF4-FFF2-40B4-BE49-F238E27FC236}">
                <a16:creationId xmlns:a16="http://schemas.microsoft.com/office/drawing/2014/main" id="{379B430A-9BA9-81E7-2030-52042C09FBDE}"/>
              </a:ext>
            </a:extLst>
          </p:cNvPr>
          <p:cNvSpPr>
            <a:spLocks noChangeArrowheads="1"/>
          </p:cNvSpPr>
          <p:nvPr/>
        </p:nvSpPr>
        <p:spPr bwMode="auto">
          <a:xfrm>
            <a:off x="6005513" y="685800"/>
            <a:ext cx="920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10</a:t>
            </a:r>
          </a:p>
        </p:txBody>
      </p:sp>
      <p:sp>
        <p:nvSpPr>
          <p:cNvPr id="92222" name="Rectangle 63">
            <a:extLst>
              <a:ext uri="{FF2B5EF4-FFF2-40B4-BE49-F238E27FC236}">
                <a16:creationId xmlns:a16="http://schemas.microsoft.com/office/drawing/2014/main" id="{27D1B38F-16BB-7630-7DC3-70AB20CFE138}"/>
              </a:ext>
            </a:extLst>
          </p:cNvPr>
          <p:cNvSpPr>
            <a:spLocks noChangeArrowheads="1"/>
          </p:cNvSpPr>
          <p:nvPr/>
        </p:nvSpPr>
        <p:spPr bwMode="auto">
          <a:xfrm>
            <a:off x="6843713" y="685800"/>
            <a:ext cx="920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11</a:t>
            </a:r>
          </a:p>
        </p:txBody>
      </p:sp>
      <p:sp>
        <p:nvSpPr>
          <p:cNvPr id="92223" name="Line 130">
            <a:extLst>
              <a:ext uri="{FF2B5EF4-FFF2-40B4-BE49-F238E27FC236}">
                <a16:creationId xmlns:a16="http://schemas.microsoft.com/office/drawing/2014/main" id="{02FF5014-0762-EE99-350C-D4B051BD8337}"/>
              </a:ext>
            </a:extLst>
          </p:cNvPr>
          <p:cNvSpPr>
            <a:spLocks noChangeShapeType="1"/>
          </p:cNvSpPr>
          <p:nvPr/>
        </p:nvSpPr>
        <p:spPr bwMode="auto">
          <a:xfrm flipV="1">
            <a:off x="6019800" y="1358900"/>
            <a:ext cx="0" cy="558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24" name="Line 131">
            <a:extLst>
              <a:ext uri="{FF2B5EF4-FFF2-40B4-BE49-F238E27FC236}">
                <a16:creationId xmlns:a16="http://schemas.microsoft.com/office/drawing/2014/main" id="{A27E8B0E-8A61-638D-72B8-C5AB32F60D49}"/>
              </a:ext>
            </a:extLst>
          </p:cNvPr>
          <p:cNvSpPr>
            <a:spLocks noChangeShapeType="1"/>
          </p:cNvSpPr>
          <p:nvPr/>
        </p:nvSpPr>
        <p:spPr bwMode="auto">
          <a:xfrm flipV="1">
            <a:off x="6858000" y="1358900"/>
            <a:ext cx="0" cy="10160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25" name="Line 132">
            <a:extLst>
              <a:ext uri="{FF2B5EF4-FFF2-40B4-BE49-F238E27FC236}">
                <a16:creationId xmlns:a16="http://schemas.microsoft.com/office/drawing/2014/main" id="{0351D1D2-0606-21DC-FFE3-0C61904133F8}"/>
              </a:ext>
            </a:extLst>
          </p:cNvPr>
          <p:cNvSpPr>
            <a:spLocks noChangeShapeType="1"/>
          </p:cNvSpPr>
          <p:nvPr/>
        </p:nvSpPr>
        <p:spPr bwMode="auto">
          <a:xfrm flipV="1">
            <a:off x="7696200" y="1358900"/>
            <a:ext cx="0" cy="1473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26" name="Oval 133">
            <a:extLst>
              <a:ext uri="{FF2B5EF4-FFF2-40B4-BE49-F238E27FC236}">
                <a16:creationId xmlns:a16="http://schemas.microsoft.com/office/drawing/2014/main" id="{2D87D263-EBB1-6B38-3D16-90B9CECD93AC}"/>
              </a:ext>
            </a:extLst>
          </p:cNvPr>
          <p:cNvSpPr>
            <a:spLocks noChangeArrowheads="1"/>
          </p:cNvSpPr>
          <p:nvPr/>
        </p:nvSpPr>
        <p:spPr bwMode="auto">
          <a:xfrm>
            <a:off x="4273550" y="996950"/>
            <a:ext cx="139700" cy="28067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27" name="Rectangle 136">
            <a:extLst>
              <a:ext uri="{FF2B5EF4-FFF2-40B4-BE49-F238E27FC236}">
                <a16:creationId xmlns:a16="http://schemas.microsoft.com/office/drawing/2014/main" id="{0CC57798-4B5C-B13C-D65D-1CD63C3B8A67}"/>
              </a:ext>
            </a:extLst>
          </p:cNvPr>
          <p:cNvSpPr>
            <a:spLocks noChangeArrowheads="1"/>
          </p:cNvSpPr>
          <p:nvPr/>
        </p:nvSpPr>
        <p:spPr bwMode="auto">
          <a:xfrm>
            <a:off x="442913" y="1066800"/>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Clk</a:t>
            </a:r>
          </a:p>
        </p:txBody>
      </p:sp>
      <p:grpSp>
        <p:nvGrpSpPr>
          <p:cNvPr id="92228" name="Group 158">
            <a:extLst>
              <a:ext uri="{FF2B5EF4-FFF2-40B4-BE49-F238E27FC236}">
                <a16:creationId xmlns:a16="http://schemas.microsoft.com/office/drawing/2014/main" id="{FA76E3FA-9A0E-00F1-87B0-8EBC12FF8A41}"/>
              </a:ext>
            </a:extLst>
          </p:cNvPr>
          <p:cNvGrpSpPr>
            <a:grpSpLocks/>
          </p:cNvGrpSpPr>
          <p:nvPr/>
        </p:nvGrpSpPr>
        <p:grpSpPr bwMode="auto">
          <a:xfrm>
            <a:off x="1003300" y="1574800"/>
            <a:ext cx="4165600" cy="333375"/>
            <a:chOff x="632" y="960"/>
            <a:chExt cx="2624" cy="210"/>
          </a:xfrm>
        </p:grpSpPr>
        <p:grpSp>
          <p:nvGrpSpPr>
            <p:cNvPr id="92229" name="Group 159">
              <a:extLst>
                <a:ext uri="{FF2B5EF4-FFF2-40B4-BE49-F238E27FC236}">
                  <a16:creationId xmlns:a16="http://schemas.microsoft.com/office/drawing/2014/main" id="{B40648A3-1EEA-E776-7832-567E5E551D8D}"/>
                </a:ext>
              </a:extLst>
            </p:cNvPr>
            <p:cNvGrpSpPr>
              <a:grpSpLocks/>
            </p:cNvGrpSpPr>
            <p:nvPr/>
          </p:nvGrpSpPr>
          <p:grpSpPr bwMode="auto">
            <a:xfrm>
              <a:off x="632" y="960"/>
              <a:ext cx="512" cy="210"/>
              <a:chOff x="632" y="960"/>
              <a:chExt cx="512" cy="210"/>
            </a:xfrm>
          </p:grpSpPr>
          <p:sp>
            <p:nvSpPr>
              <p:cNvPr id="92230" name="Rectangle 160">
                <a:extLst>
                  <a:ext uri="{FF2B5EF4-FFF2-40B4-BE49-F238E27FC236}">
                    <a16:creationId xmlns:a16="http://schemas.microsoft.com/office/drawing/2014/main" id="{6987233C-5963-51B2-41F4-34D48958C144}"/>
                  </a:ext>
                </a:extLst>
              </p:cNvPr>
              <p:cNvSpPr>
                <a:spLocks noChangeArrowheads="1"/>
              </p:cNvSpPr>
              <p:nvPr/>
            </p:nvSpPr>
            <p:spPr bwMode="auto">
              <a:xfrm>
                <a:off x="632"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31" name="Rectangle 161">
                <a:extLst>
                  <a:ext uri="{FF2B5EF4-FFF2-40B4-BE49-F238E27FC236}">
                    <a16:creationId xmlns:a16="http://schemas.microsoft.com/office/drawing/2014/main" id="{029B6E99-18B0-0DB8-A21C-7DBF25A99CA3}"/>
                  </a:ext>
                </a:extLst>
              </p:cNvPr>
              <p:cNvSpPr>
                <a:spLocks noChangeArrowheads="1"/>
              </p:cNvSpPr>
              <p:nvPr/>
            </p:nvSpPr>
            <p:spPr bwMode="auto">
              <a:xfrm>
                <a:off x="673" y="960"/>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2232" name="Group 162">
              <a:extLst>
                <a:ext uri="{FF2B5EF4-FFF2-40B4-BE49-F238E27FC236}">
                  <a16:creationId xmlns:a16="http://schemas.microsoft.com/office/drawing/2014/main" id="{BC8023A1-B3B3-6DD3-B0F5-D87A1FD9FE11}"/>
                </a:ext>
              </a:extLst>
            </p:cNvPr>
            <p:cNvGrpSpPr>
              <a:grpSpLocks/>
            </p:cNvGrpSpPr>
            <p:nvPr/>
          </p:nvGrpSpPr>
          <p:grpSpPr bwMode="auto">
            <a:xfrm>
              <a:off x="1143" y="960"/>
              <a:ext cx="569" cy="210"/>
              <a:chOff x="1143" y="960"/>
              <a:chExt cx="569" cy="210"/>
            </a:xfrm>
          </p:grpSpPr>
          <p:sp>
            <p:nvSpPr>
              <p:cNvPr id="92233" name="Rectangle 163">
                <a:extLst>
                  <a:ext uri="{FF2B5EF4-FFF2-40B4-BE49-F238E27FC236}">
                    <a16:creationId xmlns:a16="http://schemas.microsoft.com/office/drawing/2014/main" id="{54807B27-C962-AFDA-4B3E-646EE156D519}"/>
                  </a:ext>
                </a:extLst>
              </p:cNvPr>
              <p:cNvSpPr>
                <a:spLocks noChangeArrowheads="1"/>
              </p:cNvSpPr>
              <p:nvPr/>
            </p:nvSpPr>
            <p:spPr bwMode="auto">
              <a:xfrm>
                <a:off x="1160"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34" name="Rectangle 164">
                <a:extLst>
                  <a:ext uri="{FF2B5EF4-FFF2-40B4-BE49-F238E27FC236}">
                    <a16:creationId xmlns:a16="http://schemas.microsoft.com/office/drawing/2014/main" id="{50380517-CEDA-C926-56DF-F27C3700512A}"/>
                  </a:ext>
                </a:extLst>
              </p:cNvPr>
              <p:cNvSpPr>
                <a:spLocks noChangeArrowheads="1"/>
              </p:cNvSpPr>
              <p:nvPr/>
            </p:nvSpPr>
            <p:spPr bwMode="auto">
              <a:xfrm>
                <a:off x="1143" y="960"/>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2235" name="Group 165">
              <a:extLst>
                <a:ext uri="{FF2B5EF4-FFF2-40B4-BE49-F238E27FC236}">
                  <a16:creationId xmlns:a16="http://schemas.microsoft.com/office/drawing/2014/main" id="{566C4EE6-FDC5-DABE-9D85-956480CD1F5F}"/>
                </a:ext>
              </a:extLst>
            </p:cNvPr>
            <p:cNvGrpSpPr>
              <a:grpSpLocks/>
            </p:cNvGrpSpPr>
            <p:nvPr/>
          </p:nvGrpSpPr>
          <p:grpSpPr bwMode="auto">
            <a:xfrm>
              <a:off x="1688" y="960"/>
              <a:ext cx="512" cy="210"/>
              <a:chOff x="1688" y="960"/>
              <a:chExt cx="512" cy="210"/>
            </a:xfrm>
          </p:grpSpPr>
          <p:sp>
            <p:nvSpPr>
              <p:cNvPr id="92236" name="Rectangle 166">
                <a:extLst>
                  <a:ext uri="{FF2B5EF4-FFF2-40B4-BE49-F238E27FC236}">
                    <a16:creationId xmlns:a16="http://schemas.microsoft.com/office/drawing/2014/main" id="{373C37D5-837C-357C-E15A-D6CC9497FB89}"/>
                  </a:ext>
                </a:extLst>
              </p:cNvPr>
              <p:cNvSpPr>
                <a:spLocks noChangeArrowheads="1"/>
              </p:cNvSpPr>
              <p:nvPr/>
            </p:nvSpPr>
            <p:spPr bwMode="auto">
              <a:xfrm>
                <a:off x="1688"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37" name="Rectangle 167">
                <a:extLst>
                  <a:ext uri="{FF2B5EF4-FFF2-40B4-BE49-F238E27FC236}">
                    <a16:creationId xmlns:a16="http://schemas.microsoft.com/office/drawing/2014/main" id="{36C2516F-AB60-6241-ED9D-F532455D8CCD}"/>
                  </a:ext>
                </a:extLst>
              </p:cNvPr>
              <p:cNvSpPr>
                <a:spLocks noChangeArrowheads="1"/>
              </p:cNvSpPr>
              <p:nvPr/>
            </p:nvSpPr>
            <p:spPr bwMode="auto">
              <a:xfrm>
                <a:off x="1767" y="960"/>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2238" name="Group 168">
              <a:extLst>
                <a:ext uri="{FF2B5EF4-FFF2-40B4-BE49-F238E27FC236}">
                  <a16:creationId xmlns:a16="http://schemas.microsoft.com/office/drawing/2014/main" id="{7E02E074-68FC-FBE8-6845-ACF3FAB01E8A}"/>
                </a:ext>
              </a:extLst>
            </p:cNvPr>
            <p:cNvGrpSpPr>
              <a:grpSpLocks/>
            </p:cNvGrpSpPr>
            <p:nvPr/>
          </p:nvGrpSpPr>
          <p:grpSpPr bwMode="auto">
            <a:xfrm>
              <a:off x="2216" y="960"/>
              <a:ext cx="512" cy="210"/>
              <a:chOff x="2216" y="960"/>
              <a:chExt cx="512" cy="210"/>
            </a:xfrm>
          </p:grpSpPr>
          <p:sp>
            <p:nvSpPr>
              <p:cNvPr id="92239" name="Rectangle 169">
                <a:extLst>
                  <a:ext uri="{FF2B5EF4-FFF2-40B4-BE49-F238E27FC236}">
                    <a16:creationId xmlns:a16="http://schemas.microsoft.com/office/drawing/2014/main" id="{B40A5BC3-E083-670A-FF2D-4942A11E215F}"/>
                  </a:ext>
                </a:extLst>
              </p:cNvPr>
              <p:cNvSpPr>
                <a:spLocks noChangeArrowheads="1"/>
              </p:cNvSpPr>
              <p:nvPr/>
            </p:nvSpPr>
            <p:spPr bwMode="auto">
              <a:xfrm>
                <a:off x="2216"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40" name="Rectangle 170">
                <a:extLst>
                  <a:ext uri="{FF2B5EF4-FFF2-40B4-BE49-F238E27FC236}">
                    <a16:creationId xmlns:a16="http://schemas.microsoft.com/office/drawing/2014/main" id="{D67711E2-2599-080D-EFAD-03941ED5F46B}"/>
                  </a:ext>
                </a:extLst>
              </p:cNvPr>
              <p:cNvSpPr>
                <a:spLocks noChangeArrowheads="1"/>
              </p:cNvSpPr>
              <p:nvPr/>
            </p:nvSpPr>
            <p:spPr bwMode="auto">
              <a:xfrm>
                <a:off x="2295" y="960"/>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2241" name="Group 171">
              <a:extLst>
                <a:ext uri="{FF2B5EF4-FFF2-40B4-BE49-F238E27FC236}">
                  <a16:creationId xmlns:a16="http://schemas.microsoft.com/office/drawing/2014/main" id="{39035201-7529-1E1E-CF7E-C1B03632CD97}"/>
                </a:ext>
              </a:extLst>
            </p:cNvPr>
            <p:cNvGrpSpPr>
              <a:grpSpLocks/>
            </p:cNvGrpSpPr>
            <p:nvPr/>
          </p:nvGrpSpPr>
          <p:grpSpPr bwMode="auto">
            <a:xfrm>
              <a:off x="2744" y="960"/>
              <a:ext cx="512" cy="210"/>
              <a:chOff x="2744" y="960"/>
              <a:chExt cx="512" cy="210"/>
            </a:xfrm>
          </p:grpSpPr>
          <p:sp>
            <p:nvSpPr>
              <p:cNvPr id="92242" name="Rectangle 172">
                <a:extLst>
                  <a:ext uri="{FF2B5EF4-FFF2-40B4-BE49-F238E27FC236}">
                    <a16:creationId xmlns:a16="http://schemas.microsoft.com/office/drawing/2014/main" id="{266C9C86-99AD-9A34-C2AF-D7C35DF7BAF9}"/>
                  </a:ext>
                </a:extLst>
              </p:cNvPr>
              <p:cNvSpPr>
                <a:spLocks noChangeArrowheads="1"/>
              </p:cNvSpPr>
              <p:nvPr/>
            </p:nvSpPr>
            <p:spPr bwMode="auto">
              <a:xfrm>
                <a:off x="2744"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43" name="Rectangle 173">
                <a:extLst>
                  <a:ext uri="{FF2B5EF4-FFF2-40B4-BE49-F238E27FC236}">
                    <a16:creationId xmlns:a16="http://schemas.microsoft.com/office/drawing/2014/main" id="{41E5A4BB-C0F0-B199-77E4-D4F1A271480C}"/>
                  </a:ext>
                </a:extLst>
              </p:cNvPr>
              <p:cNvSpPr>
                <a:spLocks noChangeArrowheads="1"/>
              </p:cNvSpPr>
              <p:nvPr/>
            </p:nvSpPr>
            <p:spPr bwMode="auto">
              <a:xfrm>
                <a:off x="2823" y="960"/>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grpSp>
        <p:nvGrpSpPr>
          <p:cNvPr id="92244" name="Group 174">
            <a:extLst>
              <a:ext uri="{FF2B5EF4-FFF2-40B4-BE49-F238E27FC236}">
                <a16:creationId xmlns:a16="http://schemas.microsoft.com/office/drawing/2014/main" id="{ED130AD0-CFD2-68E8-2614-F2730FC59AB6}"/>
              </a:ext>
            </a:extLst>
          </p:cNvPr>
          <p:cNvGrpSpPr>
            <a:grpSpLocks/>
          </p:cNvGrpSpPr>
          <p:nvPr/>
        </p:nvGrpSpPr>
        <p:grpSpPr bwMode="auto">
          <a:xfrm>
            <a:off x="1841500" y="1981200"/>
            <a:ext cx="4165600" cy="333375"/>
            <a:chOff x="1160" y="1248"/>
            <a:chExt cx="2624" cy="210"/>
          </a:xfrm>
        </p:grpSpPr>
        <p:grpSp>
          <p:nvGrpSpPr>
            <p:cNvPr id="92245" name="Group 175">
              <a:extLst>
                <a:ext uri="{FF2B5EF4-FFF2-40B4-BE49-F238E27FC236}">
                  <a16:creationId xmlns:a16="http://schemas.microsoft.com/office/drawing/2014/main" id="{B3B9BE91-9B40-3512-2AB6-9D6436B145E2}"/>
                </a:ext>
              </a:extLst>
            </p:cNvPr>
            <p:cNvGrpSpPr>
              <a:grpSpLocks/>
            </p:cNvGrpSpPr>
            <p:nvPr/>
          </p:nvGrpSpPr>
          <p:grpSpPr bwMode="auto">
            <a:xfrm>
              <a:off x="1160" y="1248"/>
              <a:ext cx="512" cy="210"/>
              <a:chOff x="1160" y="1248"/>
              <a:chExt cx="512" cy="210"/>
            </a:xfrm>
          </p:grpSpPr>
          <p:sp>
            <p:nvSpPr>
              <p:cNvPr id="92246" name="Rectangle 176">
                <a:extLst>
                  <a:ext uri="{FF2B5EF4-FFF2-40B4-BE49-F238E27FC236}">
                    <a16:creationId xmlns:a16="http://schemas.microsoft.com/office/drawing/2014/main" id="{34DF8C34-0DCE-2450-117E-9A01842DB8B9}"/>
                  </a:ext>
                </a:extLst>
              </p:cNvPr>
              <p:cNvSpPr>
                <a:spLocks noChangeArrowheads="1"/>
              </p:cNvSpPr>
              <p:nvPr/>
            </p:nvSpPr>
            <p:spPr bwMode="auto">
              <a:xfrm>
                <a:off x="1160"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47" name="Rectangle 177">
                <a:extLst>
                  <a:ext uri="{FF2B5EF4-FFF2-40B4-BE49-F238E27FC236}">
                    <a16:creationId xmlns:a16="http://schemas.microsoft.com/office/drawing/2014/main" id="{5250315F-6764-B0FD-959F-7B9810823316}"/>
                  </a:ext>
                </a:extLst>
              </p:cNvPr>
              <p:cNvSpPr>
                <a:spLocks noChangeArrowheads="1"/>
              </p:cNvSpPr>
              <p:nvPr/>
            </p:nvSpPr>
            <p:spPr bwMode="auto">
              <a:xfrm>
                <a:off x="1201" y="1248"/>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2248" name="Group 178">
              <a:extLst>
                <a:ext uri="{FF2B5EF4-FFF2-40B4-BE49-F238E27FC236}">
                  <a16:creationId xmlns:a16="http://schemas.microsoft.com/office/drawing/2014/main" id="{5A0BFA3D-99A9-D77E-C388-B520D71B41AB}"/>
                </a:ext>
              </a:extLst>
            </p:cNvPr>
            <p:cNvGrpSpPr>
              <a:grpSpLocks/>
            </p:cNvGrpSpPr>
            <p:nvPr/>
          </p:nvGrpSpPr>
          <p:grpSpPr bwMode="auto">
            <a:xfrm>
              <a:off x="1671" y="1248"/>
              <a:ext cx="569" cy="210"/>
              <a:chOff x="1671" y="1248"/>
              <a:chExt cx="569" cy="210"/>
            </a:xfrm>
          </p:grpSpPr>
          <p:sp>
            <p:nvSpPr>
              <p:cNvPr id="92249" name="Rectangle 179">
                <a:extLst>
                  <a:ext uri="{FF2B5EF4-FFF2-40B4-BE49-F238E27FC236}">
                    <a16:creationId xmlns:a16="http://schemas.microsoft.com/office/drawing/2014/main" id="{6A2084A3-1F6E-B18B-AC8D-498E785C828B}"/>
                  </a:ext>
                </a:extLst>
              </p:cNvPr>
              <p:cNvSpPr>
                <a:spLocks noChangeArrowheads="1"/>
              </p:cNvSpPr>
              <p:nvPr/>
            </p:nvSpPr>
            <p:spPr bwMode="auto">
              <a:xfrm>
                <a:off x="1688"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50" name="Rectangle 180">
                <a:extLst>
                  <a:ext uri="{FF2B5EF4-FFF2-40B4-BE49-F238E27FC236}">
                    <a16:creationId xmlns:a16="http://schemas.microsoft.com/office/drawing/2014/main" id="{377B2B54-BAEF-7043-130A-715DC8A8F3BC}"/>
                  </a:ext>
                </a:extLst>
              </p:cNvPr>
              <p:cNvSpPr>
                <a:spLocks noChangeArrowheads="1"/>
              </p:cNvSpPr>
              <p:nvPr/>
            </p:nvSpPr>
            <p:spPr bwMode="auto">
              <a:xfrm>
                <a:off x="1671" y="1248"/>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2251" name="Group 181">
              <a:extLst>
                <a:ext uri="{FF2B5EF4-FFF2-40B4-BE49-F238E27FC236}">
                  <a16:creationId xmlns:a16="http://schemas.microsoft.com/office/drawing/2014/main" id="{352FA21D-D8B5-FF13-9665-C0B7499CD6F0}"/>
                </a:ext>
              </a:extLst>
            </p:cNvPr>
            <p:cNvGrpSpPr>
              <a:grpSpLocks/>
            </p:cNvGrpSpPr>
            <p:nvPr/>
          </p:nvGrpSpPr>
          <p:grpSpPr bwMode="auto">
            <a:xfrm>
              <a:off x="2216" y="1248"/>
              <a:ext cx="512" cy="210"/>
              <a:chOff x="2216" y="1248"/>
              <a:chExt cx="512" cy="210"/>
            </a:xfrm>
          </p:grpSpPr>
          <p:sp>
            <p:nvSpPr>
              <p:cNvPr id="92252" name="Rectangle 182">
                <a:extLst>
                  <a:ext uri="{FF2B5EF4-FFF2-40B4-BE49-F238E27FC236}">
                    <a16:creationId xmlns:a16="http://schemas.microsoft.com/office/drawing/2014/main" id="{D2A57B90-3EE5-DE2D-4660-E8F3E4C758C5}"/>
                  </a:ext>
                </a:extLst>
              </p:cNvPr>
              <p:cNvSpPr>
                <a:spLocks noChangeArrowheads="1"/>
              </p:cNvSpPr>
              <p:nvPr/>
            </p:nvSpPr>
            <p:spPr bwMode="auto">
              <a:xfrm>
                <a:off x="2216"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53" name="Rectangle 183">
                <a:extLst>
                  <a:ext uri="{FF2B5EF4-FFF2-40B4-BE49-F238E27FC236}">
                    <a16:creationId xmlns:a16="http://schemas.microsoft.com/office/drawing/2014/main" id="{B8E2003C-C15D-7665-5856-4D7BA1D15F69}"/>
                  </a:ext>
                </a:extLst>
              </p:cNvPr>
              <p:cNvSpPr>
                <a:spLocks noChangeArrowheads="1"/>
              </p:cNvSpPr>
              <p:nvPr/>
            </p:nvSpPr>
            <p:spPr bwMode="auto">
              <a:xfrm>
                <a:off x="2295" y="1248"/>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2254" name="Group 184">
              <a:extLst>
                <a:ext uri="{FF2B5EF4-FFF2-40B4-BE49-F238E27FC236}">
                  <a16:creationId xmlns:a16="http://schemas.microsoft.com/office/drawing/2014/main" id="{D3B983DB-DB63-750F-C93C-BEA1728C9EB4}"/>
                </a:ext>
              </a:extLst>
            </p:cNvPr>
            <p:cNvGrpSpPr>
              <a:grpSpLocks/>
            </p:cNvGrpSpPr>
            <p:nvPr/>
          </p:nvGrpSpPr>
          <p:grpSpPr bwMode="auto">
            <a:xfrm>
              <a:off x="2744" y="1248"/>
              <a:ext cx="512" cy="210"/>
              <a:chOff x="2744" y="1248"/>
              <a:chExt cx="512" cy="210"/>
            </a:xfrm>
          </p:grpSpPr>
          <p:sp>
            <p:nvSpPr>
              <p:cNvPr id="92255" name="Rectangle 185">
                <a:extLst>
                  <a:ext uri="{FF2B5EF4-FFF2-40B4-BE49-F238E27FC236}">
                    <a16:creationId xmlns:a16="http://schemas.microsoft.com/office/drawing/2014/main" id="{F6199785-AC76-4584-7728-D48727434B4C}"/>
                  </a:ext>
                </a:extLst>
              </p:cNvPr>
              <p:cNvSpPr>
                <a:spLocks noChangeArrowheads="1"/>
              </p:cNvSpPr>
              <p:nvPr/>
            </p:nvSpPr>
            <p:spPr bwMode="auto">
              <a:xfrm>
                <a:off x="2744"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56" name="Rectangle 186">
                <a:extLst>
                  <a:ext uri="{FF2B5EF4-FFF2-40B4-BE49-F238E27FC236}">
                    <a16:creationId xmlns:a16="http://schemas.microsoft.com/office/drawing/2014/main" id="{E04599FF-11C8-CB1B-4AEE-4DF6961CFC7C}"/>
                  </a:ext>
                </a:extLst>
              </p:cNvPr>
              <p:cNvSpPr>
                <a:spLocks noChangeArrowheads="1"/>
              </p:cNvSpPr>
              <p:nvPr/>
            </p:nvSpPr>
            <p:spPr bwMode="auto">
              <a:xfrm>
                <a:off x="2823" y="1248"/>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2257" name="Group 187">
              <a:extLst>
                <a:ext uri="{FF2B5EF4-FFF2-40B4-BE49-F238E27FC236}">
                  <a16:creationId xmlns:a16="http://schemas.microsoft.com/office/drawing/2014/main" id="{E1299CD5-3731-AA4F-B187-574FF20B493E}"/>
                </a:ext>
              </a:extLst>
            </p:cNvPr>
            <p:cNvGrpSpPr>
              <a:grpSpLocks/>
            </p:cNvGrpSpPr>
            <p:nvPr/>
          </p:nvGrpSpPr>
          <p:grpSpPr bwMode="auto">
            <a:xfrm>
              <a:off x="3272" y="1248"/>
              <a:ext cx="512" cy="210"/>
              <a:chOff x="3272" y="1248"/>
              <a:chExt cx="512" cy="210"/>
            </a:xfrm>
          </p:grpSpPr>
          <p:sp>
            <p:nvSpPr>
              <p:cNvPr id="92258" name="Rectangle 188">
                <a:extLst>
                  <a:ext uri="{FF2B5EF4-FFF2-40B4-BE49-F238E27FC236}">
                    <a16:creationId xmlns:a16="http://schemas.microsoft.com/office/drawing/2014/main" id="{D4D3AD81-4EAA-682E-4EE1-AE131FE190A7}"/>
                  </a:ext>
                </a:extLst>
              </p:cNvPr>
              <p:cNvSpPr>
                <a:spLocks noChangeArrowheads="1"/>
              </p:cNvSpPr>
              <p:nvPr/>
            </p:nvSpPr>
            <p:spPr bwMode="auto">
              <a:xfrm>
                <a:off x="3272"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59" name="Rectangle 189">
                <a:extLst>
                  <a:ext uri="{FF2B5EF4-FFF2-40B4-BE49-F238E27FC236}">
                    <a16:creationId xmlns:a16="http://schemas.microsoft.com/office/drawing/2014/main" id="{A6235245-E185-A60B-8797-7D4359F5A89F}"/>
                  </a:ext>
                </a:extLst>
              </p:cNvPr>
              <p:cNvSpPr>
                <a:spLocks noChangeArrowheads="1"/>
              </p:cNvSpPr>
              <p:nvPr/>
            </p:nvSpPr>
            <p:spPr bwMode="auto">
              <a:xfrm>
                <a:off x="3351" y="1248"/>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2260" name="Rectangle 190">
            <a:extLst>
              <a:ext uri="{FF2B5EF4-FFF2-40B4-BE49-F238E27FC236}">
                <a16:creationId xmlns:a16="http://schemas.microsoft.com/office/drawing/2014/main" id="{14B79DE7-D0A7-7E4D-8E61-B4171D10891A}"/>
              </a:ext>
            </a:extLst>
          </p:cNvPr>
          <p:cNvSpPr>
            <a:spLocks noChangeArrowheads="1"/>
          </p:cNvSpPr>
          <p:nvPr/>
        </p:nvSpPr>
        <p:spPr bwMode="auto">
          <a:xfrm>
            <a:off x="781050" y="2000250"/>
            <a:ext cx="10906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16: </a:t>
            </a:r>
            <a:r>
              <a:rPr lang="en-US" altLang="zh-CN">
                <a:ea typeface="宋体" panose="02010600030101010101" pitchFamily="2" charset="-122"/>
              </a:rPr>
              <a:t>R-type</a:t>
            </a:r>
          </a:p>
        </p:txBody>
      </p:sp>
      <p:grpSp>
        <p:nvGrpSpPr>
          <p:cNvPr id="92261" name="Group 191">
            <a:extLst>
              <a:ext uri="{FF2B5EF4-FFF2-40B4-BE49-F238E27FC236}">
                <a16:creationId xmlns:a16="http://schemas.microsoft.com/office/drawing/2014/main" id="{D947B613-1C48-F515-51E9-CC6B9F7AD0E7}"/>
              </a:ext>
            </a:extLst>
          </p:cNvPr>
          <p:cNvGrpSpPr>
            <a:grpSpLocks/>
          </p:cNvGrpSpPr>
          <p:nvPr/>
        </p:nvGrpSpPr>
        <p:grpSpPr bwMode="auto">
          <a:xfrm>
            <a:off x="2679700" y="2374900"/>
            <a:ext cx="4165600" cy="333375"/>
            <a:chOff x="1688" y="1536"/>
            <a:chExt cx="2624" cy="210"/>
          </a:xfrm>
        </p:grpSpPr>
        <p:grpSp>
          <p:nvGrpSpPr>
            <p:cNvPr id="92262" name="Group 192">
              <a:extLst>
                <a:ext uri="{FF2B5EF4-FFF2-40B4-BE49-F238E27FC236}">
                  <a16:creationId xmlns:a16="http://schemas.microsoft.com/office/drawing/2014/main" id="{01B321DF-CFA4-83EF-474F-7ED1D77F65A1}"/>
                </a:ext>
              </a:extLst>
            </p:cNvPr>
            <p:cNvGrpSpPr>
              <a:grpSpLocks/>
            </p:cNvGrpSpPr>
            <p:nvPr/>
          </p:nvGrpSpPr>
          <p:grpSpPr bwMode="auto">
            <a:xfrm>
              <a:off x="1688" y="1536"/>
              <a:ext cx="512" cy="210"/>
              <a:chOff x="1688" y="1536"/>
              <a:chExt cx="512" cy="210"/>
            </a:xfrm>
          </p:grpSpPr>
          <p:sp>
            <p:nvSpPr>
              <p:cNvPr id="92263" name="Rectangle 193">
                <a:extLst>
                  <a:ext uri="{FF2B5EF4-FFF2-40B4-BE49-F238E27FC236}">
                    <a16:creationId xmlns:a16="http://schemas.microsoft.com/office/drawing/2014/main" id="{86ECCBFD-E751-3BC7-89D2-4AA2EB0D311D}"/>
                  </a:ext>
                </a:extLst>
              </p:cNvPr>
              <p:cNvSpPr>
                <a:spLocks noChangeArrowheads="1"/>
              </p:cNvSpPr>
              <p:nvPr/>
            </p:nvSpPr>
            <p:spPr bwMode="auto">
              <a:xfrm>
                <a:off x="1688"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64" name="Rectangle 194">
                <a:extLst>
                  <a:ext uri="{FF2B5EF4-FFF2-40B4-BE49-F238E27FC236}">
                    <a16:creationId xmlns:a16="http://schemas.microsoft.com/office/drawing/2014/main" id="{BC0F9CE7-F559-4357-2753-494D2F89C3D2}"/>
                  </a:ext>
                </a:extLst>
              </p:cNvPr>
              <p:cNvSpPr>
                <a:spLocks noChangeArrowheads="1"/>
              </p:cNvSpPr>
              <p:nvPr/>
            </p:nvSpPr>
            <p:spPr bwMode="auto">
              <a:xfrm>
                <a:off x="1729" y="1536"/>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2265" name="Group 195">
              <a:extLst>
                <a:ext uri="{FF2B5EF4-FFF2-40B4-BE49-F238E27FC236}">
                  <a16:creationId xmlns:a16="http://schemas.microsoft.com/office/drawing/2014/main" id="{8B7166E8-8D64-D6EA-EA9C-5EB99605F34B}"/>
                </a:ext>
              </a:extLst>
            </p:cNvPr>
            <p:cNvGrpSpPr>
              <a:grpSpLocks/>
            </p:cNvGrpSpPr>
            <p:nvPr/>
          </p:nvGrpSpPr>
          <p:grpSpPr bwMode="auto">
            <a:xfrm>
              <a:off x="2199" y="1536"/>
              <a:ext cx="569" cy="210"/>
              <a:chOff x="2199" y="1536"/>
              <a:chExt cx="569" cy="210"/>
            </a:xfrm>
          </p:grpSpPr>
          <p:sp>
            <p:nvSpPr>
              <p:cNvPr id="92266" name="Rectangle 196">
                <a:extLst>
                  <a:ext uri="{FF2B5EF4-FFF2-40B4-BE49-F238E27FC236}">
                    <a16:creationId xmlns:a16="http://schemas.microsoft.com/office/drawing/2014/main" id="{5619658B-9137-9537-9370-09126CB55480}"/>
                  </a:ext>
                </a:extLst>
              </p:cNvPr>
              <p:cNvSpPr>
                <a:spLocks noChangeArrowheads="1"/>
              </p:cNvSpPr>
              <p:nvPr/>
            </p:nvSpPr>
            <p:spPr bwMode="auto">
              <a:xfrm>
                <a:off x="2216"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67" name="Rectangle 197">
                <a:extLst>
                  <a:ext uri="{FF2B5EF4-FFF2-40B4-BE49-F238E27FC236}">
                    <a16:creationId xmlns:a16="http://schemas.microsoft.com/office/drawing/2014/main" id="{7427C21B-94ED-9ACE-0379-E0FC3E79D435}"/>
                  </a:ext>
                </a:extLst>
              </p:cNvPr>
              <p:cNvSpPr>
                <a:spLocks noChangeArrowheads="1"/>
              </p:cNvSpPr>
              <p:nvPr/>
            </p:nvSpPr>
            <p:spPr bwMode="auto">
              <a:xfrm>
                <a:off x="2199" y="1536"/>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2268" name="Group 198">
              <a:extLst>
                <a:ext uri="{FF2B5EF4-FFF2-40B4-BE49-F238E27FC236}">
                  <a16:creationId xmlns:a16="http://schemas.microsoft.com/office/drawing/2014/main" id="{6759C51D-7B91-336A-A7B9-8E7907BA994B}"/>
                </a:ext>
              </a:extLst>
            </p:cNvPr>
            <p:cNvGrpSpPr>
              <a:grpSpLocks/>
            </p:cNvGrpSpPr>
            <p:nvPr/>
          </p:nvGrpSpPr>
          <p:grpSpPr bwMode="auto">
            <a:xfrm>
              <a:off x="2744" y="1536"/>
              <a:ext cx="512" cy="210"/>
              <a:chOff x="2744" y="1536"/>
              <a:chExt cx="512" cy="210"/>
            </a:xfrm>
          </p:grpSpPr>
          <p:sp>
            <p:nvSpPr>
              <p:cNvPr id="92269" name="Rectangle 199">
                <a:extLst>
                  <a:ext uri="{FF2B5EF4-FFF2-40B4-BE49-F238E27FC236}">
                    <a16:creationId xmlns:a16="http://schemas.microsoft.com/office/drawing/2014/main" id="{2848327B-8289-3995-0053-8492A7F9CFBA}"/>
                  </a:ext>
                </a:extLst>
              </p:cNvPr>
              <p:cNvSpPr>
                <a:spLocks noChangeArrowheads="1"/>
              </p:cNvSpPr>
              <p:nvPr/>
            </p:nvSpPr>
            <p:spPr bwMode="auto">
              <a:xfrm>
                <a:off x="2744"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70" name="Rectangle 200">
                <a:extLst>
                  <a:ext uri="{FF2B5EF4-FFF2-40B4-BE49-F238E27FC236}">
                    <a16:creationId xmlns:a16="http://schemas.microsoft.com/office/drawing/2014/main" id="{647C52A0-E8B7-FD28-0B99-A4A76E982C27}"/>
                  </a:ext>
                </a:extLst>
              </p:cNvPr>
              <p:cNvSpPr>
                <a:spLocks noChangeArrowheads="1"/>
              </p:cNvSpPr>
              <p:nvPr/>
            </p:nvSpPr>
            <p:spPr bwMode="auto">
              <a:xfrm>
                <a:off x="2823" y="1536"/>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2271" name="Group 201">
              <a:extLst>
                <a:ext uri="{FF2B5EF4-FFF2-40B4-BE49-F238E27FC236}">
                  <a16:creationId xmlns:a16="http://schemas.microsoft.com/office/drawing/2014/main" id="{1A06E6B3-4010-0CB1-DAC0-AAB3AC5308DF}"/>
                </a:ext>
              </a:extLst>
            </p:cNvPr>
            <p:cNvGrpSpPr>
              <a:grpSpLocks/>
            </p:cNvGrpSpPr>
            <p:nvPr/>
          </p:nvGrpSpPr>
          <p:grpSpPr bwMode="auto">
            <a:xfrm>
              <a:off x="3272" y="1536"/>
              <a:ext cx="512" cy="210"/>
              <a:chOff x="3272" y="1536"/>
              <a:chExt cx="512" cy="210"/>
            </a:xfrm>
          </p:grpSpPr>
          <p:sp>
            <p:nvSpPr>
              <p:cNvPr id="92272" name="Rectangle 202">
                <a:extLst>
                  <a:ext uri="{FF2B5EF4-FFF2-40B4-BE49-F238E27FC236}">
                    <a16:creationId xmlns:a16="http://schemas.microsoft.com/office/drawing/2014/main" id="{92ED3546-834D-E7C2-AF22-57AA98CF3C80}"/>
                  </a:ext>
                </a:extLst>
              </p:cNvPr>
              <p:cNvSpPr>
                <a:spLocks noChangeArrowheads="1"/>
              </p:cNvSpPr>
              <p:nvPr/>
            </p:nvSpPr>
            <p:spPr bwMode="auto">
              <a:xfrm>
                <a:off x="3272"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73" name="Rectangle 203">
                <a:extLst>
                  <a:ext uri="{FF2B5EF4-FFF2-40B4-BE49-F238E27FC236}">
                    <a16:creationId xmlns:a16="http://schemas.microsoft.com/office/drawing/2014/main" id="{0716E493-A912-BCD4-5B2D-C3C7DD41CBFC}"/>
                  </a:ext>
                </a:extLst>
              </p:cNvPr>
              <p:cNvSpPr>
                <a:spLocks noChangeArrowheads="1"/>
              </p:cNvSpPr>
              <p:nvPr/>
            </p:nvSpPr>
            <p:spPr bwMode="auto">
              <a:xfrm>
                <a:off x="3351" y="1536"/>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2274" name="Group 204">
              <a:extLst>
                <a:ext uri="{FF2B5EF4-FFF2-40B4-BE49-F238E27FC236}">
                  <a16:creationId xmlns:a16="http://schemas.microsoft.com/office/drawing/2014/main" id="{DAB745C4-9B83-3D17-ECCF-305D7B6842F3}"/>
                </a:ext>
              </a:extLst>
            </p:cNvPr>
            <p:cNvGrpSpPr>
              <a:grpSpLocks/>
            </p:cNvGrpSpPr>
            <p:nvPr/>
          </p:nvGrpSpPr>
          <p:grpSpPr bwMode="auto">
            <a:xfrm>
              <a:off x="3800" y="1536"/>
              <a:ext cx="512" cy="210"/>
              <a:chOff x="3800" y="1536"/>
              <a:chExt cx="512" cy="210"/>
            </a:xfrm>
          </p:grpSpPr>
          <p:sp>
            <p:nvSpPr>
              <p:cNvPr id="92275" name="Rectangle 205">
                <a:extLst>
                  <a:ext uri="{FF2B5EF4-FFF2-40B4-BE49-F238E27FC236}">
                    <a16:creationId xmlns:a16="http://schemas.microsoft.com/office/drawing/2014/main" id="{F055E590-F74A-772D-E13C-5B5E71F9CD2C}"/>
                  </a:ext>
                </a:extLst>
              </p:cNvPr>
              <p:cNvSpPr>
                <a:spLocks noChangeArrowheads="1"/>
              </p:cNvSpPr>
              <p:nvPr/>
            </p:nvSpPr>
            <p:spPr bwMode="auto">
              <a:xfrm>
                <a:off x="3800"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76" name="Rectangle 206">
                <a:extLst>
                  <a:ext uri="{FF2B5EF4-FFF2-40B4-BE49-F238E27FC236}">
                    <a16:creationId xmlns:a16="http://schemas.microsoft.com/office/drawing/2014/main" id="{9AF85651-A529-3E85-5665-CD60A45634DA}"/>
                  </a:ext>
                </a:extLst>
              </p:cNvPr>
              <p:cNvSpPr>
                <a:spLocks noChangeArrowheads="1"/>
              </p:cNvSpPr>
              <p:nvPr/>
            </p:nvSpPr>
            <p:spPr bwMode="auto">
              <a:xfrm>
                <a:off x="3879" y="1536"/>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grpSp>
        <p:nvGrpSpPr>
          <p:cNvPr id="92277" name="Group 207">
            <a:extLst>
              <a:ext uri="{FF2B5EF4-FFF2-40B4-BE49-F238E27FC236}">
                <a16:creationId xmlns:a16="http://schemas.microsoft.com/office/drawing/2014/main" id="{2DFE0691-B104-84E0-C22A-ACC8BA72AB83}"/>
              </a:ext>
            </a:extLst>
          </p:cNvPr>
          <p:cNvGrpSpPr>
            <a:grpSpLocks/>
          </p:cNvGrpSpPr>
          <p:nvPr/>
        </p:nvGrpSpPr>
        <p:grpSpPr bwMode="auto">
          <a:xfrm>
            <a:off x="3517900" y="2768600"/>
            <a:ext cx="4165600" cy="333375"/>
            <a:chOff x="2216" y="1824"/>
            <a:chExt cx="2624" cy="210"/>
          </a:xfrm>
        </p:grpSpPr>
        <p:grpSp>
          <p:nvGrpSpPr>
            <p:cNvPr id="92278" name="Group 208">
              <a:extLst>
                <a:ext uri="{FF2B5EF4-FFF2-40B4-BE49-F238E27FC236}">
                  <a16:creationId xmlns:a16="http://schemas.microsoft.com/office/drawing/2014/main" id="{90A72B65-38F1-D68A-CE80-C1682F82AE4C}"/>
                </a:ext>
              </a:extLst>
            </p:cNvPr>
            <p:cNvGrpSpPr>
              <a:grpSpLocks/>
            </p:cNvGrpSpPr>
            <p:nvPr/>
          </p:nvGrpSpPr>
          <p:grpSpPr bwMode="auto">
            <a:xfrm>
              <a:off x="2216" y="1824"/>
              <a:ext cx="512" cy="210"/>
              <a:chOff x="2216" y="1824"/>
              <a:chExt cx="512" cy="210"/>
            </a:xfrm>
          </p:grpSpPr>
          <p:sp>
            <p:nvSpPr>
              <p:cNvPr id="92279" name="Rectangle 209">
                <a:extLst>
                  <a:ext uri="{FF2B5EF4-FFF2-40B4-BE49-F238E27FC236}">
                    <a16:creationId xmlns:a16="http://schemas.microsoft.com/office/drawing/2014/main" id="{31078EB4-BD23-B2A4-56B7-689E96686063}"/>
                  </a:ext>
                </a:extLst>
              </p:cNvPr>
              <p:cNvSpPr>
                <a:spLocks noChangeArrowheads="1"/>
              </p:cNvSpPr>
              <p:nvPr/>
            </p:nvSpPr>
            <p:spPr bwMode="auto">
              <a:xfrm>
                <a:off x="2216"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80" name="Rectangle 210">
                <a:extLst>
                  <a:ext uri="{FF2B5EF4-FFF2-40B4-BE49-F238E27FC236}">
                    <a16:creationId xmlns:a16="http://schemas.microsoft.com/office/drawing/2014/main" id="{4BDDA2E9-7356-B4DB-08A0-901F0B86C65E}"/>
                  </a:ext>
                </a:extLst>
              </p:cNvPr>
              <p:cNvSpPr>
                <a:spLocks noChangeArrowheads="1"/>
              </p:cNvSpPr>
              <p:nvPr/>
            </p:nvSpPr>
            <p:spPr bwMode="auto">
              <a:xfrm>
                <a:off x="2257" y="182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2281" name="Group 211">
              <a:extLst>
                <a:ext uri="{FF2B5EF4-FFF2-40B4-BE49-F238E27FC236}">
                  <a16:creationId xmlns:a16="http://schemas.microsoft.com/office/drawing/2014/main" id="{9900BAD7-3170-3687-A286-A2CB4ED641CC}"/>
                </a:ext>
              </a:extLst>
            </p:cNvPr>
            <p:cNvGrpSpPr>
              <a:grpSpLocks/>
            </p:cNvGrpSpPr>
            <p:nvPr/>
          </p:nvGrpSpPr>
          <p:grpSpPr bwMode="auto">
            <a:xfrm>
              <a:off x="2727" y="1824"/>
              <a:ext cx="569" cy="210"/>
              <a:chOff x="2727" y="1824"/>
              <a:chExt cx="569" cy="210"/>
            </a:xfrm>
          </p:grpSpPr>
          <p:sp>
            <p:nvSpPr>
              <p:cNvPr id="92282" name="Rectangle 212">
                <a:extLst>
                  <a:ext uri="{FF2B5EF4-FFF2-40B4-BE49-F238E27FC236}">
                    <a16:creationId xmlns:a16="http://schemas.microsoft.com/office/drawing/2014/main" id="{1D8CE92E-B7BE-C013-E8A4-F359B2311AF3}"/>
                  </a:ext>
                </a:extLst>
              </p:cNvPr>
              <p:cNvSpPr>
                <a:spLocks noChangeArrowheads="1"/>
              </p:cNvSpPr>
              <p:nvPr/>
            </p:nvSpPr>
            <p:spPr bwMode="auto">
              <a:xfrm>
                <a:off x="2744"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83" name="Rectangle 213">
                <a:extLst>
                  <a:ext uri="{FF2B5EF4-FFF2-40B4-BE49-F238E27FC236}">
                    <a16:creationId xmlns:a16="http://schemas.microsoft.com/office/drawing/2014/main" id="{A11C45B5-DA5D-5E3C-393F-8B19E1CDE4EF}"/>
                  </a:ext>
                </a:extLst>
              </p:cNvPr>
              <p:cNvSpPr>
                <a:spLocks noChangeArrowheads="1"/>
              </p:cNvSpPr>
              <p:nvPr/>
            </p:nvSpPr>
            <p:spPr bwMode="auto">
              <a:xfrm>
                <a:off x="2727" y="1824"/>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2284" name="Group 214">
              <a:extLst>
                <a:ext uri="{FF2B5EF4-FFF2-40B4-BE49-F238E27FC236}">
                  <a16:creationId xmlns:a16="http://schemas.microsoft.com/office/drawing/2014/main" id="{3960D0F5-FA50-23A4-3A4C-C21467E6D612}"/>
                </a:ext>
              </a:extLst>
            </p:cNvPr>
            <p:cNvGrpSpPr>
              <a:grpSpLocks/>
            </p:cNvGrpSpPr>
            <p:nvPr/>
          </p:nvGrpSpPr>
          <p:grpSpPr bwMode="auto">
            <a:xfrm>
              <a:off x="3272" y="1824"/>
              <a:ext cx="512" cy="210"/>
              <a:chOff x="3272" y="1824"/>
              <a:chExt cx="512" cy="210"/>
            </a:xfrm>
          </p:grpSpPr>
          <p:sp>
            <p:nvSpPr>
              <p:cNvPr id="92285" name="Rectangle 215">
                <a:extLst>
                  <a:ext uri="{FF2B5EF4-FFF2-40B4-BE49-F238E27FC236}">
                    <a16:creationId xmlns:a16="http://schemas.microsoft.com/office/drawing/2014/main" id="{A806794F-22F2-E48D-5C44-F682DA2C6A8D}"/>
                  </a:ext>
                </a:extLst>
              </p:cNvPr>
              <p:cNvSpPr>
                <a:spLocks noChangeArrowheads="1"/>
              </p:cNvSpPr>
              <p:nvPr/>
            </p:nvSpPr>
            <p:spPr bwMode="auto">
              <a:xfrm>
                <a:off x="3272"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86" name="Rectangle 216">
                <a:extLst>
                  <a:ext uri="{FF2B5EF4-FFF2-40B4-BE49-F238E27FC236}">
                    <a16:creationId xmlns:a16="http://schemas.microsoft.com/office/drawing/2014/main" id="{A7BDA785-0551-089D-1D39-3E3B4E18564E}"/>
                  </a:ext>
                </a:extLst>
              </p:cNvPr>
              <p:cNvSpPr>
                <a:spLocks noChangeArrowheads="1"/>
              </p:cNvSpPr>
              <p:nvPr/>
            </p:nvSpPr>
            <p:spPr bwMode="auto">
              <a:xfrm>
                <a:off x="3351" y="182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2287" name="Group 217">
              <a:extLst>
                <a:ext uri="{FF2B5EF4-FFF2-40B4-BE49-F238E27FC236}">
                  <a16:creationId xmlns:a16="http://schemas.microsoft.com/office/drawing/2014/main" id="{94AA7970-17A9-FA23-59E5-7CF450820EB5}"/>
                </a:ext>
              </a:extLst>
            </p:cNvPr>
            <p:cNvGrpSpPr>
              <a:grpSpLocks/>
            </p:cNvGrpSpPr>
            <p:nvPr/>
          </p:nvGrpSpPr>
          <p:grpSpPr bwMode="auto">
            <a:xfrm>
              <a:off x="3800" y="1824"/>
              <a:ext cx="512" cy="210"/>
              <a:chOff x="3800" y="1824"/>
              <a:chExt cx="512" cy="210"/>
            </a:xfrm>
          </p:grpSpPr>
          <p:sp>
            <p:nvSpPr>
              <p:cNvPr id="92288" name="Rectangle 218">
                <a:extLst>
                  <a:ext uri="{FF2B5EF4-FFF2-40B4-BE49-F238E27FC236}">
                    <a16:creationId xmlns:a16="http://schemas.microsoft.com/office/drawing/2014/main" id="{CA311F61-ABAC-9887-C495-6D43E723592C}"/>
                  </a:ext>
                </a:extLst>
              </p:cNvPr>
              <p:cNvSpPr>
                <a:spLocks noChangeArrowheads="1"/>
              </p:cNvSpPr>
              <p:nvPr/>
            </p:nvSpPr>
            <p:spPr bwMode="auto">
              <a:xfrm>
                <a:off x="3800"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89" name="Rectangle 219">
                <a:extLst>
                  <a:ext uri="{FF2B5EF4-FFF2-40B4-BE49-F238E27FC236}">
                    <a16:creationId xmlns:a16="http://schemas.microsoft.com/office/drawing/2014/main" id="{3E4A42CC-DB54-25EA-5849-99F96CAC8FD7}"/>
                  </a:ext>
                </a:extLst>
              </p:cNvPr>
              <p:cNvSpPr>
                <a:spLocks noChangeArrowheads="1"/>
              </p:cNvSpPr>
              <p:nvPr/>
            </p:nvSpPr>
            <p:spPr bwMode="auto">
              <a:xfrm>
                <a:off x="3879" y="182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2290" name="Group 220">
              <a:extLst>
                <a:ext uri="{FF2B5EF4-FFF2-40B4-BE49-F238E27FC236}">
                  <a16:creationId xmlns:a16="http://schemas.microsoft.com/office/drawing/2014/main" id="{6CD92CA3-F7E4-9FD8-7C10-CDF3F6E4DF4D}"/>
                </a:ext>
              </a:extLst>
            </p:cNvPr>
            <p:cNvGrpSpPr>
              <a:grpSpLocks/>
            </p:cNvGrpSpPr>
            <p:nvPr/>
          </p:nvGrpSpPr>
          <p:grpSpPr bwMode="auto">
            <a:xfrm>
              <a:off x="4328" y="1824"/>
              <a:ext cx="512" cy="210"/>
              <a:chOff x="4328" y="1824"/>
              <a:chExt cx="512" cy="210"/>
            </a:xfrm>
          </p:grpSpPr>
          <p:sp>
            <p:nvSpPr>
              <p:cNvPr id="92291" name="Rectangle 221">
                <a:extLst>
                  <a:ext uri="{FF2B5EF4-FFF2-40B4-BE49-F238E27FC236}">
                    <a16:creationId xmlns:a16="http://schemas.microsoft.com/office/drawing/2014/main" id="{FA2CA535-4438-FD53-7923-D18B3B6AAEFE}"/>
                  </a:ext>
                </a:extLst>
              </p:cNvPr>
              <p:cNvSpPr>
                <a:spLocks noChangeArrowheads="1"/>
              </p:cNvSpPr>
              <p:nvPr/>
            </p:nvSpPr>
            <p:spPr bwMode="auto">
              <a:xfrm>
                <a:off x="4328"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292" name="Rectangle 222">
                <a:extLst>
                  <a:ext uri="{FF2B5EF4-FFF2-40B4-BE49-F238E27FC236}">
                    <a16:creationId xmlns:a16="http://schemas.microsoft.com/office/drawing/2014/main" id="{D4C3A4EC-DDB8-E826-39E7-0A253CA818D9}"/>
                  </a:ext>
                </a:extLst>
              </p:cNvPr>
              <p:cNvSpPr>
                <a:spLocks noChangeArrowheads="1"/>
              </p:cNvSpPr>
              <p:nvPr/>
            </p:nvSpPr>
            <p:spPr bwMode="auto">
              <a:xfrm>
                <a:off x="4407" y="1824"/>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2293" name="Rectangle 223">
            <a:extLst>
              <a:ext uri="{FF2B5EF4-FFF2-40B4-BE49-F238E27FC236}">
                <a16:creationId xmlns:a16="http://schemas.microsoft.com/office/drawing/2014/main" id="{EBD57677-764D-2603-C51D-9B97A6A40D93}"/>
              </a:ext>
            </a:extLst>
          </p:cNvPr>
          <p:cNvSpPr>
            <a:spLocks noChangeArrowheads="1"/>
          </p:cNvSpPr>
          <p:nvPr/>
        </p:nvSpPr>
        <p:spPr bwMode="auto">
          <a:xfrm>
            <a:off x="2424113" y="2768600"/>
            <a:ext cx="10906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24: </a:t>
            </a:r>
            <a:r>
              <a:rPr lang="en-US" altLang="zh-CN">
                <a:ea typeface="宋体" panose="02010600030101010101" pitchFamily="2" charset="-122"/>
              </a:rPr>
              <a:t>R-type</a:t>
            </a:r>
          </a:p>
        </p:txBody>
      </p:sp>
      <p:sp>
        <p:nvSpPr>
          <p:cNvPr id="92294" name="Line 224">
            <a:extLst>
              <a:ext uri="{FF2B5EF4-FFF2-40B4-BE49-F238E27FC236}">
                <a16:creationId xmlns:a16="http://schemas.microsoft.com/office/drawing/2014/main" id="{F0B45A4B-9E6D-52C9-88B0-8AB797C8B65E}"/>
              </a:ext>
            </a:extLst>
          </p:cNvPr>
          <p:cNvSpPr>
            <a:spLocks noChangeShapeType="1"/>
          </p:cNvSpPr>
          <p:nvPr/>
        </p:nvSpPr>
        <p:spPr bwMode="auto">
          <a:xfrm flipV="1">
            <a:off x="6019800" y="1358900"/>
            <a:ext cx="0" cy="558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95" name="Line 225">
            <a:extLst>
              <a:ext uri="{FF2B5EF4-FFF2-40B4-BE49-F238E27FC236}">
                <a16:creationId xmlns:a16="http://schemas.microsoft.com/office/drawing/2014/main" id="{BB95FBB4-7BA8-D853-D19A-1AA8AF0849D8}"/>
              </a:ext>
            </a:extLst>
          </p:cNvPr>
          <p:cNvSpPr>
            <a:spLocks noChangeShapeType="1"/>
          </p:cNvSpPr>
          <p:nvPr/>
        </p:nvSpPr>
        <p:spPr bwMode="auto">
          <a:xfrm flipV="1">
            <a:off x="6858000" y="1358900"/>
            <a:ext cx="0" cy="10160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96" name="Line 226">
            <a:extLst>
              <a:ext uri="{FF2B5EF4-FFF2-40B4-BE49-F238E27FC236}">
                <a16:creationId xmlns:a16="http://schemas.microsoft.com/office/drawing/2014/main" id="{5D4347CD-83DA-F702-D4A8-92FBD18A62C8}"/>
              </a:ext>
            </a:extLst>
          </p:cNvPr>
          <p:cNvSpPr>
            <a:spLocks noChangeShapeType="1"/>
          </p:cNvSpPr>
          <p:nvPr/>
        </p:nvSpPr>
        <p:spPr bwMode="auto">
          <a:xfrm flipV="1">
            <a:off x="7696200" y="1358900"/>
            <a:ext cx="0" cy="1473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97" name="Rectangle 227">
            <a:extLst>
              <a:ext uri="{FF2B5EF4-FFF2-40B4-BE49-F238E27FC236}">
                <a16:creationId xmlns:a16="http://schemas.microsoft.com/office/drawing/2014/main" id="{18AECF11-E2B8-D4F5-30F0-6D77BBE170E5}"/>
              </a:ext>
            </a:extLst>
          </p:cNvPr>
          <p:cNvSpPr>
            <a:spLocks noChangeArrowheads="1"/>
          </p:cNvSpPr>
          <p:nvPr/>
        </p:nvSpPr>
        <p:spPr bwMode="auto">
          <a:xfrm>
            <a:off x="114300" y="1574800"/>
            <a:ext cx="1497013"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12: </a:t>
            </a:r>
            <a:r>
              <a:rPr lang="en-US" altLang="zh-CN">
                <a:ea typeface="宋体" panose="02010600030101010101" pitchFamily="2" charset="-122"/>
              </a:rPr>
              <a:t>beq</a:t>
            </a:r>
          </a:p>
          <a:p>
            <a:pPr eaLnBrk="0" hangingPunct="0"/>
            <a:r>
              <a:rPr lang="en-US" altLang="zh-CN">
                <a:ea typeface="宋体" panose="02010600030101010101" pitchFamily="2" charset="-122"/>
              </a:rPr>
              <a:t>(target is 1000)</a:t>
            </a:r>
          </a:p>
        </p:txBody>
      </p:sp>
      <p:sp>
        <p:nvSpPr>
          <p:cNvPr id="92298" name="Rectangle 228">
            <a:extLst>
              <a:ext uri="{FF2B5EF4-FFF2-40B4-BE49-F238E27FC236}">
                <a16:creationId xmlns:a16="http://schemas.microsoft.com/office/drawing/2014/main" id="{5169CDDA-F906-B444-C78D-CBC55B5F81D6}"/>
              </a:ext>
            </a:extLst>
          </p:cNvPr>
          <p:cNvSpPr>
            <a:spLocks noChangeArrowheads="1"/>
          </p:cNvSpPr>
          <p:nvPr/>
        </p:nvSpPr>
        <p:spPr bwMode="auto">
          <a:xfrm>
            <a:off x="1585913" y="2374900"/>
            <a:ext cx="10906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20: </a:t>
            </a:r>
            <a:r>
              <a:rPr lang="en-US" altLang="zh-CN">
                <a:ea typeface="宋体" panose="02010600030101010101" pitchFamily="2" charset="-122"/>
              </a:rPr>
              <a:t>R-type</a:t>
            </a:r>
          </a:p>
        </p:txBody>
      </p:sp>
      <p:grpSp>
        <p:nvGrpSpPr>
          <p:cNvPr id="92299" name="Group 229">
            <a:extLst>
              <a:ext uri="{FF2B5EF4-FFF2-40B4-BE49-F238E27FC236}">
                <a16:creationId xmlns:a16="http://schemas.microsoft.com/office/drawing/2014/main" id="{612317D4-E15E-8E01-5FD8-A0DA7E8D7735}"/>
              </a:ext>
            </a:extLst>
          </p:cNvPr>
          <p:cNvGrpSpPr>
            <a:grpSpLocks/>
          </p:cNvGrpSpPr>
          <p:nvPr/>
        </p:nvGrpSpPr>
        <p:grpSpPr bwMode="auto">
          <a:xfrm>
            <a:off x="4356100" y="3175000"/>
            <a:ext cx="4165600" cy="333375"/>
            <a:chOff x="2744" y="2112"/>
            <a:chExt cx="2624" cy="210"/>
          </a:xfrm>
        </p:grpSpPr>
        <p:grpSp>
          <p:nvGrpSpPr>
            <p:cNvPr id="92300" name="Group 230">
              <a:extLst>
                <a:ext uri="{FF2B5EF4-FFF2-40B4-BE49-F238E27FC236}">
                  <a16:creationId xmlns:a16="http://schemas.microsoft.com/office/drawing/2014/main" id="{69DC3B7D-5C4F-EEC9-4E27-DF9E54881B29}"/>
                </a:ext>
              </a:extLst>
            </p:cNvPr>
            <p:cNvGrpSpPr>
              <a:grpSpLocks/>
            </p:cNvGrpSpPr>
            <p:nvPr/>
          </p:nvGrpSpPr>
          <p:grpSpPr bwMode="auto">
            <a:xfrm>
              <a:off x="2744" y="2112"/>
              <a:ext cx="512" cy="210"/>
              <a:chOff x="2744" y="2112"/>
              <a:chExt cx="512" cy="210"/>
            </a:xfrm>
          </p:grpSpPr>
          <p:sp>
            <p:nvSpPr>
              <p:cNvPr id="92301" name="Rectangle 231">
                <a:extLst>
                  <a:ext uri="{FF2B5EF4-FFF2-40B4-BE49-F238E27FC236}">
                    <a16:creationId xmlns:a16="http://schemas.microsoft.com/office/drawing/2014/main" id="{62533C41-5271-2A8A-CDD9-DAD4A2DD63B6}"/>
                  </a:ext>
                </a:extLst>
              </p:cNvPr>
              <p:cNvSpPr>
                <a:spLocks noChangeArrowheads="1"/>
              </p:cNvSpPr>
              <p:nvPr/>
            </p:nvSpPr>
            <p:spPr bwMode="auto">
              <a:xfrm>
                <a:off x="2744"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302" name="Rectangle 232">
                <a:extLst>
                  <a:ext uri="{FF2B5EF4-FFF2-40B4-BE49-F238E27FC236}">
                    <a16:creationId xmlns:a16="http://schemas.microsoft.com/office/drawing/2014/main" id="{873CA3E4-9788-E553-B3C6-B0C259DB14F1}"/>
                  </a:ext>
                </a:extLst>
              </p:cNvPr>
              <p:cNvSpPr>
                <a:spLocks noChangeArrowheads="1"/>
              </p:cNvSpPr>
              <p:nvPr/>
            </p:nvSpPr>
            <p:spPr bwMode="auto">
              <a:xfrm>
                <a:off x="2785" y="211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2303" name="Group 233">
              <a:extLst>
                <a:ext uri="{FF2B5EF4-FFF2-40B4-BE49-F238E27FC236}">
                  <a16:creationId xmlns:a16="http://schemas.microsoft.com/office/drawing/2014/main" id="{807516DB-6BDE-2650-2B99-2543DD97C6E6}"/>
                </a:ext>
              </a:extLst>
            </p:cNvPr>
            <p:cNvGrpSpPr>
              <a:grpSpLocks/>
            </p:cNvGrpSpPr>
            <p:nvPr/>
          </p:nvGrpSpPr>
          <p:grpSpPr bwMode="auto">
            <a:xfrm>
              <a:off x="3255" y="2112"/>
              <a:ext cx="569" cy="210"/>
              <a:chOff x="3255" y="2112"/>
              <a:chExt cx="569" cy="210"/>
            </a:xfrm>
          </p:grpSpPr>
          <p:sp>
            <p:nvSpPr>
              <p:cNvPr id="92304" name="Rectangle 234">
                <a:extLst>
                  <a:ext uri="{FF2B5EF4-FFF2-40B4-BE49-F238E27FC236}">
                    <a16:creationId xmlns:a16="http://schemas.microsoft.com/office/drawing/2014/main" id="{962A3FC3-F44B-A651-2EC4-3CD6E47BB7EB}"/>
                  </a:ext>
                </a:extLst>
              </p:cNvPr>
              <p:cNvSpPr>
                <a:spLocks noChangeArrowheads="1"/>
              </p:cNvSpPr>
              <p:nvPr/>
            </p:nvSpPr>
            <p:spPr bwMode="auto">
              <a:xfrm>
                <a:off x="3272"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305" name="Rectangle 235">
                <a:extLst>
                  <a:ext uri="{FF2B5EF4-FFF2-40B4-BE49-F238E27FC236}">
                    <a16:creationId xmlns:a16="http://schemas.microsoft.com/office/drawing/2014/main" id="{7A7CDB3A-25EE-9000-35EB-5FF036076D20}"/>
                  </a:ext>
                </a:extLst>
              </p:cNvPr>
              <p:cNvSpPr>
                <a:spLocks noChangeArrowheads="1"/>
              </p:cNvSpPr>
              <p:nvPr/>
            </p:nvSpPr>
            <p:spPr bwMode="auto">
              <a:xfrm>
                <a:off x="3255" y="2112"/>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2306" name="Group 236">
              <a:extLst>
                <a:ext uri="{FF2B5EF4-FFF2-40B4-BE49-F238E27FC236}">
                  <a16:creationId xmlns:a16="http://schemas.microsoft.com/office/drawing/2014/main" id="{A2774B32-D85B-BF8C-61DD-AF5E06A16E28}"/>
                </a:ext>
              </a:extLst>
            </p:cNvPr>
            <p:cNvGrpSpPr>
              <a:grpSpLocks/>
            </p:cNvGrpSpPr>
            <p:nvPr/>
          </p:nvGrpSpPr>
          <p:grpSpPr bwMode="auto">
            <a:xfrm>
              <a:off x="3800" y="2112"/>
              <a:ext cx="512" cy="210"/>
              <a:chOff x="3800" y="2112"/>
              <a:chExt cx="512" cy="210"/>
            </a:xfrm>
          </p:grpSpPr>
          <p:sp>
            <p:nvSpPr>
              <p:cNvPr id="92307" name="Rectangle 237">
                <a:extLst>
                  <a:ext uri="{FF2B5EF4-FFF2-40B4-BE49-F238E27FC236}">
                    <a16:creationId xmlns:a16="http://schemas.microsoft.com/office/drawing/2014/main" id="{69B4E5AA-3CB9-081D-887F-CC91E00C517D}"/>
                  </a:ext>
                </a:extLst>
              </p:cNvPr>
              <p:cNvSpPr>
                <a:spLocks noChangeArrowheads="1"/>
              </p:cNvSpPr>
              <p:nvPr/>
            </p:nvSpPr>
            <p:spPr bwMode="auto">
              <a:xfrm>
                <a:off x="3800"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308" name="Rectangle 238">
                <a:extLst>
                  <a:ext uri="{FF2B5EF4-FFF2-40B4-BE49-F238E27FC236}">
                    <a16:creationId xmlns:a16="http://schemas.microsoft.com/office/drawing/2014/main" id="{86CF8EB3-9E9A-C703-EC34-81366DA4606A}"/>
                  </a:ext>
                </a:extLst>
              </p:cNvPr>
              <p:cNvSpPr>
                <a:spLocks noChangeArrowheads="1"/>
              </p:cNvSpPr>
              <p:nvPr/>
            </p:nvSpPr>
            <p:spPr bwMode="auto">
              <a:xfrm>
                <a:off x="3879" y="211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2309" name="Group 239">
              <a:extLst>
                <a:ext uri="{FF2B5EF4-FFF2-40B4-BE49-F238E27FC236}">
                  <a16:creationId xmlns:a16="http://schemas.microsoft.com/office/drawing/2014/main" id="{1D46D706-6056-3631-2BAC-B41657969953}"/>
                </a:ext>
              </a:extLst>
            </p:cNvPr>
            <p:cNvGrpSpPr>
              <a:grpSpLocks/>
            </p:cNvGrpSpPr>
            <p:nvPr/>
          </p:nvGrpSpPr>
          <p:grpSpPr bwMode="auto">
            <a:xfrm>
              <a:off x="4328" y="2112"/>
              <a:ext cx="512" cy="210"/>
              <a:chOff x="4328" y="2112"/>
              <a:chExt cx="512" cy="210"/>
            </a:xfrm>
          </p:grpSpPr>
          <p:sp>
            <p:nvSpPr>
              <p:cNvPr id="92310" name="Rectangle 240">
                <a:extLst>
                  <a:ext uri="{FF2B5EF4-FFF2-40B4-BE49-F238E27FC236}">
                    <a16:creationId xmlns:a16="http://schemas.microsoft.com/office/drawing/2014/main" id="{DB0AEACE-CA21-6886-CC4E-4F8EC68CA4E8}"/>
                  </a:ext>
                </a:extLst>
              </p:cNvPr>
              <p:cNvSpPr>
                <a:spLocks noChangeArrowheads="1"/>
              </p:cNvSpPr>
              <p:nvPr/>
            </p:nvSpPr>
            <p:spPr bwMode="auto">
              <a:xfrm>
                <a:off x="4328"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311" name="Rectangle 241">
                <a:extLst>
                  <a:ext uri="{FF2B5EF4-FFF2-40B4-BE49-F238E27FC236}">
                    <a16:creationId xmlns:a16="http://schemas.microsoft.com/office/drawing/2014/main" id="{98BA417C-F9AF-D90D-B5E6-A43B48D43301}"/>
                  </a:ext>
                </a:extLst>
              </p:cNvPr>
              <p:cNvSpPr>
                <a:spLocks noChangeArrowheads="1"/>
              </p:cNvSpPr>
              <p:nvPr/>
            </p:nvSpPr>
            <p:spPr bwMode="auto">
              <a:xfrm>
                <a:off x="4407" y="2112"/>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2312" name="Group 242">
              <a:extLst>
                <a:ext uri="{FF2B5EF4-FFF2-40B4-BE49-F238E27FC236}">
                  <a16:creationId xmlns:a16="http://schemas.microsoft.com/office/drawing/2014/main" id="{E0E92F6F-CB9A-5197-4F4E-6BC4355CB2F0}"/>
                </a:ext>
              </a:extLst>
            </p:cNvPr>
            <p:cNvGrpSpPr>
              <a:grpSpLocks/>
            </p:cNvGrpSpPr>
            <p:nvPr/>
          </p:nvGrpSpPr>
          <p:grpSpPr bwMode="auto">
            <a:xfrm>
              <a:off x="4856" y="2112"/>
              <a:ext cx="512" cy="210"/>
              <a:chOff x="4856" y="2112"/>
              <a:chExt cx="512" cy="210"/>
            </a:xfrm>
          </p:grpSpPr>
          <p:sp>
            <p:nvSpPr>
              <p:cNvPr id="92313" name="Rectangle 243">
                <a:extLst>
                  <a:ext uri="{FF2B5EF4-FFF2-40B4-BE49-F238E27FC236}">
                    <a16:creationId xmlns:a16="http://schemas.microsoft.com/office/drawing/2014/main" id="{10D4E140-B353-9C7A-5484-7DC3C3586324}"/>
                  </a:ext>
                </a:extLst>
              </p:cNvPr>
              <p:cNvSpPr>
                <a:spLocks noChangeArrowheads="1"/>
              </p:cNvSpPr>
              <p:nvPr/>
            </p:nvSpPr>
            <p:spPr bwMode="auto">
              <a:xfrm>
                <a:off x="4856"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2314" name="Rectangle 244">
                <a:extLst>
                  <a:ext uri="{FF2B5EF4-FFF2-40B4-BE49-F238E27FC236}">
                    <a16:creationId xmlns:a16="http://schemas.microsoft.com/office/drawing/2014/main" id="{A130D8EC-2479-1252-A79F-03FE7E8F3FCC}"/>
                  </a:ext>
                </a:extLst>
              </p:cNvPr>
              <p:cNvSpPr>
                <a:spLocks noChangeArrowheads="1"/>
              </p:cNvSpPr>
              <p:nvPr/>
            </p:nvSpPr>
            <p:spPr bwMode="auto">
              <a:xfrm>
                <a:off x="4935" y="2112"/>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2315" name="Rectangle 245">
            <a:extLst>
              <a:ext uri="{FF2B5EF4-FFF2-40B4-BE49-F238E27FC236}">
                <a16:creationId xmlns:a16="http://schemas.microsoft.com/office/drawing/2014/main" id="{24CA69EE-1201-2F43-84F9-8429627ADF23}"/>
              </a:ext>
            </a:extLst>
          </p:cNvPr>
          <p:cNvSpPr>
            <a:spLocks noChangeArrowheads="1"/>
          </p:cNvSpPr>
          <p:nvPr/>
        </p:nvSpPr>
        <p:spPr bwMode="auto">
          <a:xfrm>
            <a:off x="2478088" y="3175000"/>
            <a:ext cx="1863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zh-CN" altLang="en-US">
                <a:ea typeface="宋体" panose="02010600030101010101" pitchFamily="2" charset="-122"/>
              </a:rPr>
              <a:t>1000: </a:t>
            </a:r>
            <a:r>
              <a:rPr lang="en-US" altLang="zh-CN">
                <a:ea typeface="宋体" panose="02010600030101010101" pitchFamily="2" charset="-122"/>
              </a:rPr>
              <a:t>Target of beq</a:t>
            </a:r>
          </a:p>
        </p:txBody>
      </p:sp>
      <p:sp>
        <p:nvSpPr>
          <p:cNvPr id="92316" name="Line 246">
            <a:extLst>
              <a:ext uri="{FF2B5EF4-FFF2-40B4-BE49-F238E27FC236}">
                <a16:creationId xmlns:a16="http://schemas.microsoft.com/office/drawing/2014/main" id="{BA1CB526-D0C8-21AC-9A88-7749A8E4ED41}"/>
              </a:ext>
            </a:extLst>
          </p:cNvPr>
          <p:cNvSpPr>
            <a:spLocks noChangeShapeType="1"/>
          </p:cNvSpPr>
          <p:nvPr/>
        </p:nvSpPr>
        <p:spPr bwMode="auto">
          <a:xfrm>
            <a:off x="4203700" y="1765300"/>
            <a:ext cx="279400" cy="1651000"/>
          </a:xfrm>
          <a:prstGeom prst="line">
            <a:avLst/>
          </a:prstGeom>
          <a:noFill/>
          <a:ln w="254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119" name="Text Box 247">
            <a:extLst>
              <a:ext uri="{FF2B5EF4-FFF2-40B4-BE49-F238E27FC236}">
                <a16:creationId xmlns:a16="http://schemas.microsoft.com/office/drawing/2014/main" id="{A34B2042-9A90-BE05-68B5-788F3CD9AEA9}"/>
              </a:ext>
            </a:extLst>
          </p:cNvPr>
          <p:cNvSpPr txBox="1">
            <a:spLocks noChangeArrowheads="1"/>
          </p:cNvSpPr>
          <p:nvPr/>
        </p:nvSpPr>
        <p:spPr bwMode="auto">
          <a:xfrm>
            <a:off x="7332663" y="6153150"/>
            <a:ext cx="1231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2000">
                <a:ea typeface="宋体" panose="02010600030101010101" pitchFamily="2" charset="-122"/>
                <a:hlinkClick r:id="rId3" action="ppaction://hlinksldjump"/>
              </a:rPr>
              <a:t>BACK</a:t>
            </a:r>
            <a:endParaRPr lang="en-US" altLang="zh-CN" sz="2000">
              <a:ea typeface="宋体" panose="02010600030101010101" pitchFamily="2" charset="-122"/>
            </a:endParaRPr>
          </a:p>
        </p:txBody>
      </p:sp>
      <p:sp>
        <p:nvSpPr>
          <p:cNvPr id="80120" name="Rectangle 248">
            <a:extLst>
              <a:ext uri="{FF2B5EF4-FFF2-40B4-BE49-F238E27FC236}">
                <a16:creationId xmlns:a16="http://schemas.microsoft.com/office/drawing/2014/main" id="{3BA2A443-7A20-4145-A178-9F1B69AC16A6}"/>
              </a:ext>
            </a:extLst>
          </p:cNvPr>
          <p:cNvSpPr>
            <a:spLocks noChangeArrowheads="1"/>
          </p:cNvSpPr>
          <p:nvPr/>
        </p:nvSpPr>
        <p:spPr bwMode="auto">
          <a:xfrm>
            <a:off x="1739900" y="1943100"/>
            <a:ext cx="2657475" cy="1193800"/>
          </a:xfrm>
          <a:prstGeom prst="rect">
            <a:avLst/>
          </a:prstGeom>
          <a:solidFill>
            <a:srgbClr val="FF99CC">
              <a:alpha val="45882"/>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9875">
                                            <p:txEl>
                                              <p:charRg st="18" end="38"/>
                                            </p:txEl>
                                          </p:spTgt>
                                        </p:tgtEl>
                                        <p:attrNameLst>
                                          <p:attrName>style.visibility</p:attrName>
                                        </p:attrNameLst>
                                      </p:cBhvr>
                                      <p:to>
                                        <p:strVal val="visible"/>
                                      </p:to>
                                    </p:set>
                                    <p:animEffect transition="in" filter="blinds(horizontal)">
                                      <p:cBhvr>
                                        <p:cTn id="7" dur="500"/>
                                        <p:tgtEl>
                                          <p:spTgt spid="79875">
                                            <p:txEl>
                                              <p:charRg st="18" end="38"/>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9875">
                                            <p:txEl>
                                              <p:charRg st="38" end="57"/>
                                            </p:txEl>
                                          </p:spTgt>
                                        </p:tgtEl>
                                        <p:attrNameLst>
                                          <p:attrName>style.visibility</p:attrName>
                                        </p:attrNameLst>
                                      </p:cBhvr>
                                      <p:to>
                                        <p:strVal val="visible"/>
                                      </p:to>
                                    </p:set>
                                    <p:animEffect transition="in" filter="blinds(horizontal)">
                                      <p:cBhvr>
                                        <p:cTn id="12" dur="500"/>
                                        <p:tgtEl>
                                          <p:spTgt spid="79875">
                                            <p:txEl>
                                              <p:charRg st="38" end="57"/>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9875">
                                            <p:txEl>
                                              <p:charRg st="57" end="88"/>
                                            </p:txEl>
                                          </p:spTgt>
                                        </p:tgtEl>
                                        <p:attrNameLst>
                                          <p:attrName>style.visibility</p:attrName>
                                        </p:attrNameLst>
                                      </p:cBhvr>
                                      <p:to>
                                        <p:strVal val="visible"/>
                                      </p:to>
                                    </p:set>
                                    <p:animEffect transition="in" filter="blinds(horizontal)">
                                      <p:cBhvr>
                                        <p:cTn id="17" dur="500"/>
                                        <p:tgtEl>
                                          <p:spTgt spid="79875">
                                            <p:txEl>
                                              <p:charRg st="57" end="88"/>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0120"/>
                                        </p:tgtEl>
                                        <p:attrNameLst>
                                          <p:attrName>style.visibility</p:attrName>
                                        </p:attrNameLst>
                                      </p:cBhvr>
                                      <p:to>
                                        <p:strVal val="visible"/>
                                      </p:to>
                                    </p:set>
                                    <p:animEffect transition="in" filter="blinds(horizontal)">
                                      <p:cBhvr>
                                        <p:cTn id="22" dur="500"/>
                                        <p:tgtEl>
                                          <p:spTgt spid="801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9875">
                                            <p:txEl>
                                              <p:charRg st="88" end="116"/>
                                            </p:txEl>
                                          </p:spTgt>
                                        </p:tgtEl>
                                        <p:attrNameLst>
                                          <p:attrName>style.visibility</p:attrName>
                                        </p:attrNameLst>
                                      </p:cBhvr>
                                      <p:to>
                                        <p:strVal val="visible"/>
                                      </p:to>
                                    </p:set>
                                    <p:animEffect transition="in" filter="blinds(horizontal)">
                                      <p:cBhvr>
                                        <p:cTn id="27" dur="500"/>
                                        <p:tgtEl>
                                          <p:spTgt spid="79875">
                                            <p:txEl>
                                              <p:charRg st="88" end="11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9875">
                                            <p:txEl>
                                              <p:charRg st="116" end="152"/>
                                            </p:txEl>
                                          </p:spTgt>
                                        </p:tgtEl>
                                        <p:attrNameLst>
                                          <p:attrName>style.visibility</p:attrName>
                                        </p:attrNameLst>
                                      </p:cBhvr>
                                      <p:to>
                                        <p:strVal val="visible"/>
                                      </p:to>
                                    </p:set>
                                    <p:animEffect transition="in" filter="blinds(horizontal)">
                                      <p:cBhvr>
                                        <p:cTn id="32" dur="500"/>
                                        <p:tgtEl>
                                          <p:spTgt spid="79875">
                                            <p:txEl>
                                              <p:charRg st="116" end="15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9875">
                                            <p:txEl>
                                              <p:pRg st="6" end="6"/>
                                            </p:txEl>
                                          </p:spTgt>
                                        </p:tgtEl>
                                        <p:attrNameLst>
                                          <p:attrName>style.visibility</p:attrName>
                                        </p:attrNameLst>
                                      </p:cBhvr>
                                      <p:to>
                                        <p:strVal val="visible"/>
                                      </p:to>
                                    </p:set>
                                    <p:animEffect transition="in" filter="blinds(horizontal)">
                                      <p:cBhvr>
                                        <p:cTn id="37" dur="500"/>
                                        <p:tgtEl>
                                          <p:spTgt spid="7987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80119">
                                            <p:txEl>
                                              <p:pRg st="0" end="0"/>
                                            </p:txEl>
                                          </p:spTgt>
                                        </p:tgtEl>
                                        <p:attrNameLst>
                                          <p:attrName>style.visibility</p:attrName>
                                        </p:attrNameLst>
                                      </p:cBhvr>
                                      <p:to>
                                        <p:strVal val="visible"/>
                                      </p:to>
                                    </p:set>
                                    <p:animEffect transition="in" filter="blinds(horizontal)">
                                      <p:cBhvr>
                                        <p:cTn id="42" dur="500"/>
                                        <p:tgtEl>
                                          <p:spTgt spid="801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2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A3E1489E-AEAE-BB81-D558-FC3001EF18AF}"/>
              </a:ext>
            </a:extLst>
          </p:cNvPr>
          <p:cNvSpPr>
            <a:spLocks noGrp="1" noChangeArrowheads="1"/>
          </p:cNvSpPr>
          <p:nvPr>
            <p:ph type="title"/>
          </p:nvPr>
        </p:nvSpPr>
        <p:spPr>
          <a:xfrm>
            <a:off x="800100" y="228600"/>
            <a:ext cx="6411913" cy="368300"/>
          </a:xfrm>
        </p:spPr>
        <p:txBody>
          <a:bodyPr/>
          <a:lstStyle/>
          <a:p>
            <a:r>
              <a:rPr lang="zh-CN" altLang="en-US">
                <a:ea typeface="宋体" panose="02010600030101010101" pitchFamily="2" charset="-122"/>
              </a:rPr>
              <a:t>装入指令</a:t>
            </a:r>
            <a:r>
              <a:rPr lang="en-US" altLang="zh-CN">
                <a:ea typeface="宋体" panose="02010600030101010101" pitchFamily="2" charset="-122"/>
              </a:rPr>
              <a:t>(Load)</a:t>
            </a:r>
            <a:r>
              <a:rPr lang="zh-CN" altLang="en-US">
                <a:ea typeface="宋体" panose="02010600030101010101" pitchFamily="2" charset="-122"/>
              </a:rPr>
              <a:t>引起的“延迟”现象</a:t>
            </a:r>
            <a:endParaRPr lang="en-US" altLang="zh-CN">
              <a:ea typeface="宋体" panose="02010600030101010101" pitchFamily="2" charset="-122"/>
            </a:endParaRPr>
          </a:p>
        </p:txBody>
      </p:sp>
      <p:sp>
        <p:nvSpPr>
          <p:cNvPr id="81923" name="Rectangle 3">
            <a:extLst>
              <a:ext uri="{FF2B5EF4-FFF2-40B4-BE49-F238E27FC236}">
                <a16:creationId xmlns:a16="http://schemas.microsoft.com/office/drawing/2014/main" id="{B625CDEF-020C-F868-DD11-DC42A9FA9C2F}"/>
              </a:ext>
            </a:extLst>
          </p:cNvPr>
          <p:cNvSpPr>
            <a:spLocks noGrp="1" noChangeArrowheads="1"/>
          </p:cNvSpPr>
          <p:nvPr>
            <p:ph idx="1"/>
          </p:nvPr>
        </p:nvSpPr>
        <p:spPr>
          <a:xfrm>
            <a:off x="82550" y="4067175"/>
            <a:ext cx="8961438" cy="2220913"/>
          </a:xfrm>
        </p:spPr>
        <p:txBody>
          <a:bodyPr/>
          <a:lstStyle/>
          <a:p>
            <a:r>
              <a:rPr lang="zh-CN" altLang="en-US" sz="2000">
                <a:latin typeface="微软雅黑" panose="020B0503020204020204" pitchFamily="34" charset="-122"/>
                <a:ea typeface="微软雅黑" panose="020B0503020204020204" pitchFamily="34" charset="-122"/>
              </a:rPr>
              <a:t>尽管</a:t>
            </a:r>
            <a:r>
              <a:rPr lang="en-US" altLang="zh-CN" sz="2000">
                <a:latin typeface="微软雅黑" panose="020B0503020204020204" pitchFamily="34" charset="-122"/>
                <a:ea typeface="微软雅黑" panose="020B0503020204020204" pitchFamily="34" charset="-122"/>
              </a:rPr>
              <a:t>Load</a:t>
            </a:r>
            <a:r>
              <a:rPr lang="zh-CN" altLang="en-US" sz="2000">
                <a:latin typeface="微软雅黑" panose="020B0503020204020204" pitchFamily="34" charset="-122"/>
                <a:ea typeface="微软雅黑" panose="020B0503020204020204" pitchFamily="34" charset="-122"/>
              </a:rPr>
              <a:t>指令在第一周期就被取出，但</a:t>
            </a:r>
            <a:r>
              <a:rPr lang="en-US" altLang="zh-CN" sz="2000">
                <a:latin typeface="微软雅黑" panose="020B0503020204020204" pitchFamily="34" charset="-122"/>
                <a:ea typeface="微软雅黑" panose="020B0503020204020204" pitchFamily="34" charset="-122"/>
              </a:rPr>
              <a:t>:</a:t>
            </a:r>
          </a:p>
          <a:p>
            <a:pPr lvl="1"/>
            <a:r>
              <a:rPr lang="zh-CN" altLang="en-US" sz="2000">
                <a:latin typeface="微软雅黑" panose="020B0503020204020204" pitchFamily="34" charset="-122"/>
                <a:ea typeface="微软雅黑" panose="020B0503020204020204" pitchFamily="34" charset="-122"/>
              </a:rPr>
              <a:t>数据在第五周期结束才被写入寄存器</a:t>
            </a:r>
          </a:p>
          <a:p>
            <a:pPr lvl="1"/>
            <a:r>
              <a:rPr lang="zh-CN" altLang="en-US" sz="2000">
                <a:latin typeface="微软雅黑" panose="020B0503020204020204" pitchFamily="34" charset="-122"/>
                <a:ea typeface="微软雅黑" panose="020B0503020204020204" pitchFamily="34" charset="-122"/>
              </a:rPr>
              <a:t>到第六周期写入的数据才能被用</a:t>
            </a:r>
          </a:p>
          <a:p>
            <a:pPr lvl="1">
              <a:buFontTx/>
              <a:buNone/>
            </a:pPr>
            <a:r>
              <a:rPr lang="zh-CN" altLang="en-US" sz="2000">
                <a:solidFill>
                  <a:srgbClr val="CC0000"/>
                </a:solidFill>
                <a:latin typeface="微软雅黑" panose="020B0503020204020204" pitchFamily="34" charset="-122"/>
                <a:ea typeface="微软雅黑" panose="020B0503020204020204" pitchFamily="34" charset="-122"/>
              </a:rPr>
              <a:t>结果：</a:t>
            </a:r>
            <a:r>
              <a:rPr lang="zh-CN" altLang="en-US" sz="2000">
                <a:solidFill>
                  <a:schemeClr val="accent1"/>
                </a:solidFill>
                <a:latin typeface="微软雅黑" panose="020B0503020204020204" pitchFamily="34" charset="-122"/>
                <a:ea typeface="微软雅黑" panose="020B0503020204020204" pitchFamily="34" charset="-122"/>
              </a:rPr>
              <a:t>如果随后指令要用到</a:t>
            </a:r>
            <a:r>
              <a:rPr lang="en-US" altLang="zh-CN" sz="2000">
                <a:solidFill>
                  <a:schemeClr val="accent1"/>
                </a:solidFill>
                <a:latin typeface="微软雅黑" panose="020B0503020204020204" pitchFamily="34" charset="-122"/>
                <a:ea typeface="微软雅黑" panose="020B0503020204020204" pitchFamily="34" charset="-122"/>
              </a:rPr>
              <a:t>Load</a:t>
            </a:r>
            <a:r>
              <a:rPr lang="zh-CN" altLang="en-US" sz="2000">
                <a:solidFill>
                  <a:schemeClr val="accent1"/>
                </a:solidFill>
                <a:latin typeface="微软雅黑" panose="020B0503020204020204" pitchFamily="34" charset="-122"/>
                <a:ea typeface="微软雅黑" panose="020B0503020204020204" pitchFamily="34" charset="-122"/>
              </a:rPr>
              <a:t>的数据的话，就需延迟三条指令！</a:t>
            </a:r>
            <a:endParaRPr lang="en-US" altLang="zh-CN" sz="2000">
              <a:latin typeface="微软雅黑" panose="020B0503020204020204" pitchFamily="34" charset="-122"/>
              <a:ea typeface="微软雅黑" panose="020B0503020204020204" pitchFamily="34" charset="-122"/>
            </a:endParaRPr>
          </a:p>
          <a:p>
            <a:r>
              <a:rPr lang="zh-CN" altLang="en-US" sz="2000">
                <a:latin typeface="微软雅黑" panose="020B0503020204020204" pitchFamily="34" charset="-122"/>
                <a:ea typeface="微软雅黑" panose="020B0503020204020204" pitchFamily="34" charset="-122"/>
              </a:rPr>
              <a:t>这种现象被称为 </a:t>
            </a:r>
            <a:r>
              <a:rPr lang="zh-CN" altLang="en-US" sz="2000">
                <a:solidFill>
                  <a:srgbClr val="008000"/>
                </a:solidFill>
                <a:latin typeface="微软雅黑" panose="020B0503020204020204" pitchFamily="34" charset="-122"/>
                <a:ea typeface="微软雅黑" panose="020B0503020204020204" pitchFamily="34" charset="-122"/>
              </a:rPr>
              <a:t>数据冒险 </a:t>
            </a:r>
            <a:r>
              <a:rPr lang="en-US" altLang="zh-CN" sz="2000">
                <a:solidFill>
                  <a:srgbClr val="008000"/>
                </a:solidFill>
                <a:latin typeface="微软雅黑" panose="020B0503020204020204" pitchFamily="34" charset="-122"/>
                <a:ea typeface="微软雅黑" panose="020B0503020204020204" pitchFamily="34" charset="-122"/>
              </a:rPr>
              <a:t>(Data Hazard)</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或</a:t>
            </a:r>
            <a:r>
              <a:rPr lang="zh-CN" altLang="en-US" sz="2000">
                <a:solidFill>
                  <a:srgbClr val="008000"/>
                </a:solidFill>
                <a:latin typeface="微软雅黑" panose="020B0503020204020204" pitchFamily="34" charset="-122"/>
                <a:ea typeface="微软雅黑" panose="020B0503020204020204" pitchFamily="34" charset="-122"/>
              </a:rPr>
              <a:t>数据相关</a:t>
            </a:r>
            <a:r>
              <a:rPr lang="en-US" altLang="zh-CN" sz="2000">
                <a:solidFill>
                  <a:srgbClr val="008000"/>
                </a:solidFill>
                <a:latin typeface="微软雅黑" panose="020B0503020204020204" pitchFamily="34" charset="-122"/>
                <a:ea typeface="微软雅黑" panose="020B0503020204020204" pitchFamily="34" charset="-122"/>
              </a:rPr>
              <a:t>(Data Dependency</a:t>
            </a:r>
            <a:r>
              <a:rPr lang="zh-CN" altLang="en-US" sz="2000">
                <a:solidFill>
                  <a:srgbClr val="008000"/>
                </a:solidFill>
                <a:latin typeface="微软雅黑" panose="020B0503020204020204" pitchFamily="34" charset="-122"/>
                <a:ea typeface="微软雅黑" panose="020B0503020204020204" pitchFamily="34" charset="-122"/>
              </a:rPr>
              <a:t> </a:t>
            </a:r>
            <a:r>
              <a:rPr lang="en-US" altLang="zh-CN" sz="2000">
                <a:solidFill>
                  <a:srgbClr val="008000"/>
                </a:solidFill>
                <a:latin typeface="微软雅黑" panose="020B0503020204020204" pitchFamily="34" charset="-122"/>
                <a:ea typeface="微软雅黑" panose="020B0503020204020204" pitchFamily="34" charset="-122"/>
              </a:rPr>
              <a:t>)</a:t>
            </a:r>
          </a:p>
        </p:txBody>
      </p:sp>
      <p:sp>
        <p:nvSpPr>
          <p:cNvPr id="94211" name="Rectangle 4">
            <a:extLst>
              <a:ext uri="{FF2B5EF4-FFF2-40B4-BE49-F238E27FC236}">
                <a16:creationId xmlns:a16="http://schemas.microsoft.com/office/drawing/2014/main" id="{A476581A-01CE-02A6-389E-5600F5678862}"/>
              </a:ext>
            </a:extLst>
          </p:cNvPr>
          <p:cNvSpPr>
            <a:spLocks noChangeArrowheads="1"/>
          </p:cNvSpPr>
          <p:nvPr/>
        </p:nvSpPr>
        <p:spPr bwMode="auto">
          <a:xfrm>
            <a:off x="442913" y="1143000"/>
            <a:ext cx="6889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Clock</a:t>
            </a:r>
          </a:p>
        </p:txBody>
      </p:sp>
      <p:grpSp>
        <p:nvGrpSpPr>
          <p:cNvPr id="94212" name="Group 9">
            <a:extLst>
              <a:ext uri="{FF2B5EF4-FFF2-40B4-BE49-F238E27FC236}">
                <a16:creationId xmlns:a16="http://schemas.microsoft.com/office/drawing/2014/main" id="{E752659F-C72C-6E28-5E56-C0345CF986C3}"/>
              </a:ext>
            </a:extLst>
          </p:cNvPr>
          <p:cNvGrpSpPr>
            <a:grpSpLocks/>
          </p:cNvGrpSpPr>
          <p:nvPr/>
        </p:nvGrpSpPr>
        <p:grpSpPr bwMode="auto">
          <a:xfrm>
            <a:off x="1219200" y="1130300"/>
            <a:ext cx="825500" cy="254000"/>
            <a:chOff x="768" y="712"/>
            <a:chExt cx="520" cy="160"/>
          </a:xfrm>
        </p:grpSpPr>
        <p:sp>
          <p:nvSpPr>
            <p:cNvPr id="94213" name="Line 5">
              <a:extLst>
                <a:ext uri="{FF2B5EF4-FFF2-40B4-BE49-F238E27FC236}">
                  <a16:creationId xmlns:a16="http://schemas.microsoft.com/office/drawing/2014/main" id="{69D86EB8-17AE-12EF-85F0-C47AFDE06197}"/>
                </a:ext>
              </a:extLst>
            </p:cNvPr>
            <p:cNvSpPr>
              <a:spLocks noChangeShapeType="1"/>
            </p:cNvSpPr>
            <p:nvPr/>
          </p:nvSpPr>
          <p:spPr bwMode="auto">
            <a:xfrm>
              <a:off x="776"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4" name="Line 6">
              <a:extLst>
                <a:ext uri="{FF2B5EF4-FFF2-40B4-BE49-F238E27FC236}">
                  <a16:creationId xmlns:a16="http://schemas.microsoft.com/office/drawing/2014/main" id="{B0FC2CEB-254E-4EBA-241E-B075A1023E02}"/>
                </a:ext>
              </a:extLst>
            </p:cNvPr>
            <p:cNvSpPr>
              <a:spLocks noChangeShapeType="1"/>
            </p:cNvSpPr>
            <p:nvPr/>
          </p:nvSpPr>
          <p:spPr bwMode="auto">
            <a:xfrm>
              <a:off x="768"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5" name="Line 7">
              <a:extLst>
                <a:ext uri="{FF2B5EF4-FFF2-40B4-BE49-F238E27FC236}">
                  <a16:creationId xmlns:a16="http://schemas.microsoft.com/office/drawing/2014/main" id="{DA0D6653-DA64-3C21-9709-DD296B27FFAE}"/>
                </a:ext>
              </a:extLst>
            </p:cNvPr>
            <p:cNvSpPr>
              <a:spLocks noChangeShapeType="1"/>
            </p:cNvSpPr>
            <p:nvPr/>
          </p:nvSpPr>
          <p:spPr bwMode="auto">
            <a:xfrm flipV="1">
              <a:off x="1056"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6" name="Line 8">
              <a:extLst>
                <a:ext uri="{FF2B5EF4-FFF2-40B4-BE49-F238E27FC236}">
                  <a16:creationId xmlns:a16="http://schemas.microsoft.com/office/drawing/2014/main" id="{62B43B45-AF7A-29DD-7859-9346E6105081}"/>
                </a:ext>
              </a:extLst>
            </p:cNvPr>
            <p:cNvSpPr>
              <a:spLocks noChangeShapeType="1"/>
            </p:cNvSpPr>
            <p:nvPr/>
          </p:nvSpPr>
          <p:spPr bwMode="auto">
            <a:xfrm>
              <a:off x="1064"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217" name="Group 14">
            <a:extLst>
              <a:ext uri="{FF2B5EF4-FFF2-40B4-BE49-F238E27FC236}">
                <a16:creationId xmlns:a16="http://schemas.microsoft.com/office/drawing/2014/main" id="{F7F7E2AE-A142-0EC6-1F86-F0E2C3496A9E}"/>
              </a:ext>
            </a:extLst>
          </p:cNvPr>
          <p:cNvGrpSpPr>
            <a:grpSpLocks/>
          </p:cNvGrpSpPr>
          <p:nvPr/>
        </p:nvGrpSpPr>
        <p:grpSpPr bwMode="auto">
          <a:xfrm>
            <a:off x="2057400" y="1130300"/>
            <a:ext cx="825500" cy="254000"/>
            <a:chOff x="1296" y="712"/>
            <a:chExt cx="520" cy="160"/>
          </a:xfrm>
        </p:grpSpPr>
        <p:sp>
          <p:nvSpPr>
            <p:cNvPr id="94218" name="Line 10">
              <a:extLst>
                <a:ext uri="{FF2B5EF4-FFF2-40B4-BE49-F238E27FC236}">
                  <a16:creationId xmlns:a16="http://schemas.microsoft.com/office/drawing/2014/main" id="{A9AC5F23-10FC-7C11-36FA-64402FA39B58}"/>
                </a:ext>
              </a:extLst>
            </p:cNvPr>
            <p:cNvSpPr>
              <a:spLocks noChangeShapeType="1"/>
            </p:cNvSpPr>
            <p:nvPr/>
          </p:nvSpPr>
          <p:spPr bwMode="auto">
            <a:xfrm>
              <a:off x="1304"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9" name="Line 11">
              <a:extLst>
                <a:ext uri="{FF2B5EF4-FFF2-40B4-BE49-F238E27FC236}">
                  <a16:creationId xmlns:a16="http://schemas.microsoft.com/office/drawing/2014/main" id="{097F8031-6FC1-E1E2-1468-C196AB07B22E}"/>
                </a:ext>
              </a:extLst>
            </p:cNvPr>
            <p:cNvSpPr>
              <a:spLocks noChangeShapeType="1"/>
            </p:cNvSpPr>
            <p:nvPr/>
          </p:nvSpPr>
          <p:spPr bwMode="auto">
            <a:xfrm>
              <a:off x="1296"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0" name="Line 12">
              <a:extLst>
                <a:ext uri="{FF2B5EF4-FFF2-40B4-BE49-F238E27FC236}">
                  <a16:creationId xmlns:a16="http://schemas.microsoft.com/office/drawing/2014/main" id="{93694ED5-64F3-3D44-D7CB-B70FD9545642}"/>
                </a:ext>
              </a:extLst>
            </p:cNvPr>
            <p:cNvSpPr>
              <a:spLocks noChangeShapeType="1"/>
            </p:cNvSpPr>
            <p:nvPr/>
          </p:nvSpPr>
          <p:spPr bwMode="auto">
            <a:xfrm flipV="1">
              <a:off x="1584"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1" name="Line 13">
              <a:extLst>
                <a:ext uri="{FF2B5EF4-FFF2-40B4-BE49-F238E27FC236}">
                  <a16:creationId xmlns:a16="http://schemas.microsoft.com/office/drawing/2014/main" id="{477C2ACF-9D19-8047-B763-7106A7C9C0C7}"/>
                </a:ext>
              </a:extLst>
            </p:cNvPr>
            <p:cNvSpPr>
              <a:spLocks noChangeShapeType="1"/>
            </p:cNvSpPr>
            <p:nvPr/>
          </p:nvSpPr>
          <p:spPr bwMode="auto">
            <a:xfrm>
              <a:off x="1592"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222" name="Group 19">
            <a:extLst>
              <a:ext uri="{FF2B5EF4-FFF2-40B4-BE49-F238E27FC236}">
                <a16:creationId xmlns:a16="http://schemas.microsoft.com/office/drawing/2014/main" id="{1DA78102-2B2F-E7B0-C7FB-9C6C9F17E82E}"/>
              </a:ext>
            </a:extLst>
          </p:cNvPr>
          <p:cNvGrpSpPr>
            <a:grpSpLocks/>
          </p:cNvGrpSpPr>
          <p:nvPr/>
        </p:nvGrpSpPr>
        <p:grpSpPr bwMode="auto">
          <a:xfrm>
            <a:off x="2895600" y="1130300"/>
            <a:ext cx="825500" cy="254000"/>
            <a:chOff x="1824" y="712"/>
            <a:chExt cx="520" cy="160"/>
          </a:xfrm>
        </p:grpSpPr>
        <p:sp>
          <p:nvSpPr>
            <p:cNvPr id="94223" name="Line 15">
              <a:extLst>
                <a:ext uri="{FF2B5EF4-FFF2-40B4-BE49-F238E27FC236}">
                  <a16:creationId xmlns:a16="http://schemas.microsoft.com/office/drawing/2014/main" id="{5703A046-F155-364D-F219-ACEEE6D8357A}"/>
                </a:ext>
              </a:extLst>
            </p:cNvPr>
            <p:cNvSpPr>
              <a:spLocks noChangeShapeType="1"/>
            </p:cNvSpPr>
            <p:nvPr/>
          </p:nvSpPr>
          <p:spPr bwMode="auto">
            <a:xfrm>
              <a:off x="1832"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4" name="Line 16">
              <a:extLst>
                <a:ext uri="{FF2B5EF4-FFF2-40B4-BE49-F238E27FC236}">
                  <a16:creationId xmlns:a16="http://schemas.microsoft.com/office/drawing/2014/main" id="{58C456ED-CE8A-4735-3025-FF206DD6B87B}"/>
                </a:ext>
              </a:extLst>
            </p:cNvPr>
            <p:cNvSpPr>
              <a:spLocks noChangeShapeType="1"/>
            </p:cNvSpPr>
            <p:nvPr/>
          </p:nvSpPr>
          <p:spPr bwMode="auto">
            <a:xfrm>
              <a:off x="1824"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5" name="Line 17">
              <a:extLst>
                <a:ext uri="{FF2B5EF4-FFF2-40B4-BE49-F238E27FC236}">
                  <a16:creationId xmlns:a16="http://schemas.microsoft.com/office/drawing/2014/main" id="{21D6BE0A-0624-0017-549B-8A78B30045B2}"/>
                </a:ext>
              </a:extLst>
            </p:cNvPr>
            <p:cNvSpPr>
              <a:spLocks noChangeShapeType="1"/>
            </p:cNvSpPr>
            <p:nvPr/>
          </p:nvSpPr>
          <p:spPr bwMode="auto">
            <a:xfrm flipV="1">
              <a:off x="2112"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6" name="Line 18">
              <a:extLst>
                <a:ext uri="{FF2B5EF4-FFF2-40B4-BE49-F238E27FC236}">
                  <a16:creationId xmlns:a16="http://schemas.microsoft.com/office/drawing/2014/main" id="{2D6767B6-78F0-3B5C-F17B-34FFAB7DE777}"/>
                </a:ext>
              </a:extLst>
            </p:cNvPr>
            <p:cNvSpPr>
              <a:spLocks noChangeShapeType="1"/>
            </p:cNvSpPr>
            <p:nvPr/>
          </p:nvSpPr>
          <p:spPr bwMode="auto">
            <a:xfrm>
              <a:off x="2120"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227" name="Group 24">
            <a:extLst>
              <a:ext uri="{FF2B5EF4-FFF2-40B4-BE49-F238E27FC236}">
                <a16:creationId xmlns:a16="http://schemas.microsoft.com/office/drawing/2014/main" id="{4A7C1C88-79AB-8E47-F1EB-B356218DBB42}"/>
              </a:ext>
            </a:extLst>
          </p:cNvPr>
          <p:cNvGrpSpPr>
            <a:grpSpLocks/>
          </p:cNvGrpSpPr>
          <p:nvPr/>
        </p:nvGrpSpPr>
        <p:grpSpPr bwMode="auto">
          <a:xfrm>
            <a:off x="3733800" y="1130300"/>
            <a:ext cx="825500" cy="254000"/>
            <a:chOff x="2352" y="712"/>
            <a:chExt cx="520" cy="160"/>
          </a:xfrm>
        </p:grpSpPr>
        <p:sp>
          <p:nvSpPr>
            <p:cNvPr id="94228" name="Line 20">
              <a:extLst>
                <a:ext uri="{FF2B5EF4-FFF2-40B4-BE49-F238E27FC236}">
                  <a16:creationId xmlns:a16="http://schemas.microsoft.com/office/drawing/2014/main" id="{D7E4C647-7544-9794-25EE-B7CA7275DCD1}"/>
                </a:ext>
              </a:extLst>
            </p:cNvPr>
            <p:cNvSpPr>
              <a:spLocks noChangeShapeType="1"/>
            </p:cNvSpPr>
            <p:nvPr/>
          </p:nvSpPr>
          <p:spPr bwMode="auto">
            <a:xfrm>
              <a:off x="2360"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9" name="Line 21">
              <a:extLst>
                <a:ext uri="{FF2B5EF4-FFF2-40B4-BE49-F238E27FC236}">
                  <a16:creationId xmlns:a16="http://schemas.microsoft.com/office/drawing/2014/main" id="{C30D83E2-D817-77F0-A133-A007090C6D3A}"/>
                </a:ext>
              </a:extLst>
            </p:cNvPr>
            <p:cNvSpPr>
              <a:spLocks noChangeShapeType="1"/>
            </p:cNvSpPr>
            <p:nvPr/>
          </p:nvSpPr>
          <p:spPr bwMode="auto">
            <a:xfrm>
              <a:off x="2352"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0" name="Line 22">
              <a:extLst>
                <a:ext uri="{FF2B5EF4-FFF2-40B4-BE49-F238E27FC236}">
                  <a16:creationId xmlns:a16="http://schemas.microsoft.com/office/drawing/2014/main" id="{AA90119C-9E15-1A72-45D9-277E7F576554}"/>
                </a:ext>
              </a:extLst>
            </p:cNvPr>
            <p:cNvSpPr>
              <a:spLocks noChangeShapeType="1"/>
            </p:cNvSpPr>
            <p:nvPr/>
          </p:nvSpPr>
          <p:spPr bwMode="auto">
            <a:xfrm flipV="1">
              <a:off x="2640"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1" name="Line 23">
              <a:extLst>
                <a:ext uri="{FF2B5EF4-FFF2-40B4-BE49-F238E27FC236}">
                  <a16:creationId xmlns:a16="http://schemas.microsoft.com/office/drawing/2014/main" id="{105926C2-CDCC-19AC-CCBE-09D46003F10B}"/>
                </a:ext>
              </a:extLst>
            </p:cNvPr>
            <p:cNvSpPr>
              <a:spLocks noChangeShapeType="1"/>
            </p:cNvSpPr>
            <p:nvPr/>
          </p:nvSpPr>
          <p:spPr bwMode="auto">
            <a:xfrm>
              <a:off x="2648"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232" name="Group 29">
            <a:extLst>
              <a:ext uri="{FF2B5EF4-FFF2-40B4-BE49-F238E27FC236}">
                <a16:creationId xmlns:a16="http://schemas.microsoft.com/office/drawing/2014/main" id="{F833E6DD-6857-B9A6-371C-939FC26ADBC7}"/>
              </a:ext>
            </a:extLst>
          </p:cNvPr>
          <p:cNvGrpSpPr>
            <a:grpSpLocks/>
          </p:cNvGrpSpPr>
          <p:nvPr/>
        </p:nvGrpSpPr>
        <p:grpSpPr bwMode="auto">
          <a:xfrm>
            <a:off x="4572000" y="1130300"/>
            <a:ext cx="825500" cy="254000"/>
            <a:chOff x="2880" y="712"/>
            <a:chExt cx="520" cy="160"/>
          </a:xfrm>
        </p:grpSpPr>
        <p:sp>
          <p:nvSpPr>
            <p:cNvPr id="94233" name="Line 25">
              <a:extLst>
                <a:ext uri="{FF2B5EF4-FFF2-40B4-BE49-F238E27FC236}">
                  <a16:creationId xmlns:a16="http://schemas.microsoft.com/office/drawing/2014/main" id="{465F3517-9471-40AA-E489-4E78B6DFC0AA}"/>
                </a:ext>
              </a:extLst>
            </p:cNvPr>
            <p:cNvSpPr>
              <a:spLocks noChangeShapeType="1"/>
            </p:cNvSpPr>
            <p:nvPr/>
          </p:nvSpPr>
          <p:spPr bwMode="auto">
            <a:xfrm>
              <a:off x="2888"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4" name="Line 26">
              <a:extLst>
                <a:ext uri="{FF2B5EF4-FFF2-40B4-BE49-F238E27FC236}">
                  <a16:creationId xmlns:a16="http://schemas.microsoft.com/office/drawing/2014/main" id="{A386AD5B-1C9F-33CD-9AFA-BD3D292B9A31}"/>
                </a:ext>
              </a:extLst>
            </p:cNvPr>
            <p:cNvSpPr>
              <a:spLocks noChangeShapeType="1"/>
            </p:cNvSpPr>
            <p:nvPr/>
          </p:nvSpPr>
          <p:spPr bwMode="auto">
            <a:xfrm>
              <a:off x="2880"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5" name="Line 27">
              <a:extLst>
                <a:ext uri="{FF2B5EF4-FFF2-40B4-BE49-F238E27FC236}">
                  <a16:creationId xmlns:a16="http://schemas.microsoft.com/office/drawing/2014/main" id="{5A03EA93-852B-908E-CD65-7E3E03BCD8FD}"/>
                </a:ext>
              </a:extLst>
            </p:cNvPr>
            <p:cNvSpPr>
              <a:spLocks noChangeShapeType="1"/>
            </p:cNvSpPr>
            <p:nvPr/>
          </p:nvSpPr>
          <p:spPr bwMode="auto">
            <a:xfrm flipV="1">
              <a:off x="3168"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6" name="Line 28">
              <a:extLst>
                <a:ext uri="{FF2B5EF4-FFF2-40B4-BE49-F238E27FC236}">
                  <a16:creationId xmlns:a16="http://schemas.microsoft.com/office/drawing/2014/main" id="{A1892753-2950-96DD-F391-FB567F2A91C3}"/>
                </a:ext>
              </a:extLst>
            </p:cNvPr>
            <p:cNvSpPr>
              <a:spLocks noChangeShapeType="1"/>
            </p:cNvSpPr>
            <p:nvPr/>
          </p:nvSpPr>
          <p:spPr bwMode="auto">
            <a:xfrm>
              <a:off x="3176"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237" name="Group 34">
            <a:extLst>
              <a:ext uri="{FF2B5EF4-FFF2-40B4-BE49-F238E27FC236}">
                <a16:creationId xmlns:a16="http://schemas.microsoft.com/office/drawing/2014/main" id="{7803814A-33F9-5E10-4834-07E6F0430951}"/>
              </a:ext>
            </a:extLst>
          </p:cNvPr>
          <p:cNvGrpSpPr>
            <a:grpSpLocks/>
          </p:cNvGrpSpPr>
          <p:nvPr/>
        </p:nvGrpSpPr>
        <p:grpSpPr bwMode="auto">
          <a:xfrm>
            <a:off x="5410200" y="1130300"/>
            <a:ext cx="825500" cy="254000"/>
            <a:chOff x="3408" y="712"/>
            <a:chExt cx="520" cy="160"/>
          </a:xfrm>
        </p:grpSpPr>
        <p:sp>
          <p:nvSpPr>
            <p:cNvPr id="94238" name="Line 30">
              <a:extLst>
                <a:ext uri="{FF2B5EF4-FFF2-40B4-BE49-F238E27FC236}">
                  <a16:creationId xmlns:a16="http://schemas.microsoft.com/office/drawing/2014/main" id="{85200FCF-BAAA-01D3-6FD6-9483E86F671C}"/>
                </a:ext>
              </a:extLst>
            </p:cNvPr>
            <p:cNvSpPr>
              <a:spLocks noChangeShapeType="1"/>
            </p:cNvSpPr>
            <p:nvPr/>
          </p:nvSpPr>
          <p:spPr bwMode="auto">
            <a:xfrm>
              <a:off x="3416"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9" name="Line 31">
              <a:extLst>
                <a:ext uri="{FF2B5EF4-FFF2-40B4-BE49-F238E27FC236}">
                  <a16:creationId xmlns:a16="http://schemas.microsoft.com/office/drawing/2014/main" id="{7164B258-250F-734F-079D-BF2F2286CB9D}"/>
                </a:ext>
              </a:extLst>
            </p:cNvPr>
            <p:cNvSpPr>
              <a:spLocks noChangeShapeType="1"/>
            </p:cNvSpPr>
            <p:nvPr/>
          </p:nvSpPr>
          <p:spPr bwMode="auto">
            <a:xfrm>
              <a:off x="3408"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40" name="Line 32">
              <a:extLst>
                <a:ext uri="{FF2B5EF4-FFF2-40B4-BE49-F238E27FC236}">
                  <a16:creationId xmlns:a16="http://schemas.microsoft.com/office/drawing/2014/main" id="{4F1A8064-FADC-2D55-11EE-EDD3F539611B}"/>
                </a:ext>
              </a:extLst>
            </p:cNvPr>
            <p:cNvSpPr>
              <a:spLocks noChangeShapeType="1"/>
            </p:cNvSpPr>
            <p:nvPr/>
          </p:nvSpPr>
          <p:spPr bwMode="auto">
            <a:xfrm flipV="1">
              <a:off x="3696"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41" name="Line 33">
              <a:extLst>
                <a:ext uri="{FF2B5EF4-FFF2-40B4-BE49-F238E27FC236}">
                  <a16:creationId xmlns:a16="http://schemas.microsoft.com/office/drawing/2014/main" id="{9432A22E-7327-0985-EBF0-40CEDD6D77F0}"/>
                </a:ext>
              </a:extLst>
            </p:cNvPr>
            <p:cNvSpPr>
              <a:spLocks noChangeShapeType="1"/>
            </p:cNvSpPr>
            <p:nvPr/>
          </p:nvSpPr>
          <p:spPr bwMode="auto">
            <a:xfrm>
              <a:off x="3704"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242" name="Group 39">
            <a:extLst>
              <a:ext uri="{FF2B5EF4-FFF2-40B4-BE49-F238E27FC236}">
                <a16:creationId xmlns:a16="http://schemas.microsoft.com/office/drawing/2014/main" id="{B48AF884-55AE-C75A-CCE1-CB27A04CAD43}"/>
              </a:ext>
            </a:extLst>
          </p:cNvPr>
          <p:cNvGrpSpPr>
            <a:grpSpLocks/>
          </p:cNvGrpSpPr>
          <p:nvPr/>
        </p:nvGrpSpPr>
        <p:grpSpPr bwMode="auto">
          <a:xfrm>
            <a:off x="6248400" y="1130300"/>
            <a:ext cx="825500" cy="254000"/>
            <a:chOff x="3936" y="712"/>
            <a:chExt cx="520" cy="160"/>
          </a:xfrm>
        </p:grpSpPr>
        <p:sp>
          <p:nvSpPr>
            <p:cNvPr id="94243" name="Line 35">
              <a:extLst>
                <a:ext uri="{FF2B5EF4-FFF2-40B4-BE49-F238E27FC236}">
                  <a16:creationId xmlns:a16="http://schemas.microsoft.com/office/drawing/2014/main" id="{3F0BA330-DE0A-E4BD-299A-7E8E98AB8025}"/>
                </a:ext>
              </a:extLst>
            </p:cNvPr>
            <p:cNvSpPr>
              <a:spLocks noChangeShapeType="1"/>
            </p:cNvSpPr>
            <p:nvPr/>
          </p:nvSpPr>
          <p:spPr bwMode="auto">
            <a:xfrm>
              <a:off x="3944"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44" name="Line 36">
              <a:extLst>
                <a:ext uri="{FF2B5EF4-FFF2-40B4-BE49-F238E27FC236}">
                  <a16:creationId xmlns:a16="http://schemas.microsoft.com/office/drawing/2014/main" id="{0B02AAE1-F769-F48A-7C6A-CD5C79CCE8D9}"/>
                </a:ext>
              </a:extLst>
            </p:cNvPr>
            <p:cNvSpPr>
              <a:spLocks noChangeShapeType="1"/>
            </p:cNvSpPr>
            <p:nvPr/>
          </p:nvSpPr>
          <p:spPr bwMode="auto">
            <a:xfrm>
              <a:off x="3936"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45" name="Line 37">
              <a:extLst>
                <a:ext uri="{FF2B5EF4-FFF2-40B4-BE49-F238E27FC236}">
                  <a16:creationId xmlns:a16="http://schemas.microsoft.com/office/drawing/2014/main" id="{7186CFF7-D322-0397-3951-725410186EEC}"/>
                </a:ext>
              </a:extLst>
            </p:cNvPr>
            <p:cNvSpPr>
              <a:spLocks noChangeShapeType="1"/>
            </p:cNvSpPr>
            <p:nvPr/>
          </p:nvSpPr>
          <p:spPr bwMode="auto">
            <a:xfrm flipV="1">
              <a:off x="4224"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46" name="Line 38">
              <a:extLst>
                <a:ext uri="{FF2B5EF4-FFF2-40B4-BE49-F238E27FC236}">
                  <a16:creationId xmlns:a16="http://schemas.microsoft.com/office/drawing/2014/main" id="{FD1E3191-E6BF-2798-1AD0-A5A081B5872D}"/>
                </a:ext>
              </a:extLst>
            </p:cNvPr>
            <p:cNvSpPr>
              <a:spLocks noChangeShapeType="1"/>
            </p:cNvSpPr>
            <p:nvPr/>
          </p:nvSpPr>
          <p:spPr bwMode="auto">
            <a:xfrm>
              <a:off x="4232"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247" name="Group 44">
            <a:extLst>
              <a:ext uri="{FF2B5EF4-FFF2-40B4-BE49-F238E27FC236}">
                <a16:creationId xmlns:a16="http://schemas.microsoft.com/office/drawing/2014/main" id="{CAEEA82E-A786-6043-5A7E-AA40498DC95C}"/>
              </a:ext>
            </a:extLst>
          </p:cNvPr>
          <p:cNvGrpSpPr>
            <a:grpSpLocks/>
          </p:cNvGrpSpPr>
          <p:nvPr/>
        </p:nvGrpSpPr>
        <p:grpSpPr bwMode="auto">
          <a:xfrm>
            <a:off x="7086600" y="1130300"/>
            <a:ext cx="825500" cy="254000"/>
            <a:chOff x="4464" y="712"/>
            <a:chExt cx="520" cy="160"/>
          </a:xfrm>
        </p:grpSpPr>
        <p:sp>
          <p:nvSpPr>
            <p:cNvPr id="94248" name="Line 40">
              <a:extLst>
                <a:ext uri="{FF2B5EF4-FFF2-40B4-BE49-F238E27FC236}">
                  <a16:creationId xmlns:a16="http://schemas.microsoft.com/office/drawing/2014/main" id="{10EDBDE1-9A4C-78E5-9EB4-9866F3B698BC}"/>
                </a:ext>
              </a:extLst>
            </p:cNvPr>
            <p:cNvSpPr>
              <a:spLocks noChangeShapeType="1"/>
            </p:cNvSpPr>
            <p:nvPr/>
          </p:nvSpPr>
          <p:spPr bwMode="auto">
            <a:xfrm>
              <a:off x="4472"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49" name="Line 41">
              <a:extLst>
                <a:ext uri="{FF2B5EF4-FFF2-40B4-BE49-F238E27FC236}">
                  <a16:creationId xmlns:a16="http://schemas.microsoft.com/office/drawing/2014/main" id="{7C824569-84AA-8F9F-3FDA-6C7AA53F862B}"/>
                </a:ext>
              </a:extLst>
            </p:cNvPr>
            <p:cNvSpPr>
              <a:spLocks noChangeShapeType="1"/>
            </p:cNvSpPr>
            <p:nvPr/>
          </p:nvSpPr>
          <p:spPr bwMode="auto">
            <a:xfrm>
              <a:off x="4464"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0" name="Line 42">
              <a:extLst>
                <a:ext uri="{FF2B5EF4-FFF2-40B4-BE49-F238E27FC236}">
                  <a16:creationId xmlns:a16="http://schemas.microsoft.com/office/drawing/2014/main" id="{9B9DBD71-26AA-A0F5-9418-1CE4B57FDD02}"/>
                </a:ext>
              </a:extLst>
            </p:cNvPr>
            <p:cNvSpPr>
              <a:spLocks noChangeShapeType="1"/>
            </p:cNvSpPr>
            <p:nvPr/>
          </p:nvSpPr>
          <p:spPr bwMode="auto">
            <a:xfrm flipV="1">
              <a:off x="4752"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1" name="Line 43">
              <a:extLst>
                <a:ext uri="{FF2B5EF4-FFF2-40B4-BE49-F238E27FC236}">
                  <a16:creationId xmlns:a16="http://schemas.microsoft.com/office/drawing/2014/main" id="{C3F514DF-5BD5-7B25-B0AC-6D408400F840}"/>
                </a:ext>
              </a:extLst>
            </p:cNvPr>
            <p:cNvSpPr>
              <a:spLocks noChangeShapeType="1"/>
            </p:cNvSpPr>
            <p:nvPr/>
          </p:nvSpPr>
          <p:spPr bwMode="auto">
            <a:xfrm>
              <a:off x="4760"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4252" name="Line 45">
            <a:extLst>
              <a:ext uri="{FF2B5EF4-FFF2-40B4-BE49-F238E27FC236}">
                <a16:creationId xmlns:a16="http://schemas.microsoft.com/office/drawing/2014/main" id="{0F2508DB-AE0F-1C64-8D73-8A88C900BA60}"/>
              </a:ext>
            </a:extLst>
          </p:cNvPr>
          <p:cNvSpPr>
            <a:spLocks noChangeShapeType="1"/>
          </p:cNvSpPr>
          <p:nvPr/>
        </p:nvSpPr>
        <p:spPr bwMode="auto">
          <a:xfrm>
            <a:off x="850900" y="1143000"/>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3" name="Line 47">
            <a:extLst>
              <a:ext uri="{FF2B5EF4-FFF2-40B4-BE49-F238E27FC236}">
                <a16:creationId xmlns:a16="http://schemas.microsoft.com/office/drawing/2014/main" id="{8FECA6F0-516D-C1E4-37FE-CB0A06E9E707}"/>
              </a:ext>
            </a:extLst>
          </p:cNvPr>
          <p:cNvSpPr>
            <a:spLocks noChangeShapeType="1"/>
          </p:cNvSpPr>
          <p:nvPr/>
        </p:nvSpPr>
        <p:spPr bwMode="auto">
          <a:xfrm>
            <a:off x="7924800" y="1155700"/>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4" name="Line 48">
            <a:extLst>
              <a:ext uri="{FF2B5EF4-FFF2-40B4-BE49-F238E27FC236}">
                <a16:creationId xmlns:a16="http://schemas.microsoft.com/office/drawing/2014/main" id="{8EA0CB03-59FC-F75E-7DC0-B2DDB193FCC7}"/>
              </a:ext>
            </a:extLst>
          </p:cNvPr>
          <p:cNvSpPr>
            <a:spLocks noChangeShapeType="1"/>
          </p:cNvSpPr>
          <p:nvPr/>
        </p:nvSpPr>
        <p:spPr bwMode="auto">
          <a:xfrm flipV="1">
            <a:off x="12192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5" name="Line 49">
            <a:extLst>
              <a:ext uri="{FF2B5EF4-FFF2-40B4-BE49-F238E27FC236}">
                <a16:creationId xmlns:a16="http://schemas.microsoft.com/office/drawing/2014/main" id="{23103064-CA52-2294-87E2-A2CDA85F36E0}"/>
              </a:ext>
            </a:extLst>
          </p:cNvPr>
          <p:cNvSpPr>
            <a:spLocks noChangeShapeType="1"/>
          </p:cNvSpPr>
          <p:nvPr/>
        </p:nvSpPr>
        <p:spPr bwMode="auto">
          <a:xfrm flipV="1">
            <a:off x="20574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6" name="Rectangle 50">
            <a:extLst>
              <a:ext uri="{FF2B5EF4-FFF2-40B4-BE49-F238E27FC236}">
                <a16:creationId xmlns:a16="http://schemas.microsoft.com/office/drawing/2014/main" id="{49A1E148-7702-CFD0-85EA-62FEC30DA558}"/>
              </a:ext>
            </a:extLst>
          </p:cNvPr>
          <p:cNvSpPr>
            <a:spLocks noChangeArrowheads="1"/>
          </p:cNvSpPr>
          <p:nvPr/>
        </p:nvSpPr>
        <p:spPr bwMode="auto">
          <a:xfrm>
            <a:off x="12811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a:t>
            </a:r>
          </a:p>
        </p:txBody>
      </p:sp>
      <p:sp>
        <p:nvSpPr>
          <p:cNvPr id="94257" name="Rectangle 51">
            <a:extLst>
              <a:ext uri="{FF2B5EF4-FFF2-40B4-BE49-F238E27FC236}">
                <a16:creationId xmlns:a16="http://schemas.microsoft.com/office/drawing/2014/main" id="{04790BC9-0D9B-1A99-2853-952059CDE1E7}"/>
              </a:ext>
            </a:extLst>
          </p:cNvPr>
          <p:cNvSpPr>
            <a:spLocks noChangeArrowheads="1"/>
          </p:cNvSpPr>
          <p:nvPr/>
        </p:nvSpPr>
        <p:spPr bwMode="auto">
          <a:xfrm>
            <a:off x="20431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2</a:t>
            </a:r>
          </a:p>
        </p:txBody>
      </p:sp>
      <p:sp>
        <p:nvSpPr>
          <p:cNvPr id="94258" name="Line 52">
            <a:extLst>
              <a:ext uri="{FF2B5EF4-FFF2-40B4-BE49-F238E27FC236}">
                <a16:creationId xmlns:a16="http://schemas.microsoft.com/office/drawing/2014/main" id="{BAB1789B-0420-0D28-9E8B-1FA9E8E6BCE7}"/>
              </a:ext>
            </a:extLst>
          </p:cNvPr>
          <p:cNvSpPr>
            <a:spLocks noChangeShapeType="1"/>
          </p:cNvSpPr>
          <p:nvPr/>
        </p:nvSpPr>
        <p:spPr bwMode="auto">
          <a:xfrm flipV="1">
            <a:off x="28956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9" name="Line 53">
            <a:extLst>
              <a:ext uri="{FF2B5EF4-FFF2-40B4-BE49-F238E27FC236}">
                <a16:creationId xmlns:a16="http://schemas.microsoft.com/office/drawing/2014/main" id="{A1E286DF-447A-8EC7-7982-178D431883A6}"/>
              </a:ext>
            </a:extLst>
          </p:cNvPr>
          <p:cNvSpPr>
            <a:spLocks noChangeShapeType="1"/>
          </p:cNvSpPr>
          <p:nvPr/>
        </p:nvSpPr>
        <p:spPr bwMode="auto">
          <a:xfrm flipV="1">
            <a:off x="37338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60" name="Line 54">
            <a:extLst>
              <a:ext uri="{FF2B5EF4-FFF2-40B4-BE49-F238E27FC236}">
                <a16:creationId xmlns:a16="http://schemas.microsoft.com/office/drawing/2014/main" id="{76679418-70AD-B59E-76BE-59B325242C83}"/>
              </a:ext>
            </a:extLst>
          </p:cNvPr>
          <p:cNvSpPr>
            <a:spLocks noChangeShapeType="1"/>
          </p:cNvSpPr>
          <p:nvPr/>
        </p:nvSpPr>
        <p:spPr bwMode="auto">
          <a:xfrm flipV="1">
            <a:off x="45720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61" name="Line 55">
            <a:extLst>
              <a:ext uri="{FF2B5EF4-FFF2-40B4-BE49-F238E27FC236}">
                <a16:creationId xmlns:a16="http://schemas.microsoft.com/office/drawing/2014/main" id="{F7A06B03-FA6C-7B38-8CE8-1CCD0F64E786}"/>
              </a:ext>
            </a:extLst>
          </p:cNvPr>
          <p:cNvSpPr>
            <a:spLocks noChangeShapeType="1"/>
          </p:cNvSpPr>
          <p:nvPr/>
        </p:nvSpPr>
        <p:spPr bwMode="auto">
          <a:xfrm flipV="1">
            <a:off x="54102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62" name="Line 56">
            <a:extLst>
              <a:ext uri="{FF2B5EF4-FFF2-40B4-BE49-F238E27FC236}">
                <a16:creationId xmlns:a16="http://schemas.microsoft.com/office/drawing/2014/main" id="{7E710E91-C663-9B48-FC8F-1DC7B3E7834A}"/>
              </a:ext>
            </a:extLst>
          </p:cNvPr>
          <p:cNvSpPr>
            <a:spLocks noChangeShapeType="1"/>
          </p:cNvSpPr>
          <p:nvPr/>
        </p:nvSpPr>
        <p:spPr bwMode="auto">
          <a:xfrm flipV="1">
            <a:off x="62484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63" name="Line 57">
            <a:extLst>
              <a:ext uri="{FF2B5EF4-FFF2-40B4-BE49-F238E27FC236}">
                <a16:creationId xmlns:a16="http://schemas.microsoft.com/office/drawing/2014/main" id="{B90E466B-C76D-EA28-3533-C616787A3E64}"/>
              </a:ext>
            </a:extLst>
          </p:cNvPr>
          <p:cNvSpPr>
            <a:spLocks noChangeShapeType="1"/>
          </p:cNvSpPr>
          <p:nvPr/>
        </p:nvSpPr>
        <p:spPr bwMode="auto">
          <a:xfrm flipV="1">
            <a:off x="70866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64" name="Line 58">
            <a:extLst>
              <a:ext uri="{FF2B5EF4-FFF2-40B4-BE49-F238E27FC236}">
                <a16:creationId xmlns:a16="http://schemas.microsoft.com/office/drawing/2014/main" id="{70406C7A-5E67-B319-F895-02086FA9C509}"/>
              </a:ext>
            </a:extLst>
          </p:cNvPr>
          <p:cNvSpPr>
            <a:spLocks noChangeShapeType="1"/>
          </p:cNvSpPr>
          <p:nvPr/>
        </p:nvSpPr>
        <p:spPr bwMode="auto">
          <a:xfrm flipV="1">
            <a:off x="79248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65" name="Rectangle 59">
            <a:extLst>
              <a:ext uri="{FF2B5EF4-FFF2-40B4-BE49-F238E27FC236}">
                <a16:creationId xmlns:a16="http://schemas.microsoft.com/office/drawing/2014/main" id="{8E99DCD6-67BF-0724-4A0D-3EFD717A61DD}"/>
              </a:ext>
            </a:extLst>
          </p:cNvPr>
          <p:cNvSpPr>
            <a:spLocks noChangeArrowheads="1"/>
          </p:cNvSpPr>
          <p:nvPr/>
        </p:nvSpPr>
        <p:spPr bwMode="auto">
          <a:xfrm>
            <a:off x="29575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3</a:t>
            </a:r>
          </a:p>
        </p:txBody>
      </p:sp>
      <p:sp>
        <p:nvSpPr>
          <p:cNvPr id="94266" name="Rectangle 60">
            <a:extLst>
              <a:ext uri="{FF2B5EF4-FFF2-40B4-BE49-F238E27FC236}">
                <a16:creationId xmlns:a16="http://schemas.microsoft.com/office/drawing/2014/main" id="{F987AC22-1A8E-42A5-7947-6E908D27D392}"/>
              </a:ext>
            </a:extLst>
          </p:cNvPr>
          <p:cNvSpPr>
            <a:spLocks noChangeArrowheads="1"/>
          </p:cNvSpPr>
          <p:nvPr/>
        </p:nvSpPr>
        <p:spPr bwMode="auto">
          <a:xfrm>
            <a:off x="37195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4</a:t>
            </a:r>
          </a:p>
        </p:txBody>
      </p:sp>
      <p:sp>
        <p:nvSpPr>
          <p:cNvPr id="94267" name="Rectangle 61">
            <a:extLst>
              <a:ext uri="{FF2B5EF4-FFF2-40B4-BE49-F238E27FC236}">
                <a16:creationId xmlns:a16="http://schemas.microsoft.com/office/drawing/2014/main" id="{1759E69D-2A59-A6AF-BE00-93641C2AAA0F}"/>
              </a:ext>
            </a:extLst>
          </p:cNvPr>
          <p:cNvSpPr>
            <a:spLocks noChangeArrowheads="1"/>
          </p:cNvSpPr>
          <p:nvPr/>
        </p:nvSpPr>
        <p:spPr bwMode="auto">
          <a:xfrm>
            <a:off x="45577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5</a:t>
            </a:r>
          </a:p>
        </p:txBody>
      </p:sp>
      <p:sp>
        <p:nvSpPr>
          <p:cNvPr id="94268" name="Rectangle 62">
            <a:extLst>
              <a:ext uri="{FF2B5EF4-FFF2-40B4-BE49-F238E27FC236}">
                <a16:creationId xmlns:a16="http://schemas.microsoft.com/office/drawing/2014/main" id="{CD4F043A-82C5-0F3A-3528-90BFAA0579C3}"/>
              </a:ext>
            </a:extLst>
          </p:cNvPr>
          <p:cNvSpPr>
            <a:spLocks noChangeArrowheads="1"/>
          </p:cNvSpPr>
          <p:nvPr/>
        </p:nvSpPr>
        <p:spPr bwMode="auto">
          <a:xfrm>
            <a:off x="53959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6</a:t>
            </a:r>
          </a:p>
        </p:txBody>
      </p:sp>
      <p:sp>
        <p:nvSpPr>
          <p:cNvPr id="94269" name="Rectangle 63">
            <a:extLst>
              <a:ext uri="{FF2B5EF4-FFF2-40B4-BE49-F238E27FC236}">
                <a16:creationId xmlns:a16="http://schemas.microsoft.com/office/drawing/2014/main" id="{5BE21715-A709-88D6-6059-D56E6C9FEFA3}"/>
              </a:ext>
            </a:extLst>
          </p:cNvPr>
          <p:cNvSpPr>
            <a:spLocks noChangeArrowheads="1"/>
          </p:cNvSpPr>
          <p:nvPr/>
        </p:nvSpPr>
        <p:spPr bwMode="auto">
          <a:xfrm>
            <a:off x="62341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7</a:t>
            </a:r>
          </a:p>
        </p:txBody>
      </p:sp>
      <p:sp>
        <p:nvSpPr>
          <p:cNvPr id="94270" name="Rectangle 64">
            <a:extLst>
              <a:ext uri="{FF2B5EF4-FFF2-40B4-BE49-F238E27FC236}">
                <a16:creationId xmlns:a16="http://schemas.microsoft.com/office/drawing/2014/main" id="{B9FA2C28-8BC8-F0E2-3B7D-72B007640AC6}"/>
              </a:ext>
            </a:extLst>
          </p:cNvPr>
          <p:cNvSpPr>
            <a:spLocks noChangeArrowheads="1"/>
          </p:cNvSpPr>
          <p:nvPr/>
        </p:nvSpPr>
        <p:spPr bwMode="auto">
          <a:xfrm>
            <a:off x="70723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8</a:t>
            </a:r>
          </a:p>
        </p:txBody>
      </p:sp>
      <p:sp>
        <p:nvSpPr>
          <p:cNvPr id="94271" name="Oval 136">
            <a:extLst>
              <a:ext uri="{FF2B5EF4-FFF2-40B4-BE49-F238E27FC236}">
                <a16:creationId xmlns:a16="http://schemas.microsoft.com/office/drawing/2014/main" id="{5074513C-6DB5-0ABF-6400-C5B258DF978E}"/>
              </a:ext>
            </a:extLst>
          </p:cNvPr>
          <p:cNvSpPr>
            <a:spLocks noChangeArrowheads="1"/>
          </p:cNvSpPr>
          <p:nvPr/>
        </p:nvSpPr>
        <p:spPr bwMode="auto">
          <a:xfrm>
            <a:off x="5340350" y="1073150"/>
            <a:ext cx="139700" cy="28067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272" name="Line 46">
            <a:extLst>
              <a:ext uri="{FF2B5EF4-FFF2-40B4-BE49-F238E27FC236}">
                <a16:creationId xmlns:a16="http://schemas.microsoft.com/office/drawing/2014/main" id="{4EB88342-69E2-798D-8B60-8EB3E9208BAD}"/>
              </a:ext>
            </a:extLst>
          </p:cNvPr>
          <p:cNvSpPr>
            <a:spLocks noChangeShapeType="1"/>
          </p:cNvSpPr>
          <p:nvPr/>
        </p:nvSpPr>
        <p:spPr bwMode="auto">
          <a:xfrm>
            <a:off x="7937500" y="13716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4273" name="Group 80">
            <a:extLst>
              <a:ext uri="{FF2B5EF4-FFF2-40B4-BE49-F238E27FC236}">
                <a16:creationId xmlns:a16="http://schemas.microsoft.com/office/drawing/2014/main" id="{22B482DF-99AB-7D90-5108-09045DE05E4E}"/>
              </a:ext>
            </a:extLst>
          </p:cNvPr>
          <p:cNvGrpSpPr>
            <a:grpSpLocks/>
          </p:cNvGrpSpPr>
          <p:nvPr/>
        </p:nvGrpSpPr>
        <p:grpSpPr bwMode="auto">
          <a:xfrm>
            <a:off x="1231900" y="1600200"/>
            <a:ext cx="4165600" cy="333375"/>
            <a:chOff x="776" y="1008"/>
            <a:chExt cx="2624" cy="210"/>
          </a:xfrm>
        </p:grpSpPr>
        <p:grpSp>
          <p:nvGrpSpPr>
            <p:cNvPr id="94274" name="Group 67">
              <a:extLst>
                <a:ext uri="{FF2B5EF4-FFF2-40B4-BE49-F238E27FC236}">
                  <a16:creationId xmlns:a16="http://schemas.microsoft.com/office/drawing/2014/main" id="{6DD1CE88-87D8-64A7-0EB3-33463D16B23F}"/>
                </a:ext>
              </a:extLst>
            </p:cNvPr>
            <p:cNvGrpSpPr>
              <a:grpSpLocks/>
            </p:cNvGrpSpPr>
            <p:nvPr/>
          </p:nvGrpSpPr>
          <p:grpSpPr bwMode="auto">
            <a:xfrm>
              <a:off x="776" y="1008"/>
              <a:ext cx="512" cy="210"/>
              <a:chOff x="776" y="1008"/>
              <a:chExt cx="512" cy="210"/>
            </a:xfrm>
          </p:grpSpPr>
          <p:sp>
            <p:nvSpPr>
              <p:cNvPr id="94275" name="Rectangle 65">
                <a:extLst>
                  <a:ext uri="{FF2B5EF4-FFF2-40B4-BE49-F238E27FC236}">
                    <a16:creationId xmlns:a16="http://schemas.microsoft.com/office/drawing/2014/main" id="{0BB683E1-D9ED-7BA6-D043-8E56B360689B}"/>
                  </a:ext>
                </a:extLst>
              </p:cNvPr>
              <p:cNvSpPr>
                <a:spLocks noChangeArrowheads="1"/>
              </p:cNvSpPr>
              <p:nvPr/>
            </p:nvSpPr>
            <p:spPr bwMode="auto">
              <a:xfrm>
                <a:off x="776"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276" name="Rectangle 66">
                <a:extLst>
                  <a:ext uri="{FF2B5EF4-FFF2-40B4-BE49-F238E27FC236}">
                    <a16:creationId xmlns:a16="http://schemas.microsoft.com/office/drawing/2014/main" id="{9F5E3F29-D4E4-2363-DD5D-8FBE8E863F05}"/>
                  </a:ext>
                </a:extLst>
              </p:cNvPr>
              <p:cNvSpPr>
                <a:spLocks noChangeArrowheads="1"/>
              </p:cNvSpPr>
              <p:nvPr/>
            </p:nvSpPr>
            <p:spPr bwMode="auto">
              <a:xfrm>
                <a:off x="817" y="1008"/>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4277" name="Group 70">
              <a:extLst>
                <a:ext uri="{FF2B5EF4-FFF2-40B4-BE49-F238E27FC236}">
                  <a16:creationId xmlns:a16="http://schemas.microsoft.com/office/drawing/2014/main" id="{54439D0B-507A-8F76-DD53-44CB471BADA6}"/>
                </a:ext>
              </a:extLst>
            </p:cNvPr>
            <p:cNvGrpSpPr>
              <a:grpSpLocks/>
            </p:cNvGrpSpPr>
            <p:nvPr/>
          </p:nvGrpSpPr>
          <p:grpSpPr bwMode="auto">
            <a:xfrm>
              <a:off x="1287" y="1008"/>
              <a:ext cx="569" cy="210"/>
              <a:chOff x="1287" y="1008"/>
              <a:chExt cx="569" cy="210"/>
            </a:xfrm>
          </p:grpSpPr>
          <p:sp>
            <p:nvSpPr>
              <p:cNvPr id="94278" name="Rectangle 68">
                <a:extLst>
                  <a:ext uri="{FF2B5EF4-FFF2-40B4-BE49-F238E27FC236}">
                    <a16:creationId xmlns:a16="http://schemas.microsoft.com/office/drawing/2014/main" id="{CB1FBFCE-8C27-7F8D-ADB6-81A1E4D83A25}"/>
                  </a:ext>
                </a:extLst>
              </p:cNvPr>
              <p:cNvSpPr>
                <a:spLocks noChangeArrowheads="1"/>
              </p:cNvSpPr>
              <p:nvPr/>
            </p:nvSpPr>
            <p:spPr bwMode="auto">
              <a:xfrm>
                <a:off x="1304"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279" name="Rectangle 69">
                <a:extLst>
                  <a:ext uri="{FF2B5EF4-FFF2-40B4-BE49-F238E27FC236}">
                    <a16:creationId xmlns:a16="http://schemas.microsoft.com/office/drawing/2014/main" id="{F9323F95-414A-0059-07FB-2E46C8E8D123}"/>
                  </a:ext>
                </a:extLst>
              </p:cNvPr>
              <p:cNvSpPr>
                <a:spLocks noChangeArrowheads="1"/>
              </p:cNvSpPr>
              <p:nvPr/>
            </p:nvSpPr>
            <p:spPr bwMode="auto">
              <a:xfrm>
                <a:off x="1287" y="1008"/>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4280" name="Group 73">
              <a:extLst>
                <a:ext uri="{FF2B5EF4-FFF2-40B4-BE49-F238E27FC236}">
                  <a16:creationId xmlns:a16="http://schemas.microsoft.com/office/drawing/2014/main" id="{B60CAD9C-A9EE-C758-D5D6-CB04B6B0C652}"/>
                </a:ext>
              </a:extLst>
            </p:cNvPr>
            <p:cNvGrpSpPr>
              <a:grpSpLocks/>
            </p:cNvGrpSpPr>
            <p:nvPr/>
          </p:nvGrpSpPr>
          <p:grpSpPr bwMode="auto">
            <a:xfrm>
              <a:off x="1832" y="1008"/>
              <a:ext cx="512" cy="210"/>
              <a:chOff x="1832" y="1008"/>
              <a:chExt cx="512" cy="210"/>
            </a:xfrm>
          </p:grpSpPr>
          <p:sp>
            <p:nvSpPr>
              <p:cNvPr id="94281" name="Rectangle 71">
                <a:extLst>
                  <a:ext uri="{FF2B5EF4-FFF2-40B4-BE49-F238E27FC236}">
                    <a16:creationId xmlns:a16="http://schemas.microsoft.com/office/drawing/2014/main" id="{F6E5E539-E8FB-A568-E2EE-8B6A28008C23}"/>
                  </a:ext>
                </a:extLst>
              </p:cNvPr>
              <p:cNvSpPr>
                <a:spLocks noChangeArrowheads="1"/>
              </p:cNvSpPr>
              <p:nvPr/>
            </p:nvSpPr>
            <p:spPr bwMode="auto">
              <a:xfrm>
                <a:off x="1832"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282" name="Rectangle 72">
                <a:extLst>
                  <a:ext uri="{FF2B5EF4-FFF2-40B4-BE49-F238E27FC236}">
                    <a16:creationId xmlns:a16="http://schemas.microsoft.com/office/drawing/2014/main" id="{37B46FA9-AE15-B72D-3E78-246F7F23D205}"/>
                  </a:ext>
                </a:extLst>
              </p:cNvPr>
              <p:cNvSpPr>
                <a:spLocks noChangeArrowheads="1"/>
              </p:cNvSpPr>
              <p:nvPr/>
            </p:nvSpPr>
            <p:spPr bwMode="auto">
              <a:xfrm>
                <a:off x="1911" y="1008"/>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4283" name="Group 76">
              <a:extLst>
                <a:ext uri="{FF2B5EF4-FFF2-40B4-BE49-F238E27FC236}">
                  <a16:creationId xmlns:a16="http://schemas.microsoft.com/office/drawing/2014/main" id="{8CB3B402-832C-13C8-3EBA-844DE2B5545E}"/>
                </a:ext>
              </a:extLst>
            </p:cNvPr>
            <p:cNvGrpSpPr>
              <a:grpSpLocks/>
            </p:cNvGrpSpPr>
            <p:nvPr/>
          </p:nvGrpSpPr>
          <p:grpSpPr bwMode="auto">
            <a:xfrm>
              <a:off x="2360" y="1008"/>
              <a:ext cx="512" cy="210"/>
              <a:chOff x="2360" y="1008"/>
              <a:chExt cx="512" cy="210"/>
            </a:xfrm>
          </p:grpSpPr>
          <p:sp>
            <p:nvSpPr>
              <p:cNvPr id="94284" name="Rectangle 74">
                <a:extLst>
                  <a:ext uri="{FF2B5EF4-FFF2-40B4-BE49-F238E27FC236}">
                    <a16:creationId xmlns:a16="http://schemas.microsoft.com/office/drawing/2014/main" id="{9732065A-80AC-324B-3824-3D8BCBD3F9D4}"/>
                  </a:ext>
                </a:extLst>
              </p:cNvPr>
              <p:cNvSpPr>
                <a:spLocks noChangeArrowheads="1"/>
              </p:cNvSpPr>
              <p:nvPr/>
            </p:nvSpPr>
            <p:spPr bwMode="auto">
              <a:xfrm>
                <a:off x="2360"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285" name="Rectangle 75">
                <a:extLst>
                  <a:ext uri="{FF2B5EF4-FFF2-40B4-BE49-F238E27FC236}">
                    <a16:creationId xmlns:a16="http://schemas.microsoft.com/office/drawing/2014/main" id="{13826C42-123A-370D-EEEE-5C172727DE3A}"/>
                  </a:ext>
                </a:extLst>
              </p:cNvPr>
              <p:cNvSpPr>
                <a:spLocks noChangeArrowheads="1"/>
              </p:cNvSpPr>
              <p:nvPr/>
            </p:nvSpPr>
            <p:spPr bwMode="auto">
              <a:xfrm>
                <a:off x="2439" y="1008"/>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4286" name="Group 79">
              <a:extLst>
                <a:ext uri="{FF2B5EF4-FFF2-40B4-BE49-F238E27FC236}">
                  <a16:creationId xmlns:a16="http://schemas.microsoft.com/office/drawing/2014/main" id="{1D22F43F-ADEA-AE17-4F61-A2B94E45D8E0}"/>
                </a:ext>
              </a:extLst>
            </p:cNvPr>
            <p:cNvGrpSpPr>
              <a:grpSpLocks/>
            </p:cNvGrpSpPr>
            <p:nvPr/>
          </p:nvGrpSpPr>
          <p:grpSpPr bwMode="auto">
            <a:xfrm>
              <a:off x="2888" y="1008"/>
              <a:ext cx="512" cy="210"/>
              <a:chOff x="2888" y="1008"/>
              <a:chExt cx="512" cy="210"/>
            </a:xfrm>
          </p:grpSpPr>
          <p:sp>
            <p:nvSpPr>
              <p:cNvPr id="94287" name="Rectangle 77">
                <a:extLst>
                  <a:ext uri="{FF2B5EF4-FFF2-40B4-BE49-F238E27FC236}">
                    <a16:creationId xmlns:a16="http://schemas.microsoft.com/office/drawing/2014/main" id="{29F928B1-E8C1-E26A-F344-17570925FFD2}"/>
                  </a:ext>
                </a:extLst>
              </p:cNvPr>
              <p:cNvSpPr>
                <a:spLocks noChangeArrowheads="1"/>
              </p:cNvSpPr>
              <p:nvPr/>
            </p:nvSpPr>
            <p:spPr bwMode="auto">
              <a:xfrm>
                <a:off x="2888"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288" name="Rectangle 78">
                <a:extLst>
                  <a:ext uri="{FF2B5EF4-FFF2-40B4-BE49-F238E27FC236}">
                    <a16:creationId xmlns:a16="http://schemas.microsoft.com/office/drawing/2014/main" id="{8753F270-4FBC-6299-04F4-0E55DE35C4C9}"/>
                  </a:ext>
                </a:extLst>
              </p:cNvPr>
              <p:cNvSpPr>
                <a:spLocks noChangeArrowheads="1"/>
              </p:cNvSpPr>
              <p:nvPr/>
            </p:nvSpPr>
            <p:spPr bwMode="auto">
              <a:xfrm>
                <a:off x="2967" y="1008"/>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4289" name="Rectangle 81">
            <a:extLst>
              <a:ext uri="{FF2B5EF4-FFF2-40B4-BE49-F238E27FC236}">
                <a16:creationId xmlns:a16="http://schemas.microsoft.com/office/drawing/2014/main" id="{6787B9C9-186E-6AE0-5D26-89915F124335}"/>
              </a:ext>
            </a:extLst>
          </p:cNvPr>
          <p:cNvSpPr>
            <a:spLocks noChangeArrowheads="1"/>
          </p:cNvSpPr>
          <p:nvPr/>
        </p:nvSpPr>
        <p:spPr bwMode="auto">
          <a:xfrm>
            <a:off x="323850" y="1585913"/>
            <a:ext cx="8524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0: Load</a:t>
            </a:r>
          </a:p>
        </p:txBody>
      </p:sp>
      <p:grpSp>
        <p:nvGrpSpPr>
          <p:cNvPr id="94290" name="Group 97">
            <a:extLst>
              <a:ext uri="{FF2B5EF4-FFF2-40B4-BE49-F238E27FC236}">
                <a16:creationId xmlns:a16="http://schemas.microsoft.com/office/drawing/2014/main" id="{96A29820-0409-CFB0-F786-B5075174A047}"/>
              </a:ext>
            </a:extLst>
          </p:cNvPr>
          <p:cNvGrpSpPr>
            <a:grpSpLocks/>
          </p:cNvGrpSpPr>
          <p:nvPr/>
        </p:nvGrpSpPr>
        <p:grpSpPr bwMode="auto">
          <a:xfrm>
            <a:off x="2070100" y="2057400"/>
            <a:ext cx="4165600" cy="333375"/>
            <a:chOff x="1304" y="1296"/>
            <a:chExt cx="2624" cy="210"/>
          </a:xfrm>
        </p:grpSpPr>
        <p:grpSp>
          <p:nvGrpSpPr>
            <p:cNvPr id="94291" name="Group 84">
              <a:extLst>
                <a:ext uri="{FF2B5EF4-FFF2-40B4-BE49-F238E27FC236}">
                  <a16:creationId xmlns:a16="http://schemas.microsoft.com/office/drawing/2014/main" id="{5D86A4B1-11D4-7C8D-E6CA-B893E289304A}"/>
                </a:ext>
              </a:extLst>
            </p:cNvPr>
            <p:cNvGrpSpPr>
              <a:grpSpLocks/>
            </p:cNvGrpSpPr>
            <p:nvPr/>
          </p:nvGrpSpPr>
          <p:grpSpPr bwMode="auto">
            <a:xfrm>
              <a:off x="1304" y="1296"/>
              <a:ext cx="512" cy="210"/>
              <a:chOff x="1304" y="1296"/>
              <a:chExt cx="512" cy="210"/>
            </a:xfrm>
          </p:grpSpPr>
          <p:sp>
            <p:nvSpPr>
              <p:cNvPr id="94292" name="Rectangle 82">
                <a:extLst>
                  <a:ext uri="{FF2B5EF4-FFF2-40B4-BE49-F238E27FC236}">
                    <a16:creationId xmlns:a16="http://schemas.microsoft.com/office/drawing/2014/main" id="{F6D8C8BC-E87A-6F23-7F35-B52BA4D3FE97}"/>
                  </a:ext>
                </a:extLst>
              </p:cNvPr>
              <p:cNvSpPr>
                <a:spLocks noChangeArrowheads="1"/>
              </p:cNvSpPr>
              <p:nvPr/>
            </p:nvSpPr>
            <p:spPr bwMode="auto">
              <a:xfrm>
                <a:off x="1304"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293" name="Rectangle 83">
                <a:extLst>
                  <a:ext uri="{FF2B5EF4-FFF2-40B4-BE49-F238E27FC236}">
                    <a16:creationId xmlns:a16="http://schemas.microsoft.com/office/drawing/2014/main" id="{E64A2C75-F370-93BC-41F4-23D2C9F22F1F}"/>
                  </a:ext>
                </a:extLst>
              </p:cNvPr>
              <p:cNvSpPr>
                <a:spLocks noChangeArrowheads="1"/>
              </p:cNvSpPr>
              <p:nvPr/>
            </p:nvSpPr>
            <p:spPr bwMode="auto">
              <a:xfrm>
                <a:off x="1345" y="1296"/>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4294" name="Group 87">
              <a:extLst>
                <a:ext uri="{FF2B5EF4-FFF2-40B4-BE49-F238E27FC236}">
                  <a16:creationId xmlns:a16="http://schemas.microsoft.com/office/drawing/2014/main" id="{A1233101-6D61-E69B-CAA3-15CD3BFE9EE1}"/>
                </a:ext>
              </a:extLst>
            </p:cNvPr>
            <p:cNvGrpSpPr>
              <a:grpSpLocks/>
            </p:cNvGrpSpPr>
            <p:nvPr/>
          </p:nvGrpSpPr>
          <p:grpSpPr bwMode="auto">
            <a:xfrm>
              <a:off x="1815" y="1296"/>
              <a:ext cx="569" cy="210"/>
              <a:chOff x="1815" y="1296"/>
              <a:chExt cx="569" cy="210"/>
            </a:xfrm>
          </p:grpSpPr>
          <p:sp>
            <p:nvSpPr>
              <p:cNvPr id="94295" name="Rectangle 85">
                <a:extLst>
                  <a:ext uri="{FF2B5EF4-FFF2-40B4-BE49-F238E27FC236}">
                    <a16:creationId xmlns:a16="http://schemas.microsoft.com/office/drawing/2014/main" id="{CF696188-4B36-C035-B40F-2E5C738B0342}"/>
                  </a:ext>
                </a:extLst>
              </p:cNvPr>
              <p:cNvSpPr>
                <a:spLocks noChangeArrowheads="1"/>
              </p:cNvSpPr>
              <p:nvPr/>
            </p:nvSpPr>
            <p:spPr bwMode="auto">
              <a:xfrm>
                <a:off x="1832"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296" name="Rectangle 86">
                <a:extLst>
                  <a:ext uri="{FF2B5EF4-FFF2-40B4-BE49-F238E27FC236}">
                    <a16:creationId xmlns:a16="http://schemas.microsoft.com/office/drawing/2014/main" id="{A76C9EE9-4784-D706-720E-3B3BF50A53D6}"/>
                  </a:ext>
                </a:extLst>
              </p:cNvPr>
              <p:cNvSpPr>
                <a:spLocks noChangeArrowheads="1"/>
              </p:cNvSpPr>
              <p:nvPr/>
            </p:nvSpPr>
            <p:spPr bwMode="auto">
              <a:xfrm>
                <a:off x="1815" y="1296"/>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4297" name="Group 90">
              <a:extLst>
                <a:ext uri="{FF2B5EF4-FFF2-40B4-BE49-F238E27FC236}">
                  <a16:creationId xmlns:a16="http://schemas.microsoft.com/office/drawing/2014/main" id="{DAA7AF70-A89B-62AB-BEC4-F7AC765C943B}"/>
                </a:ext>
              </a:extLst>
            </p:cNvPr>
            <p:cNvGrpSpPr>
              <a:grpSpLocks/>
            </p:cNvGrpSpPr>
            <p:nvPr/>
          </p:nvGrpSpPr>
          <p:grpSpPr bwMode="auto">
            <a:xfrm>
              <a:off x="2360" y="1296"/>
              <a:ext cx="512" cy="210"/>
              <a:chOff x="2360" y="1296"/>
              <a:chExt cx="512" cy="210"/>
            </a:xfrm>
          </p:grpSpPr>
          <p:sp>
            <p:nvSpPr>
              <p:cNvPr id="94298" name="Rectangle 88">
                <a:extLst>
                  <a:ext uri="{FF2B5EF4-FFF2-40B4-BE49-F238E27FC236}">
                    <a16:creationId xmlns:a16="http://schemas.microsoft.com/office/drawing/2014/main" id="{4F02872E-298A-E802-99FC-686979C029DB}"/>
                  </a:ext>
                </a:extLst>
              </p:cNvPr>
              <p:cNvSpPr>
                <a:spLocks noChangeArrowheads="1"/>
              </p:cNvSpPr>
              <p:nvPr/>
            </p:nvSpPr>
            <p:spPr bwMode="auto">
              <a:xfrm>
                <a:off x="2360"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299" name="Rectangle 89">
                <a:extLst>
                  <a:ext uri="{FF2B5EF4-FFF2-40B4-BE49-F238E27FC236}">
                    <a16:creationId xmlns:a16="http://schemas.microsoft.com/office/drawing/2014/main" id="{3F41CF91-2936-DC49-65AB-C39F3C562A00}"/>
                  </a:ext>
                </a:extLst>
              </p:cNvPr>
              <p:cNvSpPr>
                <a:spLocks noChangeArrowheads="1"/>
              </p:cNvSpPr>
              <p:nvPr/>
            </p:nvSpPr>
            <p:spPr bwMode="auto">
              <a:xfrm>
                <a:off x="2439" y="1296"/>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4300" name="Group 93">
              <a:extLst>
                <a:ext uri="{FF2B5EF4-FFF2-40B4-BE49-F238E27FC236}">
                  <a16:creationId xmlns:a16="http://schemas.microsoft.com/office/drawing/2014/main" id="{D1AE0E6C-15B5-2D4E-F854-4BFFD4A6E115}"/>
                </a:ext>
              </a:extLst>
            </p:cNvPr>
            <p:cNvGrpSpPr>
              <a:grpSpLocks/>
            </p:cNvGrpSpPr>
            <p:nvPr/>
          </p:nvGrpSpPr>
          <p:grpSpPr bwMode="auto">
            <a:xfrm>
              <a:off x="2888" y="1296"/>
              <a:ext cx="512" cy="210"/>
              <a:chOff x="2888" y="1296"/>
              <a:chExt cx="512" cy="210"/>
            </a:xfrm>
          </p:grpSpPr>
          <p:sp>
            <p:nvSpPr>
              <p:cNvPr id="94301" name="Rectangle 91">
                <a:extLst>
                  <a:ext uri="{FF2B5EF4-FFF2-40B4-BE49-F238E27FC236}">
                    <a16:creationId xmlns:a16="http://schemas.microsoft.com/office/drawing/2014/main" id="{45077951-A09F-FEED-420D-1EB3ECF3B53B}"/>
                  </a:ext>
                </a:extLst>
              </p:cNvPr>
              <p:cNvSpPr>
                <a:spLocks noChangeArrowheads="1"/>
              </p:cNvSpPr>
              <p:nvPr/>
            </p:nvSpPr>
            <p:spPr bwMode="auto">
              <a:xfrm>
                <a:off x="2888"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02" name="Rectangle 92">
                <a:extLst>
                  <a:ext uri="{FF2B5EF4-FFF2-40B4-BE49-F238E27FC236}">
                    <a16:creationId xmlns:a16="http://schemas.microsoft.com/office/drawing/2014/main" id="{6550519F-7BB8-B757-C460-5CBD8124820C}"/>
                  </a:ext>
                </a:extLst>
              </p:cNvPr>
              <p:cNvSpPr>
                <a:spLocks noChangeArrowheads="1"/>
              </p:cNvSpPr>
              <p:nvPr/>
            </p:nvSpPr>
            <p:spPr bwMode="auto">
              <a:xfrm>
                <a:off x="2967" y="1296"/>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4303" name="Group 96">
              <a:extLst>
                <a:ext uri="{FF2B5EF4-FFF2-40B4-BE49-F238E27FC236}">
                  <a16:creationId xmlns:a16="http://schemas.microsoft.com/office/drawing/2014/main" id="{E1541A68-9E35-B8DE-51F1-18F55DF27EE4}"/>
                </a:ext>
              </a:extLst>
            </p:cNvPr>
            <p:cNvGrpSpPr>
              <a:grpSpLocks/>
            </p:cNvGrpSpPr>
            <p:nvPr/>
          </p:nvGrpSpPr>
          <p:grpSpPr bwMode="auto">
            <a:xfrm>
              <a:off x="3416" y="1296"/>
              <a:ext cx="512" cy="210"/>
              <a:chOff x="3416" y="1296"/>
              <a:chExt cx="512" cy="210"/>
            </a:xfrm>
          </p:grpSpPr>
          <p:sp>
            <p:nvSpPr>
              <p:cNvPr id="94304" name="Rectangle 94">
                <a:extLst>
                  <a:ext uri="{FF2B5EF4-FFF2-40B4-BE49-F238E27FC236}">
                    <a16:creationId xmlns:a16="http://schemas.microsoft.com/office/drawing/2014/main" id="{DE8A8AF6-192C-B6B0-AB00-931188317B5F}"/>
                  </a:ext>
                </a:extLst>
              </p:cNvPr>
              <p:cNvSpPr>
                <a:spLocks noChangeArrowheads="1"/>
              </p:cNvSpPr>
              <p:nvPr/>
            </p:nvSpPr>
            <p:spPr bwMode="auto">
              <a:xfrm>
                <a:off x="3416"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05" name="Rectangle 95">
                <a:extLst>
                  <a:ext uri="{FF2B5EF4-FFF2-40B4-BE49-F238E27FC236}">
                    <a16:creationId xmlns:a16="http://schemas.microsoft.com/office/drawing/2014/main" id="{B9AE4925-E26B-309D-2162-E4737EED8F22}"/>
                  </a:ext>
                </a:extLst>
              </p:cNvPr>
              <p:cNvSpPr>
                <a:spLocks noChangeArrowheads="1"/>
              </p:cNvSpPr>
              <p:nvPr/>
            </p:nvSpPr>
            <p:spPr bwMode="auto">
              <a:xfrm>
                <a:off x="3495" y="1296"/>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4306" name="Rectangle 98">
            <a:extLst>
              <a:ext uri="{FF2B5EF4-FFF2-40B4-BE49-F238E27FC236}">
                <a16:creationId xmlns:a16="http://schemas.microsoft.com/office/drawing/2014/main" id="{5CEEB6D2-9C21-40C7-A458-1E4084C683C0}"/>
              </a:ext>
            </a:extLst>
          </p:cNvPr>
          <p:cNvSpPr>
            <a:spLocks noChangeArrowheads="1"/>
          </p:cNvSpPr>
          <p:nvPr/>
        </p:nvSpPr>
        <p:spPr bwMode="auto">
          <a:xfrm>
            <a:off x="1357313" y="2057400"/>
            <a:ext cx="7064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Plus 1</a:t>
            </a:r>
          </a:p>
        </p:txBody>
      </p:sp>
      <p:grpSp>
        <p:nvGrpSpPr>
          <p:cNvPr id="94307" name="Group 114">
            <a:extLst>
              <a:ext uri="{FF2B5EF4-FFF2-40B4-BE49-F238E27FC236}">
                <a16:creationId xmlns:a16="http://schemas.microsoft.com/office/drawing/2014/main" id="{6D464EF6-836F-C240-51AC-D9F68C730C49}"/>
              </a:ext>
            </a:extLst>
          </p:cNvPr>
          <p:cNvGrpSpPr>
            <a:grpSpLocks/>
          </p:cNvGrpSpPr>
          <p:nvPr/>
        </p:nvGrpSpPr>
        <p:grpSpPr bwMode="auto">
          <a:xfrm>
            <a:off x="2908300" y="2514600"/>
            <a:ext cx="4165600" cy="333375"/>
            <a:chOff x="1832" y="1584"/>
            <a:chExt cx="2624" cy="210"/>
          </a:xfrm>
        </p:grpSpPr>
        <p:grpSp>
          <p:nvGrpSpPr>
            <p:cNvPr id="94308" name="Group 101">
              <a:extLst>
                <a:ext uri="{FF2B5EF4-FFF2-40B4-BE49-F238E27FC236}">
                  <a16:creationId xmlns:a16="http://schemas.microsoft.com/office/drawing/2014/main" id="{41E1FB13-0EB9-67C2-B1C0-35FCA4A5CFFD}"/>
                </a:ext>
              </a:extLst>
            </p:cNvPr>
            <p:cNvGrpSpPr>
              <a:grpSpLocks/>
            </p:cNvGrpSpPr>
            <p:nvPr/>
          </p:nvGrpSpPr>
          <p:grpSpPr bwMode="auto">
            <a:xfrm>
              <a:off x="1832" y="1584"/>
              <a:ext cx="512" cy="210"/>
              <a:chOff x="1832" y="1584"/>
              <a:chExt cx="512" cy="210"/>
            </a:xfrm>
          </p:grpSpPr>
          <p:sp>
            <p:nvSpPr>
              <p:cNvPr id="94309" name="Rectangle 99">
                <a:extLst>
                  <a:ext uri="{FF2B5EF4-FFF2-40B4-BE49-F238E27FC236}">
                    <a16:creationId xmlns:a16="http://schemas.microsoft.com/office/drawing/2014/main" id="{D9A73F15-17C7-4C60-CAAB-E60EE4CFC27B}"/>
                  </a:ext>
                </a:extLst>
              </p:cNvPr>
              <p:cNvSpPr>
                <a:spLocks noChangeArrowheads="1"/>
              </p:cNvSpPr>
              <p:nvPr/>
            </p:nvSpPr>
            <p:spPr bwMode="auto">
              <a:xfrm>
                <a:off x="1832"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10" name="Rectangle 100">
                <a:extLst>
                  <a:ext uri="{FF2B5EF4-FFF2-40B4-BE49-F238E27FC236}">
                    <a16:creationId xmlns:a16="http://schemas.microsoft.com/office/drawing/2014/main" id="{CC5705FD-D486-D3CF-6627-6F2A1DA7B067}"/>
                  </a:ext>
                </a:extLst>
              </p:cNvPr>
              <p:cNvSpPr>
                <a:spLocks noChangeArrowheads="1"/>
              </p:cNvSpPr>
              <p:nvPr/>
            </p:nvSpPr>
            <p:spPr bwMode="auto">
              <a:xfrm>
                <a:off x="1873" y="158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4311" name="Group 104">
              <a:extLst>
                <a:ext uri="{FF2B5EF4-FFF2-40B4-BE49-F238E27FC236}">
                  <a16:creationId xmlns:a16="http://schemas.microsoft.com/office/drawing/2014/main" id="{48758D03-3B50-B561-D8C9-CCFF5914820C}"/>
                </a:ext>
              </a:extLst>
            </p:cNvPr>
            <p:cNvGrpSpPr>
              <a:grpSpLocks/>
            </p:cNvGrpSpPr>
            <p:nvPr/>
          </p:nvGrpSpPr>
          <p:grpSpPr bwMode="auto">
            <a:xfrm>
              <a:off x="2343" y="1584"/>
              <a:ext cx="569" cy="210"/>
              <a:chOff x="2343" y="1584"/>
              <a:chExt cx="569" cy="210"/>
            </a:xfrm>
          </p:grpSpPr>
          <p:sp>
            <p:nvSpPr>
              <p:cNvPr id="94312" name="Rectangle 102">
                <a:extLst>
                  <a:ext uri="{FF2B5EF4-FFF2-40B4-BE49-F238E27FC236}">
                    <a16:creationId xmlns:a16="http://schemas.microsoft.com/office/drawing/2014/main" id="{AF09A746-F069-6CD9-275B-D22CA4EAC510}"/>
                  </a:ext>
                </a:extLst>
              </p:cNvPr>
              <p:cNvSpPr>
                <a:spLocks noChangeArrowheads="1"/>
              </p:cNvSpPr>
              <p:nvPr/>
            </p:nvSpPr>
            <p:spPr bwMode="auto">
              <a:xfrm>
                <a:off x="2360"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13" name="Rectangle 103">
                <a:extLst>
                  <a:ext uri="{FF2B5EF4-FFF2-40B4-BE49-F238E27FC236}">
                    <a16:creationId xmlns:a16="http://schemas.microsoft.com/office/drawing/2014/main" id="{074284E9-3598-9005-F61A-147008D925ED}"/>
                  </a:ext>
                </a:extLst>
              </p:cNvPr>
              <p:cNvSpPr>
                <a:spLocks noChangeArrowheads="1"/>
              </p:cNvSpPr>
              <p:nvPr/>
            </p:nvSpPr>
            <p:spPr bwMode="auto">
              <a:xfrm>
                <a:off x="2343" y="1584"/>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4314" name="Group 107">
              <a:extLst>
                <a:ext uri="{FF2B5EF4-FFF2-40B4-BE49-F238E27FC236}">
                  <a16:creationId xmlns:a16="http://schemas.microsoft.com/office/drawing/2014/main" id="{BB9D2567-D385-017D-B1B0-08F76B6C464F}"/>
                </a:ext>
              </a:extLst>
            </p:cNvPr>
            <p:cNvGrpSpPr>
              <a:grpSpLocks/>
            </p:cNvGrpSpPr>
            <p:nvPr/>
          </p:nvGrpSpPr>
          <p:grpSpPr bwMode="auto">
            <a:xfrm>
              <a:off x="2888" y="1584"/>
              <a:ext cx="512" cy="210"/>
              <a:chOff x="2888" y="1584"/>
              <a:chExt cx="512" cy="210"/>
            </a:xfrm>
          </p:grpSpPr>
          <p:sp>
            <p:nvSpPr>
              <p:cNvPr id="94315" name="Rectangle 105">
                <a:extLst>
                  <a:ext uri="{FF2B5EF4-FFF2-40B4-BE49-F238E27FC236}">
                    <a16:creationId xmlns:a16="http://schemas.microsoft.com/office/drawing/2014/main" id="{6570F05C-88E6-47B3-BE14-D873BFDB8023}"/>
                  </a:ext>
                </a:extLst>
              </p:cNvPr>
              <p:cNvSpPr>
                <a:spLocks noChangeArrowheads="1"/>
              </p:cNvSpPr>
              <p:nvPr/>
            </p:nvSpPr>
            <p:spPr bwMode="auto">
              <a:xfrm>
                <a:off x="2888"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16" name="Rectangle 106">
                <a:extLst>
                  <a:ext uri="{FF2B5EF4-FFF2-40B4-BE49-F238E27FC236}">
                    <a16:creationId xmlns:a16="http://schemas.microsoft.com/office/drawing/2014/main" id="{219A680E-9439-EC55-F213-6FD266D683DC}"/>
                  </a:ext>
                </a:extLst>
              </p:cNvPr>
              <p:cNvSpPr>
                <a:spLocks noChangeArrowheads="1"/>
              </p:cNvSpPr>
              <p:nvPr/>
            </p:nvSpPr>
            <p:spPr bwMode="auto">
              <a:xfrm>
                <a:off x="2967" y="158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4317" name="Group 110">
              <a:extLst>
                <a:ext uri="{FF2B5EF4-FFF2-40B4-BE49-F238E27FC236}">
                  <a16:creationId xmlns:a16="http://schemas.microsoft.com/office/drawing/2014/main" id="{FBC547B4-9E53-244A-049E-8D000068ECBD}"/>
                </a:ext>
              </a:extLst>
            </p:cNvPr>
            <p:cNvGrpSpPr>
              <a:grpSpLocks/>
            </p:cNvGrpSpPr>
            <p:nvPr/>
          </p:nvGrpSpPr>
          <p:grpSpPr bwMode="auto">
            <a:xfrm>
              <a:off x="3416" y="1584"/>
              <a:ext cx="512" cy="210"/>
              <a:chOff x="3416" y="1584"/>
              <a:chExt cx="512" cy="210"/>
            </a:xfrm>
          </p:grpSpPr>
          <p:sp>
            <p:nvSpPr>
              <p:cNvPr id="94318" name="Rectangle 108">
                <a:extLst>
                  <a:ext uri="{FF2B5EF4-FFF2-40B4-BE49-F238E27FC236}">
                    <a16:creationId xmlns:a16="http://schemas.microsoft.com/office/drawing/2014/main" id="{7E4E527C-4FAB-26BC-D2A0-4328D6F1EB09}"/>
                  </a:ext>
                </a:extLst>
              </p:cNvPr>
              <p:cNvSpPr>
                <a:spLocks noChangeArrowheads="1"/>
              </p:cNvSpPr>
              <p:nvPr/>
            </p:nvSpPr>
            <p:spPr bwMode="auto">
              <a:xfrm>
                <a:off x="3416"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19" name="Rectangle 109">
                <a:extLst>
                  <a:ext uri="{FF2B5EF4-FFF2-40B4-BE49-F238E27FC236}">
                    <a16:creationId xmlns:a16="http://schemas.microsoft.com/office/drawing/2014/main" id="{B048F353-A989-C221-29BE-FEACE9E6682E}"/>
                  </a:ext>
                </a:extLst>
              </p:cNvPr>
              <p:cNvSpPr>
                <a:spLocks noChangeArrowheads="1"/>
              </p:cNvSpPr>
              <p:nvPr/>
            </p:nvSpPr>
            <p:spPr bwMode="auto">
              <a:xfrm>
                <a:off x="3495" y="158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4320" name="Group 113">
              <a:extLst>
                <a:ext uri="{FF2B5EF4-FFF2-40B4-BE49-F238E27FC236}">
                  <a16:creationId xmlns:a16="http://schemas.microsoft.com/office/drawing/2014/main" id="{66E55090-6053-05C3-4DBB-E3AB7CD5A02D}"/>
                </a:ext>
              </a:extLst>
            </p:cNvPr>
            <p:cNvGrpSpPr>
              <a:grpSpLocks/>
            </p:cNvGrpSpPr>
            <p:nvPr/>
          </p:nvGrpSpPr>
          <p:grpSpPr bwMode="auto">
            <a:xfrm>
              <a:off x="3944" y="1584"/>
              <a:ext cx="512" cy="210"/>
              <a:chOff x="3944" y="1584"/>
              <a:chExt cx="512" cy="210"/>
            </a:xfrm>
          </p:grpSpPr>
          <p:sp>
            <p:nvSpPr>
              <p:cNvPr id="94321" name="Rectangle 111">
                <a:extLst>
                  <a:ext uri="{FF2B5EF4-FFF2-40B4-BE49-F238E27FC236}">
                    <a16:creationId xmlns:a16="http://schemas.microsoft.com/office/drawing/2014/main" id="{75E0412D-F06A-A261-A3F1-0EE1F4730744}"/>
                  </a:ext>
                </a:extLst>
              </p:cNvPr>
              <p:cNvSpPr>
                <a:spLocks noChangeArrowheads="1"/>
              </p:cNvSpPr>
              <p:nvPr/>
            </p:nvSpPr>
            <p:spPr bwMode="auto">
              <a:xfrm>
                <a:off x="3944"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22" name="Rectangle 112">
                <a:extLst>
                  <a:ext uri="{FF2B5EF4-FFF2-40B4-BE49-F238E27FC236}">
                    <a16:creationId xmlns:a16="http://schemas.microsoft.com/office/drawing/2014/main" id="{A5A66695-D680-C727-AA31-771C23AACB33}"/>
                  </a:ext>
                </a:extLst>
              </p:cNvPr>
              <p:cNvSpPr>
                <a:spLocks noChangeArrowheads="1"/>
              </p:cNvSpPr>
              <p:nvPr/>
            </p:nvSpPr>
            <p:spPr bwMode="auto">
              <a:xfrm>
                <a:off x="4023" y="1584"/>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4323" name="Rectangle 115">
            <a:extLst>
              <a:ext uri="{FF2B5EF4-FFF2-40B4-BE49-F238E27FC236}">
                <a16:creationId xmlns:a16="http://schemas.microsoft.com/office/drawing/2014/main" id="{3E664727-3606-017F-211A-3A03FCF51CFB}"/>
              </a:ext>
            </a:extLst>
          </p:cNvPr>
          <p:cNvSpPr>
            <a:spLocks noChangeArrowheads="1"/>
          </p:cNvSpPr>
          <p:nvPr/>
        </p:nvSpPr>
        <p:spPr bwMode="auto">
          <a:xfrm>
            <a:off x="2195513" y="2514600"/>
            <a:ext cx="7064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Plus 2</a:t>
            </a:r>
          </a:p>
        </p:txBody>
      </p:sp>
      <p:grpSp>
        <p:nvGrpSpPr>
          <p:cNvPr id="94324" name="Group 131">
            <a:extLst>
              <a:ext uri="{FF2B5EF4-FFF2-40B4-BE49-F238E27FC236}">
                <a16:creationId xmlns:a16="http://schemas.microsoft.com/office/drawing/2014/main" id="{F270904F-E074-3991-C4D5-5913D5C44AB7}"/>
              </a:ext>
            </a:extLst>
          </p:cNvPr>
          <p:cNvGrpSpPr>
            <a:grpSpLocks/>
          </p:cNvGrpSpPr>
          <p:nvPr/>
        </p:nvGrpSpPr>
        <p:grpSpPr bwMode="auto">
          <a:xfrm>
            <a:off x="3746500" y="2971800"/>
            <a:ext cx="4165600" cy="333375"/>
            <a:chOff x="2360" y="1872"/>
            <a:chExt cx="2624" cy="210"/>
          </a:xfrm>
        </p:grpSpPr>
        <p:grpSp>
          <p:nvGrpSpPr>
            <p:cNvPr id="94325" name="Group 118">
              <a:extLst>
                <a:ext uri="{FF2B5EF4-FFF2-40B4-BE49-F238E27FC236}">
                  <a16:creationId xmlns:a16="http://schemas.microsoft.com/office/drawing/2014/main" id="{877F6586-23C9-6186-DFA8-D12DE02D3EDC}"/>
                </a:ext>
              </a:extLst>
            </p:cNvPr>
            <p:cNvGrpSpPr>
              <a:grpSpLocks/>
            </p:cNvGrpSpPr>
            <p:nvPr/>
          </p:nvGrpSpPr>
          <p:grpSpPr bwMode="auto">
            <a:xfrm>
              <a:off x="2360" y="1872"/>
              <a:ext cx="512" cy="210"/>
              <a:chOff x="2360" y="1872"/>
              <a:chExt cx="512" cy="210"/>
            </a:xfrm>
          </p:grpSpPr>
          <p:sp>
            <p:nvSpPr>
              <p:cNvPr id="94326" name="Rectangle 116">
                <a:extLst>
                  <a:ext uri="{FF2B5EF4-FFF2-40B4-BE49-F238E27FC236}">
                    <a16:creationId xmlns:a16="http://schemas.microsoft.com/office/drawing/2014/main" id="{538DCA86-C918-9992-EC34-0F3CD64DE221}"/>
                  </a:ext>
                </a:extLst>
              </p:cNvPr>
              <p:cNvSpPr>
                <a:spLocks noChangeArrowheads="1"/>
              </p:cNvSpPr>
              <p:nvPr/>
            </p:nvSpPr>
            <p:spPr bwMode="auto">
              <a:xfrm>
                <a:off x="2360"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27" name="Rectangle 117">
                <a:extLst>
                  <a:ext uri="{FF2B5EF4-FFF2-40B4-BE49-F238E27FC236}">
                    <a16:creationId xmlns:a16="http://schemas.microsoft.com/office/drawing/2014/main" id="{E71926BF-088A-53AF-0766-625D3261DE2F}"/>
                  </a:ext>
                </a:extLst>
              </p:cNvPr>
              <p:cNvSpPr>
                <a:spLocks noChangeArrowheads="1"/>
              </p:cNvSpPr>
              <p:nvPr/>
            </p:nvSpPr>
            <p:spPr bwMode="auto">
              <a:xfrm>
                <a:off x="2401" y="187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4328" name="Group 121">
              <a:extLst>
                <a:ext uri="{FF2B5EF4-FFF2-40B4-BE49-F238E27FC236}">
                  <a16:creationId xmlns:a16="http://schemas.microsoft.com/office/drawing/2014/main" id="{3721ACCA-4275-9A96-319F-CFB94BD01250}"/>
                </a:ext>
              </a:extLst>
            </p:cNvPr>
            <p:cNvGrpSpPr>
              <a:grpSpLocks/>
            </p:cNvGrpSpPr>
            <p:nvPr/>
          </p:nvGrpSpPr>
          <p:grpSpPr bwMode="auto">
            <a:xfrm>
              <a:off x="2871" y="1872"/>
              <a:ext cx="569" cy="210"/>
              <a:chOff x="2871" y="1872"/>
              <a:chExt cx="569" cy="210"/>
            </a:xfrm>
          </p:grpSpPr>
          <p:sp>
            <p:nvSpPr>
              <p:cNvPr id="94329" name="Rectangle 119">
                <a:extLst>
                  <a:ext uri="{FF2B5EF4-FFF2-40B4-BE49-F238E27FC236}">
                    <a16:creationId xmlns:a16="http://schemas.microsoft.com/office/drawing/2014/main" id="{ED744552-C42D-54EA-4D71-0B14E0C33753}"/>
                  </a:ext>
                </a:extLst>
              </p:cNvPr>
              <p:cNvSpPr>
                <a:spLocks noChangeArrowheads="1"/>
              </p:cNvSpPr>
              <p:nvPr/>
            </p:nvSpPr>
            <p:spPr bwMode="auto">
              <a:xfrm>
                <a:off x="2888"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30" name="Rectangle 120">
                <a:extLst>
                  <a:ext uri="{FF2B5EF4-FFF2-40B4-BE49-F238E27FC236}">
                    <a16:creationId xmlns:a16="http://schemas.microsoft.com/office/drawing/2014/main" id="{D25628D9-5896-F982-8C19-5F7DDFC35A42}"/>
                  </a:ext>
                </a:extLst>
              </p:cNvPr>
              <p:cNvSpPr>
                <a:spLocks noChangeArrowheads="1"/>
              </p:cNvSpPr>
              <p:nvPr/>
            </p:nvSpPr>
            <p:spPr bwMode="auto">
              <a:xfrm>
                <a:off x="2871" y="1872"/>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4331" name="Group 124">
              <a:extLst>
                <a:ext uri="{FF2B5EF4-FFF2-40B4-BE49-F238E27FC236}">
                  <a16:creationId xmlns:a16="http://schemas.microsoft.com/office/drawing/2014/main" id="{DD783BE5-9830-8792-A233-8A875A8924E1}"/>
                </a:ext>
              </a:extLst>
            </p:cNvPr>
            <p:cNvGrpSpPr>
              <a:grpSpLocks/>
            </p:cNvGrpSpPr>
            <p:nvPr/>
          </p:nvGrpSpPr>
          <p:grpSpPr bwMode="auto">
            <a:xfrm>
              <a:off x="3416" y="1872"/>
              <a:ext cx="512" cy="210"/>
              <a:chOff x="3416" y="1872"/>
              <a:chExt cx="512" cy="210"/>
            </a:xfrm>
          </p:grpSpPr>
          <p:sp>
            <p:nvSpPr>
              <p:cNvPr id="94332" name="Rectangle 122">
                <a:extLst>
                  <a:ext uri="{FF2B5EF4-FFF2-40B4-BE49-F238E27FC236}">
                    <a16:creationId xmlns:a16="http://schemas.microsoft.com/office/drawing/2014/main" id="{CE6B278E-555C-13A7-0719-CEE596252564}"/>
                  </a:ext>
                </a:extLst>
              </p:cNvPr>
              <p:cNvSpPr>
                <a:spLocks noChangeArrowheads="1"/>
              </p:cNvSpPr>
              <p:nvPr/>
            </p:nvSpPr>
            <p:spPr bwMode="auto">
              <a:xfrm>
                <a:off x="3416"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33" name="Rectangle 123">
                <a:extLst>
                  <a:ext uri="{FF2B5EF4-FFF2-40B4-BE49-F238E27FC236}">
                    <a16:creationId xmlns:a16="http://schemas.microsoft.com/office/drawing/2014/main" id="{DBA7B9DF-426F-47CB-C392-E1762BF4F2C3}"/>
                  </a:ext>
                </a:extLst>
              </p:cNvPr>
              <p:cNvSpPr>
                <a:spLocks noChangeArrowheads="1"/>
              </p:cNvSpPr>
              <p:nvPr/>
            </p:nvSpPr>
            <p:spPr bwMode="auto">
              <a:xfrm>
                <a:off x="3495" y="187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4334" name="Group 127">
              <a:extLst>
                <a:ext uri="{FF2B5EF4-FFF2-40B4-BE49-F238E27FC236}">
                  <a16:creationId xmlns:a16="http://schemas.microsoft.com/office/drawing/2014/main" id="{E7426474-18F5-9EE5-8AA9-30BC6BA9736C}"/>
                </a:ext>
              </a:extLst>
            </p:cNvPr>
            <p:cNvGrpSpPr>
              <a:grpSpLocks/>
            </p:cNvGrpSpPr>
            <p:nvPr/>
          </p:nvGrpSpPr>
          <p:grpSpPr bwMode="auto">
            <a:xfrm>
              <a:off x="3944" y="1872"/>
              <a:ext cx="512" cy="210"/>
              <a:chOff x="3944" y="1872"/>
              <a:chExt cx="512" cy="210"/>
            </a:xfrm>
          </p:grpSpPr>
          <p:sp>
            <p:nvSpPr>
              <p:cNvPr id="94335" name="Rectangle 125">
                <a:extLst>
                  <a:ext uri="{FF2B5EF4-FFF2-40B4-BE49-F238E27FC236}">
                    <a16:creationId xmlns:a16="http://schemas.microsoft.com/office/drawing/2014/main" id="{2C1C9F47-0219-2815-8120-151A335BCEED}"/>
                  </a:ext>
                </a:extLst>
              </p:cNvPr>
              <p:cNvSpPr>
                <a:spLocks noChangeArrowheads="1"/>
              </p:cNvSpPr>
              <p:nvPr/>
            </p:nvSpPr>
            <p:spPr bwMode="auto">
              <a:xfrm>
                <a:off x="3944"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36" name="Rectangle 126">
                <a:extLst>
                  <a:ext uri="{FF2B5EF4-FFF2-40B4-BE49-F238E27FC236}">
                    <a16:creationId xmlns:a16="http://schemas.microsoft.com/office/drawing/2014/main" id="{CB9D77C3-988F-2204-F63F-589307D1EBC7}"/>
                  </a:ext>
                </a:extLst>
              </p:cNvPr>
              <p:cNvSpPr>
                <a:spLocks noChangeArrowheads="1"/>
              </p:cNvSpPr>
              <p:nvPr/>
            </p:nvSpPr>
            <p:spPr bwMode="auto">
              <a:xfrm>
                <a:off x="4023" y="1872"/>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4337" name="Group 130">
              <a:extLst>
                <a:ext uri="{FF2B5EF4-FFF2-40B4-BE49-F238E27FC236}">
                  <a16:creationId xmlns:a16="http://schemas.microsoft.com/office/drawing/2014/main" id="{55411DA0-0A9B-557F-914B-E36675BEDD9C}"/>
                </a:ext>
              </a:extLst>
            </p:cNvPr>
            <p:cNvGrpSpPr>
              <a:grpSpLocks/>
            </p:cNvGrpSpPr>
            <p:nvPr/>
          </p:nvGrpSpPr>
          <p:grpSpPr bwMode="auto">
            <a:xfrm>
              <a:off x="4472" y="1872"/>
              <a:ext cx="512" cy="210"/>
              <a:chOff x="4472" y="1872"/>
              <a:chExt cx="512" cy="210"/>
            </a:xfrm>
          </p:grpSpPr>
          <p:sp>
            <p:nvSpPr>
              <p:cNvPr id="94338" name="Rectangle 128">
                <a:extLst>
                  <a:ext uri="{FF2B5EF4-FFF2-40B4-BE49-F238E27FC236}">
                    <a16:creationId xmlns:a16="http://schemas.microsoft.com/office/drawing/2014/main" id="{7D0E0200-B0E3-BE1A-CB7A-F4D870E5806F}"/>
                  </a:ext>
                </a:extLst>
              </p:cNvPr>
              <p:cNvSpPr>
                <a:spLocks noChangeArrowheads="1"/>
              </p:cNvSpPr>
              <p:nvPr/>
            </p:nvSpPr>
            <p:spPr bwMode="auto">
              <a:xfrm>
                <a:off x="4472"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39" name="Rectangle 129">
                <a:extLst>
                  <a:ext uri="{FF2B5EF4-FFF2-40B4-BE49-F238E27FC236}">
                    <a16:creationId xmlns:a16="http://schemas.microsoft.com/office/drawing/2014/main" id="{9AD59A77-2BCF-6B60-C9E5-F5C5F4A362F5}"/>
                  </a:ext>
                </a:extLst>
              </p:cNvPr>
              <p:cNvSpPr>
                <a:spLocks noChangeArrowheads="1"/>
              </p:cNvSpPr>
              <p:nvPr/>
            </p:nvSpPr>
            <p:spPr bwMode="auto">
              <a:xfrm>
                <a:off x="4551" y="1872"/>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4340" name="Rectangle 132">
            <a:extLst>
              <a:ext uri="{FF2B5EF4-FFF2-40B4-BE49-F238E27FC236}">
                <a16:creationId xmlns:a16="http://schemas.microsoft.com/office/drawing/2014/main" id="{08F8BFA3-E953-0E25-3B52-E67B1D82E711}"/>
              </a:ext>
            </a:extLst>
          </p:cNvPr>
          <p:cNvSpPr>
            <a:spLocks noChangeArrowheads="1"/>
          </p:cNvSpPr>
          <p:nvPr/>
        </p:nvSpPr>
        <p:spPr bwMode="auto">
          <a:xfrm>
            <a:off x="3033713" y="2971800"/>
            <a:ext cx="7064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Plus 3</a:t>
            </a:r>
          </a:p>
        </p:txBody>
      </p:sp>
      <p:sp>
        <p:nvSpPr>
          <p:cNvPr id="94341" name="Line 133">
            <a:extLst>
              <a:ext uri="{FF2B5EF4-FFF2-40B4-BE49-F238E27FC236}">
                <a16:creationId xmlns:a16="http://schemas.microsoft.com/office/drawing/2014/main" id="{1380FD85-A370-B854-F9F6-6A52934514AE}"/>
              </a:ext>
            </a:extLst>
          </p:cNvPr>
          <p:cNvSpPr>
            <a:spLocks noChangeShapeType="1"/>
          </p:cNvSpPr>
          <p:nvPr/>
        </p:nvSpPr>
        <p:spPr bwMode="auto">
          <a:xfrm flipV="1">
            <a:off x="6248400" y="1435100"/>
            <a:ext cx="0" cy="558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342" name="Line 134">
            <a:extLst>
              <a:ext uri="{FF2B5EF4-FFF2-40B4-BE49-F238E27FC236}">
                <a16:creationId xmlns:a16="http://schemas.microsoft.com/office/drawing/2014/main" id="{DC96CCE3-C6F6-B236-A534-880F2DDABA16}"/>
              </a:ext>
            </a:extLst>
          </p:cNvPr>
          <p:cNvSpPr>
            <a:spLocks noChangeShapeType="1"/>
          </p:cNvSpPr>
          <p:nvPr/>
        </p:nvSpPr>
        <p:spPr bwMode="auto">
          <a:xfrm flipV="1">
            <a:off x="7086600" y="1435100"/>
            <a:ext cx="0" cy="10160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343" name="Line 135">
            <a:extLst>
              <a:ext uri="{FF2B5EF4-FFF2-40B4-BE49-F238E27FC236}">
                <a16:creationId xmlns:a16="http://schemas.microsoft.com/office/drawing/2014/main" id="{3D3D90A6-A1BB-54C7-6A5C-85F8823D0AD5}"/>
              </a:ext>
            </a:extLst>
          </p:cNvPr>
          <p:cNvSpPr>
            <a:spLocks noChangeShapeType="1"/>
          </p:cNvSpPr>
          <p:nvPr/>
        </p:nvSpPr>
        <p:spPr bwMode="auto">
          <a:xfrm flipV="1">
            <a:off x="7924800" y="1435100"/>
            <a:ext cx="0" cy="1473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4344" name="Group 152">
            <a:extLst>
              <a:ext uri="{FF2B5EF4-FFF2-40B4-BE49-F238E27FC236}">
                <a16:creationId xmlns:a16="http://schemas.microsoft.com/office/drawing/2014/main" id="{13A26308-7A38-86D8-0760-3EDD32772484}"/>
              </a:ext>
            </a:extLst>
          </p:cNvPr>
          <p:cNvGrpSpPr>
            <a:grpSpLocks/>
          </p:cNvGrpSpPr>
          <p:nvPr/>
        </p:nvGrpSpPr>
        <p:grpSpPr bwMode="auto">
          <a:xfrm>
            <a:off x="4584700" y="3429000"/>
            <a:ext cx="4165600" cy="333375"/>
            <a:chOff x="2888" y="2160"/>
            <a:chExt cx="2624" cy="210"/>
          </a:xfrm>
        </p:grpSpPr>
        <p:grpSp>
          <p:nvGrpSpPr>
            <p:cNvPr id="94345" name="Group 139">
              <a:extLst>
                <a:ext uri="{FF2B5EF4-FFF2-40B4-BE49-F238E27FC236}">
                  <a16:creationId xmlns:a16="http://schemas.microsoft.com/office/drawing/2014/main" id="{9EFED0F3-AC47-2A8F-D09C-51DA3B60F5D4}"/>
                </a:ext>
              </a:extLst>
            </p:cNvPr>
            <p:cNvGrpSpPr>
              <a:grpSpLocks/>
            </p:cNvGrpSpPr>
            <p:nvPr/>
          </p:nvGrpSpPr>
          <p:grpSpPr bwMode="auto">
            <a:xfrm>
              <a:off x="2888" y="2160"/>
              <a:ext cx="512" cy="210"/>
              <a:chOff x="2888" y="2160"/>
              <a:chExt cx="512" cy="210"/>
            </a:xfrm>
          </p:grpSpPr>
          <p:sp>
            <p:nvSpPr>
              <p:cNvPr id="94346" name="Rectangle 137">
                <a:extLst>
                  <a:ext uri="{FF2B5EF4-FFF2-40B4-BE49-F238E27FC236}">
                    <a16:creationId xmlns:a16="http://schemas.microsoft.com/office/drawing/2014/main" id="{B4874765-9D49-F557-BB9B-807F5C6619E7}"/>
                  </a:ext>
                </a:extLst>
              </p:cNvPr>
              <p:cNvSpPr>
                <a:spLocks noChangeArrowheads="1"/>
              </p:cNvSpPr>
              <p:nvPr/>
            </p:nvSpPr>
            <p:spPr bwMode="auto">
              <a:xfrm>
                <a:off x="2888" y="21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47" name="Rectangle 138">
                <a:extLst>
                  <a:ext uri="{FF2B5EF4-FFF2-40B4-BE49-F238E27FC236}">
                    <a16:creationId xmlns:a16="http://schemas.microsoft.com/office/drawing/2014/main" id="{29DAF9B8-092B-89F6-5563-9F71275BEB4A}"/>
                  </a:ext>
                </a:extLst>
              </p:cNvPr>
              <p:cNvSpPr>
                <a:spLocks noChangeArrowheads="1"/>
              </p:cNvSpPr>
              <p:nvPr/>
            </p:nvSpPr>
            <p:spPr bwMode="auto">
              <a:xfrm>
                <a:off x="2929" y="2160"/>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94348" name="Group 142">
              <a:extLst>
                <a:ext uri="{FF2B5EF4-FFF2-40B4-BE49-F238E27FC236}">
                  <a16:creationId xmlns:a16="http://schemas.microsoft.com/office/drawing/2014/main" id="{B8D83888-FB6D-462A-D2D9-FDEF1CD8B392}"/>
                </a:ext>
              </a:extLst>
            </p:cNvPr>
            <p:cNvGrpSpPr>
              <a:grpSpLocks/>
            </p:cNvGrpSpPr>
            <p:nvPr/>
          </p:nvGrpSpPr>
          <p:grpSpPr bwMode="auto">
            <a:xfrm>
              <a:off x="3399" y="2160"/>
              <a:ext cx="569" cy="210"/>
              <a:chOff x="3399" y="2160"/>
              <a:chExt cx="569" cy="210"/>
            </a:xfrm>
          </p:grpSpPr>
          <p:sp>
            <p:nvSpPr>
              <p:cNvPr id="94349" name="Rectangle 140">
                <a:extLst>
                  <a:ext uri="{FF2B5EF4-FFF2-40B4-BE49-F238E27FC236}">
                    <a16:creationId xmlns:a16="http://schemas.microsoft.com/office/drawing/2014/main" id="{9452CCC9-1F1A-016C-C696-BC96FEC0E90F}"/>
                  </a:ext>
                </a:extLst>
              </p:cNvPr>
              <p:cNvSpPr>
                <a:spLocks noChangeArrowheads="1"/>
              </p:cNvSpPr>
              <p:nvPr/>
            </p:nvSpPr>
            <p:spPr bwMode="auto">
              <a:xfrm>
                <a:off x="3416" y="21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50" name="Rectangle 141">
                <a:extLst>
                  <a:ext uri="{FF2B5EF4-FFF2-40B4-BE49-F238E27FC236}">
                    <a16:creationId xmlns:a16="http://schemas.microsoft.com/office/drawing/2014/main" id="{0B5378A6-1F80-7268-595C-CC1950DF9A7C}"/>
                  </a:ext>
                </a:extLst>
              </p:cNvPr>
              <p:cNvSpPr>
                <a:spLocks noChangeArrowheads="1"/>
              </p:cNvSpPr>
              <p:nvPr/>
            </p:nvSpPr>
            <p:spPr bwMode="auto">
              <a:xfrm>
                <a:off x="3399" y="2160"/>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94351" name="Group 145">
              <a:extLst>
                <a:ext uri="{FF2B5EF4-FFF2-40B4-BE49-F238E27FC236}">
                  <a16:creationId xmlns:a16="http://schemas.microsoft.com/office/drawing/2014/main" id="{558A0106-587A-D4E3-E0FA-7898954E65B9}"/>
                </a:ext>
              </a:extLst>
            </p:cNvPr>
            <p:cNvGrpSpPr>
              <a:grpSpLocks/>
            </p:cNvGrpSpPr>
            <p:nvPr/>
          </p:nvGrpSpPr>
          <p:grpSpPr bwMode="auto">
            <a:xfrm>
              <a:off x="3944" y="2160"/>
              <a:ext cx="512" cy="210"/>
              <a:chOff x="3944" y="2160"/>
              <a:chExt cx="512" cy="210"/>
            </a:xfrm>
          </p:grpSpPr>
          <p:sp>
            <p:nvSpPr>
              <p:cNvPr id="94352" name="Rectangle 143">
                <a:extLst>
                  <a:ext uri="{FF2B5EF4-FFF2-40B4-BE49-F238E27FC236}">
                    <a16:creationId xmlns:a16="http://schemas.microsoft.com/office/drawing/2014/main" id="{EB6CF2A7-C393-57A7-60B2-CEB0527F02B2}"/>
                  </a:ext>
                </a:extLst>
              </p:cNvPr>
              <p:cNvSpPr>
                <a:spLocks noChangeArrowheads="1"/>
              </p:cNvSpPr>
              <p:nvPr/>
            </p:nvSpPr>
            <p:spPr bwMode="auto">
              <a:xfrm>
                <a:off x="3944" y="21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53" name="Rectangle 144">
                <a:extLst>
                  <a:ext uri="{FF2B5EF4-FFF2-40B4-BE49-F238E27FC236}">
                    <a16:creationId xmlns:a16="http://schemas.microsoft.com/office/drawing/2014/main" id="{7F886F5B-C6EE-C7C0-14E2-9364CE3961E4}"/>
                  </a:ext>
                </a:extLst>
              </p:cNvPr>
              <p:cNvSpPr>
                <a:spLocks noChangeArrowheads="1"/>
              </p:cNvSpPr>
              <p:nvPr/>
            </p:nvSpPr>
            <p:spPr bwMode="auto">
              <a:xfrm>
                <a:off x="4023" y="2160"/>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94354" name="Group 148">
              <a:extLst>
                <a:ext uri="{FF2B5EF4-FFF2-40B4-BE49-F238E27FC236}">
                  <a16:creationId xmlns:a16="http://schemas.microsoft.com/office/drawing/2014/main" id="{84C4A8B7-750B-F006-1A66-657A62587699}"/>
                </a:ext>
              </a:extLst>
            </p:cNvPr>
            <p:cNvGrpSpPr>
              <a:grpSpLocks/>
            </p:cNvGrpSpPr>
            <p:nvPr/>
          </p:nvGrpSpPr>
          <p:grpSpPr bwMode="auto">
            <a:xfrm>
              <a:off x="4472" y="2160"/>
              <a:ext cx="512" cy="210"/>
              <a:chOff x="4472" y="2160"/>
              <a:chExt cx="512" cy="210"/>
            </a:xfrm>
          </p:grpSpPr>
          <p:sp>
            <p:nvSpPr>
              <p:cNvPr id="94355" name="Rectangle 146">
                <a:extLst>
                  <a:ext uri="{FF2B5EF4-FFF2-40B4-BE49-F238E27FC236}">
                    <a16:creationId xmlns:a16="http://schemas.microsoft.com/office/drawing/2014/main" id="{2E419174-F46B-E505-0B1C-BFC8929C3160}"/>
                  </a:ext>
                </a:extLst>
              </p:cNvPr>
              <p:cNvSpPr>
                <a:spLocks noChangeArrowheads="1"/>
              </p:cNvSpPr>
              <p:nvPr/>
            </p:nvSpPr>
            <p:spPr bwMode="auto">
              <a:xfrm>
                <a:off x="4472" y="21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56" name="Rectangle 147">
                <a:extLst>
                  <a:ext uri="{FF2B5EF4-FFF2-40B4-BE49-F238E27FC236}">
                    <a16:creationId xmlns:a16="http://schemas.microsoft.com/office/drawing/2014/main" id="{D36CC317-0F54-E044-F2D7-0EFC4737EB08}"/>
                  </a:ext>
                </a:extLst>
              </p:cNvPr>
              <p:cNvSpPr>
                <a:spLocks noChangeArrowheads="1"/>
              </p:cNvSpPr>
              <p:nvPr/>
            </p:nvSpPr>
            <p:spPr bwMode="auto">
              <a:xfrm>
                <a:off x="4551" y="2160"/>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94357" name="Group 151">
              <a:extLst>
                <a:ext uri="{FF2B5EF4-FFF2-40B4-BE49-F238E27FC236}">
                  <a16:creationId xmlns:a16="http://schemas.microsoft.com/office/drawing/2014/main" id="{1025E97B-DAD8-848F-9339-45DA44AC67DB}"/>
                </a:ext>
              </a:extLst>
            </p:cNvPr>
            <p:cNvGrpSpPr>
              <a:grpSpLocks/>
            </p:cNvGrpSpPr>
            <p:nvPr/>
          </p:nvGrpSpPr>
          <p:grpSpPr bwMode="auto">
            <a:xfrm>
              <a:off x="5000" y="2160"/>
              <a:ext cx="512" cy="210"/>
              <a:chOff x="5000" y="2160"/>
              <a:chExt cx="512" cy="210"/>
            </a:xfrm>
          </p:grpSpPr>
          <p:sp>
            <p:nvSpPr>
              <p:cNvPr id="94358" name="Rectangle 149">
                <a:extLst>
                  <a:ext uri="{FF2B5EF4-FFF2-40B4-BE49-F238E27FC236}">
                    <a16:creationId xmlns:a16="http://schemas.microsoft.com/office/drawing/2014/main" id="{2278342A-D269-BB08-440C-9BF59811228F}"/>
                  </a:ext>
                </a:extLst>
              </p:cNvPr>
              <p:cNvSpPr>
                <a:spLocks noChangeArrowheads="1"/>
              </p:cNvSpPr>
              <p:nvPr/>
            </p:nvSpPr>
            <p:spPr bwMode="auto">
              <a:xfrm>
                <a:off x="5000" y="21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4359" name="Rectangle 150">
                <a:extLst>
                  <a:ext uri="{FF2B5EF4-FFF2-40B4-BE49-F238E27FC236}">
                    <a16:creationId xmlns:a16="http://schemas.microsoft.com/office/drawing/2014/main" id="{49D46D1D-444F-486D-FC74-B78CAC082CBA}"/>
                  </a:ext>
                </a:extLst>
              </p:cNvPr>
              <p:cNvSpPr>
                <a:spLocks noChangeArrowheads="1"/>
              </p:cNvSpPr>
              <p:nvPr/>
            </p:nvSpPr>
            <p:spPr bwMode="auto">
              <a:xfrm>
                <a:off x="5079" y="2160"/>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94360" name="Rectangle 153">
            <a:extLst>
              <a:ext uri="{FF2B5EF4-FFF2-40B4-BE49-F238E27FC236}">
                <a16:creationId xmlns:a16="http://schemas.microsoft.com/office/drawing/2014/main" id="{1BE9F1E2-E91E-915A-D07F-86C33E656764}"/>
              </a:ext>
            </a:extLst>
          </p:cNvPr>
          <p:cNvSpPr>
            <a:spLocks noChangeArrowheads="1"/>
          </p:cNvSpPr>
          <p:nvPr/>
        </p:nvSpPr>
        <p:spPr bwMode="auto">
          <a:xfrm>
            <a:off x="3786188" y="3400425"/>
            <a:ext cx="835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R-Type</a:t>
            </a:r>
          </a:p>
        </p:txBody>
      </p:sp>
      <p:sp>
        <p:nvSpPr>
          <p:cNvPr id="94361" name="Line 154">
            <a:extLst>
              <a:ext uri="{FF2B5EF4-FFF2-40B4-BE49-F238E27FC236}">
                <a16:creationId xmlns:a16="http://schemas.microsoft.com/office/drawing/2014/main" id="{27A9FF8E-056F-1ACB-0411-35B114C2457E}"/>
              </a:ext>
            </a:extLst>
          </p:cNvPr>
          <p:cNvSpPr>
            <a:spLocks noChangeShapeType="1"/>
          </p:cNvSpPr>
          <p:nvPr/>
        </p:nvSpPr>
        <p:spPr bwMode="auto">
          <a:xfrm>
            <a:off x="5270500" y="1841500"/>
            <a:ext cx="279400" cy="1651000"/>
          </a:xfrm>
          <a:prstGeom prst="line">
            <a:avLst/>
          </a:prstGeom>
          <a:noFill/>
          <a:ln w="254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78" name="Rectangle 158">
            <a:extLst>
              <a:ext uri="{FF2B5EF4-FFF2-40B4-BE49-F238E27FC236}">
                <a16:creationId xmlns:a16="http://schemas.microsoft.com/office/drawing/2014/main" id="{07240468-CE35-0374-9848-C94CD7C5D485}"/>
              </a:ext>
            </a:extLst>
          </p:cNvPr>
          <p:cNvSpPr>
            <a:spLocks noChangeArrowheads="1"/>
          </p:cNvSpPr>
          <p:nvPr/>
        </p:nvSpPr>
        <p:spPr bwMode="auto">
          <a:xfrm>
            <a:off x="1955800" y="1943100"/>
            <a:ext cx="3419475" cy="1384300"/>
          </a:xfrm>
          <a:prstGeom prst="rect">
            <a:avLst/>
          </a:prstGeom>
          <a:solidFill>
            <a:srgbClr val="FF99CC">
              <a:alpha val="45882"/>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1923">
                                            <p:txEl>
                                              <p:pRg st="1" end="1"/>
                                            </p:txEl>
                                          </p:spTgt>
                                        </p:tgtEl>
                                        <p:attrNameLst>
                                          <p:attrName>style.visibility</p:attrName>
                                        </p:attrNameLst>
                                      </p:cBhvr>
                                      <p:to>
                                        <p:strVal val="visible"/>
                                      </p:to>
                                    </p:set>
                                    <p:animEffect transition="in" filter="blinds(horizontal)">
                                      <p:cBhvr>
                                        <p:cTn id="7" dur="500"/>
                                        <p:tgtEl>
                                          <p:spTgt spid="819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1923">
                                            <p:txEl>
                                              <p:pRg st="2" end="2"/>
                                            </p:txEl>
                                          </p:spTgt>
                                        </p:tgtEl>
                                        <p:attrNameLst>
                                          <p:attrName>style.visibility</p:attrName>
                                        </p:attrNameLst>
                                      </p:cBhvr>
                                      <p:to>
                                        <p:strVal val="visible"/>
                                      </p:to>
                                    </p:set>
                                    <p:animEffect transition="in" filter="blinds(horizontal)">
                                      <p:cBhvr>
                                        <p:cTn id="12" dur="500"/>
                                        <p:tgtEl>
                                          <p:spTgt spid="8192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1923">
                                            <p:txEl>
                                              <p:pRg st="3" end="3"/>
                                            </p:txEl>
                                          </p:spTgt>
                                        </p:tgtEl>
                                        <p:attrNameLst>
                                          <p:attrName>style.visibility</p:attrName>
                                        </p:attrNameLst>
                                      </p:cBhvr>
                                      <p:to>
                                        <p:strVal val="visible"/>
                                      </p:to>
                                    </p:set>
                                    <p:animEffect transition="in" filter="blinds(horizontal)">
                                      <p:cBhvr>
                                        <p:cTn id="17" dur="500"/>
                                        <p:tgtEl>
                                          <p:spTgt spid="8192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2078"/>
                                        </p:tgtEl>
                                        <p:attrNameLst>
                                          <p:attrName>style.visibility</p:attrName>
                                        </p:attrNameLst>
                                      </p:cBhvr>
                                      <p:to>
                                        <p:strVal val="visible"/>
                                      </p:to>
                                    </p:set>
                                    <p:animEffect transition="in" filter="blinds(horizontal)">
                                      <p:cBhvr>
                                        <p:cTn id="22" dur="500"/>
                                        <p:tgtEl>
                                          <p:spTgt spid="820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81923">
                                            <p:txEl>
                                              <p:pRg st="4" end="4"/>
                                            </p:txEl>
                                          </p:spTgt>
                                        </p:tgtEl>
                                        <p:attrNameLst>
                                          <p:attrName>style.visibility</p:attrName>
                                        </p:attrNameLst>
                                      </p:cBhvr>
                                      <p:to>
                                        <p:strVal val="visible"/>
                                      </p:to>
                                    </p:set>
                                    <p:animEffect transition="in" filter="blinds(horizontal)">
                                      <p:cBhvr>
                                        <p:cTn id="27" dur="500"/>
                                        <p:tgtEl>
                                          <p:spTgt spid="819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7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F2423A4-8D53-78BA-F45F-E93D937D756F}"/>
              </a:ext>
            </a:extLst>
          </p:cNvPr>
          <p:cNvSpPr>
            <a:spLocks noGrp="1"/>
          </p:cNvSpPr>
          <p:nvPr>
            <p:ph idx="1"/>
          </p:nvPr>
        </p:nvSpPr>
        <p:spPr>
          <a:xfrm>
            <a:off x="538163" y="2724150"/>
            <a:ext cx="8191500" cy="1465263"/>
          </a:xfrm>
        </p:spPr>
        <p:txBody>
          <a:bodyPr/>
          <a:lstStyle/>
          <a:p>
            <a:pPr marL="0" indent="0" algn="ctr">
              <a:buSzTx/>
              <a:buFont typeface="Times New Roman" panose="02020603050405020304" pitchFamily="18" charset="0"/>
              <a:buNone/>
            </a:pPr>
            <a:r>
              <a:rPr lang="zh-CN" altLang="en-US" sz="4000" noProof="1">
                <a:solidFill>
                  <a:srgbClr val="FF0000"/>
                </a:solidFill>
                <a:ea typeface="宋体" panose="02010600030101010101" pitchFamily="2" charset="-122"/>
                <a:sym typeface="+mn-ea"/>
              </a:rPr>
              <a:t>流水线中的“竞争”问题</a:t>
            </a:r>
            <a:endParaRPr lang="zh-CN" altLang="en-US" sz="4000" noProof="1">
              <a:solidFill>
                <a:srgbClr val="FF0000"/>
              </a:solidFill>
            </a:endParaRPr>
          </a:p>
          <a:p>
            <a:pPr algn="ctr">
              <a:buSzTx/>
            </a:pPr>
            <a:endParaRPr lang="zh-CN" altLang="en-US" sz="4000" noProof="1">
              <a:solidFill>
                <a:srgbClr val="FF0000"/>
              </a:solidFill>
            </a:endParaRP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2BF271D6-61AA-D833-7F36-5FDDE5F5A4DD}"/>
              </a:ext>
            </a:extLst>
          </p:cNvPr>
          <p:cNvSpPr>
            <a:spLocks noGrp="1" noChangeArrowheads="1"/>
          </p:cNvSpPr>
          <p:nvPr>
            <p:ph type="title"/>
          </p:nvPr>
        </p:nvSpPr>
        <p:spPr>
          <a:xfrm>
            <a:off x="800100" y="149225"/>
            <a:ext cx="5330825" cy="368300"/>
          </a:xfrm>
        </p:spPr>
        <p:txBody>
          <a:bodyPr/>
          <a:lstStyle/>
          <a:p>
            <a:r>
              <a:rPr lang="en-US" altLang="zh-CN">
                <a:ea typeface="宋体" panose="02010600030101010101" pitchFamily="2" charset="-122"/>
              </a:rPr>
              <a:t>Load</a:t>
            </a:r>
            <a:r>
              <a:rPr lang="zh-CN" altLang="en-US">
                <a:ea typeface="宋体" panose="02010600030101010101" pitchFamily="2" charset="-122"/>
              </a:rPr>
              <a:t>指令</a:t>
            </a:r>
            <a:r>
              <a:rPr lang="en-US" altLang="zh-CN">
                <a:ea typeface="宋体" panose="02010600030101010101" pitchFamily="2" charset="-122"/>
              </a:rPr>
              <a:t>:</a:t>
            </a:r>
            <a:r>
              <a:rPr lang="zh-CN" altLang="en-US">
                <a:ea typeface="宋体" panose="02010600030101010101" pitchFamily="2" charset="-122"/>
              </a:rPr>
              <a:t>流水线中的控制信号</a:t>
            </a:r>
          </a:p>
        </p:txBody>
      </p:sp>
      <p:sp>
        <p:nvSpPr>
          <p:cNvPr id="97282" name="Rectangle 3">
            <a:extLst>
              <a:ext uri="{FF2B5EF4-FFF2-40B4-BE49-F238E27FC236}">
                <a16:creationId xmlns:a16="http://schemas.microsoft.com/office/drawing/2014/main" id="{52481056-08A5-4979-05A2-A70289B1958A}"/>
              </a:ext>
            </a:extLst>
          </p:cNvPr>
          <p:cNvSpPr>
            <a:spLocks noGrp="1" noChangeArrowheads="1"/>
          </p:cNvSpPr>
          <p:nvPr>
            <p:ph idx="1"/>
          </p:nvPr>
        </p:nvSpPr>
        <p:spPr>
          <a:xfrm>
            <a:off x="385763" y="615950"/>
            <a:ext cx="8262937" cy="1746250"/>
          </a:xfrm>
        </p:spPr>
        <p:txBody>
          <a:bodyPr/>
          <a:lstStyle/>
          <a:p>
            <a:pPr>
              <a:spcBef>
                <a:spcPct val="20000"/>
              </a:spcBef>
            </a:pPr>
            <a:r>
              <a:rPr lang="zh-CN" altLang="en-US" sz="1900">
                <a:ea typeface="黑体" panose="02010609060101010101" pitchFamily="49" charset="-122"/>
              </a:rPr>
              <a:t>在</a:t>
            </a:r>
            <a:r>
              <a:rPr lang="zh-CN" altLang="en-US" sz="1900">
                <a:solidFill>
                  <a:srgbClr val="CC0000"/>
                </a:solidFill>
                <a:ea typeface="黑体" panose="02010609060101010101" pitchFamily="49" charset="-122"/>
              </a:rPr>
              <a:t>取数</a:t>
            </a:r>
            <a:r>
              <a:rPr lang="en-US" altLang="zh-CN" sz="1900">
                <a:solidFill>
                  <a:srgbClr val="CC0000"/>
                </a:solidFill>
                <a:ea typeface="黑体" panose="02010609060101010101" pitchFamily="49" charset="-122"/>
              </a:rPr>
              <a:t>/</a:t>
            </a:r>
            <a:r>
              <a:rPr lang="zh-CN" altLang="en-US" sz="1900">
                <a:solidFill>
                  <a:srgbClr val="CC0000"/>
                </a:solidFill>
                <a:ea typeface="黑体" panose="02010609060101010101" pitchFamily="49" charset="-122"/>
              </a:rPr>
              <a:t>译码（</a:t>
            </a:r>
            <a:r>
              <a:rPr lang="en-US" altLang="zh-CN" sz="1900">
                <a:solidFill>
                  <a:srgbClr val="CC0000"/>
                </a:solidFill>
                <a:ea typeface="黑体" panose="02010609060101010101" pitchFamily="49" charset="-122"/>
              </a:rPr>
              <a:t>ID</a:t>
            </a:r>
            <a:r>
              <a:rPr lang="zh-CN" altLang="en-US" sz="1900">
                <a:solidFill>
                  <a:srgbClr val="CC0000"/>
                </a:solidFill>
                <a:ea typeface="黑体" panose="02010609060101010101" pitchFamily="49" charset="-122"/>
              </a:rPr>
              <a:t>）阶段</a:t>
            </a:r>
            <a:r>
              <a:rPr lang="zh-CN" altLang="en-US" sz="1900">
                <a:ea typeface="黑体" panose="02010609060101010101" pitchFamily="49" charset="-122"/>
              </a:rPr>
              <a:t>产生本指令所有控制信号</a:t>
            </a:r>
            <a:endParaRPr lang="en-US" altLang="zh-CN" sz="1900">
              <a:ea typeface="黑体" panose="02010609060101010101" pitchFamily="49" charset="-122"/>
            </a:endParaRPr>
          </a:p>
          <a:p>
            <a:pPr lvl="1">
              <a:spcBef>
                <a:spcPct val="20000"/>
              </a:spcBef>
            </a:pPr>
            <a:r>
              <a:rPr lang="en-US" altLang="zh-CN" sz="1900">
                <a:ea typeface="黑体" panose="02010609060101010101" pitchFamily="49" charset="-122"/>
              </a:rPr>
              <a:t>ID</a:t>
            </a:r>
            <a:r>
              <a:rPr lang="zh-CN" altLang="en-US" sz="1900">
                <a:ea typeface="黑体" panose="02010609060101010101" pitchFamily="49" charset="-122"/>
              </a:rPr>
              <a:t>信号 </a:t>
            </a:r>
            <a:r>
              <a:rPr lang="en-US" altLang="zh-CN" sz="1900">
                <a:ea typeface="黑体" panose="02010609060101010101" pitchFamily="49" charset="-122"/>
              </a:rPr>
              <a:t>(ExtOp) </a:t>
            </a:r>
            <a:r>
              <a:rPr lang="zh-CN" altLang="en-US" sz="1900">
                <a:ea typeface="黑体" panose="02010609060101010101" pitchFamily="49" charset="-122"/>
              </a:rPr>
              <a:t>在当前周期中使用</a:t>
            </a:r>
            <a:endParaRPr lang="en-US" altLang="zh-CN" sz="1900">
              <a:ea typeface="黑体" panose="02010609060101010101" pitchFamily="49" charset="-122"/>
            </a:endParaRPr>
          </a:p>
          <a:p>
            <a:pPr lvl="1">
              <a:lnSpc>
                <a:spcPct val="100000"/>
              </a:lnSpc>
              <a:spcBef>
                <a:spcPct val="20000"/>
              </a:spcBef>
            </a:pPr>
            <a:r>
              <a:rPr lang="en-US" altLang="zh-CN" sz="1900">
                <a:ea typeface="黑体" panose="02010609060101010101" pitchFamily="49" charset="-122"/>
              </a:rPr>
              <a:t>EX</a:t>
            </a:r>
            <a:r>
              <a:rPr lang="zh-CN" altLang="en-US" sz="1900">
                <a:ea typeface="黑体" panose="02010609060101010101" pitchFamily="49" charset="-122"/>
              </a:rPr>
              <a:t>信号 </a:t>
            </a:r>
            <a:r>
              <a:rPr lang="en-US" altLang="zh-CN" sz="1900">
                <a:ea typeface="黑体" panose="02010609060101010101" pitchFamily="49" charset="-122"/>
              </a:rPr>
              <a:t>(ALUAScr, ALUBSrc, ...) </a:t>
            </a:r>
            <a:r>
              <a:rPr lang="zh-CN" altLang="en-US" sz="1900">
                <a:ea typeface="黑体" panose="02010609060101010101" pitchFamily="49" charset="-122"/>
              </a:rPr>
              <a:t>在</a:t>
            </a:r>
            <a:r>
              <a:rPr lang="en-US" altLang="zh-CN" sz="1900">
                <a:ea typeface="黑体" panose="02010609060101010101" pitchFamily="49" charset="-122"/>
              </a:rPr>
              <a:t>1</a:t>
            </a:r>
            <a:r>
              <a:rPr lang="zh-CN" altLang="en-US" sz="1900">
                <a:ea typeface="黑体" panose="02010609060101010101" pitchFamily="49" charset="-122"/>
              </a:rPr>
              <a:t>个周期后使用</a:t>
            </a:r>
            <a:endParaRPr lang="en-US" altLang="zh-CN" sz="1900">
              <a:ea typeface="黑体" panose="02010609060101010101" pitchFamily="49" charset="-122"/>
            </a:endParaRPr>
          </a:p>
          <a:p>
            <a:pPr lvl="1">
              <a:lnSpc>
                <a:spcPct val="100000"/>
              </a:lnSpc>
              <a:spcBef>
                <a:spcPct val="20000"/>
              </a:spcBef>
            </a:pPr>
            <a:r>
              <a:rPr lang="en-US" altLang="zh-CN" sz="1900">
                <a:ea typeface="黑体" panose="02010609060101010101" pitchFamily="49" charset="-122"/>
              </a:rPr>
              <a:t>M</a:t>
            </a:r>
            <a:r>
              <a:rPr lang="zh-CN" altLang="en-US" sz="1900">
                <a:ea typeface="黑体" panose="02010609060101010101" pitchFamily="49" charset="-122"/>
              </a:rPr>
              <a:t>信号 </a:t>
            </a:r>
            <a:r>
              <a:rPr lang="en-US" altLang="zh-CN" sz="1900">
                <a:ea typeface="黑体" panose="02010609060101010101" pitchFamily="49" charset="-122"/>
              </a:rPr>
              <a:t>(MemWr,</a:t>
            </a:r>
            <a:r>
              <a:rPr lang="zh-CN" altLang="en-US" sz="1900">
                <a:ea typeface="黑体" panose="02010609060101010101" pitchFamily="49" charset="-122"/>
              </a:rPr>
              <a:t> </a:t>
            </a:r>
            <a:r>
              <a:rPr lang="en-US" altLang="zh-CN" sz="1900">
                <a:ea typeface="黑体" panose="02010609060101010101" pitchFamily="49" charset="-122"/>
              </a:rPr>
              <a:t>Branch, ...) </a:t>
            </a:r>
            <a:r>
              <a:rPr lang="zh-CN" altLang="en-US" sz="1900">
                <a:ea typeface="黑体" panose="02010609060101010101" pitchFamily="49" charset="-122"/>
              </a:rPr>
              <a:t>在</a:t>
            </a:r>
            <a:r>
              <a:rPr lang="en-US" altLang="zh-CN" sz="1900">
                <a:ea typeface="黑体" panose="02010609060101010101" pitchFamily="49" charset="-122"/>
              </a:rPr>
              <a:t>2</a:t>
            </a:r>
            <a:r>
              <a:rPr lang="zh-CN" altLang="en-US" sz="1900">
                <a:ea typeface="黑体" panose="02010609060101010101" pitchFamily="49" charset="-122"/>
              </a:rPr>
              <a:t>个周期后使用</a:t>
            </a:r>
            <a:endParaRPr lang="en-US" altLang="zh-CN" sz="1900">
              <a:ea typeface="黑体" panose="02010609060101010101" pitchFamily="49" charset="-122"/>
            </a:endParaRPr>
          </a:p>
          <a:p>
            <a:pPr lvl="1">
              <a:lnSpc>
                <a:spcPct val="100000"/>
              </a:lnSpc>
              <a:spcBef>
                <a:spcPct val="20000"/>
              </a:spcBef>
            </a:pPr>
            <a:r>
              <a:rPr lang="en-US" altLang="zh-CN" sz="1900">
                <a:ea typeface="黑体" panose="02010609060101010101" pitchFamily="49" charset="-122"/>
              </a:rPr>
              <a:t>WB</a:t>
            </a:r>
            <a:r>
              <a:rPr lang="zh-CN" altLang="en-US" sz="1900">
                <a:ea typeface="黑体" panose="02010609060101010101" pitchFamily="49" charset="-122"/>
              </a:rPr>
              <a:t>信号 </a:t>
            </a:r>
            <a:r>
              <a:rPr lang="en-US" altLang="zh-CN" sz="1900">
                <a:ea typeface="黑体" panose="02010609060101010101" pitchFamily="49" charset="-122"/>
              </a:rPr>
              <a:t>(MemtoReg, RegWr) </a:t>
            </a:r>
            <a:r>
              <a:rPr lang="zh-CN" altLang="en-US" sz="1900">
                <a:ea typeface="黑体" panose="02010609060101010101" pitchFamily="49" charset="-122"/>
              </a:rPr>
              <a:t>在</a:t>
            </a:r>
            <a:r>
              <a:rPr lang="en-US" altLang="zh-CN" sz="1900">
                <a:ea typeface="黑体" panose="02010609060101010101" pitchFamily="49" charset="-122"/>
              </a:rPr>
              <a:t>3</a:t>
            </a:r>
            <a:r>
              <a:rPr lang="zh-CN" altLang="en-US" sz="1900">
                <a:ea typeface="黑体" panose="02010609060101010101" pitchFamily="49" charset="-122"/>
              </a:rPr>
              <a:t>个周期后使用</a:t>
            </a:r>
            <a:endParaRPr lang="en-US" altLang="zh-CN" sz="1900">
              <a:ea typeface="黑体" panose="02010609060101010101" pitchFamily="49" charset="-122"/>
            </a:endParaRPr>
          </a:p>
        </p:txBody>
      </p:sp>
      <p:grpSp>
        <p:nvGrpSpPr>
          <p:cNvPr id="97283" name="Group 84">
            <a:extLst>
              <a:ext uri="{FF2B5EF4-FFF2-40B4-BE49-F238E27FC236}">
                <a16:creationId xmlns:a16="http://schemas.microsoft.com/office/drawing/2014/main" id="{6DB51662-6556-5B01-200B-92018545F932}"/>
              </a:ext>
            </a:extLst>
          </p:cNvPr>
          <p:cNvGrpSpPr>
            <a:grpSpLocks/>
          </p:cNvGrpSpPr>
          <p:nvPr/>
        </p:nvGrpSpPr>
        <p:grpSpPr bwMode="auto">
          <a:xfrm>
            <a:off x="522288" y="2587625"/>
            <a:ext cx="8432800" cy="3429000"/>
            <a:chOff x="321" y="1672"/>
            <a:chExt cx="5312" cy="2160"/>
          </a:xfrm>
        </p:grpSpPr>
        <p:sp>
          <p:nvSpPr>
            <p:cNvPr id="97284" name="Rectangle 4">
              <a:extLst>
                <a:ext uri="{FF2B5EF4-FFF2-40B4-BE49-F238E27FC236}">
                  <a16:creationId xmlns:a16="http://schemas.microsoft.com/office/drawing/2014/main" id="{63882890-9EF4-A02B-C8DF-1FBB22F1DE4A}"/>
                </a:ext>
              </a:extLst>
            </p:cNvPr>
            <p:cNvSpPr>
              <a:spLocks noChangeArrowheads="1"/>
            </p:cNvSpPr>
            <p:nvPr/>
          </p:nvSpPr>
          <p:spPr bwMode="auto">
            <a:xfrm>
              <a:off x="338" y="2216"/>
              <a:ext cx="182" cy="16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7285" name="Rectangle 5">
              <a:extLst>
                <a:ext uri="{FF2B5EF4-FFF2-40B4-BE49-F238E27FC236}">
                  <a16:creationId xmlns:a16="http://schemas.microsoft.com/office/drawing/2014/main" id="{04EED8B0-6A61-75F1-8DB5-9BDB6EDFFB55}"/>
                </a:ext>
              </a:extLst>
            </p:cNvPr>
            <p:cNvSpPr>
              <a:spLocks noChangeArrowheads="1"/>
            </p:cNvSpPr>
            <p:nvPr/>
          </p:nvSpPr>
          <p:spPr bwMode="auto">
            <a:xfrm rot="5400000">
              <a:off x="-28" y="2898"/>
              <a:ext cx="90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IF/ID Register</a:t>
              </a:r>
            </a:p>
          </p:txBody>
        </p:sp>
        <p:sp>
          <p:nvSpPr>
            <p:cNvPr id="97286" name="Line 6">
              <a:extLst>
                <a:ext uri="{FF2B5EF4-FFF2-40B4-BE49-F238E27FC236}">
                  <a16:creationId xmlns:a16="http://schemas.microsoft.com/office/drawing/2014/main" id="{F4BD8E3C-B0F3-28AA-7484-3DEEBD5DF09E}"/>
                </a:ext>
              </a:extLst>
            </p:cNvPr>
            <p:cNvSpPr>
              <a:spLocks noChangeShapeType="1"/>
            </p:cNvSpPr>
            <p:nvPr/>
          </p:nvSpPr>
          <p:spPr bwMode="auto">
            <a:xfrm>
              <a:off x="432" y="2024"/>
              <a:ext cx="0" cy="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87" name="Rectangle 7">
              <a:extLst>
                <a:ext uri="{FF2B5EF4-FFF2-40B4-BE49-F238E27FC236}">
                  <a16:creationId xmlns:a16="http://schemas.microsoft.com/office/drawing/2014/main" id="{358C11FC-0C86-66BE-A717-07B3D0B109C1}"/>
                </a:ext>
              </a:extLst>
            </p:cNvPr>
            <p:cNvSpPr>
              <a:spLocks noChangeArrowheads="1"/>
            </p:cNvSpPr>
            <p:nvPr/>
          </p:nvSpPr>
          <p:spPr bwMode="auto">
            <a:xfrm>
              <a:off x="2114" y="2216"/>
              <a:ext cx="182" cy="16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7288" name="Rectangle 8">
              <a:extLst>
                <a:ext uri="{FF2B5EF4-FFF2-40B4-BE49-F238E27FC236}">
                  <a16:creationId xmlns:a16="http://schemas.microsoft.com/office/drawing/2014/main" id="{4C6998F5-5D54-0F40-FE2C-278C1EF7BB04}"/>
                </a:ext>
              </a:extLst>
            </p:cNvPr>
            <p:cNvSpPr>
              <a:spLocks noChangeArrowheads="1"/>
            </p:cNvSpPr>
            <p:nvPr/>
          </p:nvSpPr>
          <p:spPr bwMode="auto">
            <a:xfrm rot="5400000">
              <a:off x="1732" y="2893"/>
              <a:ext cx="92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ID/Ex Register</a:t>
              </a:r>
            </a:p>
          </p:txBody>
        </p:sp>
        <p:sp>
          <p:nvSpPr>
            <p:cNvPr id="97289" name="Rectangle 9">
              <a:extLst>
                <a:ext uri="{FF2B5EF4-FFF2-40B4-BE49-F238E27FC236}">
                  <a16:creationId xmlns:a16="http://schemas.microsoft.com/office/drawing/2014/main" id="{EEB73140-6801-F09F-9FF5-9EB833A802E7}"/>
                </a:ext>
              </a:extLst>
            </p:cNvPr>
            <p:cNvSpPr>
              <a:spLocks noChangeArrowheads="1"/>
            </p:cNvSpPr>
            <p:nvPr/>
          </p:nvSpPr>
          <p:spPr bwMode="auto">
            <a:xfrm>
              <a:off x="3362" y="2216"/>
              <a:ext cx="182" cy="16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7290" name="Rectangle 10">
              <a:extLst>
                <a:ext uri="{FF2B5EF4-FFF2-40B4-BE49-F238E27FC236}">
                  <a16:creationId xmlns:a16="http://schemas.microsoft.com/office/drawing/2014/main" id="{4BB7C05C-A2F0-4A7B-14C4-A4574546E9D4}"/>
                </a:ext>
              </a:extLst>
            </p:cNvPr>
            <p:cNvSpPr>
              <a:spLocks noChangeArrowheads="1"/>
            </p:cNvSpPr>
            <p:nvPr/>
          </p:nvSpPr>
          <p:spPr bwMode="auto">
            <a:xfrm rot="5400000">
              <a:off x="2914" y="2850"/>
              <a:ext cx="107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Ex/Mem Register</a:t>
              </a:r>
            </a:p>
          </p:txBody>
        </p:sp>
        <p:sp>
          <p:nvSpPr>
            <p:cNvPr id="97291" name="Rectangle 11">
              <a:extLst>
                <a:ext uri="{FF2B5EF4-FFF2-40B4-BE49-F238E27FC236}">
                  <a16:creationId xmlns:a16="http://schemas.microsoft.com/office/drawing/2014/main" id="{03D8509F-9859-24DA-102A-C50C951683BB}"/>
                </a:ext>
              </a:extLst>
            </p:cNvPr>
            <p:cNvSpPr>
              <a:spLocks noChangeArrowheads="1"/>
            </p:cNvSpPr>
            <p:nvPr/>
          </p:nvSpPr>
          <p:spPr bwMode="auto">
            <a:xfrm>
              <a:off x="4658" y="2216"/>
              <a:ext cx="182" cy="16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7292" name="Rectangle 12">
              <a:extLst>
                <a:ext uri="{FF2B5EF4-FFF2-40B4-BE49-F238E27FC236}">
                  <a16:creationId xmlns:a16="http://schemas.microsoft.com/office/drawing/2014/main" id="{7B64E33B-6E44-828E-CC17-29C691E1AE70}"/>
                </a:ext>
              </a:extLst>
            </p:cNvPr>
            <p:cNvSpPr>
              <a:spLocks noChangeArrowheads="1"/>
            </p:cNvSpPr>
            <p:nvPr/>
          </p:nvSpPr>
          <p:spPr bwMode="auto">
            <a:xfrm rot="5400000">
              <a:off x="4192" y="2898"/>
              <a:ext cx="110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Mem/Wr Register</a:t>
              </a:r>
            </a:p>
          </p:txBody>
        </p:sp>
        <p:sp>
          <p:nvSpPr>
            <p:cNvPr id="97293" name="Oval 13">
              <a:extLst>
                <a:ext uri="{FF2B5EF4-FFF2-40B4-BE49-F238E27FC236}">
                  <a16:creationId xmlns:a16="http://schemas.microsoft.com/office/drawing/2014/main" id="{0AC04DF8-7829-500D-992E-A8D7237BE14C}"/>
                </a:ext>
              </a:extLst>
            </p:cNvPr>
            <p:cNvSpPr>
              <a:spLocks noChangeArrowheads="1"/>
            </p:cNvSpPr>
            <p:nvPr/>
          </p:nvSpPr>
          <p:spPr bwMode="auto">
            <a:xfrm>
              <a:off x="392" y="2120"/>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7294" name="Line 14">
              <a:extLst>
                <a:ext uri="{FF2B5EF4-FFF2-40B4-BE49-F238E27FC236}">
                  <a16:creationId xmlns:a16="http://schemas.microsoft.com/office/drawing/2014/main" id="{839E1852-5DA3-CE37-CD48-B85DF64B973A}"/>
                </a:ext>
              </a:extLst>
            </p:cNvPr>
            <p:cNvSpPr>
              <a:spLocks noChangeShapeType="1"/>
            </p:cNvSpPr>
            <p:nvPr/>
          </p:nvSpPr>
          <p:spPr bwMode="auto">
            <a:xfrm>
              <a:off x="2208" y="2024"/>
              <a:ext cx="0" cy="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5" name="Oval 15">
              <a:extLst>
                <a:ext uri="{FF2B5EF4-FFF2-40B4-BE49-F238E27FC236}">
                  <a16:creationId xmlns:a16="http://schemas.microsoft.com/office/drawing/2014/main" id="{DDBA4049-D1CD-56A7-80D9-CA34D0471A2D}"/>
                </a:ext>
              </a:extLst>
            </p:cNvPr>
            <p:cNvSpPr>
              <a:spLocks noChangeArrowheads="1"/>
            </p:cNvSpPr>
            <p:nvPr/>
          </p:nvSpPr>
          <p:spPr bwMode="auto">
            <a:xfrm>
              <a:off x="2168" y="2120"/>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7296" name="Line 16">
              <a:extLst>
                <a:ext uri="{FF2B5EF4-FFF2-40B4-BE49-F238E27FC236}">
                  <a16:creationId xmlns:a16="http://schemas.microsoft.com/office/drawing/2014/main" id="{8D3709A8-A591-34CF-A2E0-6A92413C57FD}"/>
                </a:ext>
              </a:extLst>
            </p:cNvPr>
            <p:cNvSpPr>
              <a:spLocks noChangeShapeType="1"/>
            </p:cNvSpPr>
            <p:nvPr/>
          </p:nvSpPr>
          <p:spPr bwMode="auto">
            <a:xfrm>
              <a:off x="3456" y="2024"/>
              <a:ext cx="0" cy="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7" name="Oval 17">
              <a:extLst>
                <a:ext uri="{FF2B5EF4-FFF2-40B4-BE49-F238E27FC236}">
                  <a16:creationId xmlns:a16="http://schemas.microsoft.com/office/drawing/2014/main" id="{BB344524-E116-DBE9-5BB4-3FF0BF820366}"/>
                </a:ext>
              </a:extLst>
            </p:cNvPr>
            <p:cNvSpPr>
              <a:spLocks noChangeArrowheads="1"/>
            </p:cNvSpPr>
            <p:nvPr/>
          </p:nvSpPr>
          <p:spPr bwMode="auto">
            <a:xfrm>
              <a:off x="3416" y="2120"/>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7298" name="Line 18">
              <a:extLst>
                <a:ext uri="{FF2B5EF4-FFF2-40B4-BE49-F238E27FC236}">
                  <a16:creationId xmlns:a16="http://schemas.microsoft.com/office/drawing/2014/main" id="{104A444B-F9DA-574B-7634-A08AC0CBB4FB}"/>
                </a:ext>
              </a:extLst>
            </p:cNvPr>
            <p:cNvSpPr>
              <a:spLocks noChangeShapeType="1"/>
            </p:cNvSpPr>
            <p:nvPr/>
          </p:nvSpPr>
          <p:spPr bwMode="auto">
            <a:xfrm>
              <a:off x="4752" y="2024"/>
              <a:ext cx="0" cy="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9" name="Oval 19">
              <a:extLst>
                <a:ext uri="{FF2B5EF4-FFF2-40B4-BE49-F238E27FC236}">
                  <a16:creationId xmlns:a16="http://schemas.microsoft.com/office/drawing/2014/main" id="{7B3CB0B4-852B-60B7-6109-7CDFEA221219}"/>
                </a:ext>
              </a:extLst>
            </p:cNvPr>
            <p:cNvSpPr>
              <a:spLocks noChangeArrowheads="1"/>
            </p:cNvSpPr>
            <p:nvPr/>
          </p:nvSpPr>
          <p:spPr bwMode="auto">
            <a:xfrm>
              <a:off x="4712" y="2120"/>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7300" name="Line 20">
              <a:extLst>
                <a:ext uri="{FF2B5EF4-FFF2-40B4-BE49-F238E27FC236}">
                  <a16:creationId xmlns:a16="http://schemas.microsoft.com/office/drawing/2014/main" id="{931252A0-6141-7011-25D4-7B26FC32AB94}"/>
                </a:ext>
              </a:extLst>
            </p:cNvPr>
            <p:cNvSpPr>
              <a:spLocks noChangeShapeType="1"/>
            </p:cNvSpPr>
            <p:nvPr/>
          </p:nvSpPr>
          <p:spPr bwMode="auto">
            <a:xfrm flipV="1">
              <a:off x="432" y="1672"/>
              <a:ext cx="0" cy="30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1" name="Line 21">
              <a:extLst>
                <a:ext uri="{FF2B5EF4-FFF2-40B4-BE49-F238E27FC236}">
                  <a16:creationId xmlns:a16="http://schemas.microsoft.com/office/drawing/2014/main" id="{202FC515-5B65-B876-8A66-D149B2E8A261}"/>
                </a:ext>
              </a:extLst>
            </p:cNvPr>
            <p:cNvSpPr>
              <a:spLocks noChangeShapeType="1"/>
            </p:cNvSpPr>
            <p:nvPr/>
          </p:nvSpPr>
          <p:spPr bwMode="auto">
            <a:xfrm>
              <a:off x="528" y="1784"/>
              <a:ext cx="0" cy="176"/>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2" name="Line 22">
              <a:extLst>
                <a:ext uri="{FF2B5EF4-FFF2-40B4-BE49-F238E27FC236}">
                  <a16:creationId xmlns:a16="http://schemas.microsoft.com/office/drawing/2014/main" id="{4CE6E379-C0D4-D6E4-EC90-08571B363CD9}"/>
                </a:ext>
              </a:extLst>
            </p:cNvPr>
            <p:cNvSpPr>
              <a:spLocks noChangeShapeType="1"/>
            </p:cNvSpPr>
            <p:nvPr/>
          </p:nvSpPr>
          <p:spPr bwMode="auto">
            <a:xfrm>
              <a:off x="536" y="1872"/>
              <a:ext cx="1664"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03" name="Line 23">
              <a:extLst>
                <a:ext uri="{FF2B5EF4-FFF2-40B4-BE49-F238E27FC236}">
                  <a16:creationId xmlns:a16="http://schemas.microsoft.com/office/drawing/2014/main" id="{AE00FF35-A04E-FE22-FE2D-7DCDD1B50CE9}"/>
                </a:ext>
              </a:extLst>
            </p:cNvPr>
            <p:cNvSpPr>
              <a:spLocks noChangeShapeType="1"/>
            </p:cNvSpPr>
            <p:nvPr/>
          </p:nvSpPr>
          <p:spPr bwMode="auto">
            <a:xfrm>
              <a:off x="2304" y="1784"/>
              <a:ext cx="0" cy="176"/>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4" name="Line 24">
              <a:extLst>
                <a:ext uri="{FF2B5EF4-FFF2-40B4-BE49-F238E27FC236}">
                  <a16:creationId xmlns:a16="http://schemas.microsoft.com/office/drawing/2014/main" id="{6F98B28C-75DC-5B0E-2C7B-688C14623C72}"/>
                </a:ext>
              </a:extLst>
            </p:cNvPr>
            <p:cNvSpPr>
              <a:spLocks noChangeShapeType="1"/>
            </p:cNvSpPr>
            <p:nvPr/>
          </p:nvSpPr>
          <p:spPr bwMode="auto">
            <a:xfrm>
              <a:off x="2312" y="1872"/>
              <a:ext cx="1136"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05" name="Line 25">
              <a:extLst>
                <a:ext uri="{FF2B5EF4-FFF2-40B4-BE49-F238E27FC236}">
                  <a16:creationId xmlns:a16="http://schemas.microsoft.com/office/drawing/2014/main" id="{39E26F61-3E1A-4C87-230B-F63ACD92BD8E}"/>
                </a:ext>
              </a:extLst>
            </p:cNvPr>
            <p:cNvSpPr>
              <a:spLocks noChangeShapeType="1"/>
            </p:cNvSpPr>
            <p:nvPr/>
          </p:nvSpPr>
          <p:spPr bwMode="auto">
            <a:xfrm>
              <a:off x="3552" y="1784"/>
              <a:ext cx="0" cy="176"/>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6" name="Line 26">
              <a:extLst>
                <a:ext uri="{FF2B5EF4-FFF2-40B4-BE49-F238E27FC236}">
                  <a16:creationId xmlns:a16="http://schemas.microsoft.com/office/drawing/2014/main" id="{38DC50AB-ECCC-326F-2FE2-07528D48871E}"/>
                </a:ext>
              </a:extLst>
            </p:cNvPr>
            <p:cNvSpPr>
              <a:spLocks noChangeShapeType="1"/>
            </p:cNvSpPr>
            <p:nvPr/>
          </p:nvSpPr>
          <p:spPr bwMode="auto">
            <a:xfrm>
              <a:off x="3560" y="1872"/>
              <a:ext cx="1184"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07" name="Line 27">
              <a:extLst>
                <a:ext uri="{FF2B5EF4-FFF2-40B4-BE49-F238E27FC236}">
                  <a16:creationId xmlns:a16="http://schemas.microsoft.com/office/drawing/2014/main" id="{83EE902E-F3CC-301E-D657-F1958BA3794D}"/>
                </a:ext>
              </a:extLst>
            </p:cNvPr>
            <p:cNvSpPr>
              <a:spLocks noChangeShapeType="1"/>
            </p:cNvSpPr>
            <p:nvPr/>
          </p:nvSpPr>
          <p:spPr bwMode="auto">
            <a:xfrm>
              <a:off x="4848" y="1784"/>
              <a:ext cx="0" cy="176"/>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8" name="Rectangle 28">
              <a:extLst>
                <a:ext uri="{FF2B5EF4-FFF2-40B4-BE49-F238E27FC236}">
                  <a16:creationId xmlns:a16="http://schemas.microsoft.com/office/drawing/2014/main" id="{985D61D8-7FE9-8CE4-2347-76CD8F2455F9}"/>
                </a:ext>
              </a:extLst>
            </p:cNvPr>
            <p:cNvSpPr>
              <a:spLocks noChangeArrowheads="1"/>
            </p:cNvSpPr>
            <p:nvPr/>
          </p:nvSpPr>
          <p:spPr bwMode="auto">
            <a:xfrm>
              <a:off x="1253" y="1680"/>
              <a:ext cx="25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ID</a:t>
              </a:r>
            </a:p>
          </p:txBody>
        </p:sp>
        <p:sp>
          <p:nvSpPr>
            <p:cNvPr id="97309" name="Rectangle 29">
              <a:extLst>
                <a:ext uri="{FF2B5EF4-FFF2-40B4-BE49-F238E27FC236}">
                  <a16:creationId xmlns:a16="http://schemas.microsoft.com/office/drawing/2014/main" id="{383132FD-CD99-498C-1BA4-CFF02E9E8266}"/>
                </a:ext>
              </a:extLst>
            </p:cNvPr>
            <p:cNvSpPr>
              <a:spLocks noChangeArrowheads="1"/>
            </p:cNvSpPr>
            <p:nvPr/>
          </p:nvSpPr>
          <p:spPr bwMode="auto">
            <a:xfrm>
              <a:off x="2679" y="1680"/>
              <a:ext cx="39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   EX</a:t>
              </a:r>
            </a:p>
          </p:txBody>
        </p:sp>
        <p:sp>
          <p:nvSpPr>
            <p:cNvPr id="97310" name="Rectangle 30">
              <a:extLst>
                <a:ext uri="{FF2B5EF4-FFF2-40B4-BE49-F238E27FC236}">
                  <a16:creationId xmlns:a16="http://schemas.microsoft.com/office/drawing/2014/main" id="{2E94DC68-88CE-135C-6DA6-0F2B460452E2}"/>
                </a:ext>
              </a:extLst>
            </p:cNvPr>
            <p:cNvSpPr>
              <a:spLocks noChangeArrowheads="1"/>
            </p:cNvSpPr>
            <p:nvPr/>
          </p:nvSpPr>
          <p:spPr bwMode="auto">
            <a:xfrm>
              <a:off x="4011" y="1680"/>
              <a:ext cx="23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a:t>
              </a:r>
            </a:p>
          </p:txBody>
        </p:sp>
        <p:sp>
          <p:nvSpPr>
            <p:cNvPr id="97311" name="Rectangle 31">
              <a:extLst>
                <a:ext uri="{FF2B5EF4-FFF2-40B4-BE49-F238E27FC236}">
                  <a16:creationId xmlns:a16="http://schemas.microsoft.com/office/drawing/2014/main" id="{734682C6-7D38-12FD-69BF-9D7394C2F036}"/>
                </a:ext>
              </a:extLst>
            </p:cNvPr>
            <p:cNvSpPr>
              <a:spLocks noChangeArrowheads="1"/>
            </p:cNvSpPr>
            <p:nvPr/>
          </p:nvSpPr>
          <p:spPr bwMode="auto">
            <a:xfrm>
              <a:off x="1329" y="2112"/>
              <a:ext cx="49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ExtOp</a:t>
              </a:r>
            </a:p>
          </p:txBody>
        </p:sp>
        <p:sp>
          <p:nvSpPr>
            <p:cNvPr id="97312" name="Rectangle 32">
              <a:extLst>
                <a:ext uri="{FF2B5EF4-FFF2-40B4-BE49-F238E27FC236}">
                  <a16:creationId xmlns:a16="http://schemas.microsoft.com/office/drawing/2014/main" id="{C49DBE5B-7EBE-1003-B824-56C653C720AF}"/>
                </a:ext>
              </a:extLst>
            </p:cNvPr>
            <p:cNvSpPr>
              <a:spLocks noChangeArrowheads="1"/>
            </p:cNvSpPr>
            <p:nvPr/>
          </p:nvSpPr>
          <p:spPr bwMode="auto">
            <a:xfrm>
              <a:off x="1428" y="2641"/>
              <a:ext cx="54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ALUctr</a:t>
              </a:r>
            </a:p>
          </p:txBody>
        </p:sp>
        <p:sp>
          <p:nvSpPr>
            <p:cNvPr id="97313" name="Rectangle 34">
              <a:extLst>
                <a:ext uri="{FF2B5EF4-FFF2-40B4-BE49-F238E27FC236}">
                  <a16:creationId xmlns:a16="http://schemas.microsoft.com/office/drawing/2014/main" id="{B94A2E46-D020-D228-28A7-68FEE3F57C23}"/>
                </a:ext>
              </a:extLst>
            </p:cNvPr>
            <p:cNvSpPr>
              <a:spLocks noChangeArrowheads="1"/>
            </p:cNvSpPr>
            <p:nvPr/>
          </p:nvSpPr>
          <p:spPr bwMode="auto">
            <a:xfrm>
              <a:off x="1415" y="2286"/>
              <a:ext cx="68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ALUASrc</a:t>
              </a:r>
            </a:p>
          </p:txBody>
        </p:sp>
        <p:sp>
          <p:nvSpPr>
            <p:cNvPr id="97314" name="Rectangle 35">
              <a:extLst>
                <a:ext uri="{FF2B5EF4-FFF2-40B4-BE49-F238E27FC236}">
                  <a16:creationId xmlns:a16="http://schemas.microsoft.com/office/drawing/2014/main" id="{3EAD677C-7193-92D9-1ABB-358E4F2049F9}"/>
                </a:ext>
              </a:extLst>
            </p:cNvPr>
            <p:cNvSpPr>
              <a:spLocks noChangeArrowheads="1"/>
            </p:cNvSpPr>
            <p:nvPr/>
          </p:nvSpPr>
          <p:spPr bwMode="auto">
            <a:xfrm flipH="1">
              <a:off x="1444" y="3012"/>
              <a:ext cx="55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Branch</a:t>
              </a:r>
            </a:p>
          </p:txBody>
        </p:sp>
        <p:sp>
          <p:nvSpPr>
            <p:cNvPr id="97315" name="Rectangle 36">
              <a:extLst>
                <a:ext uri="{FF2B5EF4-FFF2-40B4-BE49-F238E27FC236}">
                  <a16:creationId xmlns:a16="http://schemas.microsoft.com/office/drawing/2014/main" id="{7D64AD14-915A-0F8A-2E35-7DEE37A5DE01}"/>
                </a:ext>
              </a:extLst>
            </p:cNvPr>
            <p:cNvSpPr>
              <a:spLocks noChangeArrowheads="1"/>
            </p:cNvSpPr>
            <p:nvPr/>
          </p:nvSpPr>
          <p:spPr bwMode="auto">
            <a:xfrm>
              <a:off x="1429" y="2831"/>
              <a:ext cx="62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MemWr</a:t>
              </a:r>
            </a:p>
          </p:txBody>
        </p:sp>
        <p:sp>
          <p:nvSpPr>
            <p:cNvPr id="97316" name="Rectangle 37">
              <a:extLst>
                <a:ext uri="{FF2B5EF4-FFF2-40B4-BE49-F238E27FC236}">
                  <a16:creationId xmlns:a16="http://schemas.microsoft.com/office/drawing/2014/main" id="{1E519D26-F64A-E866-1041-D5811E577904}"/>
                </a:ext>
              </a:extLst>
            </p:cNvPr>
            <p:cNvSpPr>
              <a:spLocks noChangeArrowheads="1"/>
            </p:cNvSpPr>
            <p:nvPr/>
          </p:nvSpPr>
          <p:spPr bwMode="auto">
            <a:xfrm>
              <a:off x="1407" y="3371"/>
              <a:ext cx="7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MemtoReg</a:t>
              </a:r>
            </a:p>
          </p:txBody>
        </p:sp>
        <p:sp>
          <p:nvSpPr>
            <p:cNvPr id="97317" name="Rectangle 38">
              <a:extLst>
                <a:ext uri="{FF2B5EF4-FFF2-40B4-BE49-F238E27FC236}">
                  <a16:creationId xmlns:a16="http://schemas.microsoft.com/office/drawing/2014/main" id="{AEDFF125-4D24-311F-F3BF-91C439416869}"/>
                </a:ext>
              </a:extLst>
            </p:cNvPr>
            <p:cNvSpPr>
              <a:spLocks noChangeArrowheads="1"/>
            </p:cNvSpPr>
            <p:nvPr/>
          </p:nvSpPr>
          <p:spPr bwMode="auto">
            <a:xfrm>
              <a:off x="1461" y="3543"/>
              <a:ext cx="5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RegWr</a:t>
              </a:r>
            </a:p>
          </p:txBody>
        </p:sp>
        <p:sp>
          <p:nvSpPr>
            <p:cNvPr id="97318" name="Line 39">
              <a:extLst>
                <a:ext uri="{FF2B5EF4-FFF2-40B4-BE49-F238E27FC236}">
                  <a16:creationId xmlns:a16="http://schemas.microsoft.com/office/drawing/2014/main" id="{68366901-7CE3-5290-61C7-9FE45BB449D9}"/>
                </a:ext>
              </a:extLst>
            </p:cNvPr>
            <p:cNvSpPr>
              <a:spLocks noChangeShapeType="1"/>
            </p:cNvSpPr>
            <p:nvPr/>
          </p:nvSpPr>
          <p:spPr bwMode="auto">
            <a:xfrm flipH="1">
              <a:off x="1328" y="3552"/>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19" name="Line 40">
              <a:extLst>
                <a:ext uri="{FF2B5EF4-FFF2-40B4-BE49-F238E27FC236}">
                  <a16:creationId xmlns:a16="http://schemas.microsoft.com/office/drawing/2014/main" id="{6A0FE03C-4286-CD30-5284-539F481459A4}"/>
                </a:ext>
              </a:extLst>
            </p:cNvPr>
            <p:cNvSpPr>
              <a:spLocks noChangeShapeType="1"/>
            </p:cNvSpPr>
            <p:nvPr/>
          </p:nvSpPr>
          <p:spPr bwMode="auto">
            <a:xfrm flipH="1">
              <a:off x="1312" y="2304"/>
              <a:ext cx="590" cy="0"/>
            </a:xfrm>
            <a:prstGeom prst="line">
              <a:avLst/>
            </a:prstGeom>
            <a:noFill/>
            <a:ln w="25400">
              <a:solidFill>
                <a:srgbClr val="7030A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20" name="Line 41">
              <a:extLst>
                <a:ext uri="{FF2B5EF4-FFF2-40B4-BE49-F238E27FC236}">
                  <a16:creationId xmlns:a16="http://schemas.microsoft.com/office/drawing/2014/main" id="{DE18E5C1-B143-FF1A-DEA6-E867ED22B8DB}"/>
                </a:ext>
              </a:extLst>
            </p:cNvPr>
            <p:cNvSpPr>
              <a:spLocks noChangeShapeType="1"/>
            </p:cNvSpPr>
            <p:nvPr/>
          </p:nvSpPr>
          <p:spPr bwMode="auto">
            <a:xfrm flipH="1">
              <a:off x="1324" y="2484"/>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21" name="Line 42">
              <a:extLst>
                <a:ext uri="{FF2B5EF4-FFF2-40B4-BE49-F238E27FC236}">
                  <a16:creationId xmlns:a16="http://schemas.microsoft.com/office/drawing/2014/main" id="{8A2704B2-494F-F7BF-1FD1-20C82E002049}"/>
                </a:ext>
              </a:extLst>
            </p:cNvPr>
            <p:cNvSpPr>
              <a:spLocks noChangeShapeType="1"/>
            </p:cNvSpPr>
            <p:nvPr/>
          </p:nvSpPr>
          <p:spPr bwMode="auto">
            <a:xfrm flipH="1">
              <a:off x="1320" y="2664"/>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22" name="Line 43">
              <a:extLst>
                <a:ext uri="{FF2B5EF4-FFF2-40B4-BE49-F238E27FC236}">
                  <a16:creationId xmlns:a16="http://schemas.microsoft.com/office/drawing/2014/main" id="{B00A9BC4-3E5D-18F7-A024-AC22CD5210BA}"/>
                </a:ext>
              </a:extLst>
            </p:cNvPr>
            <p:cNvSpPr>
              <a:spLocks noChangeShapeType="1"/>
            </p:cNvSpPr>
            <p:nvPr/>
          </p:nvSpPr>
          <p:spPr bwMode="auto">
            <a:xfrm flipH="1">
              <a:off x="1320" y="2838"/>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23" name="Line 44">
              <a:extLst>
                <a:ext uri="{FF2B5EF4-FFF2-40B4-BE49-F238E27FC236}">
                  <a16:creationId xmlns:a16="http://schemas.microsoft.com/office/drawing/2014/main" id="{404B0CDA-455A-2C63-546C-CFF1B64FBE24}"/>
                </a:ext>
              </a:extLst>
            </p:cNvPr>
            <p:cNvSpPr>
              <a:spLocks noChangeShapeType="1"/>
            </p:cNvSpPr>
            <p:nvPr/>
          </p:nvSpPr>
          <p:spPr bwMode="auto">
            <a:xfrm flipH="1">
              <a:off x="1324" y="3036"/>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24" name="Line 45">
              <a:extLst>
                <a:ext uri="{FF2B5EF4-FFF2-40B4-BE49-F238E27FC236}">
                  <a16:creationId xmlns:a16="http://schemas.microsoft.com/office/drawing/2014/main" id="{4C3330CC-8CAF-6AFF-A8D3-0B9B1207B0E9}"/>
                </a:ext>
              </a:extLst>
            </p:cNvPr>
            <p:cNvSpPr>
              <a:spLocks noChangeShapeType="1"/>
            </p:cNvSpPr>
            <p:nvPr/>
          </p:nvSpPr>
          <p:spPr bwMode="auto">
            <a:xfrm flipH="1">
              <a:off x="1324" y="3198"/>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25" name="Line 46">
              <a:extLst>
                <a:ext uri="{FF2B5EF4-FFF2-40B4-BE49-F238E27FC236}">
                  <a16:creationId xmlns:a16="http://schemas.microsoft.com/office/drawing/2014/main" id="{A51DE34B-F42E-A646-E557-72E0702D594C}"/>
                </a:ext>
              </a:extLst>
            </p:cNvPr>
            <p:cNvSpPr>
              <a:spLocks noChangeShapeType="1"/>
            </p:cNvSpPr>
            <p:nvPr/>
          </p:nvSpPr>
          <p:spPr bwMode="auto">
            <a:xfrm flipH="1">
              <a:off x="1328" y="3744"/>
              <a:ext cx="784"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26" name="Rectangle 47">
              <a:extLst>
                <a:ext uri="{FF2B5EF4-FFF2-40B4-BE49-F238E27FC236}">
                  <a16:creationId xmlns:a16="http://schemas.microsoft.com/office/drawing/2014/main" id="{426BE3F6-5E6D-8CFB-4861-49F2FB2E4D89}"/>
                </a:ext>
              </a:extLst>
            </p:cNvPr>
            <p:cNvSpPr>
              <a:spLocks noChangeArrowheads="1"/>
            </p:cNvSpPr>
            <p:nvPr/>
          </p:nvSpPr>
          <p:spPr bwMode="auto">
            <a:xfrm>
              <a:off x="752" y="2216"/>
              <a:ext cx="560" cy="16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7327" name="Rectangle 48">
              <a:extLst>
                <a:ext uri="{FF2B5EF4-FFF2-40B4-BE49-F238E27FC236}">
                  <a16:creationId xmlns:a16="http://schemas.microsoft.com/office/drawing/2014/main" id="{5F1105B1-1AA5-B034-1FB2-084896F3BDAF}"/>
                </a:ext>
              </a:extLst>
            </p:cNvPr>
            <p:cNvSpPr>
              <a:spLocks noChangeArrowheads="1"/>
            </p:cNvSpPr>
            <p:nvPr/>
          </p:nvSpPr>
          <p:spPr bwMode="auto">
            <a:xfrm>
              <a:off x="807" y="2640"/>
              <a:ext cx="541"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Main</a:t>
              </a:r>
            </a:p>
            <a:p>
              <a:pPr algn="ctr" eaLnBrk="0" hangingPunct="0"/>
              <a:r>
                <a:rPr lang="en-US" altLang="zh-CN">
                  <a:ea typeface="宋体" panose="02010600030101010101" pitchFamily="2" charset="-122"/>
                </a:rPr>
                <a:t>Control</a:t>
              </a:r>
            </a:p>
          </p:txBody>
        </p:sp>
        <p:sp>
          <p:nvSpPr>
            <p:cNvPr id="97328" name="Line 49">
              <a:extLst>
                <a:ext uri="{FF2B5EF4-FFF2-40B4-BE49-F238E27FC236}">
                  <a16:creationId xmlns:a16="http://schemas.microsoft.com/office/drawing/2014/main" id="{8D9C6142-5E21-855A-41C9-C00AC9E59E03}"/>
                </a:ext>
              </a:extLst>
            </p:cNvPr>
            <p:cNvSpPr>
              <a:spLocks noChangeShapeType="1"/>
            </p:cNvSpPr>
            <p:nvPr/>
          </p:nvSpPr>
          <p:spPr bwMode="auto">
            <a:xfrm>
              <a:off x="536" y="2976"/>
              <a:ext cx="224"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29" name="Rectangle 51">
              <a:extLst>
                <a:ext uri="{FF2B5EF4-FFF2-40B4-BE49-F238E27FC236}">
                  <a16:creationId xmlns:a16="http://schemas.microsoft.com/office/drawing/2014/main" id="{C69DA80B-9998-0C86-CCA8-D2C776245872}"/>
                </a:ext>
              </a:extLst>
            </p:cNvPr>
            <p:cNvSpPr>
              <a:spLocks noChangeArrowheads="1"/>
            </p:cNvSpPr>
            <p:nvPr/>
          </p:nvSpPr>
          <p:spPr bwMode="auto">
            <a:xfrm>
              <a:off x="2323" y="2494"/>
              <a:ext cx="6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ALUBsrc</a:t>
              </a:r>
            </a:p>
          </p:txBody>
        </p:sp>
        <p:sp>
          <p:nvSpPr>
            <p:cNvPr id="97330" name="Rectangle 52">
              <a:extLst>
                <a:ext uri="{FF2B5EF4-FFF2-40B4-BE49-F238E27FC236}">
                  <a16:creationId xmlns:a16="http://schemas.microsoft.com/office/drawing/2014/main" id="{D73A2058-99EC-FD78-6A8C-0323F3EFEEDB}"/>
                </a:ext>
              </a:extLst>
            </p:cNvPr>
            <p:cNvSpPr>
              <a:spLocks noChangeArrowheads="1"/>
            </p:cNvSpPr>
            <p:nvPr/>
          </p:nvSpPr>
          <p:spPr bwMode="auto">
            <a:xfrm>
              <a:off x="2333" y="2699"/>
              <a:ext cx="54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ALUctr</a:t>
              </a:r>
            </a:p>
          </p:txBody>
        </p:sp>
        <p:sp>
          <p:nvSpPr>
            <p:cNvPr id="97331" name="Rectangle 53">
              <a:extLst>
                <a:ext uri="{FF2B5EF4-FFF2-40B4-BE49-F238E27FC236}">
                  <a16:creationId xmlns:a16="http://schemas.microsoft.com/office/drawing/2014/main" id="{22FB235B-0DA1-B4EF-E375-00BD49EF1234}"/>
                </a:ext>
              </a:extLst>
            </p:cNvPr>
            <p:cNvSpPr>
              <a:spLocks noChangeArrowheads="1"/>
            </p:cNvSpPr>
            <p:nvPr/>
          </p:nvSpPr>
          <p:spPr bwMode="auto">
            <a:xfrm>
              <a:off x="2319" y="2304"/>
              <a:ext cx="68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ALUASrc</a:t>
              </a:r>
            </a:p>
          </p:txBody>
        </p:sp>
        <p:sp>
          <p:nvSpPr>
            <p:cNvPr id="97332" name="Line 54">
              <a:extLst>
                <a:ext uri="{FF2B5EF4-FFF2-40B4-BE49-F238E27FC236}">
                  <a16:creationId xmlns:a16="http://schemas.microsoft.com/office/drawing/2014/main" id="{E19398CD-CF7F-AEBA-D889-1CD4777FF08F}"/>
                </a:ext>
              </a:extLst>
            </p:cNvPr>
            <p:cNvSpPr>
              <a:spLocks noChangeShapeType="1"/>
            </p:cNvSpPr>
            <p:nvPr/>
          </p:nvSpPr>
          <p:spPr bwMode="auto">
            <a:xfrm flipH="1" flipV="1">
              <a:off x="2304" y="3383"/>
              <a:ext cx="1066"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33" name="Line 55">
              <a:extLst>
                <a:ext uri="{FF2B5EF4-FFF2-40B4-BE49-F238E27FC236}">
                  <a16:creationId xmlns:a16="http://schemas.microsoft.com/office/drawing/2014/main" id="{519FB82C-D49F-F0D9-1BD8-4A81AF768792}"/>
                </a:ext>
              </a:extLst>
            </p:cNvPr>
            <p:cNvSpPr>
              <a:spLocks noChangeShapeType="1"/>
            </p:cNvSpPr>
            <p:nvPr/>
          </p:nvSpPr>
          <p:spPr bwMode="auto">
            <a:xfrm flipH="1">
              <a:off x="2296" y="2484"/>
              <a:ext cx="784"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34" name="Line 56">
              <a:extLst>
                <a:ext uri="{FF2B5EF4-FFF2-40B4-BE49-F238E27FC236}">
                  <a16:creationId xmlns:a16="http://schemas.microsoft.com/office/drawing/2014/main" id="{66F1F505-1F66-2ABB-59FA-977E19F4EAB9}"/>
                </a:ext>
              </a:extLst>
            </p:cNvPr>
            <p:cNvSpPr>
              <a:spLocks noChangeShapeType="1"/>
            </p:cNvSpPr>
            <p:nvPr/>
          </p:nvSpPr>
          <p:spPr bwMode="auto">
            <a:xfrm flipH="1">
              <a:off x="2296" y="2688"/>
              <a:ext cx="784"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35" name="Line 57">
              <a:extLst>
                <a:ext uri="{FF2B5EF4-FFF2-40B4-BE49-F238E27FC236}">
                  <a16:creationId xmlns:a16="http://schemas.microsoft.com/office/drawing/2014/main" id="{2F26D321-26A3-C048-8DE8-D259BB1686CB}"/>
                </a:ext>
              </a:extLst>
            </p:cNvPr>
            <p:cNvSpPr>
              <a:spLocks noChangeShapeType="1"/>
            </p:cNvSpPr>
            <p:nvPr/>
          </p:nvSpPr>
          <p:spPr bwMode="auto">
            <a:xfrm flipH="1">
              <a:off x="2296" y="2880"/>
              <a:ext cx="784"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36" name="Rectangle 58">
              <a:extLst>
                <a:ext uri="{FF2B5EF4-FFF2-40B4-BE49-F238E27FC236}">
                  <a16:creationId xmlns:a16="http://schemas.microsoft.com/office/drawing/2014/main" id="{BEF4047C-1406-4FF2-D4DD-C72DEB5241F5}"/>
                </a:ext>
              </a:extLst>
            </p:cNvPr>
            <p:cNvSpPr>
              <a:spLocks noChangeArrowheads="1"/>
            </p:cNvSpPr>
            <p:nvPr/>
          </p:nvSpPr>
          <p:spPr bwMode="auto">
            <a:xfrm>
              <a:off x="4865" y="3367"/>
              <a:ext cx="7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MemtoReg</a:t>
              </a:r>
            </a:p>
          </p:txBody>
        </p:sp>
        <p:sp>
          <p:nvSpPr>
            <p:cNvPr id="97337" name="Rectangle 59">
              <a:extLst>
                <a:ext uri="{FF2B5EF4-FFF2-40B4-BE49-F238E27FC236}">
                  <a16:creationId xmlns:a16="http://schemas.microsoft.com/office/drawing/2014/main" id="{2BEF9B7E-6774-8BD5-0588-8B3222774207}"/>
                </a:ext>
              </a:extLst>
            </p:cNvPr>
            <p:cNvSpPr>
              <a:spLocks noChangeArrowheads="1"/>
            </p:cNvSpPr>
            <p:nvPr/>
          </p:nvSpPr>
          <p:spPr bwMode="auto">
            <a:xfrm>
              <a:off x="4864" y="3551"/>
              <a:ext cx="5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RegWr</a:t>
              </a:r>
            </a:p>
          </p:txBody>
        </p:sp>
        <p:sp>
          <p:nvSpPr>
            <p:cNvPr id="97338" name="Line 60">
              <a:extLst>
                <a:ext uri="{FF2B5EF4-FFF2-40B4-BE49-F238E27FC236}">
                  <a16:creationId xmlns:a16="http://schemas.microsoft.com/office/drawing/2014/main" id="{01FFD5C2-61A1-A640-DE6C-B69DE52EAA0C}"/>
                </a:ext>
              </a:extLst>
            </p:cNvPr>
            <p:cNvSpPr>
              <a:spLocks noChangeShapeType="1"/>
            </p:cNvSpPr>
            <p:nvPr/>
          </p:nvSpPr>
          <p:spPr bwMode="auto">
            <a:xfrm flipH="1">
              <a:off x="4840" y="3572"/>
              <a:ext cx="784" cy="0"/>
            </a:xfrm>
            <a:prstGeom prst="line">
              <a:avLst/>
            </a:prstGeom>
            <a:noFill/>
            <a:ln w="25400">
              <a:solidFill>
                <a:schemeClr val="fo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39" name="Line 61">
              <a:extLst>
                <a:ext uri="{FF2B5EF4-FFF2-40B4-BE49-F238E27FC236}">
                  <a16:creationId xmlns:a16="http://schemas.microsoft.com/office/drawing/2014/main" id="{C134F325-E019-BB29-1031-FB65891A6642}"/>
                </a:ext>
              </a:extLst>
            </p:cNvPr>
            <p:cNvSpPr>
              <a:spLocks noChangeShapeType="1"/>
            </p:cNvSpPr>
            <p:nvPr/>
          </p:nvSpPr>
          <p:spPr bwMode="auto">
            <a:xfrm flipH="1">
              <a:off x="4840" y="3744"/>
              <a:ext cx="784" cy="0"/>
            </a:xfrm>
            <a:prstGeom prst="line">
              <a:avLst/>
            </a:prstGeom>
            <a:noFill/>
            <a:ln w="25400">
              <a:solidFill>
                <a:schemeClr val="fo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40" name="Rectangle 62">
              <a:extLst>
                <a:ext uri="{FF2B5EF4-FFF2-40B4-BE49-F238E27FC236}">
                  <a16:creationId xmlns:a16="http://schemas.microsoft.com/office/drawing/2014/main" id="{4D256318-AC8F-097C-21E8-CE3F954C0641}"/>
                </a:ext>
              </a:extLst>
            </p:cNvPr>
            <p:cNvSpPr>
              <a:spLocks noChangeArrowheads="1"/>
            </p:cNvSpPr>
            <p:nvPr/>
          </p:nvSpPr>
          <p:spPr bwMode="auto">
            <a:xfrm>
              <a:off x="2481" y="3371"/>
              <a:ext cx="7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MemtoReg</a:t>
              </a:r>
            </a:p>
          </p:txBody>
        </p:sp>
        <p:sp>
          <p:nvSpPr>
            <p:cNvPr id="97341" name="Rectangle 63">
              <a:extLst>
                <a:ext uri="{FF2B5EF4-FFF2-40B4-BE49-F238E27FC236}">
                  <a16:creationId xmlns:a16="http://schemas.microsoft.com/office/drawing/2014/main" id="{C3B704D0-3D22-D42D-0727-239495582FD0}"/>
                </a:ext>
              </a:extLst>
            </p:cNvPr>
            <p:cNvSpPr>
              <a:spLocks noChangeArrowheads="1"/>
            </p:cNvSpPr>
            <p:nvPr/>
          </p:nvSpPr>
          <p:spPr bwMode="auto">
            <a:xfrm>
              <a:off x="2485" y="3555"/>
              <a:ext cx="5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RegWr</a:t>
              </a:r>
            </a:p>
          </p:txBody>
        </p:sp>
        <p:sp>
          <p:nvSpPr>
            <p:cNvPr id="97342" name="Line 64">
              <a:extLst>
                <a:ext uri="{FF2B5EF4-FFF2-40B4-BE49-F238E27FC236}">
                  <a16:creationId xmlns:a16="http://schemas.microsoft.com/office/drawing/2014/main" id="{A47DB5A5-BC55-F98C-93B5-DEBABECABDE1}"/>
                </a:ext>
              </a:extLst>
            </p:cNvPr>
            <p:cNvSpPr>
              <a:spLocks noChangeShapeType="1"/>
            </p:cNvSpPr>
            <p:nvPr/>
          </p:nvSpPr>
          <p:spPr bwMode="auto">
            <a:xfrm flipH="1">
              <a:off x="2296" y="3552"/>
              <a:ext cx="1072"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43" name="Line 65">
              <a:extLst>
                <a:ext uri="{FF2B5EF4-FFF2-40B4-BE49-F238E27FC236}">
                  <a16:creationId xmlns:a16="http://schemas.microsoft.com/office/drawing/2014/main" id="{E9C592D1-A293-6695-0CD5-B9E78B486285}"/>
                </a:ext>
              </a:extLst>
            </p:cNvPr>
            <p:cNvSpPr>
              <a:spLocks noChangeShapeType="1"/>
            </p:cNvSpPr>
            <p:nvPr/>
          </p:nvSpPr>
          <p:spPr bwMode="auto">
            <a:xfrm flipH="1">
              <a:off x="2296" y="3744"/>
              <a:ext cx="1072"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44" name="Rectangle 66">
              <a:extLst>
                <a:ext uri="{FF2B5EF4-FFF2-40B4-BE49-F238E27FC236}">
                  <a16:creationId xmlns:a16="http://schemas.microsoft.com/office/drawing/2014/main" id="{9160B74A-C2AA-3098-4E56-ED4149E04369}"/>
                </a:ext>
              </a:extLst>
            </p:cNvPr>
            <p:cNvSpPr>
              <a:spLocks noChangeArrowheads="1"/>
            </p:cNvSpPr>
            <p:nvPr/>
          </p:nvSpPr>
          <p:spPr bwMode="auto">
            <a:xfrm>
              <a:off x="3761" y="3371"/>
              <a:ext cx="7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MemtoReg</a:t>
              </a:r>
            </a:p>
          </p:txBody>
        </p:sp>
        <p:sp>
          <p:nvSpPr>
            <p:cNvPr id="97345" name="Rectangle 67">
              <a:extLst>
                <a:ext uri="{FF2B5EF4-FFF2-40B4-BE49-F238E27FC236}">
                  <a16:creationId xmlns:a16="http://schemas.microsoft.com/office/drawing/2014/main" id="{F2E43ECD-4C16-6B10-3513-3950B55EBFF6}"/>
                </a:ext>
              </a:extLst>
            </p:cNvPr>
            <p:cNvSpPr>
              <a:spLocks noChangeArrowheads="1"/>
            </p:cNvSpPr>
            <p:nvPr/>
          </p:nvSpPr>
          <p:spPr bwMode="auto">
            <a:xfrm>
              <a:off x="3773" y="3563"/>
              <a:ext cx="5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RegWr</a:t>
              </a:r>
            </a:p>
          </p:txBody>
        </p:sp>
        <p:sp>
          <p:nvSpPr>
            <p:cNvPr id="97346" name="Line 68">
              <a:extLst>
                <a:ext uri="{FF2B5EF4-FFF2-40B4-BE49-F238E27FC236}">
                  <a16:creationId xmlns:a16="http://schemas.microsoft.com/office/drawing/2014/main" id="{EA54118F-7353-5ABA-48A0-A5DD35FB6B7E}"/>
                </a:ext>
              </a:extLst>
            </p:cNvPr>
            <p:cNvSpPr>
              <a:spLocks noChangeShapeType="1"/>
            </p:cNvSpPr>
            <p:nvPr/>
          </p:nvSpPr>
          <p:spPr bwMode="auto">
            <a:xfrm flipH="1">
              <a:off x="3544" y="3568"/>
              <a:ext cx="1120" cy="0"/>
            </a:xfrm>
            <a:prstGeom prst="line">
              <a:avLst/>
            </a:prstGeom>
            <a:noFill/>
            <a:ln w="25400">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47" name="Line 69">
              <a:extLst>
                <a:ext uri="{FF2B5EF4-FFF2-40B4-BE49-F238E27FC236}">
                  <a16:creationId xmlns:a16="http://schemas.microsoft.com/office/drawing/2014/main" id="{B8F1F1C6-4F26-FD4C-7362-FC6C725C1241}"/>
                </a:ext>
              </a:extLst>
            </p:cNvPr>
            <p:cNvSpPr>
              <a:spLocks noChangeShapeType="1"/>
            </p:cNvSpPr>
            <p:nvPr/>
          </p:nvSpPr>
          <p:spPr bwMode="auto">
            <a:xfrm flipH="1">
              <a:off x="3544" y="3744"/>
              <a:ext cx="1120" cy="0"/>
            </a:xfrm>
            <a:prstGeom prst="line">
              <a:avLst/>
            </a:prstGeom>
            <a:noFill/>
            <a:ln w="25400">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48" name="Rectangle 70">
              <a:extLst>
                <a:ext uri="{FF2B5EF4-FFF2-40B4-BE49-F238E27FC236}">
                  <a16:creationId xmlns:a16="http://schemas.microsoft.com/office/drawing/2014/main" id="{D6C1CE04-5CFE-24F5-7FB4-CFBC150E14F4}"/>
                </a:ext>
              </a:extLst>
            </p:cNvPr>
            <p:cNvSpPr>
              <a:spLocks noChangeArrowheads="1"/>
            </p:cNvSpPr>
            <p:nvPr/>
          </p:nvSpPr>
          <p:spPr bwMode="auto">
            <a:xfrm flipH="1">
              <a:off x="2462" y="3012"/>
              <a:ext cx="55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Branch</a:t>
              </a:r>
            </a:p>
          </p:txBody>
        </p:sp>
        <p:sp>
          <p:nvSpPr>
            <p:cNvPr id="97349" name="Rectangle 71">
              <a:extLst>
                <a:ext uri="{FF2B5EF4-FFF2-40B4-BE49-F238E27FC236}">
                  <a16:creationId xmlns:a16="http://schemas.microsoft.com/office/drawing/2014/main" id="{AFA501FC-6D74-CA8D-7E85-CC5832256AC7}"/>
                </a:ext>
              </a:extLst>
            </p:cNvPr>
            <p:cNvSpPr>
              <a:spLocks noChangeArrowheads="1"/>
            </p:cNvSpPr>
            <p:nvPr/>
          </p:nvSpPr>
          <p:spPr bwMode="auto">
            <a:xfrm>
              <a:off x="2471" y="2861"/>
              <a:ext cx="64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MemWr</a:t>
              </a:r>
            </a:p>
          </p:txBody>
        </p:sp>
        <p:sp>
          <p:nvSpPr>
            <p:cNvPr id="97350" name="Line 72">
              <a:extLst>
                <a:ext uri="{FF2B5EF4-FFF2-40B4-BE49-F238E27FC236}">
                  <a16:creationId xmlns:a16="http://schemas.microsoft.com/office/drawing/2014/main" id="{000E179B-90AD-7C92-19BD-11D7C4EBA6DE}"/>
                </a:ext>
              </a:extLst>
            </p:cNvPr>
            <p:cNvSpPr>
              <a:spLocks noChangeShapeType="1"/>
            </p:cNvSpPr>
            <p:nvPr/>
          </p:nvSpPr>
          <p:spPr bwMode="auto">
            <a:xfrm flipH="1">
              <a:off x="2296" y="3042"/>
              <a:ext cx="1072"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51" name="Line 73">
              <a:extLst>
                <a:ext uri="{FF2B5EF4-FFF2-40B4-BE49-F238E27FC236}">
                  <a16:creationId xmlns:a16="http://schemas.microsoft.com/office/drawing/2014/main" id="{214DE954-6483-2BDD-9CE8-0BFB04208CB0}"/>
                </a:ext>
              </a:extLst>
            </p:cNvPr>
            <p:cNvSpPr>
              <a:spLocks noChangeShapeType="1"/>
            </p:cNvSpPr>
            <p:nvPr/>
          </p:nvSpPr>
          <p:spPr bwMode="auto">
            <a:xfrm flipH="1">
              <a:off x="2296" y="3204"/>
              <a:ext cx="1072" cy="0"/>
            </a:xfrm>
            <a:prstGeom prst="line">
              <a:avLst/>
            </a:prstGeom>
            <a:noFill/>
            <a:ln w="2540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52" name="Rectangle 74">
              <a:extLst>
                <a:ext uri="{FF2B5EF4-FFF2-40B4-BE49-F238E27FC236}">
                  <a16:creationId xmlns:a16="http://schemas.microsoft.com/office/drawing/2014/main" id="{C975D664-0281-CA38-F3A2-5444FF7926A9}"/>
                </a:ext>
              </a:extLst>
            </p:cNvPr>
            <p:cNvSpPr>
              <a:spLocks noChangeArrowheads="1"/>
            </p:cNvSpPr>
            <p:nvPr/>
          </p:nvSpPr>
          <p:spPr bwMode="auto">
            <a:xfrm flipH="1">
              <a:off x="3608" y="3024"/>
              <a:ext cx="55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Branch</a:t>
              </a:r>
            </a:p>
          </p:txBody>
        </p:sp>
        <p:sp>
          <p:nvSpPr>
            <p:cNvPr id="97353" name="Rectangle 75">
              <a:extLst>
                <a:ext uri="{FF2B5EF4-FFF2-40B4-BE49-F238E27FC236}">
                  <a16:creationId xmlns:a16="http://schemas.microsoft.com/office/drawing/2014/main" id="{5A970BF6-A26E-C9DB-CC49-B7C98B10C3AF}"/>
                </a:ext>
              </a:extLst>
            </p:cNvPr>
            <p:cNvSpPr>
              <a:spLocks noChangeArrowheads="1"/>
            </p:cNvSpPr>
            <p:nvPr/>
          </p:nvSpPr>
          <p:spPr bwMode="auto">
            <a:xfrm>
              <a:off x="3608" y="2849"/>
              <a:ext cx="63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MemWr</a:t>
              </a:r>
            </a:p>
          </p:txBody>
        </p:sp>
        <p:sp>
          <p:nvSpPr>
            <p:cNvPr id="97354" name="Line 76">
              <a:extLst>
                <a:ext uri="{FF2B5EF4-FFF2-40B4-BE49-F238E27FC236}">
                  <a16:creationId xmlns:a16="http://schemas.microsoft.com/office/drawing/2014/main" id="{DA2C99CA-6779-D3E3-EE8D-F5B2E2731DE6}"/>
                </a:ext>
              </a:extLst>
            </p:cNvPr>
            <p:cNvSpPr>
              <a:spLocks noChangeShapeType="1"/>
            </p:cNvSpPr>
            <p:nvPr/>
          </p:nvSpPr>
          <p:spPr bwMode="auto">
            <a:xfrm flipH="1">
              <a:off x="3544" y="3052"/>
              <a:ext cx="784" cy="0"/>
            </a:xfrm>
            <a:prstGeom prst="line">
              <a:avLst/>
            </a:prstGeom>
            <a:noFill/>
            <a:ln w="25400">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55" name="Line 77">
              <a:extLst>
                <a:ext uri="{FF2B5EF4-FFF2-40B4-BE49-F238E27FC236}">
                  <a16:creationId xmlns:a16="http://schemas.microsoft.com/office/drawing/2014/main" id="{D6E610D0-5BE6-F8EC-88F2-8CAB0B1E441F}"/>
                </a:ext>
              </a:extLst>
            </p:cNvPr>
            <p:cNvSpPr>
              <a:spLocks noChangeShapeType="1"/>
            </p:cNvSpPr>
            <p:nvPr/>
          </p:nvSpPr>
          <p:spPr bwMode="auto">
            <a:xfrm flipH="1">
              <a:off x="3544" y="3228"/>
              <a:ext cx="784" cy="0"/>
            </a:xfrm>
            <a:prstGeom prst="line">
              <a:avLst/>
            </a:prstGeom>
            <a:noFill/>
            <a:ln w="25400">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56" name="Line 78">
              <a:extLst>
                <a:ext uri="{FF2B5EF4-FFF2-40B4-BE49-F238E27FC236}">
                  <a16:creationId xmlns:a16="http://schemas.microsoft.com/office/drawing/2014/main" id="{4D46263F-898A-AACF-CFBF-36DEE77F770E}"/>
                </a:ext>
              </a:extLst>
            </p:cNvPr>
            <p:cNvSpPr>
              <a:spLocks noChangeShapeType="1"/>
            </p:cNvSpPr>
            <p:nvPr/>
          </p:nvSpPr>
          <p:spPr bwMode="auto">
            <a:xfrm flipV="1">
              <a:off x="2208" y="1672"/>
              <a:ext cx="0" cy="30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57" name="Line 79">
              <a:extLst>
                <a:ext uri="{FF2B5EF4-FFF2-40B4-BE49-F238E27FC236}">
                  <a16:creationId xmlns:a16="http://schemas.microsoft.com/office/drawing/2014/main" id="{97D597EC-CBB2-FC3B-EB6C-69A64F29ED68}"/>
                </a:ext>
              </a:extLst>
            </p:cNvPr>
            <p:cNvSpPr>
              <a:spLocks noChangeShapeType="1"/>
            </p:cNvSpPr>
            <p:nvPr/>
          </p:nvSpPr>
          <p:spPr bwMode="auto">
            <a:xfrm flipV="1">
              <a:off x="3456" y="1672"/>
              <a:ext cx="0" cy="30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58" name="Line 80">
              <a:extLst>
                <a:ext uri="{FF2B5EF4-FFF2-40B4-BE49-F238E27FC236}">
                  <a16:creationId xmlns:a16="http://schemas.microsoft.com/office/drawing/2014/main" id="{FD295332-34B7-8620-F176-98585D32DDE2}"/>
                </a:ext>
              </a:extLst>
            </p:cNvPr>
            <p:cNvSpPr>
              <a:spLocks noChangeShapeType="1"/>
            </p:cNvSpPr>
            <p:nvPr/>
          </p:nvSpPr>
          <p:spPr bwMode="auto">
            <a:xfrm flipV="1">
              <a:off x="4752" y="1672"/>
              <a:ext cx="0" cy="30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59" name="Rectangle 81">
              <a:extLst>
                <a:ext uri="{FF2B5EF4-FFF2-40B4-BE49-F238E27FC236}">
                  <a16:creationId xmlns:a16="http://schemas.microsoft.com/office/drawing/2014/main" id="{29B55AD6-47C7-58BB-A625-6C63F10A3076}"/>
                </a:ext>
              </a:extLst>
            </p:cNvPr>
            <p:cNvSpPr>
              <a:spLocks noChangeArrowheads="1"/>
            </p:cNvSpPr>
            <p:nvPr/>
          </p:nvSpPr>
          <p:spPr bwMode="auto">
            <a:xfrm>
              <a:off x="5044" y="1677"/>
              <a:ext cx="33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WB</a:t>
              </a:r>
            </a:p>
          </p:txBody>
        </p:sp>
        <p:sp>
          <p:nvSpPr>
            <p:cNvPr id="97360" name="Line 82">
              <a:extLst>
                <a:ext uri="{FF2B5EF4-FFF2-40B4-BE49-F238E27FC236}">
                  <a16:creationId xmlns:a16="http://schemas.microsoft.com/office/drawing/2014/main" id="{4D92A106-1F86-7A6E-F743-3A705B572A93}"/>
                </a:ext>
              </a:extLst>
            </p:cNvPr>
            <p:cNvSpPr>
              <a:spLocks noChangeShapeType="1"/>
            </p:cNvSpPr>
            <p:nvPr/>
          </p:nvSpPr>
          <p:spPr bwMode="auto">
            <a:xfrm>
              <a:off x="4856" y="1872"/>
              <a:ext cx="64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7361" name="Rectangle 32">
            <a:extLst>
              <a:ext uri="{FF2B5EF4-FFF2-40B4-BE49-F238E27FC236}">
                <a16:creationId xmlns:a16="http://schemas.microsoft.com/office/drawing/2014/main" id="{6F55F6FF-AB6C-C3E7-B820-C9B168CAB336}"/>
              </a:ext>
            </a:extLst>
          </p:cNvPr>
          <p:cNvSpPr>
            <a:spLocks noChangeArrowheads="1"/>
          </p:cNvSpPr>
          <p:nvPr/>
        </p:nvSpPr>
        <p:spPr bwMode="auto">
          <a:xfrm>
            <a:off x="2266950" y="3859213"/>
            <a:ext cx="10810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ALUBSrc</a:t>
            </a:r>
          </a:p>
        </p:txBody>
      </p:sp>
      <p:sp>
        <p:nvSpPr>
          <p:cNvPr id="97362" name="Line 45">
            <a:extLst>
              <a:ext uri="{FF2B5EF4-FFF2-40B4-BE49-F238E27FC236}">
                <a16:creationId xmlns:a16="http://schemas.microsoft.com/office/drawing/2014/main" id="{E2EEF6D5-F5FA-21F1-2093-711F620B8272}"/>
              </a:ext>
            </a:extLst>
          </p:cNvPr>
          <p:cNvSpPr>
            <a:spLocks noChangeShapeType="1"/>
          </p:cNvSpPr>
          <p:nvPr/>
        </p:nvSpPr>
        <p:spPr bwMode="auto">
          <a:xfrm flipH="1">
            <a:off x="2117725" y="5303838"/>
            <a:ext cx="1244600" cy="0"/>
          </a:xfrm>
          <a:prstGeom prst="line">
            <a:avLst/>
          </a:prstGeom>
          <a:noFill/>
          <a:ln w="25400">
            <a:solidFill>
              <a:schemeClr val="bg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7363" name="Rectangle 38">
            <a:extLst>
              <a:ext uri="{FF2B5EF4-FFF2-40B4-BE49-F238E27FC236}">
                <a16:creationId xmlns:a16="http://schemas.microsoft.com/office/drawing/2014/main" id="{0364DE91-9463-1A49-C1CF-B13F65BE5B43}"/>
              </a:ext>
            </a:extLst>
          </p:cNvPr>
          <p:cNvSpPr>
            <a:spLocks noChangeArrowheads="1"/>
          </p:cNvSpPr>
          <p:nvPr/>
        </p:nvSpPr>
        <p:spPr bwMode="auto">
          <a:xfrm>
            <a:off x="2295525" y="4979988"/>
            <a:ext cx="7302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Jump</a:t>
            </a:r>
          </a:p>
        </p:txBody>
      </p:sp>
      <p:sp>
        <p:nvSpPr>
          <p:cNvPr id="97364" name="Rectangle 31">
            <a:extLst>
              <a:ext uri="{FF2B5EF4-FFF2-40B4-BE49-F238E27FC236}">
                <a16:creationId xmlns:a16="http://schemas.microsoft.com/office/drawing/2014/main" id="{44ABA81C-540D-A310-A5DD-515F8BC383A7}"/>
              </a:ext>
            </a:extLst>
          </p:cNvPr>
          <p:cNvSpPr>
            <a:spLocks noChangeArrowheads="1"/>
          </p:cNvSpPr>
          <p:nvPr/>
        </p:nvSpPr>
        <p:spPr bwMode="auto">
          <a:xfrm>
            <a:off x="3941763" y="5003800"/>
            <a:ext cx="7302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Jump</a:t>
            </a:r>
          </a:p>
        </p:txBody>
      </p:sp>
      <p:sp>
        <p:nvSpPr>
          <p:cNvPr id="97365" name="Rectangle 31">
            <a:extLst>
              <a:ext uri="{FF2B5EF4-FFF2-40B4-BE49-F238E27FC236}">
                <a16:creationId xmlns:a16="http://schemas.microsoft.com/office/drawing/2014/main" id="{2036D4F6-15C1-62DB-D76A-61B25945360C}"/>
              </a:ext>
            </a:extLst>
          </p:cNvPr>
          <p:cNvSpPr>
            <a:spLocks noChangeArrowheads="1"/>
          </p:cNvSpPr>
          <p:nvPr/>
        </p:nvSpPr>
        <p:spPr bwMode="auto">
          <a:xfrm>
            <a:off x="5718175" y="5010150"/>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solidFill>
                  <a:schemeClr val="accent1"/>
                </a:solidFill>
                <a:latin typeface="Arial" panose="020B0604020202020204" pitchFamily="34" charset="0"/>
                <a:ea typeface="宋体" panose="02010600030101010101" pitchFamily="2" charset="-122"/>
              </a:rPr>
              <a:t>Jump</a:t>
            </a:r>
          </a:p>
        </p:txBody>
      </p:sp>
      <p:sp>
        <p:nvSpPr>
          <p:cNvPr id="97366" name="Line 77">
            <a:extLst>
              <a:ext uri="{FF2B5EF4-FFF2-40B4-BE49-F238E27FC236}">
                <a16:creationId xmlns:a16="http://schemas.microsoft.com/office/drawing/2014/main" id="{04191BB4-95F8-B6B3-044D-16DD0C1F563B}"/>
              </a:ext>
            </a:extLst>
          </p:cNvPr>
          <p:cNvSpPr>
            <a:spLocks noChangeShapeType="1"/>
          </p:cNvSpPr>
          <p:nvPr/>
        </p:nvSpPr>
        <p:spPr bwMode="auto">
          <a:xfrm flipH="1">
            <a:off x="5645150" y="5321300"/>
            <a:ext cx="1244600" cy="0"/>
          </a:xfrm>
          <a:prstGeom prst="line">
            <a:avLst/>
          </a:prstGeom>
          <a:noFill/>
          <a:ln w="25400">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3" name="组合 2">
            <a:extLst>
              <a:ext uri="{FF2B5EF4-FFF2-40B4-BE49-F238E27FC236}">
                <a16:creationId xmlns:a16="http://schemas.microsoft.com/office/drawing/2014/main" id="{89E70079-2689-B4D6-A5C1-6A940324A3C8}"/>
              </a:ext>
            </a:extLst>
          </p:cNvPr>
          <p:cNvGrpSpPr>
            <a:grpSpLocks/>
          </p:cNvGrpSpPr>
          <p:nvPr/>
        </p:nvGrpSpPr>
        <p:grpSpPr bwMode="auto">
          <a:xfrm>
            <a:off x="7680325" y="4183063"/>
            <a:ext cx="966788" cy="904875"/>
            <a:chOff x="7680325" y="3903663"/>
            <a:chExt cx="966788" cy="904876"/>
          </a:xfrm>
        </p:grpSpPr>
        <p:sp>
          <p:nvSpPr>
            <p:cNvPr id="97368" name="Line 89">
              <a:extLst>
                <a:ext uri="{FF2B5EF4-FFF2-40B4-BE49-F238E27FC236}">
                  <a16:creationId xmlns:a16="http://schemas.microsoft.com/office/drawing/2014/main" id="{41F30D30-38FD-75C9-0117-40197711388F}"/>
                </a:ext>
              </a:extLst>
            </p:cNvPr>
            <p:cNvSpPr>
              <a:spLocks noChangeShapeType="1"/>
            </p:cNvSpPr>
            <p:nvPr/>
          </p:nvSpPr>
          <p:spPr bwMode="auto">
            <a:xfrm>
              <a:off x="7693025" y="4252913"/>
              <a:ext cx="66675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69" name="Line 90">
              <a:extLst>
                <a:ext uri="{FF2B5EF4-FFF2-40B4-BE49-F238E27FC236}">
                  <a16:creationId xmlns:a16="http://schemas.microsoft.com/office/drawing/2014/main" id="{7BDCAE49-8062-3B6D-036D-E84E3EDB2FBE}"/>
                </a:ext>
              </a:extLst>
            </p:cNvPr>
            <p:cNvSpPr>
              <a:spLocks noChangeShapeType="1"/>
            </p:cNvSpPr>
            <p:nvPr/>
          </p:nvSpPr>
          <p:spPr bwMode="auto">
            <a:xfrm>
              <a:off x="7680325" y="4483101"/>
              <a:ext cx="66675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70" name="Text Box 91">
              <a:extLst>
                <a:ext uri="{FF2B5EF4-FFF2-40B4-BE49-F238E27FC236}">
                  <a16:creationId xmlns:a16="http://schemas.microsoft.com/office/drawing/2014/main" id="{D280341D-E8E0-D204-E75D-45AB6477F092}"/>
                </a:ext>
              </a:extLst>
            </p:cNvPr>
            <p:cNvSpPr txBox="1">
              <a:spLocks noChangeArrowheads="1"/>
            </p:cNvSpPr>
            <p:nvPr/>
          </p:nvSpPr>
          <p:spPr bwMode="auto">
            <a:xfrm>
              <a:off x="7924800" y="3903663"/>
              <a:ext cx="6969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800">
                  <a:solidFill>
                    <a:srgbClr val="CC0000"/>
                  </a:solidFill>
                  <a:latin typeface="Arial" panose="020B0604020202020204" pitchFamily="34" charset="0"/>
                  <a:ea typeface="宋体" panose="02010600030101010101" pitchFamily="2" charset="-122"/>
                </a:rPr>
                <a:t>Rd</a:t>
              </a:r>
            </a:p>
          </p:txBody>
        </p:sp>
        <p:sp>
          <p:nvSpPr>
            <p:cNvPr id="97371" name="Text Box 92">
              <a:extLst>
                <a:ext uri="{FF2B5EF4-FFF2-40B4-BE49-F238E27FC236}">
                  <a16:creationId xmlns:a16="http://schemas.microsoft.com/office/drawing/2014/main" id="{EC2123F4-AE3A-A8A8-FDBB-9BA9221B4A34}"/>
                </a:ext>
              </a:extLst>
            </p:cNvPr>
            <p:cNvSpPr txBox="1">
              <a:spLocks noChangeArrowheads="1"/>
            </p:cNvSpPr>
            <p:nvPr/>
          </p:nvSpPr>
          <p:spPr bwMode="auto">
            <a:xfrm>
              <a:off x="7950200" y="4441826"/>
              <a:ext cx="6969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800">
                  <a:solidFill>
                    <a:srgbClr val="CC0000"/>
                  </a:solidFill>
                  <a:latin typeface="Arial" panose="020B0604020202020204" pitchFamily="34" charset="0"/>
                  <a:ea typeface="宋体" panose="02010600030101010101" pitchFamily="2" charset="-122"/>
                </a:rPr>
                <a:t>Data</a:t>
              </a:r>
            </a:p>
          </p:txBody>
        </p:sp>
      </p:grpSp>
      <p:grpSp>
        <p:nvGrpSpPr>
          <p:cNvPr id="2" name="组合 1">
            <a:extLst>
              <a:ext uri="{FF2B5EF4-FFF2-40B4-BE49-F238E27FC236}">
                <a16:creationId xmlns:a16="http://schemas.microsoft.com/office/drawing/2014/main" id="{240C4D0A-4991-112B-3C7D-92D2390C0D5B}"/>
              </a:ext>
            </a:extLst>
          </p:cNvPr>
          <p:cNvGrpSpPr>
            <a:grpSpLocks/>
          </p:cNvGrpSpPr>
          <p:nvPr/>
        </p:nvGrpSpPr>
        <p:grpSpPr bwMode="auto">
          <a:xfrm>
            <a:off x="6550025" y="1730375"/>
            <a:ext cx="2284413" cy="2441575"/>
            <a:chOff x="6550818" y="1730746"/>
            <a:chExt cx="2284413" cy="2172917"/>
          </a:xfrm>
        </p:grpSpPr>
        <p:sp>
          <p:nvSpPr>
            <p:cNvPr id="97373" name="Rectangle 93">
              <a:extLst>
                <a:ext uri="{FF2B5EF4-FFF2-40B4-BE49-F238E27FC236}">
                  <a16:creationId xmlns:a16="http://schemas.microsoft.com/office/drawing/2014/main" id="{BF19583E-298F-52E5-2572-C1B9CF69FB0E}"/>
                </a:ext>
              </a:extLst>
            </p:cNvPr>
            <p:cNvSpPr>
              <a:spLocks noChangeArrowheads="1"/>
            </p:cNvSpPr>
            <p:nvPr/>
          </p:nvSpPr>
          <p:spPr bwMode="auto">
            <a:xfrm>
              <a:off x="6550818" y="1730746"/>
              <a:ext cx="228441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altLang="zh-CN" sz="1700">
                  <a:solidFill>
                    <a:srgbClr val="CC0000"/>
                  </a:solidFill>
                  <a:latin typeface="Arial" panose="020B0604020202020204" pitchFamily="34" charset="0"/>
                  <a:ea typeface="黑体" panose="02010609060101010101" pitchFamily="49" charset="-122"/>
                </a:rPr>
                <a:t>(</a:t>
              </a:r>
              <a:r>
                <a:rPr lang="zh-CN" altLang="en-US" sz="1700">
                  <a:solidFill>
                    <a:srgbClr val="CC0000"/>
                  </a:solidFill>
                  <a:latin typeface="Arial" panose="020B0604020202020204" pitchFamily="34" charset="0"/>
                  <a:ea typeface="黑体" panose="02010609060101010101" pitchFamily="49" charset="-122"/>
                </a:rPr>
                <a:t>这里是否会有问题？</a:t>
              </a:r>
              <a:r>
                <a:rPr lang="en-US" altLang="zh-CN" sz="1700">
                  <a:solidFill>
                    <a:srgbClr val="CC0000"/>
                  </a:solidFill>
                  <a:latin typeface="Arial" panose="020B0604020202020204" pitchFamily="34" charset="0"/>
                  <a:ea typeface="黑体" panose="02010609060101010101" pitchFamily="49" charset="-122"/>
                </a:rPr>
                <a:t>)</a:t>
              </a:r>
              <a:endParaRPr lang="zh-CN" altLang="en-US" sz="1700">
                <a:solidFill>
                  <a:srgbClr val="CC0000"/>
                </a:solidFill>
                <a:latin typeface="Arial" panose="020B0604020202020204" pitchFamily="34" charset="0"/>
                <a:ea typeface="黑体" panose="02010609060101010101" pitchFamily="49" charset="-122"/>
              </a:endParaRPr>
            </a:p>
          </p:txBody>
        </p:sp>
        <p:sp>
          <p:nvSpPr>
            <p:cNvPr id="97374" name="Line 94">
              <a:extLst>
                <a:ext uri="{FF2B5EF4-FFF2-40B4-BE49-F238E27FC236}">
                  <a16:creationId xmlns:a16="http://schemas.microsoft.com/office/drawing/2014/main" id="{643770DD-91A4-4906-E729-F500BDCE7F87}"/>
                </a:ext>
              </a:extLst>
            </p:cNvPr>
            <p:cNvSpPr>
              <a:spLocks noChangeShapeType="1"/>
            </p:cNvSpPr>
            <p:nvPr/>
          </p:nvSpPr>
          <p:spPr bwMode="auto">
            <a:xfrm>
              <a:off x="7931942" y="2144712"/>
              <a:ext cx="167483" cy="1758951"/>
            </a:xfrm>
            <a:prstGeom prst="line">
              <a:avLst/>
            </a:prstGeom>
            <a:noFill/>
            <a:ln w="127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组合 3">
            <a:extLst>
              <a:ext uri="{FF2B5EF4-FFF2-40B4-BE49-F238E27FC236}">
                <a16:creationId xmlns:a16="http://schemas.microsoft.com/office/drawing/2014/main" id="{6ABE2703-512E-0CDC-A66A-5DBBD8A94260}"/>
              </a:ext>
            </a:extLst>
          </p:cNvPr>
          <p:cNvGrpSpPr>
            <a:grpSpLocks/>
          </p:cNvGrpSpPr>
          <p:nvPr/>
        </p:nvGrpSpPr>
        <p:grpSpPr bwMode="auto">
          <a:xfrm>
            <a:off x="5651500" y="3432175"/>
            <a:ext cx="1498600" cy="1016000"/>
            <a:chOff x="5610225" y="3187700"/>
            <a:chExt cx="1498600" cy="1016000"/>
          </a:xfrm>
        </p:grpSpPr>
        <p:sp>
          <p:nvSpPr>
            <p:cNvPr id="97376" name="Text Box 96">
              <a:extLst>
                <a:ext uri="{FF2B5EF4-FFF2-40B4-BE49-F238E27FC236}">
                  <a16:creationId xmlns:a16="http://schemas.microsoft.com/office/drawing/2014/main" id="{B9A8402B-BD8A-15C1-2F7A-5A1BEC75D4B5}"/>
                </a:ext>
              </a:extLst>
            </p:cNvPr>
            <p:cNvSpPr txBox="1">
              <a:spLocks noChangeArrowheads="1"/>
            </p:cNvSpPr>
            <p:nvPr/>
          </p:nvSpPr>
          <p:spPr bwMode="auto">
            <a:xfrm>
              <a:off x="5760085" y="3187700"/>
              <a:ext cx="134874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700">
                  <a:solidFill>
                    <a:schemeClr val="accent1"/>
                  </a:solidFill>
                  <a:ea typeface="黑体" panose="02010609060101010101" pitchFamily="49" charset="-122"/>
                </a:rPr>
                <a:t>同样，这里也有问题！</a:t>
              </a:r>
            </a:p>
          </p:txBody>
        </p:sp>
        <p:sp>
          <p:nvSpPr>
            <p:cNvPr id="55314" name="Line 98">
              <a:extLst>
                <a:ext uri="{FF2B5EF4-FFF2-40B4-BE49-F238E27FC236}">
                  <a16:creationId xmlns:a16="http://schemas.microsoft.com/office/drawing/2014/main" id="{A3C69501-D23E-BD88-C3DE-86F1235A558C}"/>
                </a:ext>
              </a:extLst>
            </p:cNvPr>
            <p:cNvSpPr>
              <a:spLocks noChangeShapeType="1"/>
            </p:cNvSpPr>
            <p:nvPr/>
          </p:nvSpPr>
          <p:spPr bwMode="auto">
            <a:xfrm>
              <a:off x="5610225" y="3987800"/>
              <a:ext cx="490538"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zh-CN" altLang="en-US">
                <a:ln>
                  <a:solidFill>
                    <a:sysClr val="windowText" lastClr="000000"/>
                  </a:solidFill>
                </a:ln>
              </a:endParaRPr>
            </a:p>
          </p:txBody>
        </p:sp>
        <p:sp>
          <p:nvSpPr>
            <p:cNvPr id="55315" name="Line 99">
              <a:extLst>
                <a:ext uri="{FF2B5EF4-FFF2-40B4-BE49-F238E27FC236}">
                  <a16:creationId xmlns:a16="http://schemas.microsoft.com/office/drawing/2014/main" id="{23DA7758-883C-717A-0381-BF101E892B1F}"/>
                </a:ext>
              </a:extLst>
            </p:cNvPr>
            <p:cNvSpPr>
              <a:spLocks noChangeShapeType="1"/>
            </p:cNvSpPr>
            <p:nvPr/>
          </p:nvSpPr>
          <p:spPr bwMode="auto">
            <a:xfrm>
              <a:off x="5610225" y="4203700"/>
              <a:ext cx="490538"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zh-CN" altLang="en-US">
                <a:ln>
                  <a:solidFill>
                    <a:sysClr val="windowText" lastClr="000000"/>
                  </a:solidFill>
                </a:ln>
              </a:endParaRPr>
            </a:p>
          </p:txBody>
        </p:sp>
      </p:grpSp>
      <p:sp>
        <p:nvSpPr>
          <p:cNvPr id="103" name="Text Box 95">
            <a:extLst>
              <a:ext uri="{FF2B5EF4-FFF2-40B4-BE49-F238E27FC236}">
                <a16:creationId xmlns:a16="http://schemas.microsoft.com/office/drawing/2014/main" id="{C5C8C4AA-DAF9-51EA-3725-BA617B45F38A}"/>
              </a:ext>
            </a:extLst>
          </p:cNvPr>
          <p:cNvSpPr txBox="1">
            <a:spLocks noChangeArrowheads="1"/>
          </p:cNvSpPr>
          <p:nvPr/>
        </p:nvSpPr>
        <p:spPr bwMode="auto">
          <a:xfrm>
            <a:off x="5232400" y="2270125"/>
            <a:ext cx="3792538"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900">
                <a:solidFill>
                  <a:schemeClr val="accent1"/>
                </a:solidFill>
                <a:latin typeface="Arial" panose="020B0604020202020204" pitchFamily="34" charset="0"/>
                <a:ea typeface="黑体" panose="02010609060101010101" pitchFamily="49" charset="-122"/>
              </a:rPr>
              <a:t>Rd</a:t>
            </a:r>
            <a:r>
              <a:rPr lang="zh-CN" altLang="en-US" sz="1900">
                <a:solidFill>
                  <a:schemeClr val="accent1"/>
                </a:solidFill>
                <a:latin typeface="Arial" panose="020B0604020202020204" pitchFamily="34" charset="0"/>
                <a:ea typeface="黑体" panose="02010609060101010101" pitchFamily="49" charset="-122"/>
              </a:rPr>
              <a:t>和</a:t>
            </a:r>
            <a:r>
              <a:rPr lang="en-US" altLang="zh-CN" sz="1900">
                <a:solidFill>
                  <a:schemeClr val="accent1"/>
                </a:solidFill>
                <a:latin typeface="Arial" panose="020B0604020202020204" pitchFamily="34" charset="0"/>
                <a:ea typeface="黑体" panose="02010609060101010101" pitchFamily="49" charset="-122"/>
              </a:rPr>
              <a:t>Data</a:t>
            </a:r>
            <a:r>
              <a:rPr lang="zh-CN" altLang="en-US" sz="1900">
                <a:solidFill>
                  <a:schemeClr val="accent1"/>
                </a:solidFill>
                <a:latin typeface="Arial" panose="020B0604020202020204" pitchFamily="34" charset="0"/>
                <a:ea typeface="黑体" panose="02010609060101010101" pitchFamily="49" charset="-122"/>
              </a:rPr>
              <a:t>在</a:t>
            </a:r>
            <a:r>
              <a:rPr lang="en-US" altLang="zh-CN" sz="1900">
                <a:solidFill>
                  <a:schemeClr val="accent1"/>
                </a:solidFill>
                <a:latin typeface="Arial" panose="020B0604020202020204" pitchFamily="34" charset="0"/>
                <a:ea typeface="黑体" panose="02010609060101010101" pitchFamily="49" charset="-122"/>
              </a:rPr>
              <a:t>RegWr</a:t>
            </a:r>
            <a:r>
              <a:rPr lang="zh-CN" altLang="en-US" sz="1900">
                <a:solidFill>
                  <a:schemeClr val="accent1"/>
                </a:solidFill>
                <a:latin typeface="Arial" panose="020B0604020202020204" pitchFamily="34" charset="0"/>
                <a:ea typeface="黑体" panose="02010609060101010101" pitchFamily="49" charset="-122"/>
              </a:rPr>
              <a:t>后到达咋办？</a:t>
            </a:r>
          </a:p>
        </p:txBody>
      </p:sp>
      <p:sp>
        <p:nvSpPr>
          <p:cNvPr id="104" name="Text Box 84">
            <a:extLst>
              <a:ext uri="{FF2B5EF4-FFF2-40B4-BE49-F238E27FC236}">
                <a16:creationId xmlns:a16="http://schemas.microsoft.com/office/drawing/2014/main" id="{C182DB8B-8025-AE98-A689-615342F6DFB3}"/>
              </a:ext>
            </a:extLst>
          </p:cNvPr>
          <p:cNvSpPr txBox="1">
            <a:spLocks noChangeArrowheads="1"/>
          </p:cNvSpPr>
          <p:nvPr/>
        </p:nvSpPr>
        <p:spPr bwMode="auto">
          <a:xfrm>
            <a:off x="544513" y="6094413"/>
            <a:ext cx="7443787"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10000"/>
              </a:spcBef>
            </a:pPr>
            <a:r>
              <a:rPr lang="zh-CN" altLang="en-US" sz="1800">
                <a:solidFill>
                  <a:srgbClr val="CC0000"/>
                </a:solidFill>
                <a:ea typeface="宋体" panose="02010600030101010101" pitchFamily="2" charset="-122"/>
              </a:rPr>
              <a:t> </a:t>
            </a:r>
            <a:r>
              <a:rPr lang="zh-CN" altLang="en-US" sz="1900">
                <a:solidFill>
                  <a:srgbClr val="CC0000"/>
                </a:solidFill>
                <a:latin typeface="Arial" panose="020B0604020202020204" pitchFamily="34" charset="0"/>
                <a:ea typeface="黑体" panose="02010609060101010101" pitchFamily="49" charset="-122"/>
              </a:rPr>
              <a:t>保存在流水段寄存器中的信息（包括前面阶段传递来</a:t>
            </a:r>
            <a:r>
              <a:rPr lang="zh-CN" altLang="en-US" sz="1900">
                <a:solidFill>
                  <a:srgbClr val="CC0000"/>
                </a:solidFill>
                <a:ea typeface="黑体" panose="02010609060101010101" pitchFamily="49" charset="-122"/>
              </a:rPr>
              <a:t>或执行的结果及控制信号）一起被传递到下一个流水段！</a:t>
            </a:r>
          </a:p>
        </p:txBody>
      </p:sp>
      <p:sp>
        <p:nvSpPr>
          <p:cNvPr id="105" name="Rectangle 85">
            <a:extLst>
              <a:ext uri="{FF2B5EF4-FFF2-40B4-BE49-F238E27FC236}">
                <a16:creationId xmlns:a16="http://schemas.microsoft.com/office/drawing/2014/main" id="{2A1DCB06-C08A-DDEE-E07A-354CC0F1A3E7}"/>
              </a:ext>
            </a:extLst>
          </p:cNvPr>
          <p:cNvSpPr>
            <a:spLocks noChangeArrowheads="1"/>
          </p:cNvSpPr>
          <p:nvPr/>
        </p:nvSpPr>
        <p:spPr bwMode="auto">
          <a:xfrm>
            <a:off x="382588" y="2265363"/>
            <a:ext cx="5089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1800">
                <a:solidFill>
                  <a:srgbClr val="CC0000"/>
                </a:solidFill>
                <a:latin typeface="Arial" panose="020B0604020202020204" pitchFamily="34" charset="0"/>
                <a:ea typeface="黑体" panose="02010609060101010101" pitchFamily="49" charset="-122"/>
              </a:rPr>
              <a:t>控制信号也要保存在流水段寄存器中！</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randombar(horizontal)">
                                      <p:cBhvr>
                                        <p:cTn id="7" dur="500"/>
                                        <p:tgtEl>
                                          <p:spTgt spid="1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randombar(horizontal)">
                                      <p:cBhvr>
                                        <p:cTn id="12" dur="500"/>
                                        <p:tgtEl>
                                          <p:spTgt spid="1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randombar(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randombar(horizontal)">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blinds(horizontal)">
                                      <p:cBhvr>
                                        <p:cTn id="27" dur="500"/>
                                        <p:tgtEl>
                                          <p:spTgt spid="10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randombar(horizontal)">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P spid="104" grpId="0"/>
      <p:bldP spid="10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EA081AE7-2825-BD87-ACAC-D6A172E61B61}"/>
              </a:ext>
            </a:extLst>
          </p:cNvPr>
          <p:cNvSpPr>
            <a:spLocks noGrp="1" noChangeArrowheads="1"/>
          </p:cNvSpPr>
          <p:nvPr>
            <p:ph type="title"/>
          </p:nvPr>
        </p:nvSpPr>
        <p:spPr>
          <a:xfrm>
            <a:off x="800100" y="228600"/>
            <a:ext cx="6362700" cy="373063"/>
          </a:xfrm>
        </p:spPr>
        <p:txBody>
          <a:bodyPr/>
          <a:lstStyle/>
          <a:p>
            <a:r>
              <a:rPr lang="en-US" altLang="zh-CN">
                <a:ea typeface="宋体" panose="02010600030101010101" pitchFamily="2" charset="-122"/>
              </a:rPr>
              <a:t>WB</a:t>
            </a:r>
            <a:r>
              <a:rPr lang="zh-CN" altLang="en-US">
                <a:ea typeface="宋体" panose="02010600030101010101" pitchFamily="2" charset="-122"/>
              </a:rPr>
              <a:t>阶段的开始</a:t>
            </a:r>
            <a:r>
              <a:rPr lang="en-US" altLang="zh-CN">
                <a:ea typeface="宋体" panose="02010600030101010101" pitchFamily="2" charset="-122"/>
              </a:rPr>
              <a:t>: </a:t>
            </a:r>
            <a:r>
              <a:rPr lang="zh-CN" altLang="en-US">
                <a:ea typeface="宋体" panose="02010600030101010101" pitchFamily="2" charset="-122"/>
              </a:rPr>
              <a:t>存在一个实际的问题！</a:t>
            </a:r>
          </a:p>
        </p:txBody>
      </p:sp>
      <p:sp>
        <p:nvSpPr>
          <p:cNvPr id="63491" name="Rectangle 3">
            <a:extLst>
              <a:ext uri="{FF2B5EF4-FFF2-40B4-BE49-F238E27FC236}">
                <a16:creationId xmlns:a16="http://schemas.microsoft.com/office/drawing/2014/main" id="{3B168A4A-1902-7B73-FF38-865F45BF1E27}"/>
              </a:ext>
            </a:extLst>
          </p:cNvPr>
          <p:cNvSpPr>
            <a:spLocks noGrp="1" noChangeArrowheads="1"/>
          </p:cNvSpPr>
          <p:nvPr>
            <p:ph idx="1"/>
          </p:nvPr>
        </p:nvSpPr>
        <p:spPr>
          <a:xfrm>
            <a:off x="282575" y="5422900"/>
            <a:ext cx="8686800" cy="1031875"/>
          </a:xfrm>
        </p:spPr>
        <p:txBody>
          <a:bodyPr/>
          <a:lstStyle/>
          <a:p>
            <a:pPr>
              <a:lnSpc>
                <a:spcPct val="115000"/>
              </a:lnSpc>
              <a:spcBef>
                <a:spcPct val="10000"/>
              </a:spcBef>
            </a:pPr>
            <a:r>
              <a:rPr lang="zh-CN" altLang="en-US">
                <a:ea typeface="黑体" panose="02010609060101010101" pitchFamily="49" charset="-122"/>
              </a:rPr>
              <a:t>在流水线中存在地址 和</a:t>
            </a:r>
            <a:r>
              <a:rPr lang="en-US" altLang="zh-CN">
                <a:ea typeface="黑体" panose="02010609060101010101" pitchFamily="49" charset="-122"/>
              </a:rPr>
              <a:t> </a:t>
            </a:r>
            <a:r>
              <a:rPr lang="zh-CN" altLang="en-US">
                <a:ea typeface="黑体" panose="02010609060101010101" pitchFamily="49" charset="-122"/>
              </a:rPr>
              <a:t>写使能之间的“竞争”问题</a:t>
            </a:r>
            <a:r>
              <a:rPr lang="en-US" altLang="zh-CN">
                <a:ea typeface="黑体" panose="02010609060101010101" pitchFamily="49" charset="-122"/>
              </a:rPr>
              <a:t> </a:t>
            </a:r>
          </a:p>
          <a:p>
            <a:pPr lvl="1">
              <a:lnSpc>
                <a:spcPct val="115000"/>
              </a:lnSpc>
              <a:spcBef>
                <a:spcPct val="10000"/>
              </a:spcBef>
            </a:pPr>
            <a:r>
              <a:rPr lang="en-US" altLang="zh-CN">
                <a:ea typeface="黑体" panose="02010609060101010101" pitchFamily="49" charset="-122"/>
              </a:rPr>
              <a:t>WB</a:t>
            </a:r>
            <a:r>
              <a:rPr lang="zh-CN" altLang="en-US">
                <a:ea typeface="黑体" panose="02010609060101010101" pitchFamily="49" charset="-122"/>
              </a:rPr>
              <a:t>段开始时若</a:t>
            </a:r>
            <a:r>
              <a:rPr lang="en-US" altLang="zh-CN">
                <a:ea typeface="黑体" panose="02010609060101010101" pitchFamily="49" charset="-122"/>
              </a:rPr>
              <a:t>RegAdr’s(Rd)Clk-to-Q &gt; RegWr’s Clk-to-Q, </a:t>
            </a:r>
            <a:r>
              <a:rPr lang="zh-CN" altLang="en-US">
                <a:ea typeface="黑体" panose="02010609060101010101" pitchFamily="49" charset="-122"/>
              </a:rPr>
              <a:t>则错写寄存器！</a:t>
            </a:r>
          </a:p>
          <a:p>
            <a:pPr lvl="1">
              <a:lnSpc>
                <a:spcPct val="115000"/>
              </a:lnSpc>
              <a:spcBef>
                <a:spcPct val="10000"/>
              </a:spcBef>
            </a:pPr>
            <a:r>
              <a:rPr lang="en-US" altLang="zh-CN">
                <a:ea typeface="黑体" panose="02010609060101010101" pitchFamily="49" charset="-122"/>
              </a:rPr>
              <a:t>M</a:t>
            </a:r>
            <a:r>
              <a:rPr lang="zh-CN" altLang="en-US">
                <a:ea typeface="黑体" panose="02010609060101010101" pitchFamily="49" charset="-122"/>
              </a:rPr>
              <a:t>阶段开始时若</a:t>
            </a:r>
            <a:r>
              <a:rPr lang="en-US" altLang="zh-CN">
                <a:ea typeface="黑体" panose="02010609060101010101" pitchFamily="49" charset="-122"/>
              </a:rPr>
              <a:t>WrAdr’s Clk-to-Q  &gt; MemWr’s Clk-to-Q, </a:t>
            </a:r>
            <a:r>
              <a:rPr lang="zh-CN" altLang="en-US">
                <a:ea typeface="黑体" panose="02010609060101010101" pitchFamily="49" charset="-122"/>
              </a:rPr>
              <a:t>则错写存储器！</a:t>
            </a:r>
          </a:p>
        </p:txBody>
      </p:sp>
      <p:sp>
        <p:nvSpPr>
          <p:cNvPr id="99331" name="Rectangle 4">
            <a:extLst>
              <a:ext uri="{FF2B5EF4-FFF2-40B4-BE49-F238E27FC236}">
                <a16:creationId xmlns:a16="http://schemas.microsoft.com/office/drawing/2014/main" id="{E78558D4-C8E5-5B32-3046-1A042E14307D}"/>
              </a:ext>
            </a:extLst>
          </p:cNvPr>
          <p:cNvSpPr>
            <a:spLocks noChangeArrowheads="1"/>
          </p:cNvSpPr>
          <p:nvPr/>
        </p:nvSpPr>
        <p:spPr bwMode="auto">
          <a:xfrm>
            <a:off x="6022975" y="3340100"/>
            <a:ext cx="288925" cy="1422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9332" name="Rectangle 5">
            <a:extLst>
              <a:ext uri="{FF2B5EF4-FFF2-40B4-BE49-F238E27FC236}">
                <a16:creationId xmlns:a16="http://schemas.microsoft.com/office/drawing/2014/main" id="{43A31D20-3C41-A672-C821-1021FA55A1EA}"/>
              </a:ext>
            </a:extLst>
          </p:cNvPr>
          <p:cNvSpPr>
            <a:spLocks noChangeArrowheads="1"/>
          </p:cNvSpPr>
          <p:nvPr/>
        </p:nvSpPr>
        <p:spPr bwMode="auto">
          <a:xfrm rot="5400000">
            <a:off x="5802313" y="3735388"/>
            <a:ext cx="717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EX/M</a:t>
            </a:r>
          </a:p>
        </p:txBody>
      </p:sp>
      <p:sp>
        <p:nvSpPr>
          <p:cNvPr id="99333" name="Rectangle 6">
            <a:extLst>
              <a:ext uri="{FF2B5EF4-FFF2-40B4-BE49-F238E27FC236}">
                <a16:creationId xmlns:a16="http://schemas.microsoft.com/office/drawing/2014/main" id="{33FFE0DD-13B6-D05A-7499-C494753B448F}"/>
              </a:ext>
            </a:extLst>
          </p:cNvPr>
          <p:cNvSpPr>
            <a:spLocks noChangeArrowheads="1"/>
          </p:cNvSpPr>
          <p:nvPr/>
        </p:nvSpPr>
        <p:spPr bwMode="auto">
          <a:xfrm>
            <a:off x="1146175" y="3340100"/>
            <a:ext cx="288925" cy="1422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9334" name="Rectangle 7">
            <a:extLst>
              <a:ext uri="{FF2B5EF4-FFF2-40B4-BE49-F238E27FC236}">
                <a16:creationId xmlns:a16="http://schemas.microsoft.com/office/drawing/2014/main" id="{A01F7F82-9955-80E9-FC48-FA3BBC74A7E5}"/>
              </a:ext>
            </a:extLst>
          </p:cNvPr>
          <p:cNvSpPr>
            <a:spLocks noChangeArrowheads="1"/>
          </p:cNvSpPr>
          <p:nvPr/>
        </p:nvSpPr>
        <p:spPr bwMode="auto">
          <a:xfrm rot="5400000">
            <a:off x="896144" y="3736182"/>
            <a:ext cx="776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M/WB</a:t>
            </a:r>
          </a:p>
        </p:txBody>
      </p:sp>
      <p:sp>
        <p:nvSpPr>
          <p:cNvPr id="99335" name="Line 8">
            <a:extLst>
              <a:ext uri="{FF2B5EF4-FFF2-40B4-BE49-F238E27FC236}">
                <a16:creationId xmlns:a16="http://schemas.microsoft.com/office/drawing/2014/main" id="{F5942047-2C4E-815D-F427-868EB6638914}"/>
              </a:ext>
            </a:extLst>
          </p:cNvPr>
          <p:cNvSpPr>
            <a:spLocks noChangeShapeType="1"/>
          </p:cNvSpPr>
          <p:nvPr/>
        </p:nvSpPr>
        <p:spPr bwMode="auto">
          <a:xfrm>
            <a:off x="6172200" y="303530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6" name="Oval 9">
            <a:extLst>
              <a:ext uri="{FF2B5EF4-FFF2-40B4-BE49-F238E27FC236}">
                <a16:creationId xmlns:a16="http://schemas.microsoft.com/office/drawing/2014/main" id="{B9FBC22D-A0E7-1B63-5507-B5A247C3F206}"/>
              </a:ext>
            </a:extLst>
          </p:cNvPr>
          <p:cNvSpPr>
            <a:spLocks noChangeArrowheads="1"/>
          </p:cNvSpPr>
          <p:nvPr/>
        </p:nvSpPr>
        <p:spPr bwMode="auto">
          <a:xfrm>
            <a:off x="6108700" y="3187700"/>
            <a:ext cx="127000"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9337" name="Line 10">
            <a:extLst>
              <a:ext uri="{FF2B5EF4-FFF2-40B4-BE49-F238E27FC236}">
                <a16:creationId xmlns:a16="http://schemas.microsoft.com/office/drawing/2014/main" id="{F9D4C7FF-396C-5A5E-9492-C9E002A0A043}"/>
              </a:ext>
            </a:extLst>
          </p:cNvPr>
          <p:cNvSpPr>
            <a:spLocks noChangeShapeType="1"/>
          </p:cNvSpPr>
          <p:nvPr/>
        </p:nvSpPr>
        <p:spPr bwMode="auto">
          <a:xfrm>
            <a:off x="1295400" y="303530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8" name="Oval 11">
            <a:extLst>
              <a:ext uri="{FF2B5EF4-FFF2-40B4-BE49-F238E27FC236}">
                <a16:creationId xmlns:a16="http://schemas.microsoft.com/office/drawing/2014/main" id="{371F73B5-56D9-9AC5-51B7-41158B366BA9}"/>
              </a:ext>
            </a:extLst>
          </p:cNvPr>
          <p:cNvSpPr>
            <a:spLocks noChangeArrowheads="1"/>
          </p:cNvSpPr>
          <p:nvPr/>
        </p:nvSpPr>
        <p:spPr bwMode="auto">
          <a:xfrm>
            <a:off x="1231900" y="3187700"/>
            <a:ext cx="127000" cy="1270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9339" name="Line 12">
            <a:extLst>
              <a:ext uri="{FF2B5EF4-FFF2-40B4-BE49-F238E27FC236}">
                <a16:creationId xmlns:a16="http://schemas.microsoft.com/office/drawing/2014/main" id="{8861BA1E-7329-2BA3-3FE3-DC3883C71D32}"/>
              </a:ext>
            </a:extLst>
          </p:cNvPr>
          <p:cNvSpPr>
            <a:spLocks noChangeShapeType="1"/>
          </p:cNvSpPr>
          <p:nvPr/>
        </p:nvSpPr>
        <p:spPr bwMode="auto">
          <a:xfrm>
            <a:off x="1676400" y="2273300"/>
            <a:ext cx="0" cy="660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0" name="Rectangle 13">
            <a:extLst>
              <a:ext uri="{FF2B5EF4-FFF2-40B4-BE49-F238E27FC236}">
                <a16:creationId xmlns:a16="http://schemas.microsoft.com/office/drawing/2014/main" id="{59688EC1-A462-08D0-8172-1D8513BA9017}"/>
              </a:ext>
            </a:extLst>
          </p:cNvPr>
          <p:cNvSpPr>
            <a:spLocks noChangeArrowheads="1"/>
          </p:cNvSpPr>
          <p:nvPr/>
        </p:nvSpPr>
        <p:spPr bwMode="auto">
          <a:xfrm>
            <a:off x="1417638" y="4030663"/>
            <a:ext cx="9128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latin typeface="Arial" panose="020B0604020202020204" pitchFamily="34" charset="0"/>
                <a:ea typeface="宋体" panose="02010600030101010101" pitchFamily="2" charset="-122"/>
              </a:rPr>
              <a:t>RegAdr</a:t>
            </a:r>
          </a:p>
        </p:txBody>
      </p:sp>
      <p:sp>
        <p:nvSpPr>
          <p:cNvPr id="99341" name="Rectangle 14">
            <a:extLst>
              <a:ext uri="{FF2B5EF4-FFF2-40B4-BE49-F238E27FC236}">
                <a16:creationId xmlns:a16="http://schemas.microsoft.com/office/drawing/2014/main" id="{15103755-DA8F-754A-8A1C-4FFD42EAC75D}"/>
              </a:ext>
            </a:extLst>
          </p:cNvPr>
          <p:cNvSpPr>
            <a:spLocks noChangeArrowheads="1"/>
          </p:cNvSpPr>
          <p:nvPr/>
        </p:nvSpPr>
        <p:spPr bwMode="auto">
          <a:xfrm>
            <a:off x="1570038" y="3268663"/>
            <a:ext cx="835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latin typeface="Arial" panose="020B0604020202020204" pitchFamily="34" charset="0"/>
                <a:ea typeface="宋体" panose="02010600030101010101" pitchFamily="2" charset="-122"/>
              </a:rPr>
              <a:t>RegWr</a:t>
            </a:r>
          </a:p>
        </p:txBody>
      </p:sp>
      <p:sp>
        <p:nvSpPr>
          <p:cNvPr id="99342" name="Line 15">
            <a:extLst>
              <a:ext uri="{FF2B5EF4-FFF2-40B4-BE49-F238E27FC236}">
                <a16:creationId xmlns:a16="http://schemas.microsoft.com/office/drawing/2014/main" id="{F1808F63-0C6F-D52B-5BB5-CEA4EF0B5AE4}"/>
              </a:ext>
            </a:extLst>
          </p:cNvPr>
          <p:cNvSpPr>
            <a:spLocks noChangeShapeType="1"/>
          </p:cNvSpPr>
          <p:nvPr/>
        </p:nvSpPr>
        <p:spPr bwMode="auto">
          <a:xfrm flipH="1">
            <a:off x="1435100" y="4318000"/>
            <a:ext cx="9398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9343" name="Line 16">
            <a:extLst>
              <a:ext uri="{FF2B5EF4-FFF2-40B4-BE49-F238E27FC236}">
                <a16:creationId xmlns:a16="http://schemas.microsoft.com/office/drawing/2014/main" id="{E8002732-F316-99D6-0678-DB7F028E5CA9}"/>
              </a:ext>
            </a:extLst>
          </p:cNvPr>
          <p:cNvSpPr>
            <a:spLocks noChangeShapeType="1"/>
          </p:cNvSpPr>
          <p:nvPr/>
        </p:nvSpPr>
        <p:spPr bwMode="auto">
          <a:xfrm flipH="1">
            <a:off x="1435100" y="3556000"/>
            <a:ext cx="1320800"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4" name="Rectangle 17">
            <a:extLst>
              <a:ext uri="{FF2B5EF4-FFF2-40B4-BE49-F238E27FC236}">
                <a16:creationId xmlns:a16="http://schemas.microsoft.com/office/drawing/2014/main" id="{99B6238C-9D77-4EAC-615B-178AE95EC619}"/>
              </a:ext>
            </a:extLst>
          </p:cNvPr>
          <p:cNvSpPr>
            <a:spLocks noChangeArrowheads="1"/>
          </p:cNvSpPr>
          <p:nvPr/>
        </p:nvSpPr>
        <p:spPr bwMode="auto">
          <a:xfrm>
            <a:off x="6370638" y="3268663"/>
            <a:ext cx="10572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latin typeface="Arial" panose="020B0604020202020204" pitchFamily="34" charset="0"/>
                <a:ea typeface="宋体" panose="02010600030101010101" pitchFamily="2" charset="-122"/>
              </a:rPr>
              <a:t>MemWr</a:t>
            </a:r>
          </a:p>
        </p:txBody>
      </p:sp>
      <p:sp>
        <p:nvSpPr>
          <p:cNvPr id="99345" name="Line 18">
            <a:extLst>
              <a:ext uri="{FF2B5EF4-FFF2-40B4-BE49-F238E27FC236}">
                <a16:creationId xmlns:a16="http://schemas.microsoft.com/office/drawing/2014/main" id="{9D3D7E56-4D75-103C-E044-385D04C32620}"/>
              </a:ext>
            </a:extLst>
          </p:cNvPr>
          <p:cNvSpPr>
            <a:spLocks noChangeShapeType="1"/>
          </p:cNvSpPr>
          <p:nvPr/>
        </p:nvSpPr>
        <p:spPr bwMode="auto">
          <a:xfrm flipV="1">
            <a:off x="1295400" y="1638300"/>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6" name="Rectangle 19">
            <a:extLst>
              <a:ext uri="{FF2B5EF4-FFF2-40B4-BE49-F238E27FC236}">
                <a16:creationId xmlns:a16="http://schemas.microsoft.com/office/drawing/2014/main" id="{A9FAA054-60D6-4ECE-1191-7F7F8B6F4806}"/>
              </a:ext>
            </a:extLst>
          </p:cNvPr>
          <p:cNvSpPr>
            <a:spLocks noChangeArrowheads="1"/>
          </p:cNvSpPr>
          <p:nvPr/>
        </p:nvSpPr>
        <p:spPr bwMode="auto">
          <a:xfrm>
            <a:off x="1493838" y="4335463"/>
            <a:ext cx="6207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latin typeface="Arial" panose="020B0604020202020204" pitchFamily="34" charset="0"/>
                <a:ea typeface="宋体" panose="02010600030101010101" pitchFamily="2" charset="-122"/>
              </a:rPr>
              <a:t>Data</a:t>
            </a:r>
          </a:p>
        </p:txBody>
      </p:sp>
      <p:sp>
        <p:nvSpPr>
          <p:cNvPr id="99347" name="Line 20">
            <a:extLst>
              <a:ext uri="{FF2B5EF4-FFF2-40B4-BE49-F238E27FC236}">
                <a16:creationId xmlns:a16="http://schemas.microsoft.com/office/drawing/2014/main" id="{D9C2CE54-D349-FDFA-EC53-47D6735FA718}"/>
              </a:ext>
            </a:extLst>
          </p:cNvPr>
          <p:cNvSpPr>
            <a:spLocks noChangeShapeType="1"/>
          </p:cNvSpPr>
          <p:nvPr/>
        </p:nvSpPr>
        <p:spPr bwMode="auto">
          <a:xfrm flipH="1">
            <a:off x="1435100" y="4622800"/>
            <a:ext cx="9398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9348" name="Rectangle 21">
            <a:extLst>
              <a:ext uri="{FF2B5EF4-FFF2-40B4-BE49-F238E27FC236}">
                <a16:creationId xmlns:a16="http://schemas.microsoft.com/office/drawing/2014/main" id="{1FAC2D11-9681-4EF6-F76D-5308C676EBB3}"/>
              </a:ext>
            </a:extLst>
          </p:cNvPr>
          <p:cNvSpPr>
            <a:spLocks noChangeArrowheads="1"/>
          </p:cNvSpPr>
          <p:nvPr/>
        </p:nvSpPr>
        <p:spPr bwMode="auto">
          <a:xfrm>
            <a:off x="6294438" y="4030663"/>
            <a:ext cx="8016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latin typeface="Arial" panose="020B0604020202020204" pitchFamily="34" charset="0"/>
                <a:ea typeface="宋体" panose="02010600030101010101" pitchFamily="2" charset="-122"/>
              </a:rPr>
              <a:t>WrAdr</a:t>
            </a:r>
          </a:p>
        </p:txBody>
      </p:sp>
      <p:sp>
        <p:nvSpPr>
          <p:cNvPr id="99349" name="Line 22">
            <a:extLst>
              <a:ext uri="{FF2B5EF4-FFF2-40B4-BE49-F238E27FC236}">
                <a16:creationId xmlns:a16="http://schemas.microsoft.com/office/drawing/2014/main" id="{C46691BF-5C02-8E8D-A8E6-F2D9F16EE8CD}"/>
              </a:ext>
            </a:extLst>
          </p:cNvPr>
          <p:cNvSpPr>
            <a:spLocks noChangeShapeType="1"/>
          </p:cNvSpPr>
          <p:nvPr/>
        </p:nvSpPr>
        <p:spPr bwMode="auto">
          <a:xfrm flipH="1">
            <a:off x="6311900" y="4318000"/>
            <a:ext cx="9398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9350" name="Rectangle 23">
            <a:extLst>
              <a:ext uri="{FF2B5EF4-FFF2-40B4-BE49-F238E27FC236}">
                <a16:creationId xmlns:a16="http://schemas.microsoft.com/office/drawing/2014/main" id="{EB698C83-1673-8334-CF02-E6C3C22B3D17}"/>
              </a:ext>
            </a:extLst>
          </p:cNvPr>
          <p:cNvSpPr>
            <a:spLocks noChangeArrowheads="1"/>
          </p:cNvSpPr>
          <p:nvPr/>
        </p:nvSpPr>
        <p:spPr bwMode="auto">
          <a:xfrm>
            <a:off x="6370638" y="4335463"/>
            <a:ext cx="6207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latin typeface="Arial" panose="020B0604020202020204" pitchFamily="34" charset="0"/>
                <a:ea typeface="宋体" panose="02010600030101010101" pitchFamily="2" charset="-122"/>
              </a:rPr>
              <a:t>Data</a:t>
            </a:r>
          </a:p>
        </p:txBody>
      </p:sp>
      <p:sp>
        <p:nvSpPr>
          <p:cNvPr id="99351" name="Line 24">
            <a:extLst>
              <a:ext uri="{FF2B5EF4-FFF2-40B4-BE49-F238E27FC236}">
                <a16:creationId xmlns:a16="http://schemas.microsoft.com/office/drawing/2014/main" id="{A806AFA8-F75A-8502-1C66-68377A1B499D}"/>
              </a:ext>
            </a:extLst>
          </p:cNvPr>
          <p:cNvSpPr>
            <a:spLocks noChangeShapeType="1"/>
          </p:cNvSpPr>
          <p:nvPr/>
        </p:nvSpPr>
        <p:spPr bwMode="auto">
          <a:xfrm flipH="1">
            <a:off x="6311900" y="4622800"/>
            <a:ext cx="9398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9352" name="Rectangle 25">
            <a:extLst>
              <a:ext uri="{FF2B5EF4-FFF2-40B4-BE49-F238E27FC236}">
                <a16:creationId xmlns:a16="http://schemas.microsoft.com/office/drawing/2014/main" id="{6EA91F13-5483-F890-F2C3-CE558E3880BF}"/>
              </a:ext>
            </a:extLst>
          </p:cNvPr>
          <p:cNvSpPr>
            <a:spLocks noChangeArrowheads="1"/>
          </p:cNvSpPr>
          <p:nvPr/>
        </p:nvSpPr>
        <p:spPr bwMode="auto">
          <a:xfrm>
            <a:off x="2374900" y="4025900"/>
            <a:ext cx="736600" cy="736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9353" name="Rectangle 26">
            <a:extLst>
              <a:ext uri="{FF2B5EF4-FFF2-40B4-BE49-F238E27FC236}">
                <a16:creationId xmlns:a16="http://schemas.microsoft.com/office/drawing/2014/main" id="{877DCBE0-8CFB-4A02-00C1-ED3004009594}"/>
              </a:ext>
            </a:extLst>
          </p:cNvPr>
          <p:cNvSpPr>
            <a:spLocks noChangeArrowheads="1"/>
          </p:cNvSpPr>
          <p:nvPr/>
        </p:nvSpPr>
        <p:spPr bwMode="auto">
          <a:xfrm>
            <a:off x="2500313" y="4089400"/>
            <a:ext cx="51911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Reg</a:t>
            </a:r>
          </a:p>
          <a:p>
            <a:pPr algn="ctr" eaLnBrk="0" hangingPunct="0"/>
            <a:r>
              <a:rPr lang="en-US" altLang="zh-CN">
                <a:ea typeface="宋体" panose="02010600030101010101" pitchFamily="2" charset="-122"/>
              </a:rPr>
              <a:t>File</a:t>
            </a:r>
          </a:p>
        </p:txBody>
      </p:sp>
      <p:sp>
        <p:nvSpPr>
          <p:cNvPr id="99354" name="Line 27">
            <a:extLst>
              <a:ext uri="{FF2B5EF4-FFF2-40B4-BE49-F238E27FC236}">
                <a16:creationId xmlns:a16="http://schemas.microsoft.com/office/drawing/2014/main" id="{29BF0818-238C-137D-C44B-21DC5EAD0675}"/>
              </a:ext>
            </a:extLst>
          </p:cNvPr>
          <p:cNvSpPr>
            <a:spLocks noChangeShapeType="1"/>
          </p:cNvSpPr>
          <p:nvPr/>
        </p:nvSpPr>
        <p:spPr bwMode="auto">
          <a:xfrm>
            <a:off x="2743200" y="3568700"/>
            <a:ext cx="0" cy="431800"/>
          </a:xfrm>
          <a:prstGeom prst="line">
            <a:avLst/>
          </a:prstGeom>
          <a:noFill/>
          <a:ln w="254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55" name="Line 28">
            <a:extLst>
              <a:ext uri="{FF2B5EF4-FFF2-40B4-BE49-F238E27FC236}">
                <a16:creationId xmlns:a16="http://schemas.microsoft.com/office/drawing/2014/main" id="{D1EF4998-2B44-1C3A-9910-15CC788CC1A6}"/>
              </a:ext>
            </a:extLst>
          </p:cNvPr>
          <p:cNvSpPr>
            <a:spLocks noChangeShapeType="1"/>
          </p:cNvSpPr>
          <p:nvPr/>
        </p:nvSpPr>
        <p:spPr bwMode="auto">
          <a:xfrm flipH="1">
            <a:off x="6311900" y="3556000"/>
            <a:ext cx="1320800"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6" name="Rectangle 29">
            <a:extLst>
              <a:ext uri="{FF2B5EF4-FFF2-40B4-BE49-F238E27FC236}">
                <a16:creationId xmlns:a16="http://schemas.microsoft.com/office/drawing/2014/main" id="{3D4DF3B9-94E1-8287-671D-2F20F0598340}"/>
              </a:ext>
            </a:extLst>
          </p:cNvPr>
          <p:cNvSpPr>
            <a:spLocks noChangeArrowheads="1"/>
          </p:cNvSpPr>
          <p:nvPr/>
        </p:nvSpPr>
        <p:spPr bwMode="auto">
          <a:xfrm>
            <a:off x="7251700" y="4025900"/>
            <a:ext cx="889000" cy="736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9357" name="Rectangle 30">
            <a:extLst>
              <a:ext uri="{FF2B5EF4-FFF2-40B4-BE49-F238E27FC236}">
                <a16:creationId xmlns:a16="http://schemas.microsoft.com/office/drawing/2014/main" id="{0E1CD094-55C9-B8FD-F495-689896E567B9}"/>
              </a:ext>
            </a:extLst>
          </p:cNvPr>
          <p:cNvSpPr>
            <a:spLocks noChangeArrowheads="1"/>
          </p:cNvSpPr>
          <p:nvPr/>
        </p:nvSpPr>
        <p:spPr bwMode="auto">
          <a:xfrm>
            <a:off x="7248525" y="4089400"/>
            <a:ext cx="9271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Data</a:t>
            </a:r>
          </a:p>
          <a:p>
            <a:pPr algn="ctr" eaLnBrk="0" hangingPunct="0"/>
            <a:r>
              <a:rPr lang="en-US" altLang="zh-CN">
                <a:ea typeface="宋体" panose="02010600030101010101" pitchFamily="2" charset="-122"/>
              </a:rPr>
              <a:t>Memory</a:t>
            </a:r>
          </a:p>
        </p:txBody>
      </p:sp>
      <p:sp>
        <p:nvSpPr>
          <p:cNvPr id="99358" name="Line 31">
            <a:extLst>
              <a:ext uri="{FF2B5EF4-FFF2-40B4-BE49-F238E27FC236}">
                <a16:creationId xmlns:a16="http://schemas.microsoft.com/office/drawing/2014/main" id="{23A24FD2-456E-E400-9477-53D0E2736D2D}"/>
              </a:ext>
            </a:extLst>
          </p:cNvPr>
          <p:cNvSpPr>
            <a:spLocks noChangeShapeType="1"/>
          </p:cNvSpPr>
          <p:nvPr/>
        </p:nvSpPr>
        <p:spPr bwMode="auto">
          <a:xfrm>
            <a:off x="7620000" y="3568700"/>
            <a:ext cx="0" cy="431800"/>
          </a:xfrm>
          <a:prstGeom prst="line">
            <a:avLst/>
          </a:prstGeom>
          <a:noFill/>
          <a:ln w="254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59" name="Line 32">
            <a:extLst>
              <a:ext uri="{FF2B5EF4-FFF2-40B4-BE49-F238E27FC236}">
                <a16:creationId xmlns:a16="http://schemas.microsoft.com/office/drawing/2014/main" id="{63B71D2B-A55C-286F-A926-4A7C39B98E7B}"/>
              </a:ext>
            </a:extLst>
          </p:cNvPr>
          <p:cNvSpPr>
            <a:spLocks noChangeShapeType="1"/>
          </p:cNvSpPr>
          <p:nvPr/>
        </p:nvSpPr>
        <p:spPr bwMode="auto">
          <a:xfrm>
            <a:off x="774700" y="1193800"/>
            <a:ext cx="508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0" name="Line 33">
            <a:extLst>
              <a:ext uri="{FF2B5EF4-FFF2-40B4-BE49-F238E27FC236}">
                <a16:creationId xmlns:a16="http://schemas.microsoft.com/office/drawing/2014/main" id="{4A5AC373-D850-E5F8-4211-99BBC4EE5F80}"/>
              </a:ext>
            </a:extLst>
          </p:cNvPr>
          <p:cNvSpPr>
            <a:spLocks noChangeShapeType="1"/>
          </p:cNvSpPr>
          <p:nvPr/>
        </p:nvSpPr>
        <p:spPr bwMode="auto">
          <a:xfrm>
            <a:off x="1295400" y="1206500"/>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61" name="Line 34">
            <a:extLst>
              <a:ext uri="{FF2B5EF4-FFF2-40B4-BE49-F238E27FC236}">
                <a16:creationId xmlns:a16="http://schemas.microsoft.com/office/drawing/2014/main" id="{57E8F7EA-EA0E-E4FD-B244-9A593D7311CB}"/>
              </a:ext>
            </a:extLst>
          </p:cNvPr>
          <p:cNvSpPr>
            <a:spLocks noChangeShapeType="1"/>
          </p:cNvSpPr>
          <p:nvPr/>
        </p:nvSpPr>
        <p:spPr bwMode="auto">
          <a:xfrm>
            <a:off x="1308100" y="1574800"/>
            <a:ext cx="1879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2" name="Line 35">
            <a:extLst>
              <a:ext uri="{FF2B5EF4-FFF2-40B4-BE49-F238E27FC236}">
                <a16:creationId xmlns:a16="http://schemas.microsoft.com/office/drawing/2014/main" id="{AECA8ECF-32C7-0713-C187-08949B4C0B49}"/>
              </a:ext>
            </a:extLst>
          </p:cNvPr>
          <p:cNvSpPr>
            <a:spLocks noChangeShapeType="1"/>
          </p:cNvSpPr>
          <p:nvPr/>
        </p:nvSpPr>
        <p:spPr bwMode="auto">
          <a:xfrm>
            <a:off x="3213100" y="11938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3" name="Line 36">
            <a:extLst>
              <a:ext uri="{FF2B5EF4-FFF2-40B4-BE49-F238E27FC236}">
                <a16:creationId xmlns:a16="http://schemas.microsoft.com/office/drawing/2014/main" id="{71704C8C-10CD-7FCE-B694-446DC97303B9}"/>
              </a:ext>
            </a:extLst>
          </p:cNvPr>
          <p:cNvSpPr>
            <a:spLocks noChangeShapeType="1"/>
          </p:cNvSpPr>
          <p:nvPr/>
        </p:nvSpPr>
        <p:spPr bwMode="auto">
          <a:xfrm>
            <a:off x="3200400" y="1206500"/>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4" name="Line 37">
            <a:extLst>
              <a:ext uri="{FF2B5EF4-FFF2-40B4-BE49-F238E27FC236}">
                <a16:creationId xmlns:a16="http://schemas.microsoft.com/office/drawing/2014/main" id="{6EEACE2B-542A-7596-B804-9B5A0A2D93D2}"/>
              </a:ext>
            </a:extLst>
          </p:cNvPr>
          <p:cNvSpPr>
            <a:spLocks noChangeShapeType="1"/>
          </p:cNvSpPr>
          <p:nvPr/>
        </p:nvSpPr>
        <p:spPr bwMode="auto">
          <a:xfrm>
            <a:off x="774700" y="1727200"/>
            <a:ext cx="965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5" name="Line 38">
            <a:extLst>
              <a:ext uri="{FF2B5EF4-FFF2-40B4-BE49-F238E27FC236}">
                <a16:creationId xmlns:a16="http://schemas.microsoft.com/office/drawing/2014/main" id="{F8536583-0ACF-4D7A-4978-A9CA3B7CB806}"/>
              </a:ext>
            </a:extLst>
          </p:cNvPr>
          <p:cNvSpPr>
            <a:spLocks noChangeShapeType="1"/>
          </p:cNvSpPr>
          <p:nvPr/>
        </p:nvSpPr>
        <p:spPr bwMode="auto">
          <a:xfrm>
            <a:off x="774700" y="2032000"/>
            <a:ext cx="965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6" name="Line 39">
            <a:extLst>
              <a:ext uri="{FF2B5EF4-FFF2-40B4-BE49-F238E27FC236}">
                <a16:creationId xmlns:a16="http://schemas.microsoft.com/office/drawing/2014/main" id="{2E5B0538-3178-A067-DDC9-D871918E26DE}"/>
              </a:ext>
            </a:extLst>
          </p:cNvPr>
          <p:cNvSpPr>
            <a:spLocks noChangeShapeType="1"/>
          </p:cNvSpPr>
          <p:nvPr/>
        </p:nvSpPr>
        <p:spPr bwMode="auto">
          <a:xfrm>
            <a:off x="1993900" y="1727200"/>
            <a:ext cx="165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7" name="Line 40">
            <a:extLst>
              <a:ext uri="{FF2B5EF4-FFF2-40B4-BE49-F238E27FC236}">
                <a16:creationId xmlns:a16="http://schemas.microsoft.com/office/drawing/2014/main" id="{7383AFA3-A915-8F40-3EC1-D2FB9560A4BC}"/>
              </a:ext>
            </a:extLst>
          </p:cNvPr>
          <p:cNvSpPr>
            <a:spLocks noChangeShapeType="1"/>
          </p:cNvSpPr>
          <p:nvPr/>
        </p:nvSpPr>
        <p:spPr bwMode="auto">
          <a:xfrm>
            <a:off x="1765300" y="1739900"/>
            <a:ext cx="203200" cy="279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8" name="Line 41">
            <a:extLst>
              <a:ext uri="{FF2B5EF4-FFF2-40B4-BE49-F238E27FC236}">
                <a16:creationId xmlns:a16="http://schemas.microsoft.com/office/drawing/2014/main" id="{DC286D59-C39E-AEFB-98EE-B3C483B6315D}"/>
              </a:ext>
            </a:extLst>
          </p:cNvPr>
          <p:cNvSpPr>
            <a:spLocks noChangeShapeType="1"/>
          </p:cNvSpPr>
          <p:nvPr/>
        </p:nvSpPr>
        <p:spPr bwMode="auto">
          <a:xfrm flipV="1">
            <a:off x="1765300" y="1714500"/>
            <a:ext cx="203200" cy="330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9" name="Line 42">
            <a:extLst>
              <a:ext uri="{FF2B5EF4-FFF2-40B4-BE49-F238E27FC236}">
                <a16:creationId xmlns:a16="http://schemas.microsoft.com/office/drawing/2014/main" id="{8CA5168E-240A-976B-4CF4-4529BC273236}"/>
              </a:ext>
            </a:extLst>
          </p:cNvPr>
          <p:cNvSpPr>
            <a:spLocks noChangeShapeType="1"/>
          </p:cNvSpPr>
          <p:nvPr/>
        </p:nvSpPr>
        <p:spPr bwMode="auto">
          <a:xfrm>
            <a:off x="1993900" y="2032000"/>
            <a:ext cx="165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0" name="Rectangle 43">
            <a:extLst>
              <a:ext uri="{FF2B5EF4-FFF2-40B4-BE49-F238E27FC236}">
                <a16:creationId xmlns:a16="http://schemas.microsoft.com/office/drawing/2014/main" id="{725CAB16-E56A-3D27-0AA1-128B1E0E3DC2}"/>
              </a:ext>
            </a:extLst>
          </p:cNvPr>
          <p:cNvSpPr>
            <a:spLocks noChangeArrowheads="1"/>
          </p:cNvSpPr>
          <p:nvPr/>
        </p:nvSpPr>
        <p:spPr bwMode="auto">
          <a:xfrm>
            <a:off x="671513" y="1270000"/>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Clk</a:t>
            </a:r>
          </a:p>
        </p:txBody>
      </p:sp>
      <p:sp>
        <p:nvSpPr>
          <p:cNvPr id="99371" name="Rectangle 44">
            <a:extLst>
              <a:ext uri="{FF2B5EF4-FFF2-40B4-BE49-F238E27FC236}">
                <a16:creationId xmlns:a16="http://schemas.microsoft.com/office/drawing/2014/main" id="{490A156C-32C7-4043-7CFC-729282D7BDDB}"/>
              </a:ext>
            </a:extLst>
          </p:cNvPr>
          <p:cNvSpPr>
            <a:spLocks noChangeArrowheads="1"/>
          </p:cNvSpPr>
          <p:nvPr/>
        </p:nvSpPr>
        <p:spPr bwMode="auto">
          <a:xfrm>
            <a:off x="442913" y="1727200"/>
            <a:ext cx="8683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RegAdr</a:t>
            </a:r>
          </a:p>
        </p:txBody>
      </p:sp>
      <p:sp>
        <p:nvSpPr>
          <p:cNvPr id="99372" name="Line 45">
            <a:extLst>
              <a:ext uri="{FF2B5EF4-FFF2-40B4-BE49-F238E27FC236}">
                <a16:creationId xmlns:a16="http://schemas.microsoft.com/office/drawing/2014/main" id="{E79579CB-2E4A-5D98-53A1-376141499423}"/>
              </a:ext>
            </a:extLst>
          </p:cNvPr>
          <p:cNvSpPr>
            <a:spLocks noChangeShapeType="1"/>
          </p:cNvSpPr>
          <p:nvPr/>
        </p:nvSpPr>
        <p:spPr bwMode="auto">
          <a:xfrm>
            <a:off x="774700" y="2489200"/>
            <a:ext cx="812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3" name="Line 46">
            <a:extLst>
              <a:ext uri="{FF2B5EF4-FFF2-40B4-BE49-F238E27FC236}">
                <a16:creationId xmlns:a16="http://schemas.microsoft.com/office/drawing/2014/main" id="{AFAB5073-DE05-FB17-1A61-DAA99D8B9403}"/>
              </a:ext>
            </a:extLst>
          </p:cNvPr>
          <p:cNvSpPr>
            <a:spLocks noChangeShapeType="1"/>
          </p:cNvSpPr>
          <p:nvPr/>
        </p:nvSpPr>
        <p:spPr bwMode="auto">
          <a:xfrm flipV="1">
            <a:off x="1612900" y="2171700"/>
            <a:ext cx="127000" cy="330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4" name="Line 47">
            <a:extLst>
              <a:ext uri="{FF2B5EF4-FFF2-40B4-BE49-F238E27FC236}">
                <a16:creationId xmlns:a16="http://schemas.microsoft.com/office/drawing/2014/main" id="{8141511C-2B6A-9D21-2B38-A92D81574A77}"/>
              </a:ext>
            </a:extLst>
          </p:cNvPr>
          <p:cNvSpPr>
            <a:spLocks noChangeShapeType="1"/>
          </p:cNvSpPr>
          <p:nvPr/>
        </p:nvSpPr>
        <p:spPr bwMode="auto">
          <a:xfrm>
            <a:off x="1765300" y="2184400"/>
            <a:ext cx="1879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5" name="Rectangle 48">
            <a:extLst>
              <a:ext uri="{FF2B5EF4-FFF2-40B4-BE49-F238E27FC236}">
                <a16:creationId xmlns:a16="http://schemas.microsoft.com/office/drawing/2014/main" id="{779C6C9B-9DA4-45A2-CD47-2792DC6C16D7}"/>
              </a:ext>
            </a:extLst>
          </p:cNvPr>
          <p:cNvSpPr>
            <a:spLocks noChangeArrowheads="1"/>
          </p:cNvSpPr>
          <p:nvPr/>
        </p:nvSpPr>
        <p:spPr bwMode="auto">
          <a:xfrm>
            <a:off x="442913" y="2184400"/>
            <a:ext cx="8128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RegWr</a:t>
            </a:r>
          </a:p>
        </p:txBody>
      </p:sp>
      <p:sp>
        <p:nvSpPr>
          <p:cNvPr id="99376" name="Line 49">
            <a:extLst>
              <a:ext uri="{FF2B5EF4-FFF2-40B4-BE49-F238E27FC236}">
                <a16:creationId xmlns:a16="http://schemas.microsoft.com/office/drawing/2014/main" id="{E80AE528-B10A-0DED-35EA-7F5A93D470D7}"/>
              </a:ext>
            </a:extLst>
          </p:cNvPr>
          <p:cNvSpPr>
            <a:spLocks noChangeShapeType="1"/>
          </p:cNvSpPr>
          <p:nvPr/>
        </p:nvSpPr>
        <p:spPr bwMode="auto">
          <a:xfrm>
            <a:off x="1905000" y="1892300"/>
            <a:ext cx="0" cy="1193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7" name="Line 50">
            <a:extLst>
              <a:ext uri="{FF2B5EF4-FFF2-40B4-BE49-F238E27FC236}">
                <a16:creationId xmlns:a16="http://schemas.microsoft.com/office/drawing/2014/main" id="{C01947BE-10B0-5DD5-74AA-4FA9BECD1D99}"/>
              </a:ext>
            </a:extLst>
          </p:cNvPr>
          <p:cNvSpPr>
            <a:spLocks noChangeShapeType="1"/>
          </p:cNvSpPr>
          <p:nvPr/>
        </p:nvSpPr>
        <p:spPr bwMode="auto">
          <a:xfrm>
            <a:off x="774700" y="2717800"/>
            <a:ext cx="508000" cy="0"/>
          </a:xfrm>
          <a:prstGeom prst="line">
            <a:avLst/>
          </a:prstGeom>
          <a:noFill/>
          <a:ln w="254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78" name="Line 51">
            <a:extLst>
              <a:ext uri="{FF2B5EF4-FFF2-40B4-BE49-F238E27FC236}">
                <a16:creationId xmlns:a16="http://schemas.microsoft.com/office/drawing/2014/main" id="{5D3579AD-FA8C-E248-84AB-04099008CC38}"/>
              </a:ext>
            </a:extLst>
          </p:cNvPr>
          <p:cNvSpPr>
            <a:spLocks noChangeShapeType="1"/>
          </p:cNvSpPr>
          <p:nvPr/>
        </p:nvSpPr>
        <p:spPr bwMode="auto">
          <a:xfrm flipH="1">
            <a:off x="1663700" y="2717800"/>
            <a:ext cx="711200" cy="0"/>
          </a:xfrm>
          <a:prstGeom prst="line">
            <a:avLst/>
          </a:prstGeom>
          <a:noFill/>
          <a:ln w="254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79" name="Line 52">
            <a:extLst>
              <a:ext uri="{FF2B5EF4-FFF2-40B4-BE49-F238E27FC236}">
                <a16:creationId xmlns:a16="http://schemas.microsoft.com/office/drawing/2014/main" id="{8BB1BA52-637B-7BBE-0042-6CDE18C963F6}"/>
              </a:ext>
            </a:extLst>
          </p:cNvPr>
          <p:cNvSpPr>
            <a:spLocks noChangeShapeType="1"/>
          </p:cNvSpPr>
          <p:nvPr/>
        </p:nvSpPr>
        <p:spPr bwMode="auto">
          <a:xfrm>
            <a:off x="774700" y="2946400"/>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80" name="Line 53">
            <a:extLst>
              <a:ext uri="{FF2B5EF4-FFF2-40B4-BE49-F238E27FC236}">
                <a16:creationId xmlns:a16="http://schemas.microsoft.com/office/drawing/2014/main" id="{40547DEC-9C69-F1D9-AE56-2953F4B963B9}"/>
              </a:ext>
            </a:extLst>
          </p:cNvPr>
          <p:cNvSpPr>
            <a:spLocks noChangeShapeType="1"/>
          </p:cNvSpPr>
          <p:nvPr/>
        </p:nvSpPr>
        <p:spPr bwMode="auto">
          <a:xfrm flipH="1">
            <a:off x="1892300" y="2946400"/>
            <a:ext cx="1473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81" name="Rectangle 54">
            <a:extLst>
              <a:ext uri="{FF2B5EF4-FFF2-40B4-BE49-F238E27FC236}">
                <a16:creationId xmlns:a16="http://schemas.microsoft.com/office/drawing/2014/main" id="{931D6AA2-318F-35FA-BFD0-161D7BFAFECF}"/>
              </a:ext>
            </a:extLst>
          </p:cNvPr>
          <p:cNvSpPr>
            <a:spLocks noChangeArrowheads="1"/>
          </p:cNvSpPr>
          <p:nvPr/>
        </p:nvSpPr>
        <p:spPr bwMode="auto">
          <a:xfrm>
            <a:off x="1890713" y="2413000"/>
            <a:ext cx="17922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RegWr’s Clk-to-Q</a:t>
            </a:r>
          </a:p>
        </p:txBody>
      </p:sp>
      <p:sp>
        <p:nvSpPr>
          <p:cNvPr id="99382" name="Rectangle 55">
            <a:extLst>
              <a:ext uri="{FF2B5EF4-FFF2-40B4-BE49-F238E27FC236}">
                <a16:creationId xmlns:a16="http://schemas.microsoft.com/office/drawing/2014/main" id="{49653091-DEC9-D6D2-53CD-539B1025683E}"/>
              </a:ext>
            </a:extLst>
          </p:cNvPr>
          <p:cNvSpPr>
            <a:spLocks noChangeArrowheads="1"/>
          </p:cNvSpPr>
          <p:nvPr/>
        </p:nvSpPr>
        <p:spPr bwMode="auto">
          <a:xfrm>
            <a:off x="2119313" y="2946400"/>
            <a:ext cx="1847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RegAdr’s Clk-to-Q</a:t>
            </a:r>
          </a:p>
        </p:txBody>
      </p:sp>
      <p:sp>
        <p:nvSpPr>
          <p:cNvPr id="99383" name="Line 56">
            <a:extLst>
              <a:ext uri="{FF2B5EF4-FFF2-40B4-BE49-F238E27FC236}">
                <a16:creationId xmlns:a16="http://schemas.microsoft.com/office/drawing/2014/main" id="{740A088D-2B11-E1A0-590B-F824D0F7436A}"/>
              </a:ext>
            </a:extLst>
          </p:cNvPr>
          <p:cNvSpPr>
            <a:spLocks noChangeShapeType="1"/>
          </p:cNvSpPr>
          <p:nvPr/>
        </p:nvSpPr>
        <p:spPr bwMode="auto">
          <a:xfrm>
            <a:off x="6172200" y="3035300"/>
            <a:ext cx="0" cy="12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4" name="Line 57">
            <a:extLst>
              <a:ext uri="{FF2B5EF4-FFF2-40B4-BE49-F238E27FC236}">
                <a16:creationId xmlns:a16="http://schemas.microsoft.com/office/drawing/2014/main" id="{4ADE10F2-5B56-DC8D-847E-71F800F6448F}"/>
              </a:ext>
            </a:extLst>
          </p:cNvPr>
          <p:cNvSpPr>
            <a:spLocks noChangeShapeType="1"/>
          </p:cNvSpPr>
          <p:nvPr/>
        </p:nvSpPr>
        <p:spPr bwMode="auto">
          <a:xfrm>
            <a:off x="6553200" y="2273300"/>
            <a:ext cx="0" cy="660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5" name="Line 58">
            <a:extLst>
              <a:ext uri="{FF2B5EF4-FFF2-40B4-BE49-F238E27FC236}">
                <a16:creationId xmlns:a16="http://schemas.microsoft.com/office/drawing/2014/main" id="{E9E12850-809D-BEE4-E360-01DCC6DBD99C}"/>
              </a:ext>
            </a:extLst>
          </p:cNvPr>
          <p:cNvSpPr>
            <a:spLocks noChangeShapeType="1"/>
          </p:cNvSpPr>
          <p:nvPr/>
        </p:nvSpPr>
        <p:spPr bwMode="auto">
          <a:xfrm flipV="1">
            <a:off x="6172200" y="1638300"/>
            <a:ext cx="0" cy="13208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6" name="Line 59">
            <a:extLst>
              <a:ext uri="{FF2B5EF4-FFF2-40B4-BE49-F238E27FC236}">
                <a16:creationId xmlns:a16="http://schemas.microsoft.com/office/drawing/2014/main" id="{D2372BE6-BA44-F4AC-4287-14E28D21F030}"/>
              </a:ext>
            </a:extLst>
          </p:cNvPr>
          <p:cNvSpPr>
            <a:spLocks noChangeShapeType="1"/>
          </p:cNvSpPr>
          <p:nvPr/>
        </p:nvSpPr>
        <p:spPr bwMode="auto">
          <a:xfrm>
            <a:off x="5651500" y="1193800"/>
            <a:ext cx="508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7" name="Line 60">
            <a:extLst>
              <a:ext uri="{FF2B5EF4-FFF2-40B4-BE49-F238E27FC236}">
                <a16:creationId xmlns:a16="http://schemas.microsoft.com/office/drawing/2014/main" id="{7584CE07-28E8-D138-6213-19E797E21D7A}"/>
              </a:ext>
            </a:extLst>
          </p:cNvPr>
          <p:cNvSpPr>
            <a:spLocks noChangeShapeType="1"/>
          </p:cNvSpPr>
          <p:nvPr/>
        </p:nvSpPr>
        <p:spPr bwMode="auto">
          <a:xfrm>
            <a:off x="6172200" y="1206500"/>
            <a:ext cx="0" cy="355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88" name="Line 61">
            <a:extLst>
              <a:ext uri="{FF2B5EF4-FFF2-40B4-BE49-F238E27FC236}">
                <a16:creationId xmlns:a16="http://schemas.microsoft.com/office/drawing/2014/main" id="{4E8F4757-6F52-8ED4-7AF9-FCD2683712B5}"/>
              </a:ext>
            </a:extLst>
          </p:cNvPr>
          <p:cNvSpPr>
            <a:spLocks noChangeShapeType="1"/>
          </p:cNvSpPr>
          <p:nvPr/>
        </p:nvSpPr>
        <p:spPr bwMode="auto">
          <a:xfrm>
            <a:off x="6184900" y="1574800"/>
            <a:ext cx="1879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9" name="Line 62">
            <a:extLst>
              <a:ext uri="{FF2B5EF4-FFF2-40B4-BE49-F238E27FC236}">
                <a16:creationId xmlns:a16="http://schemas.microsoft.com/office/drawing/2014/main" id="{D7ED476C-B6C2-0F7F-2CFA-B037906AB80A}"/>
              </a:ext>
            </a:extLst>
          </p:cNvPr>
          <p:cNvSpPr>
            <a:spLocks noChangeShapeType="1"/>
          </p:cNvSpPr>
          <p:nvPr/>
        </p:nvSpPr>
        <p:spPr bwMode="auto">
          <a:xfrm>
            <a:off x="8089900" y="11938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0" name="Line 63">
            <a:extLst>
              <a:ext uri="{FF2B5EF4-FFF2-40B4-BE49-F238E27FC236}">
                <a16:creationId xmlns:a16="http://schemas.microsoft.com/office/drawing/2014/main" id="{C887A985-C5E0-88E7-8A50-F3555766B49E}"/>
              </a:ext>
            </a:extLst>
          </p:cNvPr>
          <p:cNvSpPr>
            <a:spLocks noChangeShapeType="1"/>
          </p:cNvSpPr>
          <p:nvPr/>
        </p:nvSpPr>
        <p:spPr bwMode="auto">
          <a:xfrm>
            <a:off x="8077200" y="1206500"/>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1" name="Line 64">
            <a:extLst>
              <a:ext uri="{FF2B5EF4-FFF2-40B4-BE49-F238E27FC236}">
                <a16:creationId xmlns:a16="http://schemas.microsoft.com/office/drawing/2014/main" id="{EEACCD82-F80F-3741-83CC-5A633A56E806}"/>
              </a:ext>
            </a:extLst>
          </p:cNvPr>
          <p:cNvSpPr>
            <a:spLocks noChangeShapeType="1"/>
          </p:cNvSpPr>
          <p:nvPr/>
        </p:nvSpPr>
        <p:spPr bwMode="auto">
          <a:xfrm>
            <a:off x="5651500" y="1727200"/>
            <a:ext cx="965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2" name="Line 65">
            <a:extLst>
              <a:ext uri="{FF2B5EF4-FFF2-40B4-BE49-F238E27FC236}">
                <a16:creationId xmlns:a16="http://schemas.microsoft.com/office/drawing/2014/main" id="{FEE3BF7D-E2EB-7693-EA87-186906DEAE8B}"/>
              </a:ext>
            </a:extLst>
          </p:cNvPr>
          <p:cNvSpPr>
            <a:spLocks noChangeShapeType="1"/>
          </p:cNvSpPr>
          <p:nvPr/>
        </p:nvSpPr>
        <p:spPr bwMode="auto">
          <a:xfrm>
            <a:off x="5651500" y="2032000"/>
            <a:ext cx="965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3" name="Line 66">
            <a:extLst>
              <a:ext uri="{FF2B5EF4-FFF2-40B4-BE49-F238E27FC236}">
                <a16:creationId xmlns:a16="http://schemas.microsoft.com/office/drawing/2014/main" id="{27E7758F-EA1A-A76D-266C-51F03C84CB02}"/>
              </a:ext>
            </a:extLst>
          </p:cNvPr>
          <p:cNvSpPr>
            <a:spLocks noChangeShapeType="1"/>
          </p:cNvSpPr>
          <p:nvPr/>
        </p:nvSpPr>
        <p:spPr bwMode="auto">
          <a:xfrm>
            <a:off x="6870700" y="1727200"/>
            <a:ext cx="165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4" name="Line 67">
            <a:extLst>
              <a:ext uri="{FF2B5EF4-FFF2-40B4-BE49-F238E27FC236}">
                <a16:creationId xmlns:a16="http://schemas.microsoft.com/office/drawing/2014/main" id="{036D2EB9-C34E-ACAA-8B63-5D989EB3A7EF}"/>
              </a:ext>
            </a:extLst>
          </p:cNvPr>
          <p:cNvSpPr>
            <a:spLocks noChangeShapeType="1"/>
          </p:cNvSpPr>
          <p:nvPr/>
        </p:nvSpPr>
        <p:spPr bwMode="auto">
          <a:xfrm>
            <a:off x="6642100" y="1739900"/>
            <a:ext cx="203200" cy="279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5" name="Line 68">
            <a:extLst>
              <a:ext uri="{FF2B5EF4-FFF2-40B4-BE49-F238E27FC236}">
                <a16:creationId xmlns:a16="http://schemas.microsoft.com/office/drawing/2014/main" id="{397E56F5-FFAF-2709-2932-1C2FB2903AEA}"/>
              </a:ext>
            </a:extLst>
          </p:cNvPr>
          <p:cNvSpPr>
            <a:spLocks noChangeShapeType="1"/>
          </p:cNvSpPr>
          <p:nvPr/>
        </p:nvSpPr>
        <p:spPr bwMode="auto">
          <a:xfrm flipV="1">
            <a:off x="6642100" y="1714500"/>
            <a:ext cx="203200" cy="330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6" name="Line 69">
            <a:extLst>
              <a:ext uri="{FF2B5EF4-FFF2-40B4-BE49-F238E27FC236}">
                <a16:creationId xmlns:a16="http://schemas.microsoft.com/office/drawing/2014/main" id="{4ABBF7FE-9305-0C51-0689-E5D055AB3753}"/>
              </a:ext>
            </a:extLst>
          </p:cNvPr>
          <p:cNvSpPr>
            <a:spLocks noChangeShapeType="1"/>
          </p:cNvSpPr>
          <p:nvPr/>
        </p:nvSpPr>
        <p:spPr bwMode="auto">
          <a:xfrm>
            <a:off x="6870700" y="2032000"/>
            <a:ext cx="165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7" name="Rectangle 70">
            <a:extLst>
              <a:ext uri="{FF2B5EF4-FFF2-40B4-BE49-F238E27FC236}">
                <a16:creationId xmlns:a16="http://schemas.microsoft.com/office/drawing/2014/main" id="{9A34BC46-8665-AFA4-327D-1FB315A8ED60}"/>
              </a:ext>
            </a:extLst>
          </p:cNvPr>
          <p:cNvSpPr>
            <a:spLocks noChangeArrowheads="1"/>
          </p:cNvSpPr>
          <p:nvPr/>
        </p:nvSpPr>
        <p:spPr bwMode="auto">
          <a:xfrm>
            <a:off x="5548313" y="1270000"/>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Clk</a:t>
            </a:r>
          </a:p>
        </p:txBody>
      </p:sp>
      <p:sp>
        <p:nvSpPr>
          <p:cNvPr id="99398" name="Rectangle 71">
            <a:extLst>
              <a:ext uri="{FF2B5EF4-FFF2-40B4-BE49-F238E27FC236}">
                <a16:creationId xmlns:a16="http://schemas.microsoft.com/office/drawing/2014/main" id="{579B49B8-6BA8-7A54-FE39-270F3D1BD03A}"/>
              </a:ext>
            </a:extLst>
          </p:cNvPr>
          <p:cNvSpPr>
            <a:spLocks noChangeArrowheads="1"/>
          </p:cNvSpPr>
          <p:nvPr/>
        </p:nvSpPr>
        <p:spPr bwMode="auto">
          <a:xfrm>
            <a:off x="5319713" y="1727200"/>
            <a:ext cx="8239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WrAdr</a:t>
            </a:r>
          </a:p>
        </p:txBody>
      </p:sp>
      <p:sp>
        <p:nvSpPr>
          <p:cNvPr id="99399" name="Line 72">
            <a:extLst>
              <a:ext uri="{FF2B5EF4-FFF2-40B4-BE49-F238E27FC236}">
                <a16:creationId xmlns:a16="http://schemas.microsoft.com/office/drawing/2014/main" id="{C63D14F0-A79F-9180-5445-AC056D72849B}"/>
              </a:ext>
            </a:extLst>
          </p:cNvPr>
          <p:cNvSpPr>
            <a:spLocks noChangeShapeType="1"/>
          </p:cNvSpPr>
          <p:nvPr/>
        </p:nvSpPr>
        <p:spPr bwMode="auto">
          <a:xfrm>
            <a:off x="5651500" y="2489200"/>
            <a:ext cx="812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0" name="Line 73">
            <a:extLst>
              <a:ext uri="{FF2B5EF4-FFF2-40B4-BE49-F238E27FC236}">
                <a16:creationId xmlns:a16="http://schemas.microsoft.com/office/drawing/2014/main" id="{BF7BAE18-013B-8E61-1065-C6BF373162AF}"/>
              </a:ext>
            </a:extLst>
          </p:cNvPr>
          <p:cNvSpPr>
            <a:spLocks noChangeShapeType="1"/>
          </p:cNvSpPr>
          <p:nvPr/>
        </p:nvSpPr>
        <p:spPr bwMode="auto">
          <a:xfrm flipV="1">
            <a:off x="6489700" y="2171700"/>
            <a:ext cx="127000" cy="330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1" name="Line 74">
            <a:extLst>
              <a:ext uri="{FF2B5EF4-FFF2-40B4-BE49-F238E27FC236}">
                <a16:creationId xmlns:a16="http://schemas.microsoft.com/office/drawing/2014/main" id="{3E3E69C4-7AA8-526D-9A2A-EDC8B8D76C7E}"/>
              </a:ext>
            </a:extLst>
          </p:cNvPr>
          <p:cNvSpPr>
            <a:spLocks noChangeShapeType="1"/>
          </p:cNvSpPr>
          <p:nvPr/>
        </p:nvSpPr>
        <p:spPr bwMode="auto">
          <a:xfrm>
            <a:off x="6642100" y="2184400"/>
            <a:ext cx="1879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2" name="Rectangle 75">
            <a:extLst>
              <a:ext uri="{FF2B5EF4-FFF2-40B4-BE49-F238E27FC236}">
                <a16:creationId xmlns:a16="http://schemas.microsoft.com/office/drawing/2014/main" id="{BBCFCD26-537A-3CED-29AD-63F0F76890EC}"/>
              </a:ext>
            </a:extLst>
          </p:cNvPr>
          <p:cNvSpPr>
            <a:spLocks noChangeArrowheads="1"/>
          </p:cNvSpPr>
          <p:nvPr/>
        </p:nvSpPr>
        <p:spPr bwMode="auto">
          <a:xfrm>
            <a:off x="5319713" y="2184400"/>
            <a:ext cx="9271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MemWr</a:t>
            </a:r>
          </a:p>
        </p:txBody>
      </p:sp>
      <p:sp>
        <p:nvSpPr>
          <p:cNvPr id="99403" name="Line 76">
            <a:extLst>
              <a:ext uri="{FF2B5EF4-FFF2-40B4-BE49-F238E27FC236}">
                <a16:creationId xmlns:a16="http://schemas.microsoft.com/office/drawing/2014/main" id="{13708256-AA1C-62A1-1DE3-1215B7D83396}"/>
              </a:ext>
            </a:extLst>
          </p:cNvPr>
          <p:cNvSpPr>
            <a:spLocks noChangeShapeType="1"/>
          </p:cNvSpPr>
          <p:nvPr/>
        </p:nvSpPr>
        <p:spPr bwMode="auto">
          <a:xfrm>
            <a:off x="6781800" y="1892300"/>
            <a:ext cx="0" cy="1193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404" name="Line 77">
            <a:extLst>
              <a:ext uri="{FF2B5EF4-FFF2-40B4-BE49-F238E27FC236}">
                <a16:creationId xmlns:a16="http://schemas.microsoft.com/office/drawing/2014/main" id="{F0536C36-0F01-2E7F-C5DF-6325C8AD6E38}"/>
              </a:ext>
            </a:extLst>
          </p:cNvPr>
          <p:cNvSpPr>
            <a:spLocks noChangeShapeType="1"/>
          </p:cNvSpPr>
          <p:nvPr/>
        </p:nvSpPr>
        <p:spPr bwMode="auto">
          <a:xfrm>
            <a:off x="5651500" y="2717800"/>
            <a:ext cx="508000" cy="0"/>
          </a:xfrm>
          <a:prstGeom prst="line">
            <a:avLst/>
          </a:prstGeom>
          <a:noFill/>
          <a:ln w="254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405" name="Line 78">
            <a:extLst>
              <a:ext uri="{FF2B5EF4-FFF2-40B4-BE49-F238E27FC236}">
                <a16:creationId xmlns:a16="http://schemas.microsoft.com/office/drawing/2014/main" id="{D0C0B467-22DB-9C6A-72E7-C3C7785C665B}"/>
              </a:ext>
            </a:extLst>
          </p:cNvPr>
          <p:cNvSpPr>
            <a:spLocks noChangeShapeType="1"/>
          </p:cNvSpPr>
          <p:nvPr/>
        </p:nvSpPr>
        <p:spPr bwMode="auto">
          <a:xfrm flipH="1">
            <a:off x="6540500" y="2717800"/>
            <a:ext cx="711200" cy="0"/>
          </a:xfrm>
          <a:prstGeom prst="line">
            <a:avLst/>
          </a:prstGeom>
          <a:noFill/>
          <a:ln w="254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406" name="Line 79">
            <a:extLst>
              <a:ext uri="{FF2B5EF4-FFF2-40B4-BE49-F238E27FC236}">
                <a16:creationId xmlns:a16="http://schemas.microsoft.com/office/drawing/2014/main" id="{DFB5E7F1-9393-2141-D831-8C8F38A72AF3}"/>
              </a:ext>
            </a:extLst>
          </p:cNvPr>
          <p:cNvSpPr>
            <a:spLocks noChangeShapeType="1"/>
          </p:cNvSpPr>
          <p:nvPr/>
        </p:nvSpPr>
        <p:spPr bwMode="auto">
          <a:xfrm>
            <a:off x="5651500" y="2946400"/>
            <a:ext cx="508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407" name="Line 80">
            <a:extLst>
              <a:ext uri="{FF2B5EF4-FFF2-40B4-BE49-F238E27FC236}">
                <a16:creationId xmlns:a16="http://schemas.microsoft.com/office/drawing/2014/main" id="{FD33378E-1866-54F7-5BFE-81C732931D0B}"/>
              </a:ext>
            </a:extLst>
          </p:cNvPr>
          <p:cNvSpPr>
            <a:spLocks noChangeShapeType="1"/>
          </p:cNvSpPr>
          <p:nvPr/>
        </p:nvSpPr>
        <p:spPr bwMode="auto">
          <a:xfrm flipH="1">
            <a:off x="6769100" y="2946400"/>
            <a:ext cx="1473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408" name="Rectangle 81">
            <a:extLst>
              <a:ext uri="{FF2B5EF4-FFF2-40B4-BE49-F238E27FC236}">
                <a16:creationId xmlns:a16="http://schemas.microsoft.com/office/drawing/2014/main" id="{5AEEE02F-BA3D-A0C6-92B2-BA56E92280B1}"/>
              </a:ext>
            </a:extLst>
          </p:cNvPr>
          <p:cNvSpPr>
            <a:spLocks noChangeArrowheads="1"/>
          </p:cNvSpPr>
          <p:nvPr/>
        </p:nvSpPr>
        <p:spPr bwMode="auto">
          <a:xfrm>
            <a:off x="6767513" y="2413000"/>
            <a:ext cx="19065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MemWr’s Clk-to-Q</a:t>
            </a:r>
          </a:p>
        </p:txBody>
      </p:sp>
      <p:sp>
        <p:nvSpPr>
          <p:cNvPr id="99409" name="Rectangle 82">
            <a:extLst>
              <a:ext uri="{FF2B5EF4-FFF2-40B4-BE49-F238E27FC236}">
                <a16:creationId xmlns:a16="http://schemas.microsoft.com/office/drawing/2014/main" id="{BC713125-3686-E5C6-07FB-003465FEF1F5}"/>
              </a:ext>
            </a:extLst>
          </p:cNvPr>
          <p:cNvSpPr>
            <a:spLocks noChangeArrowheads="1"/>
          </p:cNvSpPr>
          <p:nvPr/>
        </p:nvSpPr>
        <p:spPr bwMode="auto">
          <a:xfrm>
            <a:off x="6996113" y="2946400"/>
            <a:ext cx="18034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WrAdr’s Clk-to-Q</a:t>
            </a:r>
          </a:p>
        </p:txBody>
      </p:sp>
      <p:sp>
        <p:nvSpPr>
          <p:cNvPr id="99410" name="Text Box 86">
            <a:extLst>
              <a:ext uri="{FF2B5EF4-FFF2-40B4-BE49-F238E27FC236}">
                <a16:creationId xmlns:a16="http://schemas.microsoft.com/office/drawing/2014/main" id="{162E856F-45ED-F292-5BE9-47CFFCB12869}"/>
              </a:ext>
            </a:extLst>
          </p:cNvPr>
          <p:cNvSpPr txBox="1">
            <a:spLocks noChangeArrowheads="1"/>
          </p:cNvSpPr>
          <p:nvPr/>
        </p:nvSpPr>
        <p:spPr bwMode="auto">
          <a:xfrm>
            <a:off x="4325938" y="5602288"/>
            <a:ext cx="29606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491">
                                            <p:txEl>
                                              <p:pRg st="1" end="1"/>
                                            </p:txEl>
                                          </p:spTgt>
                                        </p:tgtEl>
                                        <p:attrNameLst>
                                          <p:attrName>style.visibility</p:attrName>
                                        </p:attrNameLst>
                                      </p:cBhvr>
                                      <p:to>
                                        <p:strVal val="visible"/>
                                      </p:to>
                                    </p:set>
                                    <p:animEffect transition="in" filter="blinds(horizontal)">
                                      <p:cBhvr>
                                        <p:cTn id="7" dur="500"/>
                                        <p:tgtEl>
                                          <p:spTgt spid="634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3491">
                                            <p:txEl>
                                              <p:pRg st="2" end="2"/>
                                            </p:txEl>
                                          </p:spTgt>
                                        </p:tgtEl>
                                        <p:attrNameLst>
                                          <p:attrName>style.visibility</p:attrName>
                                        </p:attrNameLst>
                                      </p:cBhvr>
                                      <p:to>
                                        <p:strVal val="visible"/>
                                      </p:to>
                                    </p:set>
                                    <p:animEffect transition="in" filter="blinds(horizontal)">
                                      <p:cBhvr>
                                        <p:cTn id="12" dur="500"/>
                                        <p:tgtEl>
                                          <p:spTgt spid="634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17F8128D-F210-68B6-A333-B28BF64FB5F3}"/>
              </a:ext>
            </a:extLst>
          </p:cNvPr>
          <p:cNvSpPr>
            <a:spLocks noGrp="1" noChangeArrowheads="1"/>
          </p:cNvSpPr>
          <p:nvPr>
            <p:ph type="title"/>
          </p:nvPr>
        </p:nvSpPr>
        <p:spPr>
          <a:xfrm>
            <a:off x="800100" y="228600"/>
            <a:ext cx="4292600" cy="368300"/>
          </a:xfrm>
        </p:spPr>
        <p:txBody>
          <a:bodyPr/>
          <a:lstStyle/>
          <a:p>
            <a:r>
              <a:rPr lang="zh-CN" altLang="en-US">
                <a:ea typeface="宋体" panose="02010600030101010101" pitchFamily="2" charset="-122"/>
              </a:rPr>
              <a:t>流水线中的“竞争”问题</a:t>
            </a:r>
          </a:p>
        </p:txBody>
      </p:sp>
      <p:sp>
        <p:nvSpPr>
          <p:cNvPr id="65539" name="Rectangle 3">
            <a:extLst>
              <a:ext uri="{FF2B5EF4-FFF2-40B4-BE49-F238E27FC236}">
                <a16:creationId xmlns:a16="http://schemas.microsoft.com/office/drawing/2014/main" id="{AADF3558-0BC1-486B-102C-BAF486DF46AC}"/>
              </a:ext>
            </a:extLst>
          </p:cNvPr>
          <p:cNvSpPr>
            <a:spLocks noGrp="1" noChangeArrowheads="1"/>
          </p:cNvSpPr>
          <p:nvPr>
            <p:ph idx="1"/>
          </p:nvPr>
        </p:nvSpPr>
        <p:spPr>
          <a:xfrm>
            <a:off x="261938" y="801688"/>
            <a:ext cx="6116637" cy="2293937"/>
          </a:xfrm>
        </p:spPr>
        <p:txBody>
          <a:bodyPr/>
          <a:lstStyle/>
          <a:p>
            <a:pPr>
              <a:lnSpc>
                <a:spcPct val="125000"/>
              </a:lnSpc>
              <a:spcBef>
                <a:spcPct val="5000"/>
              </a:spcBef>
            </a:pPr>
            <a:r>
              <a:rPr lang="zh-CN" altLang="en-US" sz="1900">
                <a:ea typeface="黑体" panose="02010609060101010101" pitchFamily="49" charset="-122"/>
                <a:hlinkClick r:id="" action="ppaction://hlinkshowjump?jump=nextslide"/>
              </a:rPr>
              <a:t>多周期中解决</a:t>
            </a:r>
            <a:r>
              <a:rPr lang="en-US" altLang="zh-CN" sz="1900">
                <a:ea typeface="黑体" panose="02010609060101010101" pitchFamily="49" charset="-122"/>
                <a:hlinkClick r:id="" action="ppaction://hlinkshowjump?jump=nextslide"/>
              </a:rPr>
              <a:t> Addr </a:t>
            </a:r>
            <a:r>
              <a:rPr lang="zh-CN" altLang="en-US" sz="1900">
                <a:ea typeface="黑体" panose="02010609060101010101" pitchFamily="49" charset="-122"/>
                <a:hlinkClick r:id="" action="ppaction://hlinkshowjump?jump=nextslide"/>
              </a:rPr>
              <a:t>和 </a:t>
            </a:r>
            <a:r>
              <a:rPr lang="en-US" altLang="zh-CN" sz="1900">
                <a:ea typeface="黑体" panose="02010609060101010101" pitchFamily="49" charset="-122"/>
                <a:hlinkClick r:id="" action="ppaction://hlinkshowjump?jump=nextslide"/>
              </a:rPr>
              <a:t>WrEn</a:t>
            </a:r>
            <a:r>
              <a:rPr lang="zh-CN" altLang="en-US" sz="1900">
                <a:ea typeface="黑体" panose="02010609060101010101" pitchFamily="49" charset="-122"/>
                <a:hlinkClick r:id="" action="ppaction://hlinkshowjump?jump=nextslide"/>
              </a:rPr>
              <a:t>之间竞争问题的方法</a:t>
            </a:r>
            <a:r>
              <a:rPr lang="en-US" altLang="zh-CN" sz="1900">
                <a:ea typeface="黑体" panose="02010609060101010101" pitchFamily="49" charset="-122"/>
              </a:rPr>
              <a:t>:</a:t>
            </a:r>
          </a:p>
          <a:p>
            <a:pPr lvl="1">
              <a:lnSpc>
                <a:spcPct val="125000"/>
              </a:lnSpc>
              <a:spcBef>
                <a:spcPct val="5000"/>
              </a:spcBef>
            </a:pPr>
            <a:r>
              <a:rPr lang="zh-CN" altLang="en-US" sz="1900">
                <a:ea typeface="黑体" panose="02010609060101010101" pitchFamily="49" charset="-122"/>
              </a:rPr>
              <a:t>在第</a:t>
            </a:r>
            <a:r>
              <a:rPr lang="en-US" altLang="zh-CN" sz="1900">
                <a:ea typeface="黑体" panose="02010609060101010101" pitchFamily="49" charset="-122"/>
              </a:rPr>
              <a:t> N</a:t>
            </a:r>
            <a:r>
              <a:rPr lang="zh-CN" altLang="en-US" sz="1900">
                <a:ea typeface="黑体" panose="02010609060101010101" pitchFamily="49" charset="-122"/>
              </a:rPr>
              <a:t>周期结束时，让</a:t>
            </a:r>
            <a:r>
              <a:rPr lang="en-US" altLang="zh-CN" sz="1900">
                <a:ea typeface="黑体" panose="02010609060101010101" pitchFamily="49" charset="-122"/>
              </a:rPr>
              <a:t>Addr</a:t>
            </a:r>
            <a:r>
              <a:rPr lang="zh-CN" altLang="en-US" sz="1900">
                <a:ea typeface="黑体" panose="02010609060101010101" pitchFamily="49" charset="-122"/>
              </a:rPr>
              <a:t>信号有效</a:t>
            </a:r>
          </a:p>
          <a:p>
            <a:pPr lvl="1">
              <a:lnSpc>
                <a:spcPct val="125000"/>
              </a:lnSpc>
              <a:spcBef>
                <a:spcPct val="5000"/>
              </a:spcBef>
            </a:pPr>
            <a:r>
              <a:rPr lang="zh-CN" altLang="en-US" sz="1900">
                <a:ea typeface="黑体" panose="02010609060101010101" pitchFamily="49" charset="-122"/>
              </a:rPr>
              <a:t>在第 </a:t>
            </a:r>
            <a:r>
              <a:rPr lang="en-US" altLang="zh-CN" sz="1900">
                <a:ea typeface="黑体" panose="02010609060101010101" pitchFamily="49" charset="-122"/>
              </a:rPr>
              <a:t>N + 1</a:t>
            </a:r>
            <a:r>
              <a:rPr lang="zh-CN" altLang="en-US" sz="1900">
                <a:ea typeface="黑体" panose="02010609060101010101" pitchFamily="49" charset="-122"/>
              </a:rPr>
              <a:t>周期让</a:t>
            </a:r>
            <a:r>
              <a:rPr lang="en-US" altLang="zh-CN" sz="1900">
                <a:ea typeface="黑体" panose="02010609060101010101" pitchFamily="49" charset="-122"/>
              </a:rPr>
              <a:t>WrEn</a:t>
            </a:r>
            <a:r>
              <a:rPr lang="zh-CN" altLang="en-US" sz="1900">
                <a:ea typeface="黑体" panose="02010609060101010101" pitchFamily="49" charset="-122"/>
              </a:rPr>
              <a:t>有效</a:t>
            </a:r>
          </a:p>
          <a:p>
            <a:pPr>
              <a:lnSpc>
                <a:spcPct val="125000"/>
              </a:lnSpc>
              <a:spcBef>
                <a:spcPct val="5000"/>
              </a:spcBef>
            </a:pPr>
            <a:r>
              <a:rPr lang="zh-CN" altLang="en-US" sz="1900">
                <a:ea typeface="黑体" panose="02010609060101010101" pitchFamily="49" charset="-122"/>
              </a:rPr>
              <a:t>上述方法在流水线设计中不能用，因为：</a:t>
            </a:r>
            <a:endParaRPr lang="en-US" altLang="zh-CN" sz="1900">
              <a:ea typeface="黑体" panose="02010609060101010101" pitchFamily="49" charset="-122"/>
            </a:endParaRPr>
          </a:p>
          <a:p>
            <a:pPr lvl="1">
              <a:lnSpc>
                <a:spcPct val="125000"/>
              </a:lnSpc>
              <a:spcBef>
                <a:spcPct val="5000"/>
              </a:spcBef>
            </a:pPr>
            <a:r>
              <a:rPr lang="zh-CN" altLang="en-US" sz="1900">
                <a:ea typeface="黑体" panose="02010609060101010101" pitchFamily="49" charset="-122"/>
              </a:rPr>
              <a:t>每个周期必须能够写</a:t>
            </a:r>
            <a:r>
              <a:rPr lang="en-US" altLang="zh-CN" sz="1900">
                <a:ea typeface="黑体" panose="02010609060101010101" pitchFamily="49" charset="-122"/>
              </a:rPr>
              <a:t>Register</a:t>
            </a:r>
          </a:p>
          <a:p>
            <a:pPr lvl="1">
              <a:lnSpc>
                <a:spcPct val="125000"/>
              </a:lnSpc>
              <a:spcBef>
                <a:spcPct val="5000"/>
              </a:spcBef>
            </a:pPr>
            <a:r>
              <a:rPr lang="zh-CN" altLang="en-US" sz="1900">
                <a:ea typeface="黑体" panose="02010609060101010101" pitchFamily="49" charset="-122"/>
              </a:rPr>
              <a:t>每个周期必须能够写</a:t>
            </a:r>
            <a:r>
              <a:rPr lang="en-US" altLang="zh-CN" sz="1900">
                <a:ea typeface="黑体" panose="02010609060101010101" pitchFamily="49" charset="-122"/>
              </a:rPr>
              <a:t>Memory</a:t>
            </a:r>
          </a:p>
        </p:txBody>
      </p:sp>
      <p:sp>
        <p:nvSpPr>
          <p:cNvPr id="101379" name="Rectangle 4">
            <a:extLst>
              <a:ext uri="{FF2B5EF4-FFF2-40B4-BE49-F238E27FC236}">
                <a16:creationId xmlns:a16="http://schemas.microsoft.com/office/drawing/2014/main" id="{E1A1F8A7-9EDD-BB94-5C8D-4A57DE24B5D3}"/>
              </a:ext>
            </a:extLst>
          </p:cNvPr>
          <p:cNvSpPr>
            <a:spLocks noChangeArrowheads="1"/>
          </p:cNvSpPr>
          <p:nvPr/>
        </p:nvSpPr>
        <p:spPr bwMode="auto">
          <a:xfrm>
            <a:off x="366713" y="3886200"/>
            <a:ext cx="6889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Clock</a:t>
            </a:r>
          </a:p>
        </p:txBody>
      </p:sp>
      <p:grpSp>
        <p:nvGrpSpPr>
          <p:cNvPr id="101380" name="Group 52">
            <a:extLst>
              <a:ext uri="{FF2B5EF4-FFF2-40B4-BE49-F238E27FC236}">
                <a16:creationId xmlns:a16="http://schemas.microsoft.com/office/drawing/2014/main" id="{A75A34A2-9362-B0B6-D167-38990B6238CD}"/>
              </a:ext>
            </a:extLst>
          </p:cNvPr>
          <p:cNvGrpSpPr>
            <a:grpSpLocks/>
          </p:cNvGrpSpPr>
          <p:nvPr/>
        </p:nvGrpSpPr>
        <p:grpSpPr bwMode="auto">
          <a:xfrm>
            <a:off x="774700" y="3873500"/>
            <a:ext cx="7912100" cy="254000"/>
            <a:chOff x="488" y="2440"/>
            <a:chExt cx="4984" cy="160"/>
          </a:xfrm>
        </p:grpSpPr>
        <p:grpSp>
          <p:nvGrpSpPr>
            <p:cNvPr id="101381" name="Group 9">
              <a:extLst>
                <a:ext uri="{FF2B5EF4-FFF2-40B4-BE49-F238E27FC236}">
                  <a16:creationId xmlns:a16="http://schemas.microsoft.com/office/drawing/2014/main" id="{69F74851-0B0C-A37A-3F88-508F914296FB}"/>
                </a:ext>
              </a:extLst>
            </p:cNvPr>
            <p:cNvGrpSpPr>
              <a:grpSpLocks/>
            </p:cNvGrpSpPr>
            <p:nvPr/>
          </p:nvGrpSpPr>
          <p:grpSpPr bwMode="auto">
            <a:xfrm>
              <a:off x="720" y="2440"/>
              <a:ext cx="520" cy="160"/>
              <a:chOff x="720" y="2440"/>
              <a:chExt cx="520" cy="160"/>
            </a:xfrm>
          </p:grpSpPr>
          <p:sp>
            <p:nvSpPr>
              <p:cNvPr id="101382" name="Line 5">
                <a:extLst>
                  <a:ext uri="{FF2B5EF4-FFF2-40B4-BE49-F238E27FC236}">
                    <a16:creationId xmlns:a16="http://schemas.microsoft.com/office/drawing/2014/main" id="{1689C772-B002-10B1-3CFA-9768073317B3}"/>
                  </a:ext>
                </a:extLst>
              </p:cNvPr>
              <p:cNvSpPr>
                <a:spLocks noChangeShapeType="1"/>
              </p:cNvSpPr>
              <p:nvPr/>
            </p:nvSpPr>
            <p:spPr bwMode="auto">
              <a:xfrm>
                <a:off x="728" y="259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3" name="Line 6">
                <a:extLst>
                  <a:ext uri="{FF2B5EF4-FFF2-40B4-BE49-F238E27FC236}">
                    <a16:creationId xmlns:a16="http://schemas.microsoft.com/office/drawing/2014/main" id="{0AEE4D26-05FD-FB26-6A7A-1E4F6CEE7F59}"/>
                  </a:ext>
                </a:extLst>
              </p:cNvPr>
              <p:cNvSpPr>
                <a:spLocks noChangeShapeType="1"/>
              </p:cNvSpPr>
              <p:nvPr/>
            </p:nvSpPr>
            <p:spPr bwMode="auto">
              <a:xfrm>
                <a:off x="720" y="245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4" name="Line 7">
                <a:extLst>
                  <a:ext uri="{FF2B5EF4-FFF2-40B4-BE49-F238E27FC236}">
                    <a16:creationId xmlns:a16="http://schemas.microsoft.com/office/drawing/2014/main" id="{ECFD973B-040B-AF98-D0FA-46A2B2F1C0F3}"/>
                  </a:ext>
                </a:extLst>
              </p:cNvPr>
              <p:cNvSpPr>
                <a:spLocks noChangeShapeType="1"/>
              </p:cNvSpPr>
              <p:nvPr/>
            </p:nvSpPr>
            <p:spPr bwMode="auto">
              <a:xfrm flipV="1">
                <a:off x="1008" y="244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5" name="Line 8">
                <a:extLst>
                  <a:ext uri="{FF2B5EF4-FFF2-40B4-BE49-F238E27FC236}">
                    <a16:creationId xmlns:a16="http://schemas.microsoft.com/office/drawing/2014/main" id="{4377A69C-D11E-3EFA-0A17-075932564F55}"/>
                  </a:ext>
                </a:extLst>
              </p:cNvPr>
              <p:cNvSpPr>
                <a:spLocks noChangeShapeType="1"/>
              </p:cNvSpPr>
              <p:nvPr/>
            </p:nvSpPr>
            <p:spPr bwMode="auto">
              <a:xfrm>
                <a:off x="1016" y="244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1386" name="Group 14">
              <a:extLst>
                <a:ext uri="{FF2B5EF4-FFF2-40B4-BE49-F238E27FC236}">
                  <a16:creationId xmlns:a16="http://schemas.microsoft.com/office/drawing/2014/main" id="{C004933F-357D-F370-6B67-8AC59C710FDF}"/>
                </a:ext>
              </a:extLst>
            </p:cNvPr>
            <p:cNvGrpSpPr>
              <a:grpSpLocks/>
            </p:cNvGrpSpPr>
            <p:nvPr/>
          </p:nvGrpSpPr>
          <p:grpSpPr bwMode="auto">
            <a:xfrm>
              <a:off x="1248" y="2440"/>
              <a:ext cx="520" cy="160"/>
              <a:chOff x="1248" y="2440"/>
              <a:chExt cx="520" cy="160"/>
            </a:xfrm>
          </p:grpSpPr>
          <p:sp>
            <p:nvSpPr>
              <p:cNvPr id="101387" name="Line 10">
                <a:extLst>
                  <a:ext uri="{FF2B5EF4-FFF2-40B4-BE49-F238E27FC236}">
                    <a16:creationId xmlns:a16="http://schemas.microsoft.com/office/drawing/2014/main" id="{FA721649-578E-4676-D9E9-B875CC7C88BA}"/>
                  </a:ext>
                </a:extLst>
              </p:cNvPr>
              <p:cNvSpPr>
                <a:spLocks noChangeShapeType="1"/>
              </p:cNvSpPr>
              <p:nvPr/>
            </p:nvSpPr>
            <p:spPr bwMode="auto">
              <a:xfrm>
                <a:off x="1256" y="259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8" name="Line 11">
                <a:extLst>
                  <a:ext uri="{FF2B5EF4-FFF2-40B4-BE49-F238E27FC236}">
                    <a16:creationId xmlns:a16="http://schemas.microsoft.com/office/drawing/2014/main" id="{FD4AF362-270F-9793-49F7-6A23DADDBD39}"/>
                  </a:ext>
                </a:extLst>
              </p:cNvPr>
              <p:cNvSpPr>
                <a:spLocks noChangeShapeType="1"/>
              </p:cNvSpPr>
              <p:nvPr/>
            </p:nvSpPr>
            <p:spPr bwMode="auto">
              <a:xfrm>
                <a:off x="1248" y="245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9" name="Line 12">
                <a:extLst>
                  <a:ext uri="{FF2B5EF4-FFF2-40B4-BE49-F238E27FC236}">
                    <a16:creationId xmlns:a16="http://schemas.microsoft.com/office/drawing/2014/main" id="{60D39C0B-2B86-E088-1F07-6B010255187A}"/>
                  </a:ext>
                </a:extLst>
              </p:cNvPr>
              <p:cNvSpPr>
                <a:spLocks noChangeShapeType="1"/>
              </p:cNvSpPr>
              <p:nvPr/>
            </p:nvSpPr>
            <p:spPr bwMode="auto">
              <a:xfrm flipV="1">
                <a:off x="1536" y="244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0" name="Line 13">
                <a:extLst>
                  <a:ext uri="{FF2B5EF4-FFF2-40B4-BE49-F238E27FC236}">
                    <a16:creationId xmlns:a16="http://schemas.microsoft.com/office/drawing/2014/main" id="{545D9C22-EC7D-C62C-B275-4330037DFFE8}"/>
                  </a:ext>
                </a:extLst>
              </p:cNvPr>
              <p:cNvSpPr>
                <a:spLocks noChangeShapeType="1"/>
              </p:cNvSpPr>
              <p:nvPr/>
            </p:nvSpPr>
            <p:spPr bwMode="auto">
              <a:xfrm>
                <a:off x="1544" y="244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1391" name="Group 19">
              <a:extLst>
                <a:ext uri="{FF2B5EF4-FFF2-40B4-BE49-F238E27FC236}">
                  <a16:creationId xmlns:a16="http://schemas.microsoft.com/office/drawing/2014/main" id="{E53345F0-22C3-08E6-74CA-783BA88F570F}"/>
                </a:ext>
              </a:extLst>
            </p:cNvPr>
            <p:cNvGrpSpPr>
              <a:grpSpLocks/>
            </p:cNvGrpSpPr>
            <p:nvPr/>
          </p:nvGrpSpPr>
          <p:grpSpPr bwMode="auto">
            <a:xfrm>
              <a:off x="1776" y="2440"/>
              <a:ext cx="520" cy="160"/>
              <a:chOff x="1776" y="2440"/>
              <a:chExt cx="520" cy="160"/>
            </a:xfrm>
          </p:grpSpPr>
          <p:sp>
            <p:nvSpPr>
              <p:cNvPr id="101392" name="Line 15">
                <a:extLst>
                  <a:ext uri="{FF2B5EF4-FFF2-40B4-BE49-F238E27FC236}">
                    <a16:creationId xmlns:a16="http://schemas.microsoft.com/office/drawing/2014/main" id="{EA06DD7A-DAA4-8093-CDA7-0DECB733DEF7}"/>
                  </a:ext>
                </a:extLst>
              </p:cNvPr>
              <p:cNvSpPr>
                <a:spLocks noChangeShapeType="1"/>
              </p:cNvSpPr>
              <p:nvPr/>
            </p:nvSpPr>
            <p:spPr bwMode="auto">
              <a:xfrm>
                <a:off x="1784" y="259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3" name="Line 16">
                <a:extLst>
                  <a:ext uri="{FF2B5EF4-FFF2-40B4-BE49-F238E27FC236}">
                    <a16:creationId xmlns:a16="http://schemas.microsoft.com/office/drawing/2014/main" id="{C49FCB57-413B-C6BB-4AD2-AAC43F135139}"/>
                  </a:ext>
                </a:extLst>
              </p:cNvPr>
              <p:cNvSpPr>
                <a:spLocks noChangeShapeType="1"/>
              </p:cNvSpPr>
              <p:nvPr/>
            </p:nvSpPr>
            <p:spPr bwMode="auto">
              <a:xfrm>
                <a:off x="1776" y="245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4" name="Line 17">
                <a:extLst>
                  <a:ext uri="{FF2B5EF4-FFF2-40B4-BE49-F238E27FC236}">
                    <a16:creationId xmlns:a16="http://schemas.microsoft.com/office/drawing/2014/main" id="{BC1D1F38-FD8D-D140-1ABA-61D671903B5E}"/>
                  </a:ext>
                </a:extLst>
              </p:cNvPr>
              <p:cNvSpPr>
                <a:spLocks noChangeShapeType="1"/>
              </p:cNvSpPr>
              <p:nvPr/>
            </p:nvSpPr>
            <p:spPr bwMode="auto">
              <a:xfrm flipV="1">
                <a:off x="2064" y="244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5" name="Line 18">
                <a:extLst>
                  <a:ext uri="{FF2B5EF4-FFF2-40B4-BE49-F238E27FC236}">
                    <a16:creationId xmlns:a16="http://schemas.microsoft.com/office/drawing/2014/main" id="{210E0D48-58A9-4AA9-D3C0-48C0CA7B8131}"/>
                  </a:ext>
                </a:extLst>
              </p:cNvPr>
              <p:cNvSpPr>
                <a:spLocks noChangeShapeType="1"/>
              </p:cNvSpPr>
              <p:nvPr/>
            </p:nvSpPr>
            <p:spPr bwMode="auto">
              <a:xfrm>
                <a:off x="2072" y="244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1396" name="Group 24">
              <a:extLst>
                <a:ext uri="{FF2B5EF4-FFF2-40B4-BE49-F238E27FC236}">
                  <a16:creationId xmlns:a16="http://schemas.microsoft.com/office/drawing/2014/main" id="{05AD4129-7BA9-6F60-3DDF-8304C2EE3E98}"/>
                </a:ext>
              </a:extLst>
            </p:cNvPr>
            <p:cNvGrpSpPr>
              <a:grpSpLocks/>
            </p:cNvGrpSpPr>
            <p:nvPr/>
          </p:nvGrpSpPr>
          <p:grpSpPr bwMode="auto">
            <a:xfrm>
              <a:off x="2304" y="2440"/>
              <a:ext cx="520" cy="160"/>
              <a:chOff x="2304" y="2440"/>
              <a:chExt cx="520" cy="160"/>
            </a:xfrm>
          </p:grpSpPr>
          <p:sp>
            <p:nvSpPr>
              <p:cNvPr id="101397" name="Line 20">
                <a:extLst>
                  <a:ext uri="{FF2B5EF4-FFF2-40B4-BE49-F238E27FC236}">
                    <a16:creationId xmlns:a16="http://schemas.microsoft.com/office/drawing/2014/main" id="{C2684C68-ED49-C32F-69D4-D58F5D74AE87}"/>
                  </a:ext>
                </a:extLst>
              </p:cNvPr>
              <p:cNvSpPr>
                <a:spLocks noChangeShapeType="1"/>
              </p:cNvSpPr>
              <p:nvPr/>
            </p:nvSpPr>
            <p:spPr bwMode="auto">
              <a:xfrm>
                <a:off x="2312" y="259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8" name="Line 21">
                <a:extLst>
                  <a:ext uri="{FF2B5EF4-FFF2-40B4-BE49-F238E27FC236}">
                    <a16:creationId xmlns:a16="http://schemas.microsoft.com/office/drawing/2014/main" id="{578A4002-A0C3-FB16-956E-C991DD729ACE}"/>
                  </a:ext>
                </a:extLst>
              </p:cNvPr>
              <p:cNvSpPr>
                <a:spLocks noChangeShapeType="1"/>
              </p:cNvSpPr>
              <p:nvPr/>
            </p:nvSpPr>
            <p:spPr bwMode="auto">
              <a:xfrm>
                <a:off x="2304" y="245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9" name="Line 22">
                <a:extLst>
                  <a:ext uri="{FF2B5EF4-FFF2-40B4-BE49-F238E27FC236}">
                    <a16:creationId xmlns:a16="http://schemas.microsoft.com/office/drawing/2014/main" id="{44AE87A5-3323-D739-2FD7-E662172DD608}"/>
                  </a:ext>
                </a:extLst>
              </p:cNvPr>
              <p:cNvSpPr>
                <a:spLocks noChangeShapeType="1"/>
              </p:cNvSpPr>
              <p:nvPr/>
            </p:nvSpPr>
            <p:spPr bwMode="auto">
              <a:xfrm flipV="1">
                <a:off x="2592" y="244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0" name="Line 23">
                <a:extLst>
                  <a:ext uri="{FF2B5EF4-FFF2-40B4-BE49-F238E27FC236}">
                    <a16:creationId xmlns:a16="http://schemas.microsoft.com/office/drawing/2014/main" id="{B5E277A4-4896-03FB-501B-9ABB8838BDC2}"/>
                  </a:ext>
                </a:extLst>
              </p:cNvPr>
              <p:cNvSpPr>
                <a:spLocks noChangeShapeType="1"/>
              </p:cNvSpPr>
              <p:nvPr/>
            </p:nvSpPr>
            <p:spPr bwMode="auto">
              <a:xfrm>
                <a:off x="2600" y="244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1401" name="Group 29">
              <a:extLst>
                <a:ext uri="{FF2B5EF4-FFF2-40B4-BE49-F238E27FC236}">
                  <a16:creationId xmlns:a16="http://schemas.microsoft.com/office/drawing/2014/main" id="{8423B91C-413D-6090-1D76-95CF5B1846D2}"/>
                </a:ext>
              </a:extLst>
            </p:cNvPr>
            <p:cNvGrpSpPr>
              <a:grpSpLocks/>
            </p:cNvGrpSpPr>
            <p:nvPr/>
          </p:nvGrpSpPr>
          <p:grpSpPr bwMode="auto">
            <a:xfrm>
              <a:off x="2832" y="2440"/>
              <a:ext cx="520" cy="160"/>
              <a:chOff x="2832" y="2440"/>
              <a:chExt cx="520" cy="160"/>
            </a:xfrm>
          </p:grpSpPr>
          <p:sp>
            <p:nvSpPr>
              <p:cNvPr id="101402" name="Line 25">
                <a:extLst>
                  <a:ext uri="{FF2B5EF4-FFF2-40B4-BE49-F238E27FC236}">
                    <a16:creationId xmlns:a16="http://schemas.microsoft.com/office/drawing/2014/main" id="{EDFC5A97-7779-1E5D-C713-9696ABAC0905}"/>
                  </a:ext>
                </a:extLst>
              </p:cNvPr>
              <p:cNvSpPr>
                <a:spLocks noChangeShapeType="1"/>
              </p:cNvSpPr>
              <p:nvPr/>
            </p:nvSpPr>
            <p:spPr bwMode="auto">
              <a:xfrm>
                <a:off x="2840" y="259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3" name="Line 26">
                <a:extLst>
                  <a:ext uri="{FF2B5EF4-FFF2-40B4-BE49-F238E27FC236}">
                    <a16:creationId xmlns:a16="http://schemas.microsoft.com/office/drawing/2014/main" id="{A4CC38EF-AF4C-9905-E796-2CA45F220FED}"/>
                  </a:ext>
                </a:extLst>
              </p:cNvPr>
              <p:cNvSpPr>
                <a:spLocks noChangeShapeType="1"/>
              </p:cNvSpPr>
              <p:nvPr/>
            </p:nvSpPr>
            <p:spPr bwMode="auto">
              <a:xfrm>
                <a:off x="2832" y="245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4" name="Line 27">
                <a:extLst>
                  <a:ext uri="{FF2B5EF4-FFF2-40B4-BE49-F238E27FC236}">
                    <a16:creationId xmlns:a16="http://schemas.microsoft.com/office/drawing/2014/main" id="{E930A287-D105-71E7-D815-AE74E840F099}"/>
                  </a:ext>
                </a:extLst>
              </p:cNvPr>
              <p:cNvSpPr>
                <a:spLocks noChangeShapeType="1"/>
              </p:cNvSpPr>
              <p:nvPr/>
            </p:nvSpPr>
            <p:spPr bwMode="auto">
              <a:xfrm flipV="1">
                <a:off x="3120" y="244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5" name="Line 28">
                <a:extLst>
                  <a:ext uri="{FF2B5EF4-FFF2-40B4-BE49-F238E27FC236}">
                    <a16:creationId xmlns:a16="http://schemas.microsoft.com/office/drawing/2014/main" id="{42EA673E-DD90-74E7-9F74-E138FCDED256}"/>
                  </a:ext>
                </a:extLst>
              </p:cNvPr>
              <p:cNvSpPr>
                <a:spLocks noChangeShapeType="1"/>
              </p:cNvSpPr>
              <p:nvPr/>
            </p:nvSpPr>
            <p:spPr bwMode="auto">
              <a:xfrm>
                <a:off x="3128" y="244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1406" name="Group 34">
              <a:extLst>
                <a:ext uri="{FF2B5EF4-FFF2-40B4-BE49-F238E27FC236}">
                  <a16:creationId xmlns:a16="http://schemas.microsoft.com/office/drawing/2014/main" id="{2D4E84BC-A418-355E-FABF-11D9FADAA783}"/>
                </a:ext>
              </a:extLst>
            </p:cNvPr>
            <p:cNvGrpSpPr>
              <a:grpSpLocks/>
            </p:cNvGrpSpPr>
            <p:nvPr/>
          </p:nvGrpSpPr>
          <p:grpSpPr bwMode="auto">
            <a:xfrm>
              <a:off x="3360" y="2440"/>
              <a:ext cx="520" cy="160"/>
              <a:chOff x="3360" y="2440"/>
              <a:chExt cx="520" cy="160"/>
            </a:xfrm>
          </p:grpSpPr>
          <p:sp>
            <p:nvSpPr>
              <p:cNvPr id="101407" name="Line 30">
                <a:extLst>
                  <a:ext uri="{FF2B5EF4-FFF2-40B4-BE49-F238E27FC236}">
                    <a16:creationId xmlns:a16="http://schemas.microsoft.com/office/drawing/2014/main" id="{EA7C3B06-3223-9377-ABFF-DEE304630DD3}"/>
                  </a:ext>
                </a:extLst>
              </p:cNvPr>
              <p:cNvSpPr>
                <a:spLocks noChangeShapeType="1"/>
              </p:cNvSpPr>
              <p:nvPr/>
            </p:nvSpPr>
            <p:spPr bwMode="auto">
              <a:xfrm>
                <a:off x="3368" y="259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8" name="Line 31">
                <a:extLst>
                  <a:ext uri="{FF2B5EF4-FFF2-40B4-BE49-F238E27FC236}">
                    <a16:creationId xmlns:a16="http://schemas.microsoft.com/office/drawing/2014/main" id="{F1F93059-0FAA-7E8D-EA8F-4D0DDFC7E95B}"/>
                  </a:ext>
                </a:extLst>
              </p:cNvPr>
              <p:cNvSpPr>
                <a:spLocks noChangeShapeType="1"/>
              </p:cNvSpPr>
              <p:nvPr/>
            </p:nvSpPr>
            <p:spPr bwMode="auto">
              <a:xfrm>
                <a:off x="3360" y="245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9" name="Line 32">
                <a:extLst>
                  <a:ext uri="{FF2B5EF4-FFF2-40B4-BE49-F238E27FC236}">
                    <a16:creationId xmlns:a16="http://schemas.microsoft.com/office/drawing/2014/main" id="{316591ED-463B-C172-7CA1-28B2E6D8D448}"/>
                  </a:ext>
                </a:extLst>
              </p:cNvPr>
              <p:cNvSpPr>
                <a:spLocks noChangeShapeType="1"/>
              </p:cNvSpPr>
              <p:nvPr/>
            </p:nvSpPr>
            <p:spPr bwMode="auto">
              <a:xfrm flipV="1">
                <a:off x="3648" y="244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0" name="Line 33">
                <a:extLst>
                  <a:ext uri="{FF2B5EF4-FFF2-40B4-BE49-F238E27FC236}">
                    <a16:creationId xmlns:a16="http://schemas.microsoft.com/office/drawing/2014/main" id="{3F9E0F05-85AF-808A-E68B-6354F8A8D444}"/>
                  </a:ext>
                </a:extLst>
              </p:cNvPr>
              <p:cNvSpPr>
                <a:spLocks noChangeShapeType="1"/>
              </p:cNvSpPr>
              <p:nvPr/>
            </p:nvSpPr>
            <p:spPr bwMode="auto">
              <a:xfrm>
                <a:off x="3656" y="244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1411" name="Group 39">
              <a:extLst>
                <a:ext uri="{FF2B5EF4-FFF2-40B4-BE49-F238E27FC236}">
                  <a16:creationId xmlns:a16="http://schemas.microsoft.com/office/drawing/2014/main" id="{2F8A1F74-5FC8-90A3-CB17-4C0FFA5DB5A1}"/>
                </a:ext>
              </a:extLst>
            </p:cNvPr>
            <p:cNvGrpSpPr>
              <a:grpSpLocks/>
            </p:cNvGrpSpPr>
            <p:nvPr/>
          </p:nvGrpSpPr>
          <p:grpSpPr bwMode="auto">
            <a:xfrm>
              <a:off x="3888" y="2440"/>
              <a:ext cx="520" cy="160"/>
              <a:chOff x="3888" y="2440"/>
              <a:chExt cx="520" cy="160"/>
            </a:xfrm>
          </p:grpSpPr>
          <p:sp>
            <p:nvSpPr>
              <p:cNvPr id="101412" name="Line 35">
                <a:extLst>
                  <a:ext uri="{FF2B5EF4-FFF2-40B4-BE49-F238E27FC236}">
                    <a16:creationId xmlns:a16="http://schemas.microsoft.com/office/drawing/2014/main" id="{530A9247-3140-5344-64A4-9B689767B667}"/>
                  </a:ext>
                </a:extLst>
              </p:cNvPr>
              <p:cNvSpPr>
                <a:spLocks noChangeShapeType="1"/>
              </p:cNvSpPr>
              <p:nvPr/>
            </p:nvSpPr>
            <p:spPr bwMode="auto">
              <a:xfrm>
                <a:off x="3896" y="259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3" name="Line 36">
                <a:extLst>
                  <a:ext uri="{FF2B5EF4-FFF2-40B4-BE49-F238E27FC236}">
                    <a16:creationId xmlns:a16="http://schemas.microsoft.com/office/drawing/2014/main" id="{60DAEEFF-478D-1FE4-7E58-328909FF33F6}"/>
                  </a:ext>
                </a:extLst>
              </p:cNvPr>
              <p:cNvSpPr>
                <a:spLocks noChangeShapeType="1"/>
              </p:cNvSpPr>
              <p:nvPr/>
            </p:nvSpPr>
            <p:spPr bwMode="auto">
              <a:xfrm>
                <a:off x="3888" y="245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4" name="Line 37">
                <a:extLst>
                  <a:ext uri="{FF2B5EF4-FFF2-40B4-BE49-F238E27FC236}">
                    <a16:creationId xmlns:a16="http://schemas.microsoft.com/office/drawing/2014/main" id="{BE308B1C-693D-E172-53DE-8D1E8FF540DF}"/>
                  </a:ext>
                </a:extLst>
              </p:cNvPr>
              <p:cNvSpPr>
                <a:spLocks noChangeShapeType="1"/>
              </p:cNvSpPr>
              <p:nvPr/>
            </p:nvSpPr>
            <p:spPr bwMode="auto">
              <a:xfrm flipV="1">
                <a:off x="4176" y="244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5" name="Line 38">
                <a:extLst>
                  <a:ext uri="{FF2B5EF4-FFF2-40B4-BE49-F238E27FC236}">
                    <a16:creationId xmlns:a16="http://schemas.microsoft.com/office/drawing/2014/main" id="{929FAF6C-6BE9-A000-6F41-AA7C36AB9842}"/>
                  </a:ext>
                </a:extLst>
              </p:cNvPr>
              <p:cNvSpPr>
                <a:spLocks noChangeShapeType="1"/>
              </p:cNvSpPr>
              <p:nvPr/>
            </p:nvSpPr>
            <p:spPr bwMode="auto">
              <a:xfrm>
                <a:off x="4184" y="244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1416" name="Group 44">
              <a:extLst>
                <a:ext uri="{FF2B5EF4-FFF2-40B4-BE49-F238E27FC236}">
                  <a16:creationId xmlns:a16="http://schemas.microsoft.com/office/drawing/2014/main" id="{3C37DBEA-4E33-3E26-DD30-FEAF770ADAD0}"/>
                </a:ext>
              </a:extLst>
            </p:cNvPr>
            <p:cNvGrpSpPr>
              <a:grpSpLocks/>
            </p:cNvGrpSpPr>
            <p:nvPr/>
          </p:nvGrpSpPr>
          <p:grpSpPr bwMode="auto">
            <a:xfrm>
              <a:off x="4416" y="2440"/>
              <a:ext cx="520" cy="160"/>
              <a:chOff x="4416" y="2440"/>
              <a:chExt cx="520" cy="160"/>
            </a:xfrm>
          </p:grpSpPr>
          <p:sp>
            <p:nvSpPr>
              <p:cNvPr id="101417" name="Line 40">
                <a:extLst>
                  <a:ext uri="{FF2B5EF4-FFF2-40B4-BE49-F238E27FC236}">
                    <a16:creationId xmlns:a16="http://schemas.microsoft.com/office/drawing/2014/main" id="{6D9C02E7-1244-826C-8CB3-D6192EECD9F7}"/>
                  </a:ext>
                </a:extLst>
              </p:cNvPr>
              <p:cNvSpPr>
                <a:spLocks noChangeShapeType="1"/>
              </p:cNvSpPr>
              <p:nvPr/>
            </p:nvSpPr>
            <p:spPr bwMode="auto">
              <a:xfrm>
                <a:off x="4424" y="259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8" name="Line 41">
                <a:extLst>
                  <a:ext uri="{FF2B5EF4-FFF2-40B4-BE49-F238E27FC236}">
                    <a16:creationId xmlns:a16="http://schemas.microsoft.com/office/drawing/2014/main" id="{5DCD6619-0FBF-3A5C-4607-784973C38547}"/>
                  </a:ext>
                </a:extLst>
              </p:cNvPr>
              <p:cNvSpPr>
                <a:spLocks noChangeShapeType="1"/>
              </p:cNvSpPr>
              <p:nvPr/>
            </p:nvSpPr>
            <p:spPr bwMode="auto">
              <a:xfrm>
                <a:off x="4416" y="245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9" name="Line 42">
                <a:extLst>
                  <a:ext uri="{FF2B5EF4-FFF2-40B4-BE49-F238E27FC236}">
                    <a16:creationId xmlns:a16="http://schemas.microsoft.com/office/drawing/2014/main" id="{95E25C54-4C92-C778-D91B-A56E9ACC399B}"/>
                  </a:ext>
                </a:extLst>
              </p:cNvPr>
              <p:cNvSpPr>
                <a:spLocks noChangeShapeType="1"/>
              </p:cNvSpPr>
              <p:nvPr/>
            </p:nvSpPr>
            <p:spPr bwMode="auto">
              <a:xfrm flipV="1">
                <a:off x="4704" y="244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0" name="Line 43">
                <a:extLst>
                  <a:ext uri="{FF2B5EF4-FFF2-40B4-BE49-F238E27FC236}">
                    <a16:creationId xmlns:a16="http://schemas.microsoft.com/office/drawing/2014/main" id="{3743319D-7205-A6C3-5E8A-83D3CFA66243}"/>
                  </a:ext>
                </a:extLst>
              </p:cNvPr>
              <p:cNvSpPr>
                <a:spLocks noChangeShapeType="1"/>
              </p:cNvSpPr>
              <p:nvPr/>
            </p:nvSpPr>
            <p:spPr bwMode="auto">
              <a:xfrm>
                <a:off x="4712" y="244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1421" name="Line 45">
              <a:extLst>
                <a:ext uri="{FF2B5EF4-FFF2-40B4-BE49-F238E27FC236}">
                  <a16:creationId xmlns:a16="http://schemas.microsoft.com/office/drawing/2014/main" id="{34166C0C-9136-246B-4053-F0C564AF935A}"/>
                </a:ext>
              </a:extLst>
            </p:cNvPr>
            <p:cNvSpPr>
              <a:spLocks noChangeShapeType="1"/>
            </p:cNvSpPr>
            <p:nvPr/>
          </p:nvSpPr>
          <p:spPr bwMode="auto">
            <a:xfrm>
              <a:off x="488" y="244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1422" name="Group 50">
              <a:extLst>
                <a:ext uri="{FF2B5EF4-FFF2-40B4-BE49-F238E27FC236}">
                  <a16:creationId xmlns:a16="http://schemas.microsoft.com/office/drawing/2014/main" id="{234C03E7-04B6-1E88-E182-91D4C8C88F79}"/>
                </a:ext>
              </a:extLst>
            </p:cNvPr>
            <p:cNvGrpSpPr>
              <a:grpSpLocks/>
            </p:cNvGrpSpPr>
            <p:nvPr/>
          </p:nvGrpSpPr>
          <p:grpSpPr bwMode="auto">
            <a:xfrm>
              <a:off x="4944" y="2440"/>
              <a:ext cx="520" cy="160"/>
              <a:chOff x="4944" y="2440"/>
              <a:chExt cx="520" cy="160"/>
            </a:xfrm>
          </p:grpSpPr>
          <p:sp>
            <p:nvSpPr>
              <p:cNvPr id="101423" name="Line 46">
                <a:extLst>
                  <a:ext uri="{FF2B5EF4-FFF2-40B4-BE49-F238E27FC236}">
                    <a16:creationId xmlns:a16="http://schemas.microsoft.com/office/drawing/2014/main" id="{BA20E27D-A92D-14FC-4657-F0311068562D}"/>
                  </a:ext>
                </a:extLst>
              </p:cNvPr>
              <p:cNvSpPr>
                <a:spLocks noChangeShapeType="1"/>
              </p:cNvSpPr>
              <p:nvPr/>
            </p:nvSpPr>
            <p:spPr bwMode="auto">
              <a:xfrm>
                <a:off x="4952" y="259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4" name="Line 47">
                <a:extLst>
                  <a:ext uri="{FF2B5EF4-FFF2-40B4-BE49-F238E27FC236}">
                    <a16:creationId xmlns:a16="http://schemas.microsoft.com/office/drawing/2014/main" id="{DCF78E9D-85C4-1D20-3476-186AA3ECB919}"/>
                  </a:ext>
                </a:extLst>
              </p:cNvPr>
              <p:cNvSpPr>
                <a:spLocks noChangeShapeType="1"/>
              </p:cNvSpPr>
              <p:nvPr/>
            </p:nvSpPr>
            <p:spPr bwMode="auto">
              <a:xfrm>
                <a:off x="4944" y="245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5" name="Line 48">
                <a:extLst>
                  <a:ext uri="{FF2B5EF4-FFF2-40B4-BE49-F238E27FC236}">
                    <a16:creationId xmlns:a16="http://schemas.microsoft.com/office/drawing/2014/main" id="{EF63726F-96FF-37B3-1C85-97ADC378B1EE}"/>
                  </a:ext>
                </a:extLst>
              </p:cNvPr>
              <p:cNvSpPr>
                <a:spLocks noChangeShapeType="1"/>
              </p:cNvSpPr>
              <p:nvPr/>
            </p:nvSpPr>
            <p:spPr bwMode="auto">
              <a:xfrm flipV="1">
                <a:off x="5232" y="2440"/>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6" name="Line 49">
                <a:extLst>
                  <a:ext uri="{FF2B5EF4-FFF2-40B4-BE49-F238E27FC236}">
                    <a16:creationId xmlns:a16="http://schemas.microsoft.com/office/drawing/2014/main" id="{096FD979-FCF0-9232-79C9-0B08790C244F}"/>
                  </a:ext>
                </a:extLst>
              </p:cNvPr>
              <p:cNvSpPr>
                <a:spLocks noChangeShapeType="1"/>
              </p:cNvSpPr>
              <p:nvPr/>
            </p:nvSpPr>
            <p:spPr bwMode="auto">
              <a:xfrm>
                <a:off x="5240" y="2448"/>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1427" name="Line 51">
              <a:extLst>
                <a:ext uri="{FF2B5EF4-FFF2-40B4-BE49-F238E27FC236}">
                  <a16:creationId xmlns:a16="http://schemas.microsoft.com/office/drawing/2014/main" id="{D46B0520-9DCE-AE88-06B0-F196700984A6}"/>
                </a:ext>
              </a:extLst>
            </p:cNvPr>
            <p:cNvSpPr>
              <a:spLocks noChangeShapeType="1"/>
            </p:cNvSpPr>
            <p:nvPr/>
          </p:nvSpPr>
          <p:spPr bwMode="auto">
            <a:xfrm>
              <a:off x="5472" y="2456"/>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1428" name="Group 68">
            <a:extLst>
              <a:ext uri="{FF2B5EF4-FFF2-40B4-BE49-F238E27FC236}">
                <a16:creationId xmlns:a16="http://schemas.microsoft.com/office/drawing/2014/main" id="{E271113C-F922-77FD-DEB4-29E2051EA760}"/>
              </a:ext>
            </a:extLst>
          </p:cNvPr>
          <p:cNvGrpSpPr>
            <a:grpSpLocks/>
          </p:cNvGrpSpPr>
          <p:nvPr/>
        </p:nvGrpSpPr>
        <p:grpSpPr bwMode="auto">
          <a:xfrm>
            <a:off x="1155700" y="4343400"/>
            <a:ext cx="4165600" cy="333375"/>
            <a:chOff x="728" y="2736"/>
            <a:chExt cx="2624" cy="210"/>
          </a:xfrm>
        </p:grpSpPr>
        <p:grpSp>
          <p:nvGrpSpPr>
            <p:cNvPr id="101429" name="Group 55">
              <a:extLst>
                <a:ext uri="{FF2B5EF4-FFF2-40B4-BE49-F238E27FC236}">
                  <a16:creationId xmlns:a16="http://schemas.microsoft.com/office/drawing/2014/main" id="{83EAC059-3A99-961A-4EA2-3F88F0F8FF52}"/>
                </a:ext>
              </a:extLst>
            </p:cNvPr>
            <p:cNvGrpSpPr>
              <a:grpSpLocks/>
            </p:cNvGrpSpPr>
            <p:nvPr/>
          </p:nvGrpSpPr>
          <p:grpSpPr bwMode="auto">
            <a:xfrm>
              <a:off x="728" y="2736"/>
              <a:ext cx="512" cy="210"/>
              <a:chOff x="728" y="2736"/>
              <a:chExt cx="512" cy="210"/>
            </a:xfrm>
          </p:grpSpPr>
          <p:sp>
            <p:nvSpPr>
              <p:cNvPr id="101430" name="Rectangle 53">
                <a:extLst>
                  <a:ext uri="{FF2B5EF4-FFF2-40B4-BE49-F238E27FC236}">
                    <a16:creationId xmlns:a16="http://schemas.microsoft.com/office/drawing/2014/main" id="{4AD5A379-AC63-BD38-A38C-36CD4003F739}"/>
                  </a:ext>
                </a:extLst>
              </p:cNvPr>
              <p:cNvSpPr>
                <a:spLocks noChangeArrowheads="1"/>
              </p:cNvSpPr>
              <p:nvPr/>
            </p:nvSpPr>
            <p:spPr bwMode="auto">
              <a:xfrm>
                <a:off x="728"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31" name="Rectangle 54">
                <a:extLst>
                  <a:ext uri="{FF2B5EF4-FFF2-40B4-BE49-F238E27FC236}">
                    <a16:creationId xmlns:a16="http://schemas.microsoft.com/office/drawing/2014/main" id="{1A9C5997-D47A-1239-AC39-0846AB12587E}"/>
                  </a:ext>
                </a:extLst>
              </p:cNvPr>
              <p:cNvSpPr>
                <a:spLocks noChangeArrowheads="1"/>
              </p:cNvSpPr>
              <p:nvPr/>
            </p:nvSpPr>
            <p:spPr bwMode="auto">
              <a:xfrm>
                <a:off x="769" y="2736"/>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01432" name="Group 58">
              <a:extLst>
                <a:ext uri="{FF2B5EF4-FFF2-40B4-BE49-F238E27FC236}">
                  <a16:creationId xmlns:a16="http://schemas.microsoft.com/office/drawing/2014/main" id="{28C3481D-6015-46A0-AE91-0FF4AA978558}"/>
                </a:ext>
              </a:extLst>
            </p:cNvPr>
            <p:cNvGrpSpPr>
              <a:grpSpLocks/>
            </p:cNvGrpSpPr>
            <p:nvPr/>
          </p:nvGrpSpPr>
          <p:grpSpPr bwMode="auto">
            <a:xfrm>
              <a:off x="1239" y="2736"/>
              <a:ext cx="569" cy="210"/>
              <a:chOff x="1239" y="2736"/>
              <a:chExt cx="569" cy="210"/>
            </a:xfrm>
          </p:grpSpPr>
          <p:sp>
            <p:nvSpPr>
              <p:cNvPr id="101433" name="Rectangle 56">
                <a:extLst>
                  <a:ext uri="{FF2B5EF4-FFF2-40B4-BE49-F238E27FC236}">
                    <a16:creationId xmlns:a16="http://schemas.microsoft.com/office/drawing/2014/main" id="{FEFB4340-CCD2-0145-6DAA-C18877CDC7A3}"/>
                  </a:ext>
                </a:extLst>
              </p:cNvPr>
              <p:cNvSpPr>
                <a:spLocks noChangeArrowheads="1"/>
              </p:cNvSpPr>
              <p:nvPr/>
            </p:nvSpPr>
            <p:spPr bwMode="auto">
              <a:xfrm>
                <a:off x="1256"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34" name="Rectangle 57">
                <a:extLst>
                  <a:ext uri="{FF2B5EF4-FFF2-40B4-BE49-F238E27FC236}">
                    <a16:creationId xmlns:a16="http://schemas.microsoft.com/office/drawing/2014/main" id="{7393554D-74C4-6F0D-B6A8-E17D45515EBB}"/>
                  </a:ext>
                </a:extLst>
              </p:cNvPr>
              <p:cNvSpPr>
                <a:spLocks noChangeArrowheads="1"/>
              </p:cNvSpPr>
              <p:nvPr/>
            </p:nvSpPr>
            <p:spPr bwMode="auto">
              <a:xfrm>
                <a:off x="1239" y="2736"/>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01435" name="Group 61">
              <a:extLst>
                <a:ext uri="{FF2B5EF4-FFF2-40B4-BE49-F238E27FC236}">
                  <a16:creationId xmlns:a16="http://schemas.microsoft.com/office/drawing/2014/main" id="{E008EC7E-8777-E4E7-3595-C6D93B90EC9E}"/>
                </a:ext>
              </a:extLst>
            </p:cNvPr>
            <p:cNvGrpSpPr>
              <a:grpSpLocks/>
            </p:cNvGrpSpPr>
            <p:nvPr/>
          </p:nvGrpSpPr>
          <p:grpSpPr bwMode="auto">
            <a:xfrm>
              <a:off x="1784" y="2736"/>
              <a:ext cx="512" cy="210"/>
              <a:chOff x="1784" y="2736"/>
              <a:chExt cx="512" cy="210"/>
            </a:xfrm>
          </p:grpSpPr>
          <p:sp>
            <p:nvSpPr>
              <p:cNvPr id="101436" name="Rectangle 59">
                <a:extLst>
                  <a:ext uri="{FF2B5EF4-FFF2-40B4-BE49-F238E27FC236}">
                    <a16:creationId xmlns:a16="http://schemas.microsoft.com/office/drawing/2014/main" id="{7993343E-70A4-63D8-C4B3-42F2C088B9EE}"/>
                  </a:ext>
                </a:extLst>
              </p:cNvPr>
              <p:cNvSpPr>
                <a:spLocks noChangeArrowheads="1"/>
              </p:cNvSpPr>
              <p:nvPr/>
            </p:nvSpPr>
            <p:spPr bwMode="auto">
              <a:xfrm>
                <a:off x="1784"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37" name="Rectangle 60">
                <a:extLst>
                  <a:ext uri="{FF2B5EF4-FFF2-40B4-BE49-F238E27FC236}">
                    <a16:creationId xmlns:a16="http://schemas.microsoft.com/office/drawing/2014/main" id="{E958A1E6-1C85-890B-6B30-547883F3BF96}"/>
                  </a:ext>
                </a:extLst>
              </p:cNvPr>
              <p:cNvSpPr>
                <a:spLocks noChangeArrowheads="1"/>
              </p:cNvSpPr>
              <p:nvPr/>
            </p:nvSpPr>
            <p:spPr bwMode="auto">
              <a:xfrm>
                <a:off x="1863" y="2736"/>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01438" name="Group 64">
              <a:extLst>
                <a:ext uri="{FF2B5EF4-FFF2-40B4-BE49-F238E27FC236}">
                  <a16:creationId xmlns:a16="http://schemas.microsoft.com/office/drawing/2014/main" id="{4EF12691-B305-E94B-CF55-3F3002A622DF}"/>
                </a:ext>
              </a:extLst>
            </p:cNvPr>
            <p:cNvGrpSpPr>
              <a:grpSpLocks/>
            </p:cNvGrpSpPr>
            <p:nvPr/>
          </p:nvGrpSpPr>
          <p:grpSpPr bwMode="auto">
            <a:xfrm>
              <a:off x="2312" y="2736"/>
              <a:ext cx="512" cy="210"/>
              <a:chOff x="2312" y="2736"/>
              <a:chExt cx="512" cy="210"/>
            </a:xfrm>
          </p:grpSpPr>
          <p:sp>
            <p:nvSpPr>
              <p:cNvPr id="101439" name="Rectangle 62">
                <a:extLst>
                  <a:ext uri="{FF2B5EF4-FFF2-40B4-BE49-F238E27FC236}">
                    <a16:creationId xmlns:a16="http://schemas.microsoft.com/office/drawing/2014/main" id="{E8F991C8-968C-3715-3136-AC4FEEDFEC0D}"/>
                  </a:ext>
                </a:extLst>
              </p:cNvPr>
              <p:cNvSpPr>
                <a:spLocks noChangeArrowheads="1"/>
              </p:cNvSpPr>
              <p:nvPr/>
            </p:nvSpPr>
            <p:spPr bwMode="auto">
              <a:xfrm>
                <a:off x="2312"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40" name="Rectangle 63">
                <a:extLst>
                  <a:ext uri="{FF2B5EF4-FFF2-40B4-BE49-F238E27FC236}">
                    <a16:creationId xmlns:a16="http://schemas.microsoft.com/office/drawing/2014/main" id="{6206F08B-6B80-F6E3-1546-AB064727A5C9}"/>
                  </a:ext>
                </a:extLst>
              </p:cNvPr>
              <p:cNvSpPr>
                <a:spLocks noChangeArrowheads="1"/>
              </p:cNvSpPr>
              <p:nvPr/>
            </p:nvSpPr>
            <p:spPr bwMode="auto">
              <a:xfrm>
                <a:off x="2391" y="2736"/>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01441" name="Group 67">
              <a:extLst>
                <a:ext uri="{FF2B5EF4-FFF2-40B4-BE49-F238E27FC236}">
                  <a16:creationId xmlns:a16="http://schemas.microsoft.com/office/drawing/2014/main" id="{C21CA3CD-394E-9998-7F0E-38C427382DA7}"/>
                </a:ext>
              </a:extLst>
            </p:cNvPr>
            <p:cNvGrpSpPr>
              <a:grpSpLocks/>
            </p:cNvGrpSpPr>
            <p:nvPr/>
          </p:nvGrpSpPr>
          <p:grpSpPr bwMode="auto">
            <a:xfrm>
              <a:off x="2840" y="2736"/>
              <a:ext cx="512" cy="210"/>
              <a:chOff x="2840" y="2736"/>
              <a:chExt cx="512" cy="210"/>
            </a:xfrm>
          </p:grpSpPr>
          <p:sp>
            <p:nvSpPr>
              <p:cNvPr id="101442" name="Rectangle 65">
                <a:extLst>
                  <a:ext uri="{FF2B5EF4-FFF2-40B4-BE49-F238E27FC236}">
                    <a16:creationId xmlns:a16="http://schemas.microsoft.com/office/drawing/2014/main" id="{9DE6C8BB-2A4F-1960-57FB-E3D62B2086A9}"/>
                  </a:ext>
                </a:extLst>
              </p:cNvPr>
              <p:cNvSpPr>
                <a:spLocks noChangeArrowheads="1"/>
              </p:cNvSpPr>
              <p:nvPr/>
            </p:nvSpPr>
            <p:spPr bwMode="auto">
              <a:xfrm>
                <a:off x="2840"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43" name="Rectangle 66">
                <a:extLst>
                  <a:ext uri="{FF2B5EF4-FFF2-40B4-BE49-F238E27FC236}">
                    <a16:creationId xmlns:a16="http://schemas.microsoft.com/office/drawing/2014/main" id="{BB419084-E7B7-3085-D497-2A818DCC4D61}"/>
                  </a:ext>
                </a:extLst>
              </p:cNvPr>
              <p:cNvSpPr>
                <a:spLocks noChangeArrowheads="1"/>
              </p:cNvSpPr>
              <p:nvPr/>
            </p:nvSpPr>
            <p:spPr bwMode="auto">
              <a:xfrm>
                <a:off x="2919" y="2736"/>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01444" name="Rectangle 69">
            <a:extLst>
              <a:ext uri="{FF2B5EF4-FFF2-40B4-BE49-F238E27FC236}">
                <a16:creationId xmlns:a16="http://schemas.microsoft.com/office/drawing/2014/main" id="{63DAE0F6-BBE5-1DB0-B352-7DF09C21A96C}"/>
              </a:ext>
            </a:extLst>
          </p:cNvPr>
          <p:cNvSpPr>
            <a:spLocks noChangeArrowheads="1"/>
          </p:cNvSpPr>
          <p:nvPr/>
        </p:nvSpPr>
        <p:spPr bwMode="auto">
          <a:xfrm>
            <a:off x="595313" y="4343400"/>
            <a:ext cx="6445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Store</a:t>
            </a:r>
          </a:p>
        </p:txBody>
      </p:sp>
      <p:grpSp>
        <p:nvGrpSpPr>
          <p:cNvPr id="101445" name="Group 85">
            <a:extLst>
              <a:ext uri="{FF2B5EF4-FFF2-40B4-BE49-F238E27FC236}">
                <a16:creationId xmlns:a16="http://schemas.microsoft.com/office/drawing/2014/main" id="{61E4F59B-6145-0FDF-4DB1-8DBA9BAAA2DB}"/>
              </a:ext>
            </a:extLst>
          </p:cNvPr>
          <p:cNvGrpSpPr>
            <a:grpSpLocks/>
          </p:cNvGrpSpPr>
          <p:nvPr/>
        </p:nvGrpSpPr>
        <p:grpSpPr bwMode="auto">
          <a:xfrm>
            <a:off x="1993900" y="4800600"/>
            <a:ext cx="4165600" cy="333375"/>
            <a:chOff x="1256" y="3024"/>
            <a:chExt cx="2624" cy="210"/>
          </a:xfrm>
        </p:grpSpPr>
        <p:grpSp>
          <p:nvGrpSpPr>
            <p:cNvPr id="101446" name="Group 72">
              <a:extLst>
                <a:ext uri="{FF2B5EF4-FFF2-40B4-BE49-F238E27FC236}">
                  <a16:creationId xmlns:a16="http://schemas.microsoft.com/office/drawing/2014/main" id="{88A53494-1F76-64F5-065C-45473E5C5CE8}"/>
                </a:ext>
              </a:extLst>
            </p:cNvPr>
            <p:cNvGrpSpPr>
              <a:grpSpLocks/>
            </p:cNvGrpSpPr>
            <p:nvPr/>
          </p:nvGrpSpPr>
          <p:grpSpPr bwMode="auto">
            <a:xfrm>
              <a:off x="1256" y="3024"/>
              <a:ext cx="512" cy="210"/>
              <a:chOff x="1256" y="3024"/>
              <a:chExt cx="512" cy="210"/>
            </a:xfrm>
          </p:grpSpPr>
          <p:sp>
            <p:nvSpPr>
              <p:cNvPr id="101447" name="Rectangle 70">
                <a:extLst>
                  <a:ext uri="{FF2B5EF4-FFF2-40B4-BE49-F238E27FC236}">
                    <a16:creationId xmlns:a16="http://schemas.microsoft.com/office/drawing/2014/main" id="{2EB5BAA4-9365-B84F-F4A2-5D292F05C8E8}"/>
                  </a:ext>
                </a:extLst>
              </p:cNvPr>
              <p:cNvSpPr>
                <a:spLocks noChangeArrowheads="1"/>
              </p:cNvSpPr>
              <p:nvPr/>
            </p:nvSpPr>
            <p:spPr bwMode="auto">
              <a:xfrm>
                <a:off x="1256"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48" name="Rectangle 71">
                <a:extLst>
                  <a:ext uri="{FF2B5EF4-FFF2-40B4-BE49-F238E27FC236}">
                    <a16:creationId xmlns:a16="http://schemas.microsoft.com/office/drawing/2014/main" id="{2E550C87-7CE4-DFC8-7A07-45B0BD70A539}"/>
                  </a:ext>
                </a:extLst>
              </p:cNvPr>
              <p:cNvSpPr>
                <a:spLocks noChangeArrowheads="1"/>
              </p:cNvSpPr>
              <p:nvPr/>
            </p:nvSpPr>
            <p:spPr bwMode="auto">
              <a:xfrm>
                <a:off x="1297" y="302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01449" name="Group 75">
              <a:extLst>
                <a:ext uri="{FF2B5EF4-FFF2-40B4-BE49-F238E27FC236}">
                  <a16:creationId xmlns:a16="http://schemas.microsoft.com/office/drawing/2014/main" id="{00A54C56-FF16-15DB-A3CE-1D3CFE5469B2}"/>
                </a:ext>
              </a:extLst>
            </p:cNvPr>
            <p:cNvGrpSpPr>
              <a:grpSpLocks/>
            </p:cNvGrpSpPr>
            <p:nvPr/>
          </p:nvGrpSpPr>
          <p:grpSpPr bwMode="auto">
            <a:xfrm>
              <a:off x="1767" y="3024"/>
              <a:ext cx="569" cy="210"/>
              <a:chOff x="1767" y="3024"/>
              <a:chExt cx="569" cy="210"/>
            </a:xfrm>
          </p:grpSpPr>
          <p:sp>
            <p:nvSpPr>
              <p:cNvPr id="101450" name="Rectangle 73">
                <a:extLst>
                  <a:ext uri="{FF2B5EF4-FFF2-40B4-BE49-F238E27FC236}">
                    <a16:creationId xmlns:a16="http://schemas.microsoft.com/office/drawing/2014/main" id="{12147393-4077-7971-EDD7-C65A114A44A2}"/>
                  </a:ext>
                </a:extLst>
              </p:cNvPr>
              <p:cNvSpPr>
                <a:spLocks noChangeArrowheads="1"/>
              </p:cNvSpPr>
              <p:nvPr/>
            </p:nvSpPr>
            <p:spPr bwMode="auto">
              <a:xfrm>
                <a:off x="1784"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51" name="Rectangle 74">
                <a:extLst>
                  <a:ext uri="{FF2B5EF4-FFF2-40B4-BE49-F238E27FC236}">
                    <a16:creationId xmlns:a16="http://schemas.microsoft.com/office/drawing/2014/main" id="{EACA17AD-BFCD-5321-D4CB-F7F05638AFA8}"/>
                  </a:ext>
                </a:extLst>
              </p:cNvPr>
              <p:cNvSpPr>
                <a:spLocks noChangeArrowheads="1"/>
              </p:cNvSpPr>
              <p:nvPr/>
            </p:nvSpPr>
            <p:spPr bwMode="auto">
              <a:xfrm>
                <a:off x="1767" y="3024"/>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01452" name="Group 78">
              <a:extLst>
                <a:ext uri="{FF2B5EF4-FFF2-40B4-BE49-F238E27FC236}">
                  <a16:creationId xmlns:a16="http://schemas.microsoft.com/office/drawing/2014/main" id="{1AEE6141-3F66-ADFE-95EF-31899FC1E04A}"/>
                </a:ext>
              </a:extLst>
            </p:cNvPr>
            <p:cNvGrpSpPr>
              <a:grpSpLocks/>
            </p:cNvGrpSpPr>
            <p:nvPr/>
          </p:nvGrpSpPr>
          <p:grpSpPr bwMode="auto">
            <a:xfrm>
              <a:off x="2312" y="3024"/>
              <a:ext cx="512" cy="210"/>
              <a:chOff x="2312" y="3024"/>
              <a:chExt cx="512" cy="210"/>
            </a:xfrm>
          </p:grpSpPr>
          <p:sp>
            <p:nvSpPr>
              <p:cNvPr id="101453" name="Rectangle 76">
                <a:extLst>
                  <a:ext uri="{FF2B5EF4-FFF2-40B4-BE49-F238E27FC236}">
                    <a16:creationId xmlns:a16="http://schemas.microsoft.com/office/drawing/2014/main" id="{AD61F8DC-D64C-DC25-89AC-1C44470992B0}"/>
                  </a:ext>
                </a:extLst>
              </p:cNvPr>
              <p:cNvSpPr>
                <a:spLocks noChangeArrowheads="1"/>
              </p:cNvSpPr>
              <p:nvPr/>
            </p:nvSpPr>
            <p:spPr bwMode="auto">
              <a:xfrm>
                <a:off x="2312"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54" name="Rectangle 77">
                <a:extLst>
                  <a:ext uri="{FF2B5EF4-FFF2-40B4-BE49-F238E27FC236}">
                    <a16:creationId xmlns:a16="http://schemas.microsoft.com/office/drawing/2014/main" id="{C4571201-EBC8-F578-A1B9-52BFE0DC2C22}"/>
                  </a:ext>
                </a:extLst>
              </p:cNvPr>
              <p:cNvSpPr>
                <a:spLocks noChangeArrowheads="1"/>
              </p:cNvSpPr>
              <p:nvPr/>
            </p:nvSpPr>
            <p:spPr bwMode="auto">
              <a:xfrm>
                <a:off x="2391" y="302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01455" name="Group 81">
              <a:extLst>
                <a:ext uri="{FF2B5EF4-FFF2-40B4-BE49-F238E27FC236}">
                  <a16:creationId xmlns:a16="http://schemas.microsoft.com/office/drawing/2014/main" id="{DD0E232B-E96B-94E9-F5D5-0FCBDE9E6307}"/>
                </a:ext>
              </a:extLst>
            </p:cNvPr>
            <p:cNvGrpSpPr>
              <a:grpSpLocks/>
            </p:cNvGrpSpPr>
            <p:nvPr/>
          </p:nvGrpSpPr>
          <p:grpSpPr bwMode="auto">
            <a:xfrm>
              <a:off x="2840" y="3024"/>
              <a:ext cx="512" cy="210"/>
              <a:chOff x="2840" y="3024"/>
              <a:chExt cx="512" cy="210"/>
            </a:xfrm>
          </p:grpSpPr>
          <p:sp>
            <p:nvSpPr>
              <p:cNvPr id="101456" name="Rectangle 79">
                <a:extLst>
                  <a:ext uri="{FF2B5EF4-FFF2-40B4-BE49-F238E27FC236}">
                    <a16:creationId xmlns:a16="http://schemas.microsoft.com/office/drawing/2014/main" id="{1CB4DD4D-F258-F444-9BA2-48B296E18E15}"/>
                  </a:ext>
                </a:extLst>
              </p:cNvPr>
              <p:cNvSpPr>
                <a:spLocks noChangeArrowheads="1"/>
              </p:cNvSpPr>
              <p:nvPr/>
            </p:nvSpPr>
            <p:spPr bwMode="auto">
              <a:xfrm>
                <a:off x="2840"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57" name="Rectangle 80">
                <a:extLst>
                  <a:ext uri="{FF2B5EF4-FFF2-40B4-BE49-F238E27FC236}">
                    <a16:creationId xmlns:a16="http://schemas.microsoft.com/office/drawing/2014/main" id="{E528B67A-4017-52E7-F9B2-6ED3AF071561}"/>
                  </a:ext>
                </a:extLst>
              </p:cNvPr>
              <p:cNvSpPr>
                <a:spLocks noChangeArrowheads="1"/>
              </p:cNvSpPr>
              <p:nvPr/>
            </p:nvSpPr>
            <p:spPr bwMode="auto">
              <a:xfrm>
                <a:off x="2919" y="302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01458" name="Group 84">
              <a:extLst>
                <a:ext uri="{FF2B5EF4-FFF2-40B4-BE49-F238E27FC236}">
                  <a16:creationId xmlns:a16="http://schemas.microsoft.com/office/drawing/2014/main" id="{26449A52-26A8-7B15-D926-94022F278376}"/>
                </a:ext>
              </a:extLst>
            </p:cNvPr>
            <p:cNvGrpSpPr>
              <a:grpSpLocks/>
            </p:cNvGrpSpPr>
            <p:nvPr/>
          </p:nvGrpSpPr>
          <p:grpSpPr bwMode="auto">
            <a:xfrm>
              <a:off x="3368" y="3024"/>
              <a:ext cx="512" cy="210"/>
              <a:chOff x="3368" y="3024"/>
              <a:chExt cx="512" cy="210"/>
            </a:xfrm>
          </p:grpSpPr>
          <p:sp>
            <p:nvSpPr>
              <p:cNvPr id="101459" name="Rectangle 82">
                <a:extLst>
                  <a:ext uri="{FF2B5EF4-FFF2-40B4-BE49-F238E27FC236}">
                    <a16:creationId xmlns:a16="http://schemas.microsoft.com/office/drawing/2014/main" id="{5B6035C2-7768-0765-C083-D6A4DA626A74}"/>
                  </a:ext>
                </a:extLst>
              </p:cNvPr>
              <p:cNvSpPr>
                <a:spLocks noChangeArrowheads="1"/>
              </p:cNvSpPr>
              <p:nvPr/>
            </p:nvSpPr>
            <p:spPr bwMode="auto">
              <a:xfrm>
                <a:off x="3368"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60" name="Rectangle 83">
                <a:extLst>
                  <a:ext uri="{FF2B5EF4-FFF2-40B4-BE49-F238E27FC236}">
                    <a16:creationId xmlns:a16="http://schemas.microsoft.com/office/drawing/2014/main" id="{A753450D-CBC9-FB87-CFB9-F99AF478C945}"/>
                  </a:ext>
                </a:extLst>
              </p:cNvPr>
              <p:cNvSpPr>
                <a:spLocks noChangeArrowheads="1"/>
              </p:cNvSpPr>
              <p:nvPr/>
            </p:nvSpPr>
            <p:spPr bwMode="auto">
              <a:xfrm>
                <a:off x="3447" y="3024"/>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01461" name="Rectangle 86">
            <a:extLst>
              <a:ext uri="{FF2B5EF4-FFF2-40B4-BE49-F238E27FC236}">
                <a16:creationId xmlns:a16="http://schemas.microsoft.com/office/drawing/2014/main" id="{A2F7DCE2-9EC4-A7B7-9628-7E32F30955EF}"/>
              </a:ext>
            </a:extLst>
          </p:cNvPr>
          <p:cNvSpPr>
            <a:spLocks noChangeArrowheads="1"/>
          </p:cNvSpPr>
          <p:nvPr/>
        </p:nvSpPr>
        <p:spPr bwMode="auto">
          <a:xfrm>
            <a:off x="1433513" y="4800600"/>
            <a:ext cx="6445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Store</a:t>
            </a:r>
          </a:p>
        </p:txBody>
      </p:sp>
      <p:grpSp>
        <p:nvGrpSpPr>
          <p:cNvPr id="101462" name="Group 102">
            <a:extLst>
              <a:ext uri="{FF2B5EF4-FFF2-40B4-BE49-F238E27FC236}">
                <a16:creationId xmlns:a16="http://schemas.microsoft.com/office/drawing/2014/main" id="{D749D863-FE64-E3DA-BF76-5CB19B24F5A0}"/>
              </a:ext>
            </a:extLst>
          </p:cNvPr>
          <p:cNvGrpSpPr>
            <a:grpSpLocks/>
          </p:cNvGrpSpPr>
          <p:nvPr/>
        </p:nvGrpSpPr>
        <p:grpSpPr bwMode="auto">
          <a:xfrm>
            <a:off x="2832100" y="5257800"/>
            <a:ext cx="4165600" cy="333375"/>
            <a:chOff x="1784" y="3312"/>
            <a:chExt cx="2624" cy="210"/>
          </a:xfrm>
        </p:grpSpPr>
        <p:grpSp>
          <p:nvGrpSpPr>
            <p:cNvPr id="101463" name="Group 89">
              <a:extLst>
                <a:ext uri="{FF2B5EF4-FFF2-40B4-BE49-F238E27FC236}">
                  <a16:creationId xmlns:a16="http://schemas.microsoft.com/office/drawing/2014/main" id="{2B14B893-EEFF-623E-E1FF-B08AE0DA086F}"/>
                </a:ext>
              </a:extLst>
            </p:cNvPr>
            <p:cNvGrpSpPr>
              <a:grpSpLocks/>
            </p:cNvGrpSpPr>
            <p:nvPr/>
          </p:nvGrpSpPr>
          <p:grpSpPr bwMode="auto">
            <a:xfrm>
              <a:off x="1784" y="3312"/>
              <a:ext cx="512" cy="210"/>
              <a:chOff x="1784" y="3312"/>
              <a:chExt cx="512" cy="210"/>
            </a:xfrm>
          </p:grpSpPr>
          <p:sp>
            <p:nvSpPr>
              <p:cNvPr id="101464" name="Rectangle 87">
                <a:extLst>
                  <a:ext uri="{FF2B5EF4-FFF2-40B4-BE49-F238E27FC236}">
                    <a16:creationId xmlns:a16="http://schemas.microsoft.com/office/drawing/2014/main" id="{B12C77B4-DFC8-14B6-C323-3D309DF083DD}"/>
                  </a:ext>
                </a:extLst>
              </p:cNvPr>
              <p:cNvSpPr>
                <a:spLocks noChangeArrowheads="1"/>
              </p:cNvSpPr>
              <p:nvPr/>
            </p:nvSpPr>
            <p:spPr bwMode="auto">
              <a:xfrm>
                <a:off x="1784"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65" name="Rectangle 88">
                <a:extLst>
                  <a:ext uri="{FF2B5EF4-FFF2-40B4-BE49-F238E27FC236}">
                    <a16:creationId xmlns:a16="http://schemas.microsoft.com/office/drawing/2014/main" id="{AAEC5915-F882-A3BF-FCB3-6F003AB4C577}"/>
                  </a:ext>
                </a:extLst>
              </p:cNvPr>
              <p:cNvSpPr>
                <a:spLocks noChangeArrowheads="1"/>
              </p:cNvSpPr>
              <p:nvPr/>
            </p:nvSpPr>
            <p:spPr bwMode="auto">
              <a:xfrm>
                <a:off x="1825" y="331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01466" name="Group 92">
              <a:extLst>
                <a:ext uri="{FF2B5EF4-FFF2-40B4-BE49-F238E27FC236}">
                  <a16:creationId xmlns:a16="http://schemas.microsoft.com/office/drawing/2014/main" id="{2FF126F0-801E-6A3B-F80E-15E589AA8164}"/>
                </a:ext>
              </a:extLst>
            </p:cNvPr>
            <p:cNvGrpSpPr>
              <a:grpSpLocks/>
            </p:cNvGrpSpPr>
            <p:nvPr/>
          </p:nvGrpSpPr>
          <p:grpSpPr bwMode="auto">
            <a:xfrm>
              <a:off x="2295" y="3312"/>
              <a:ext cx="569" cy="210"/>
              <a:chOff x="2295" y="3312"/>
              <a:chExt cx="569" cy="210"/>
            </a:xfrm>
          </p:grpSpPr>
          <p:sp>
            <p:nvSpPr>
              <p:cNvPr id="101467" name="Rectangle 90">
                <a:extLst>
                  <a:ext uri="{FF2B5EF4-FFF2-40B4-BE49-F238E27FC236}">
                    <a16:creationId xmlns:a16="http://schemas.microsoft.com/office/drawing/2014/main" id="{09EC1615-0999-7BD5-2881-0997DDD02671}"/>
                  </a:ext>
                </a:extLst>
              </p:cNvPr>
              <p:cNvSpPr>
                <a:spLocks noChangeArrowheads="1"/>
              </p:cNvSpPr>
              <p:nvPr/>
            </p:nvSpPr>
            <p:spPr bwMode="auto">
              <a:xfrm>
                <a:off x="2312"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68" name="Rectangle 91">
                <a:extLst>
                  <a:ext uri="{FF2B5EF4-FFF2-40B4-BE49-F238E27FC236}">
                    <a16:creationId xmlns:a16="http://schemas.microsoft.com/office/drawing/2014/main" id="{F0A86C3A-5CCD-0CC1-24AA-E15B9DF6EADF}"/>
                  </a:ext>
                </a:extLst>
              </p:cNvPr>
              <p:cNvSpPr>
                <a:spLocks noChangeArrowheads="1"/>
              </p:cNvSpPr>
              <p:nvPr/>
            </p:nvSpPr>
            <p:spPr bwMode="auto">
              <a:xfrm>
                <a:off x="2295" y="3312"/>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01469" name="Group 95">
              <a:extLst>
                <a:ext uri="{FF2B5EF4-FFF2-40B4-BE49-F238E27FC236}">
                  <a16:creationId xmlns:a16="http://schemas.microsoft.com/office/drawing/2014/main" id="{154F261A-7914-5B60-F786-78FA6C7B6361}"/>
                </a:ext>
              </a:extLst>
            </p:cNvPr>
            <p:cNvGrpSpPr>
              <a:grpSpLocks/>
            </p:cNvGrpSpPr>
            <p:nvPr/>
          </p:nvGrpSpPr>
          <p:grpSpPr bwMode="auto">
            <a:xfrm>
              <a:off x="2840" y="3312"/>
              <a:ext cx="512" cy="210"/>
              <a:chOff x="2840" y="3312"/>
              <a:chExt cx="512" cy="210"/>
            </a:xfrm>
          </p:grpSpPr>
          <p:sp>
            <p:nvSpPr>
              <p:cNvPr id="101470" name="Rectangle 93">
                <a:extLst>
                  <a:ext uri="{FF2B5EF4-FFF2-40B4-BE49-F238E27FC236}">
                    <a16:creationId xmlns:a16="http://schemas.microsoft.com/office/drawing/2014/main" id="{6D7E53BB-5415-3837-E94A-720B723D1089}"/>
                  </a:ext>
                </a:extLst>
              </p:cNvPr>
              <p:cNvSpPr>
                <a:spLocks noChangeArrowheads="1"/>
              </p:cNvSpPr>
              <p:nvPr/>
            </p:nvSpPr>
            <p:spPr bwMode="auto">
              <a:xfrm>
                <a:off x="2840"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71" name="Rectangle 94">
                <a:extLst>
                  <a:ext uri="{FF2B5EF4-FFF2-40B4-BE49-F238E27FC236}">
                    <a16:creationId xmlns:a16="http://schemas.microsoft.com/office/drawing/2014/main" id="{BC11FD2E-F731-AC97-9A8A-7F9D0A56F6C8}"/>
                  </a:ext>
                </a:extLst>
              </p:cNvPr>
              <p:cNvSpPr>
                <a:spLocks noChangeArrowheads="1"/>
              </p:cNvSpPr>
              <p:nvPr/>
            </p:nvSpPr>
            <p:spPr bwMode="auto">
              <a:xfrm>
                <a:off x="2919" y="331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01472" name="Group 98">
              <a:extLst>
                <a:ext uri="{FF2B5EF4-FFF2-40B4-BE49-F238E27FC236}">
                  <a16:creationId xmlns:a16="http://schemas.microsoft.com/office/drawing/2014/main" id="{8613C0F6-B90F-052B-0CD5-069594003F0E}"/>
                </a:ext>
              </a:extLst>
            </p:cNvPr>
            <p:cNvGrpSpPr>
              <a:grpSpLocks/>
            </p:cNvGrpSpPr>
            <p:nvPr/>
          </p:nvGrpSpPr>
          <p:grpSpPr bwMode="auto">
            <a:xfrm>
              <a:off x="3368" y="3312"/>
              <a:ext cx="512" cy="210"/>
              <a:chOff x="3368" y="3312"/>
              <a:chExt cx="512" cy="210"/>
            </a:xfrm>
          </p:grpSpPr>
          <p:sp>
            <p:nvSpPr>
              <p:cNvPr id="101473" name="Rectangle 96">
                <a:extLst>
                  <a:ext uri="{FF2B5EF4-FFF2-40B4-BE49-F238E27FC236}">
                    <a16:creationId xmlns:a16="http://schemas.microsoft.com/office/drawing/2014/main" id="{F4A9332C-891C-C5A3-9E19-842FB40C5850}"/>
                  </a:ext>
                </a:extLst>
              </p:cNvPr>
              <p:cNvSpPr>
                <a:spLocks noChangeArrowheads="1"/>
              </p:cNvSpPr>
              <p:nvPr/>
            </p:nvSpPr>
            <p:spPr bwMode="auto">
              <a:xfrm>
                <a:off x="3368"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74" name="Rectangle 97">
                <a:extLst>
                  <a:ext uri="{FF2B5EF4-FFF2-40B4-BE49-F238E27FC236}">
                    <a16:creationId xmlns:a16="http://schemas.microsoft.com/office/drawing/2014/main" id="{33899CFB-2113-2F83-C8CE-911FF7D48F6C}"/>
                  </a:ext>
                </a:extLst>
              </p:cNvPr>
              <p:cNvSpPr>
                <a:spLocks noChangeArrowheads="1"/>
              </p:cNvSpPr>
              <p:nvPr/>
            </p:nvSpPr>
            <p:spPr bwMode="auto">
              <a:xfrm>
                <a:off x="3447" y="3312"/>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01475" name="Group 101">
              <a:extLst>
                <a:ext uri="{FF2B5EF4-FFF2-40B4-BE49-F238E27FC236}">
                  <a16:creationId xmlns:a16="http://schemas.microsoft.com/office/drawing/2014/main" id="{EAFC82E8-C0E2-CA40-032B-58ED02F7561F}"/>
                </a:ext>
              </a:extLst>
            </p:cNvPr>
            <p:cNvGrpSpPr>
              <a:grpSpLocks/>
            </p:cNvGrpSpPr>
            <p:nvPr/>
          </p:nvGrpSpPr>
          <p:grpSpPr bwMode="auto">
            <a:xfrm>
              <a:off x="3896" y="3312"/>
              <a:ext cx="512" cy="210"/>
              <a:chOff x="3896" y="3312"/>
              <a:chExt cx="512" cy="210"/>
            </a:xfrm>
          </p:grpSpPr>
          <p:sp>
            <p:nvSpPr>
              <p:cNvPr id="101476" name="Rectangle 99">
                <a:extLst>
                  <a:ext uri="{FF2B5EF4-FFF2-40B4-BE49-F238E27FC236}">
                    <a16:creationId xmlns:a16="http://schemas.microsoft.com/office/drawing/2014/main" id="{C513FC24-6C42-FFA6-53F1-CE4D3AFA5A3D}"/>
                  </a:ext>
                </a:extLst>
              </p:cNvPr>
              <p:cNvSpPr>
                <a:spLocks noChangeArrowheads="1"/>
              </p:cNvSpPr>
              <p:nvPr/>
            </p:nvSpPr>
            <p:spPr bwMode="auto">
              <a:xfrm>
                <a:off x="3896"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77" name="Rectangle 100">
                <a:extLst>
                  <a:ext uri="{FF2B5EF4-FFF2-40B4-BE49-F238E27FC236}">
                    <a16:creationId xmlns:a16="http://schemas.microsoft.com/office/drawing/2014/main" id="{BE557C98-3146-E18F-910D-DE1D355C6A33}"/>
                  </a:ext>
                </a:extLst>
              </p:cNvPr>
              <p:cNvSpPr>
                <a:spLocks noChangeArrowheads="1"/>
              </p:cNvSpPr>
              <p:nvPr/>
            </p:nvSpPr>
            <p:spPr bwMode="auto">
              <a:xfrm>
                <a:off x="3975" y="3312"/>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01478" name="Rectangle 103">
            <a:extLst>
              <a:ext uri="{FF2B5EF4-FFF2-40B4-BE49-F238E27FC236}">
                <a16:creationId xmlns:a16="http://schemas.microsoft.com/office/drawing/2014/main" id="{62126BDD-91DE-D68E-A166-E16F12107E09}"/>
              </a:ext>
            </a:extLst>
          </p:cNvPr>
          <p:cNvSpPr>
            <a:spLocks noChangeArrowheads="1"/>
          </p:cNvSpPr>
          <p:nvPr/>
        </p:nvSpPr>
        <p:spPr bwMode="auto">
          <a:xfrm>
            <a:off x="2119313" y="5257800"/>
            <a:ext cx="768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R-type</a:t>
            </a:r>
          </a:p>
        </p:txBody>
      </p:sp>
      <p:grpSp>
        <p:nvGrpSpPr>
          <p:cNvPr id="101479" name="Group 119">
            <a:extLst>
              <a:ext uri="{FF2B5EF4-FFF2-40B4-BE49-F238E27FC236}">
                <a16:creationId xmlns:a16="http://schemas.microsoft.com/office/drawing/2014/main" id="{0A77F905-921E-54A0-9DE4-C84B46938AAA}"/>
              </a:ext>
            </a:extLst>
          </p:cNvPr>
          <p:cNvGrpSpPr>
            <a:grpSpLocks/>
          </p:cNvGrpSpPr>
          <p:nvPr/>
        </p:nvGrpSpPr>
        <p:grpSpPr bwMode="auto">
          <a:xfrm>
            <a:off x="3670300" y="5715000"/>
            <a:ext cx="4165600" cy="333375"/>
            <a:chOff x="2312" y="3600"/>
            <a:chExt cx="2624" cy="210"/>
          </a:xfrm>
        </p:grpSpPr>
        <p:grpSp>
          <p:nvGrpSpPr>
            <p:cNvPr id="101480" name="Group 106">
              <a:extLst>
                <a:ext uri="{FF2B5EF4-FFF2-40B4-BE49-F238E27FC236}">
                  <a16:creationId xmlns:a16="http://schemas.microsoft.com/office/drawing/2014/main" id="{C02090C0-BAD5-9207-DA4A-D08988AD002B}"/>
                </a:ext>
              </a:extLst>
            </p:cNvPr>
            <p:cNvGrpSpPr>
              <a:grpSpLocks/>
            </p:cNvGrpSpPr>
            <p:nvPr/>
          </p:nvGrpSpPr>
          <p:grpSpPr bwMode="auto">
            <a:xfrm>
              <a:off x="2312" y="3600"/>
              <a:ext cx="512" cy="210"/>
              <a:chOff x="2312" y="3600"/>
              <a:chExt cx="512" cy="210"/>
            </a:xfrm>
          </p:grpSpPr>
          <p:sp>
            <p:nvSpPr>
              <p:cNvPr id="101481" name="Rectangle 104">
                <a:extLst>
                  <a:ext uri="{FF2B5EF4-FFF2-40B4-BE49-F238E27FC236}">
                    <a16:creationId xmlns:a16="http://schemas.microsoft.com/office/drawing/2014/main" id="{3FF5BC47-4804-5148-20C5-D3AA2B984404}"/>
                  </a:ext>
                </a:extLst>
              </p:cNvPr>
              <p:cNvSpPr>
                <a:spLocks noChangeArrowheads="1"/>
              </p:cNvSpPr>
              <p:nvPr/>
            </p:nvSpPr>
            <p:spPr bwMode="auto">
              <a:xfrm>
                <a:off x="2312"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82" name="Rectangle 105">
                <a:extLst>
                  <a:ext uri="{FF2B5EF4-FFF2-40B4-BE49-F238E27FC236}">
                    <a16:creationId xmlns:a16="http://schemas.microsoft.com/office/drawing/2014/main" id="{118087CE-52AA-4ACE-5343-3BB152EC90BC}"/>
                  </a:ext>
                </a:extLst>
              </p:cNvPr>
              <p:cNvSpPr>
                <a:spLocks noChangeArrowheads="1"/>
              </p:cNvSpPr>
              <p:nvPr/>
            </p:nvSpPr>
            <p:spPr bwMode="auto">
              <a:xfrm>
                <a:off x="2353" y="3600"/>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01483" name="Group 109">
              <a:extLst>
                <a:ext uri="{FF2B5EF4-FFF2-40B4-BE49-F238E27FC236}">
                  <a16:creationId xmlns:a16="http://schemas.microsoft.com/office/drawing/2014/main" id="{29BC0F99-79E5-BA4E-BAC3-0341DF689608}"/>
                </a:ext>
              </a:extLst>
            </p:cNvPr>
            <p:cNvGrpSpPr>
              <a:grpSpLocks/>
            </p:cNvGrpSpPr>
            <p:nvPr/>
          </p:nvGrpSpPr>
          <p:grpSpPr bwMode="auto">
            <a:xfrm>
              <a:off x="2823" y="3600"/>
              <a:ext cx="569" cy="210"/>
              <a:chOff x="2823" y="3600"/>
              <a:chExt cx="569" cy="210"/>
            </a:xfrm>
          </p:grpSpPr>
          <p:sp>
            <p:nvSpPr>
              <p:cNvPr id="101484" name="Rectangle 107">
                <a:extLst>
                  <a:ext uri="{FF2B5EF4-FFF2-40B4-BE49-F238E27FC236}">
                    <a16:creationId xmlns:a16="http://schemas.microsoft.com/office/drawing/2014/main" id="{41EFCC29-F553-2909-9C45-498D77AE676B}"/>
                  </a:ext>
                </a:extLst>
              </p:cNvPr>
              <p:cNvSpPr>
                <a:spLocks noChangeArrowheads="1"/>
              </p:cNvSpPr>
              <p:nvPr/>
            </p:nvSpPr>
            <p:spPr bwMode="auto">
              <a:xfrm>
                <a:off x="2840"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85" name="Rectangle 108">
                <a:extLst>
                  <a:ext uri="{FF2B5EF4-FFF2-40B4-BE49-F238E27FC236}">
                    <a16:creationId xmlns:a16="http://schemas.microsoft.com/office/drawing/2014/main" id="{0DA3F3C4-7469-3411-C3FD-8A739910CDF2}"/>
                  </a:ext>
                </a:extLst>
              </p:cNvPr>
              <p:cNvSpPr>
                <a:spLocks noChangeArrowheads="1"/>
              </p:cNvSpPr>
              <p:nvPr/>
            </p:nvSpPr>
            <p:spPr bwMode="auto">
              <a:xfrm>
                <a:off x="2823" y="3600"/>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01486" name="Group 112">
              <a:extLst>
                <a:ext uri="{FF2B5EF4-FFF2-40B4-BE49-F238E27FC236}">
                  <a16:creationId xmlns:a16="http://schemas.microsoft.com/office/drawing/2014/main" id="{45E81AA4-7BA3-908A-612A-1CE904D4EDC5}"/>
                </a:ext>
              </a:extLst>
            </p:cNvPr>
            <p:cNvGrpSpPr>
              <a:grpSpLocks/>
            </p:cNvGrpSpPr>
            <p:nvPr/>
          </p:nvGrpSpPr>
          <p:grpSpPr bwMode="auto">
            <a:xfrm>
              <a:off x="3368" y="3600"/>
              <a:ext cx="512" cy="210"/>
              <a:chOff x="3368" y="3600"/>
              <a:chExt cx="512" cy="210"/>
            </a:xfrm>
          </p:grpSpPr>
          <p:sp>
            <p:nvSpPr>
              <p:cNvPr id="101487" name="Rectangle 110">
                <a:extLst>
                  <a:ext uri="{FF2B5EF4-FFF2-40B4-BE49-F238E27FC236}">
                    <a16:creationId xmlns:a16="http://schemas.microsoft.com/office/drawing/2014/main" id="{3D26E51D-C40A-C33D-ACF1-35C9036A7999}"/>
                  </a:ext>
                </a:extLst>
              </p:cNvPr>
              <p:cNvSpPr>
                <a:spLocks noChangeArrowheads="1"/>
              </p:cNvSpPr>
              <p:nvPr/>
            </p:nvSpPr>
            <p:spPr bwMode="auto">
              <a:xfrm>
                <a:off x="3368"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88" name="Rectangle 111">
                <a:extLst>
                  <a:ext uri="{FF2B5EF4-FFF2-40B4-BE49-F238E27FC236}">
                    <a16:creationId xmlns:a16="http://schemas.microsoft.com/office/drawing/2014/main" id="{B1073D28-A7A0-DCBD-74DE-4FAF7B4D8DE3}"/>
                  </a:ext>
                </a:extLst>
              </p:cNvPr>
              <p:cNvSpPr>
                <a:spLocks noChangeArrowheads="1"/>
              </p:cNvSpPr>
              <p:nvPr/>
            </p:nvSpPr>
            <p:spPr bwMode="auto">
              <a:xfrm>
                <a:off x="3447" y="3600"/>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01489" name="Group 115">
              <a:extLst>
                <a:ext uri="{FF2B5EF4-FFF2-40B4-BE49-F238E27FC236}">
                  <a16:creationId xmlns:a16="http://schemas.microsoft.com/office/drawing/2014/main" id="{B0D0FAE6-64C5-7873-E3AD-C49040E9BB2A}"/>
                </a:ext>
              </a:extLst>
            </p:cNvPr>
            <p:cNvGrpSpPr>
              <a:grpSpLocks/>
            </p:cNvGrpSpPr>
            <p:nvPr/>
          </p:nvGrpSpPr>
          <p:grpSpPr bwMode="auto">
            <a:xfrm>
              <a:off x="3896" y="3600"/>
              <a:ext cx="512" cy="210"/>
              <a:chOff x="3896" y="3600"/>
              <a:chExt cx="512" cy="210"/>
            </a:xfrm>
          </p:grpSpPr>
          <p:sp>
            <p:nvSpPr>
              <p:cNvPr id="101490" name="Rectangle 113">
                <a:extLst>
                  <a:ext uri="{FF2B5EF4-FFF2-40B4-BE49-F238E27FC236}">
                    <a16:creationId xmlns:a16="http://schemas.microsoft.com/office/drawing/2014/main" id="{F9BC5624-011E-84D7-61E9-5A2299CCCC4E}"/>
                  </a:ext>
                </a:extLst>
              </p:cNvPr>
              <p:cNvSpPr>
                <a:spLocks noChangeArrowheads="1"/>
              </p:cNvSpPr>
              <p:nvPr/>
            </p:nvSpPr>
            <p:spPr bwMode="auto">
              <a:xfrm>
                <a:off x="3896"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91" name="Rectangle 114">
                <a:extLst>
                  <a:ext uri="{FF2B5EF4-FFF2-40B4-BE49-F238E27FC236}">
                    <a16:creationId xmlns:a16="http://schemas.microsoft.com/office/drawing/2014/main" id="{8F02FDB5-AA2B-1645-0DFD-287256126316}"/>
                  </a:ext>
                </a:extLst>
              </p:cNvPr>
              <p:cNvSpPr>
                <a:spLocks noChangeArrowheads="1"/>
              </p:cNvSpPr>
              <p:nvPr/>
            </p:nvSpPr>
            <p:spPr bwMode="auto">
              <a:xfrm>
                <a:off x="3975" y="3600"/>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01492" name="Group 118">
              <a:extLst>
                <a:ext uri="{FF2B5EF4-FFF2-40B4-BE49-F238E27FC236}">
                  <a16:creationId xmlns:a16="http://schemas.microsoft.com/office/drawing/2014/main" id="{547D04CD-F75C-F5A6-660D-0BB26FEEF382}"/>
                </a:ext>
              </a:extLst>
            </p:cNvPr>
            <p:cNvGrpSpPr>
              <a:grpSpLocks/>
            </p:cNvGrpSpPr>
            <p:nvPr/>
          </p:nvGrpSpPr>
          <p:grpSpPr bwMode="auto">
            <a:xfrm>
              <a:off x="4424" y="3600"/>
              <a:ext cx="512" cy="210"/>
              <a:chOff x="4424" y="3600"/>
              <a:chExt cx="512" cy="210"/>
            </a:xfrm>
          </p:grpSpPr>
          <p:sp>
            <p:nvSpPr>
              <p:cNvPr id="101493" name="Rectangle 116">
                <a:extLst>
                  <a:ext uri="{FF2B5EF4-FFF2-40B4-BE49-F238E27FC236}">
                    <a16:creationId xmlns:a16="http://schemas.microsoft.com/office/drawing/2014/main" id="{FF2BFF29-256C-4215-5BEC-F255A7FC36E6}"/>
                  </a:ext>
                </a:extLst>
              </p:cNvPr>
              <p:cNvSpPr>
                <a:spLocks noChangeArrowheads="1"/>
              </p:cNvSpPr>
              <p:nvPr/>
            </p:nvSpPr>
            <p:spPr bwMode="auto">
              <a:xfrm>
                <a:off x="4424"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494" name="Rectangle 117">
                <a:extLst>
                  <a:ext uri="{FF2B5EF4-FFF2-40B4-BE49-F238E27FC236}">
                    <a16:creationId xmlns:a16="http://schemas.microsoft.com/office/drawing/2014/main" id="{9A45F5A0-13F2-D818-E90B-F23F176570B6}"/>
                  </a:ext>
                </a:extLst>
              </p:cNvPr>
              <p:cNvSpPr>
                <a:spLocks noChangeArrowheads="1"/>
              </p:cNvSpPr>
              <p:nvPr/>
            </p:nvSpPr>
            <p:spPr bwMode="auto">
              <a:xfrm>
                <a:off x="4503" y="3600"/>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01495" name="Rectangle 120">
            <a:extLst>
              <a:ext uri="{FF2B5EF4-FFF2-40B4-BE49-F238E27FC236}">
                <a16:creationId xmlns:a16="http://schemas.microsoft.com/office/drawing/2014/main" id="{D31276F7-0AA8-4859-628F-D9F7B88B55F2}"/>
              </a:ext>
            </a:extLst>
          </p:cNvPr>
          <p:cNvSpPr>
            <a:spLocks noChangeArrowheads="1"/>
          </p:cNvSpPr>
          <p:nvPr/>
        </p:nvSpPr>
        <p:spPr bwMode="auto">
          <a:xfrm>
            <a:off x="2957513" y="5715000"/>
            <a:ext cx="768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R-type</a:t>
            </a:r>
          </a:p>
        </p:txBody>
      </p:sp>
      <p:sp>
        <p:nvSpPr>
          <p:cNvPr id="101496" name="Line 121">
            <a:extLst>
              <a:ext uri="{FF2B5EF4-FFF2-40B4-BE49-F238E27FC236}">
                <a16:creationId xmlns:a16="http://schemas.microsoft.com/office/drawing/2014/main" id="{BC45D40E-6ADA-B8A8-4763-130A3511E345}"/>
              </a:ext>
            </a:extLst>
          </p:cNvPr>
          <p:cNvSpPr>
            <a:spLocks noChangeShapeType="1"/>
          </p:cNvSpPr>
          <p:nvPr/>
        </p:nvSpPr>
        <p:spPr bwMode="auto">
          <a:xfrm flipV="1">
            <a:off x="6172200" y="4178300"/>
            <a:ext cx="0" cy="558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97" name="Line 122">
            <a:extLst>
              <a:ext uri="{FF2B5EF4-FFF2-40B4-BE49-F238E27FC236}">
                <a16:creationId xmlns:a16="http://schemas.microsoft.com/office/drawing/2014/main" id="{6722EF26-BFDD-C4AD-83C3-D7598FA87B9B}"/>
              </a:ext>
            </a:extLst>
          </p:cNvPr>
          <p:cNvSpPr>
            <a:spLocks noChangeShapeType="1"/>
          </p:cNvSpPr>
          <p:nvPr/>
        </p:nvSpPr>
        <p:spPr bwMode="auto">
          <a:xfrm flipV="1">
            <a:off x="7010400" y="4178300"/>
            <a:ext cx="0" cy="10160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98" name="Line 123">
            <a:extLst>
              <a:ext uri="{FF2B5EF4-FFF2-40B4-BE49-F238E27FC236}">
                <a16:creationId xmlns:a16="http://schemas.microsoft.com/office/drawing/2014/main" id="{69978B41-7523-63F0-F931-2C92ECD3F724}"/>
              </a:ext>
            </a:extLst>
          </p:cNvPr>
          <p:cNvSpPr>
            <a:spLocks noChangeShapeType="1"/>
          </p:cNvSpPr>
          <p:nvPr/>
        </p:nvSpPr>
        <p:spPr bwMode="auto">
          <a:xfrm flipV="1">
            <a:off x="7848600" y="4178300"/>
            <a:ext cx="0" cy="1473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99" name="Line 125">
            <a:extLst>
              <a:ext uri="{FF2B5EF4-FFF2-40B4-BE49-F238E27FC236}">
                <a16:creationId xmlns:a16="http://schemas.microsoft.com/office/drawing/2014/main" id="{5461B070-ECB1-6625-9B88-51B5CD076603}"/>
              </a:ext>
            </a:extLst>
          </p:cNvPr>
          <p:cNvSpPr>
            <a:spLocks noChangeShapeType="1"/>
          </p:cNvSpPr>
          <p:nvPr/>
        </p:nvSpPr>
        <p:spPr bwMode="auto">
          <a:xfrm flipV="1">
            <a:off x="4494213" y="2495550"/>
            <a:ext cx="0" cy="1911350"/>
          </a:xfrm>
          <a:prstGeom prst="line">
            <a:avLst/>
          </a:prstGeom>
          <a:noFill/>
          <a:ln w="25400">
            <a:solidFill>
              <a:schemeClr val="accent2"/>
            </a:solidFill>
            <a:round/>
            <a:headEnd type="arrow"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1500" name="Line 126">
            <a:extLst>
              <a:ext uri="{FF2B5EF4-FFF2-40B4-BE49-F238E27FC236}">
                <a16:creationId xmlns:a16="http://schemas.microsoft.com/office/drawing/2014/main" id="{EE1A0DE6-6278-4736-986B-24068065EE06}"/>
              </a:ext>
            </a:extLst>
          </p:cNvPr>
          <p:cNvSpPr>
            <a:spLocks noChangeShapeType="1"/>
          </p:cNvSpPr>
          <p:nvPr/>
        </p:nvSpPr>
        <p:spPr bwMode="auto">
          <a:xfrm flipV="1">
            <a:off x="4044950" y="2490788"/>
            <a:ext cx="463550" cy="1587"/>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501" name="Line 128">
            <a:extLst>
              <a:ext uri="{FF2B5EF4-FFF2-40B4-BE49-F238E27FC236}">
                <a16:creationId xmlns:a16="http://schemas.microsoft.com/office/drawing/2014/main" id="{7D26E6A8-CE76-B4CE-9889-221982FC2082}"/>
              </a:ext>
            </a:extLst>
          </p:cNvPr>
          <p:cNvSpPr>
            <a:spLocks noChangeShapeType="1"/>
          </p:cNvSpPr>
          <p:nvPr/>
        </p:nvSpPr>
        <p:spPr bwMode="auto">
          <a:xfrm>
            <a:off x="3611563" y="3049588"/>
            <a:ext cx="0" cy="1322387"/>
          </a:xfrm>
          <a:prstGeom prst="line">
            <a:avLst/>
          </a:prstGeom>
          <a:noFill/>
          <a:ln w="25400">
            <a:solidFill>
              <a:schemeClr val="accent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5665" name="Rectangle 129">
            <a:extLst>
              <a:ext uri="{FF2B5EF4-FFF2-40B4-BE49-F238E27FC236}">
                <a16:creationId xmlns:a16="http://schemas.microsoft.com/office/drawing/2014/main" id="{FC3FAE1C-F72C-7AE7-3685-86519A20E223}"/>
              </a:ext>
            </a:extLst>
          </p:cNvPr>
          <p:cNvSpPr>
            <a:spLocks noChangeArrowheads="1"/>
          </p:cNvSpPr>
          <p:nvPr/>
        </p:nvSpPr>
        <p:spPr bwMode="auto">
          <a:xfrm>
            <a:off x="661988" y="5843588"/>
            <a:ext cx="1978025"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85000"/>
              </a:lnSpc>
              <a:spcBef>
                <a:spcPct val="100000"/>
              </a:spcBef>
              <a:buFont typeface="Times New Roman" panose="02020603050405020304" pitchFamily="18" charset="0"/>
              <a:buNone/>
            </a:pPr>
            <a:r>
              <a:rPr lang="zh-CN" altLang="en-US" sz="2000">
                <a:solidFill>
                  <a:srgbClr val="CC0000"/>
                </a:solidFill>
                <a:latin typeface="黑体" panose="02010609060101010101" pitchFamily="49" charset="-122"/>
                <a:ea typeface="黑体" panose="02010609060101010101" pitchFamily="49" charset="-122"/>
                <a:hlinkClick r:id="rId3" action="ppaction://hlinksldjump"/>
              </a:rPr>
              <a:t>如何解决</a:t>
            </a:r>
            <a:r>
              <a:rPr lang="en-US" altLang="zh-CN" sz="2000">
                <a:solidFill>
                  <a:srgbClr val="CC0000"/>
                </a:solidFill>
                <a:latin typeface="黑体" panose="02010609060101010101" pitchFamily="49" charset="-122"/>
                <a:ea typeface="黑体" panose="02010609060101010101" pitchFamily="49" charset="-122"/>
                <a:hlinkClick r:id="rId3" action="ppaction://hlinksldjump"/>
              </a:rPr>
              <a:t>?</a:t>
            </a:r>
            <a:r>
              <a:rPr lang="en-US" altLang="zh-CN">
                <a:solidFill>
                  <a:srgbClr val="CC0000"/>
                </a:solidFill>
                <a:latin typeface="Arial" panose="020B0604020202020204" pitchFamily="34" charset="0"/>
                <a:ea typeface="宋体" panose="02010600030101010101" pitchFamily="2" charset="-122"/>
                <a:hlinkClick r:id="rId3" action="ppaction://hlinksldjump"/>
              </a:rPr>
              <a:t> </a:t>
            </a:r>
            <a:endParaRPr lang="zh-CN" altLang="en-US">
              <a:solidFill>
                <a:srgbClr val="CC0000"/>
              </a:solidFill>
              <a:latin typeface="Arial" panose="020B0604020202020204" pitchFamily="34" charset="0"/>
              <a:ea typeface="宋体" panose="02010600030101010101" pitchFamily="2" charset="-122"/>
            </a:endParaRPr>
          </a:p>
        </p:txBody>
      </p:sp>
      <p:sp>
        <p:nvSpPr>
          <p:cNvPr id="101503" name="Line 130">
            <a:extLst>
              <a:ext uri="{FF2B5EF4-FFF2-40B4-BE49-F238E27FC236}">
                <a16:creationId xmlns:a16="http://schemas.microsoft.com/office/drawing/2014/main" id="{83D98D96-E365-29BB-B60D-D0F5EEEC4270}"/>
              </a:ext>
            </a:extLst>
          </p:cNvPr>
          <p:cNvSpPr>
            <a:spLocks noChangeShapeType="1"/>
          </p:cNvSpPr>
          <p:nvPr/>
        </p:nvSpPr>
        <p:spPr bwMode="auto">
          <a:xfrm>
            <a:off x="3598863" y="4383088"/>
            <a:ext cx="2962275" cy="172720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504" name="Line 131">
            <a:extLst>
              <a:ext uri="{FF2B5EF4-FFF2-40B4-BE49-F238E27FC236}">
                <a16:creationId xmlns:a16="http://schemas.microsoft.com/office/drawing/2014/main" id="{9236C455-64D0-2169-1F7D-16A5AF07E17C}"/>
              </a:ext>
            </a:extLst>
          </p:cNvPr>
          <p:cNvSpPr>
            <a:spLocks noChangeShapeType="1"/>
          </p:cNvSpPr>
          <p:nvPr/>
        </p:nvSpPr>
        <p:spPr bwMode="auto">
          <a:xfrm>
            <a:off x="4529138" y="4383088"/>
            <a:ext cx="2859087" cy="172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5670" name="Group 134">
            <a:extLst>
              <a:ext uri="{FF2B5EF4-FFF2-40B4-BE49-F238E27FC236}">
                <a16:creationId xmlns:a16="http://schemas.microsoft.com/office/drawing/2014/main" id="{01ED48A2-060C-B991-5B6A-E1F44AABE38B}"/>
              </a:ext>
            </a:extLst>
          </p:cNvPr>
          <p:cNvGrpSpPr>
            <a:grpSpLocks/>
          </p:cNvGrpSpPr>
          <p:nvPr/>
        </p:nvGrpSpPr>
        <p:grpSpPr bwMode="auto">
          <a:xfrm>
            <a:off x="5181600" y="1176338"/>
            <a:ext cx="2005013" cy="958850"/>
            <a:chOff x="3017" y="723"/>
            <a:chExt cx="1263" cy="604"/>
          </a:xfrm>
        </p:grpSpPr>
        <p:sp>
          <p:nvSpPr>
            <p:cNvPr id="101506" name="AutoShape 132">
              <a:extLst>
                <a:ext uri="{FF2B5EF4-FFF2-40B4-BE49-F238E27FC236}">
                  <a16:creationId xmlns:a16="http://schemas.microsoft.com/office/drawing/2014/main" id="{B4F86C01-A955-ABE8-B490-A4A836BEE918}"/>
                </a:ext>
              </a:extLst>
            </p:cNvPr>
            <p:cNvSpPr>
              <a:spLocks/>
            </p:cNvSpPr>
            <p:nvPr/>
          </p:nvSpPr>
          <p:spPr bwMode="auto">
            <a:xfrm>
              <a:off x="3017" y="795"/>
              <a:ext cx="119" cy="385"/>
            </a:xfrm>
            <a:prstGeom prst="rightBrace">
              <a:avLst>
                <a:gd name="adj1" fmla="val 26871"/>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1507" name="Text Box 133">
              <a:extLst>
                <a:ext uri="{FF2B5EF4-FFF2-40B4-BE49-F238E27FC236}">
                  <a16:creationId xmlns:a16="http://schemas.microsoft.com/office/drawing/2014/main" id="{A1E4BA91-0B5D-0EE4-B6B9-D4AC4735998B}"/>
                </a:ext>
              </a:extLst>
            </p:cNvPr>
            <p:cNvSpPr txBox="1">
              <a:spLocks noChangeArrowheads="1"/>
            </p:cNvSpPr>
            <p:nvPr/>
          </p:nvSpPr>
          <p:spPr bwMode="auto">
            <a:xfrm>
              <a:off x="3128" y="723"/>
              <a:ext cx="1152" cy="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rgbClr val="CC0000"/>
                  </a:solidFill>
                  <a:latin typeface="Arial" panose="020B0604020202020204" pitchFamily="34" charset="0"/>
                  <a:ea typeface="黑体" panose="02010609060101010101" pitchFamily="49" charset="-122"/>
                </a:rPr>
                <a:t>保证</a:t>
              </a:r>
              <a:r>
                <a:rPr lang="en-US" altLang="zh-CN" sz="1900">
                  <a:solidFill>
                    <a:srgbClr val="CC0000"/>
                  </a:solidFill>
                  <a:latin typeface="Arial" panose="020B0604020202020204" pitchFamily="34" charset="0"/>
                  <a:ea typeface="黑体" panose="02010609060101010101" pitchFamily="49" charset="-122"/>
                </a:rPr>
                <a:t>Addr</a:t>
              </a:r>
              <a:r>
                <a:rPr lang="zh-CN" altLang="en-US" sz="1900">
                  <a:solidFill>
                    <a:srgbClr val="CC0000"/>
                  </a:solidFill>
                  <a:latin typeface="Arial" panose="020B0604020202020204" pitchFamily="34" charset="0"/>
                  <a:ea typeface="黑体" panose="02010609060101010101" pitchFamily="49" charset="-122"/>
                </a:rPr>
                <a:t>信号在</a:t>
              </a:r>
              <a:r>
                <a:rPr lang="en-US" altLang="zh-CN" sz="1900">
                  <a:solidFill>
                    <a:srgbClr val="CC0000"/>
                  </a:solidFill>
                  <a:latin typeface="Arial" panose="020B0604020202020204" pitchFamily="34" charset="0"/>
                  <a:ea typeface="黑体" panose="02010609060101010101" pitchFamily="49" charset="-122"/>
                </a:rPr>
                <a:t>WriteEnable</a:t>
              </a:r>
              <a:r>
                <a:rPr lang="zh-CN" altLang="en-US" sz="1900">
                  <a:solidFill>
                    <a:srgbClr val="CC0000"/>
                  </a:solidFill>
                  <a:latin typeface="Arial" panose="020B0604020202020204" pitchFamily="34" charset="0"/>
                  <a:ea typeface="黑体" panose="02010609060101010101" pitchFamily="49" charset="-122"/>
                </a:rPr>
                <a:t>信号之前到达</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5539">
                                            <p:txEl>
                                              <p:pRg st="1" end="1"/>
                                            </p:txEl>
                                          </p:spTgt>
                                        </p:tgtEl>
                                        <p:attrNameLst>
                                          <p:attrName>style.visibility</p:attrName>
                                        </p:attrNameLst>
                                      </p:cBhvr>
                                      <p:to>
                                        <p:strVal val="visible"/>
                                      </p:to>
                                    </p:set>
                                    <p:animEffect transition="in" filter="blinds(horizontal)">
                                      <p:cBhvr>
                                        <p:cTn id="7" dur="500"/>
                                        <p:tgtEl>
                                          <p:spTgt spid="655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5539">
                                            <p:txEl>
                                              <p:pRg st="2" end="2"/>
                                            </p:txEl>
                                          </p:spTgt>
                                        </p:tgtEl>
                                        <p:attrNameLst>
                                          <p:attrName>style.visibility</p:attrName>
                                        </p:attrNameLst>
                                      </p:cBhvr>
                                      <p:to>
                                        <p:strVal val="visible"/>
                                      </p:to>
                                    </p:set>
                                    <p:animEffect transition="in" filter="blinds(horizontal)">
                                      <p:cBhvr>
                                        <p:cTn id="12" dur="500"/>
                                        <p:tgtEl>
                                          <p:spTgt spid="6553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5670"/>
                                        </p:tgtEl>
                                        <p:attrNameLst>
                                          <p:attrName>style.visibility</p:attrName>
                                        </p:attrNameLst>
                                      </p:cBhvr>
                                      <p:to>
                                        <p:strVal val="visible"/>
                                      </p:to>
                                    </p:set>
                                    <p:animEffect transition="in" filter="blinds(horizontal)">
                                      <p:cBhvr>
                                        <p:cTn id="17" dur="500"/>
                                        <p:tgtEl>
                                          <p:spTgt spid="656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5539">
                                            <p:txEl>
                                              <p:pRg st="4" end="4"/>
                                            </p:txEl>
                                          </p:spTgt>
                                        </p:tgtEl>
                                        <p:attrNameLst>
                                          <p:attrName>style.visibility</p:attrName>
                                        </p:attrNameLst>
                                      </p:cBhvr>
                                      <p:to>
                                        <p:strVal val="visible"/>
                                      </p:to>
                                    </p:set>
                                    <p:animEffect transition="in" filter="blinds(horizontal)">
                                      <p:cBhvr>
                                        <p:cTn id="22" dur="500"/>
                                        <p:tgtEl>
                                          <p:spTgt spid="6553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5539">
                                            <p:txEl>
                                              <p:pRg st="5" end="5"/>
                                            </p:txEl>
                                          </p:spTgt>
                                        </p:tgtEl>
                                        <p:attrNameLst>
                                          <p:attrName>style.visibility</p:attrName>
                                        </p:attrNameLst>
                                      </p:cBhvr>
                                      <p:to>
                                        <p:strVal val="visible"/>
                                      </p:to>
                                    </p:set>
                                    <p:animEffect transition="in" filter="blinds(horizontal)">
                                      <p:cBhvr>
                                        <p:cTn id="27" dur="500"/>
                                        <p:tgtEl>
                                          <p:spTgt spid="6553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65665"/>
                                        </p:tgtEl>
                                        <p:attrNameLst>
                                          <p:attrName>style.visibility</p:attrName>
                                        </p:attrNameLst>
                                      </p:cBhvr>
                                      <p:to>
                                        <p:strVal val="visible"/>
                                      </p:to>
                                    </p:set>
                                    <p:animEffect transition="in" filter="slide(fromLeft)">
                                      <p:cBhvr>
                                        <p:cTn id="32" dur="500"/>
                                        <p:tgtEl>
                                          <p:spTgt spid="65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6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5" name="图片 2">
            <a:extLst>
              <a:ext uri="{FF2B5EF4-FFF2-40B4-BE49-F238E27FC236}">
                <a16:creationId xmlns:a16="http://schemas.microsoft.com/office/drawing/2014/main" id="{5A7A63A7-BF6E-29D1-DAB0-438B8A85CB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8" y="563563"/>
            <a:ext cx="8924925"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6" name="Rectangle 2">
            <a:extLst>
              <a:ext uri="{FF2B5EF4-FFF2-40B4-BE49-F238E27FC236}">
                <a16:creationId xmlns:a16="http://schemas.microsoft.com/office/drawing/2014/main" id="{F88D9372-135D-B932-B938-27757FABB3EC}"/>
              </a:ext>
            </a:extLst>
          </p:cNvPr>
          <p:cNvSpPr>
            <a:spLocks noGrp="1" noChangeArrowheads="1"/>
          </p:cNvSpPr>
          <p:nvPr>
            <p:ph type="title"/>
          </p:nvPr>
        </p:nvSpPr>
        <p:spPr>
          <a:xfrm>
            <a:off x="323850" y="120650"/>
            <a:ext cx="6757988" cy="693738"/>
          </a:xfrm>
        </p:spPr>
        <p:txBody>
          <a:bodyPr/>
          <a:lstStyle/>
          <a:p>
            <a:r>
              <a:rPr lang="zh-CN" altLang="en-US">
                <a:ea typeface="宋体" panose="02010600030101010101" pitchFamily="2" charset="-122"/>
              </a:rPr>
              <a:t>回顾：多周期处理器中的</a:t>
            </a:r>
            <a:r>
              <a:rPr lang="en-US" altLang="zh-CN">
                <a:ea typeface="宋体" panose="02010600030101010101" pitchFamily="2" charset="-122"/>
              </a:rPr>
              <a:t>Store</a:t>
            </a:r>
            <a:r>
              <a:rPr lang="zh-CN" altLang="en-US">
                <a:ea typeface="宋体" panose="02010600030101010101" pitchFamily="2" charset="-122"/>
              </a:rPr>
              <a:t>指令</a:t>
            </a:r>
          </a:p>
        </p:txBody>
      </p:sp>
      <p:sp>
        <p:nvSpPr>
          <p:cNvPr id="103427" name="Rectangle 3">
            <a:extLst>
              <a:ext uri="{FF2B5EF4-FFF2-40B4-BE49-F238E27FC236}">
                <a16:creationId xmlns:a16="http://schemas.microsoft.com/office/drawing/2014/main" id="{A335F075-5D99-3E32-26B5-4D58BCF418DC}"/>
              </a:ext>
            </a:extLst>
          </p:cNvPr>
          <p:cNvSpPr>
            <a:spLocks noGrp="1" noChangeArrowheads="1"/>
          </p:cNvSpPr>
          <p:nvPr>
            <p:ph idx="1"/>
          </p:nvPr>
        </p:nvSpPr>
        <p:spPr>
          <a:xfrm>
            <a:off x="276225" y="2185988"/>
            <a:ext cx="4187825" cy="2125662"/>
          </a:xfrm>
        </p:spPr>
        <p:txBody>
          <a:bodyPr/>
          <a:lstStyle/>
          <a:p>
            <a:pPr marL="0" indent="0">
              <a:lnSpc>
                <a:spcPts val="2700"/>
              </a:lnSpc>
              <a:spcBef>
                <a:spcPct val="10000"/>
              </a:spcBef>
              <a:buFontTx/>
              <a:buNone/>
            </a:pP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6</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Store</a:t>
            </a:r>
            <a:r>
              <a:rPr lang="zh-CN" altLang="en-US">
                <a:latin typeface="微软雅黑" panose="020B0503020204020204" pitchFamily="34" charset="-122"/>
                <a:ea typeface="微软雅黑" panose="020B0503020204020204" pitchFamily="34" charset="-122"/>
              </a:rPr>
              <a:t>指令：地址已投机计算，还需两个时钟周期，记为 </a:t>
            </a:r>
            <a:r>
              <a:rPr lang="en-US" altLang="zh-CN">
                <a:latin typeface="微软雅黑" panose="020B0503020204020204" pitchFamily="34" charset="-122"/>
                <a:ea typeface="微软雅黑" panose="020B0503020204020204" pitchFamily="34" charset="-122"/>
              </a:rPr>
              <a:t>swExec</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swFinish</a:t>
            </a:r>
            <a:r>
              <a:rPr lang="zh-CN" altLang="en-US">
                <a:latin typeface="微软雅黑" panose="020B0503020204020204" pitchFamily="34" charset="-122"/>
                <a:ea typeface="微软雅黑" panose="020B0503020204020204" pitchFamily="34" charset="-122"/>
              </a:rPr>
              <a:t>状态</a:t>
            </a:r>
            <a:endParaRPr lang="en-US" altLang="zh-CN">
              <a:latin typeface="微软雅黑" panose="020B0503020204020204" pitchFamily="34" charset="-122"/>
              <a:ea typeface="微软雅黑" panose="020B0503020204020204" pitchFamily="34" charset="-122"/>
            </a:endParaRPr>
          </a:p>
          <a:p>
            <a:pPr marL="0" indent="0">
              <a:lnSpc>
                <a:spcPts val="2700"/>
              </a:lnSpc>
              <a:spcBef>
                <a:spcPct val="10000"/>
              </a:spcBef>
              <a:buFontTx/>
              <a:buNone/>
            </a:pPr>
            <a:r>
              <a:rPr lang="zh-CN" altLang="en-US">
                <a:solidFill>
                  <a:srgbClr val="0A10F4"/>
                </a:solidFill>
                <a:latin typeface="微软雅黑" panose="020B0503020204020204" pitchFamily="34" charset="-122"/>
                <a:ea typeface="微软雅黑" panose="020B0503020204020204" pitchFamily="34" charset="-122"/>
              </a:rPr>
              <a:t>将</a:t>
            </a:r>
            <a:r>
              <a:rPr lang="en-US" altLang="zh-CN">
                <a:solidFill>
                  <a:srgbClr val="0A10F4"/>
                </a:solidFill>
                <a:latin typeface="微软雅黑" panose="020B0503020204020204" pitchFamily="34" charset="-122"/>
                <a:ea typeface="微软雅黑" panose="020B0503020204020204" pitchFamily="34" charset="-122"/>
              </a:rPr>
              <a:t>Rt</a:t>
            </a:r>
            <a:r>
              <a:rPr lang="zh-CN" altLang="en-US">
                <a:solidFill>
                  <a:srgbClr val="0A10F4"/>
                </a:solidFill>
                <a:latin typeface="微软雅黑" panose="020B0503020204020204" pitchFamily="34" charset="-122"/>
                <a:ea typeface="微软雅黑" panose="020B0503020204020204" pitchFamily="34" charset="-122"/>
              </a:rPr>
              <a:t>的内容写入</a:t>
            </a:r>
            <a:r>
              <a:rPr lang="en-US" altLang="zh-CN">
                <a:solidFill>
                  <a:srgbClr val="0A10F4"/>
                </a:solidFill>
                <a:latin typeface="微软雅黑" panose="020B0503020204020204" pitchFamily="34" charset="-122"/>
                <a:ea typeface="微软雅黑" panose="020B0503020204020204" pitchFamily="34" charset="-122"/>
              </a:rPr>
              <a:t>MDR</a:t>
            </a:r>
            <a:r>
              <a:rPr lang="zh-CN" altLang="en-US">
                <a:solidFill>
                  <a:srgbClr val="0A10F4"/>
                </a:solidFill>
                <a:latin typeface="微软雅黑" panose="020B0503020204020204" pitchFamily="34" charset="-122"/>
                <a:ea typeface="微软雅黑" panose="020B0503020204020204" pitchFamily="34" charset="-122"/>
              </a:rPr>
              <a:t>，再将</a:t>
            </a:r>
            <a:r>
              <a:rPr lang="en-US" altLang="zh-CN">
                <a:solidFill>
                  <a:srgbClr val="0A10F4"/>
                </a:solidFill>
                <a:latin typeface="微软雅黑" panose="020B0503020204020204" pitchFamily="34" charset="-122"/>
                <a:ea typeface="微软雅黑" panose="020B0503020204020204" pitchFamily="34" charset="-122"/>
              </a:rPr>
              <a:t>MDR</a:t>
            </a:r>
            <a:r>
              <a:rPr lang="zh-CN" altLang="en-US">
                <a:solidFill>
                  <a:srgbClr val="0A10F4"/>
                </a:solidFill>
                <a:latin typeface="微软雅黑" panose="020B0503020204020204" pitchFamily="34" charset="-122"/>
                <a:ea typeface="微软雅黑" panose="020B0503020204020204" pitchFamily="34" charset="-122"/>
              </a:rPr>
              <a:t>的内容写入</a:t>
            </a:r>
            <a:r>
              <a:rPr lang="zh-CN" altLang="en-US">
                <a:solidFill>
                  <a:srgbClr val="FF0000"/>
                </a:solidFill>
                <a:latin typeface="微软雅黑" panose="020B0503020204020204" pitchFamily="34" charset="-122"/>
                <a:ea typeface="微软雅黑" panose="020B0503020204020204" pitchFamily="34" charset="-122"/>
              </a:rPr>
              <a:t>投机计算</a:t>
            </a:r>
            <a:r>
              <a:rPr lang="zh-CN" altLang="en-US">
                <a:solidFill>
                  <a:srgbClr val="0A10F4"/>
                </a:solidFill>
                <a:latin typeface="微软雅黑" panose="020B0503020204020204" pitchFamily="34" charset="-122"/>
                <a:ea typeface="微软雅黑" panose="020B0503020204020204" pitchFamily="34" charset="-122"/>
              </a:rPr>
              <a:t>好的主存单元中（地址在</a:t>
            </a:r>
            <a:r>
              <a:rPr lang="en-US" altLang="zh-CN">
                <a:solidFill>
                  <a:srgbClr val="0A10F4"/>
                </a:solidFill>
                <a:latin typeface="微软雅黑" panose="020B0503020204020204" pitchFamily="34" charset="-122"/>
                <a:ea typeface="微软雅黑" panose="020B0503020204020204" pitchFamily="34" charset="-122"/>
              </a:rPr>
              <a:t>MAR</a:t>
            </a:r>
            <a:r>
              <a:rPr lang="zh-CN" altLang="en-US">
                <a:solidFill>
                  <a:srgbClr val="0A10F4"/>
                </a:solidFill>
                <a:latin typeface="微软雅黑" panose="020B0503020204020204" pitchFamily="34" charset="-122"/>
                <a:ea typeface="微软雅黑" panose="020B0503020204020204" pitchFamily="34" charset="-122"/>
              </a:rPr>
              <a:t>中）。</a:t>
            </a:r>
            <a:endParaRPr lang="en-US" altLang="zh-CN">
              <a:latin typeface="微软雅黑" panose="020B0503020204020204" pitchFamily="34" charset="-122"/>
              <a:ea typeface="微软雅黑" panose="020B0503020204020204" pitchFamily="34" charset="-122"/>
            </a:endParaRPr>
          </a:p>
        </p:txBody>
      </p:sp>
      <p:sp>
        <p:nvSpPr>
          <p:cNvPr id="103428" name="Rectangle 3">
            <a:extLst>
              <a:ext uri="{FF2B5EF4-FFF2-40B4-BE49-F238E27FC236}">
                <a16:creationId xmlns:a16="http://schemas.microsoft.com/office/drawing/2014/main" id="{1DD9FF0F-A591-7CEF-62DD-E9A9B5E10337}"/>
              </a:ext>
            </a:extLst>
          </p:cNvPr>
          <p:cNvSpPr txBox="1">
            <a:spLocks noChangeArrowheads="1"/>
          </p:cNvSpPr>
          <p:nvPr/>
        </p:nvSpPr>
        <p:spPr bwMode="auto">
          <a:xfrm>
            <a:off x="4344988" y="4210050"/>
            <a:ext cx="4522787"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ts val="2400"/>
              </a:lnSpc>
              <a:spcBef>
                <a:spcPct val="10000"/>
              </a:spcBef>
            </a:pPr>
            <a:r>
              <a:rPr lang="en-US" altLang="zh-CN">
                <a:solidFill>
                  <a:srgbClr val="A50021"/>
                </a:solidFill>
                <a:latin typeface="微软雅黑" panose="020B0503020204020204" pitchFamily="34" charset="-122"/>
                <a:ea typeface="微软雅黑" panose="020B0503020204020204" pitchFamily="34" charset="-122"/>
              </a:rPr>
              <a:t>swExec</a:t>
            </a:r>
            <a:r>
              <a:rPr lang="zh-CN" altLang="en-US">
                <a:solidFill>
                  <a:srgbClr val="0A10F4"/>
                </a:solidFill>
                <a:latin typeface="微软雅黑" panose="020B0503020204020204" pitchFamily="34" charset="-122"/>
                <a:ea typeface="微软雅黑" panose="020B0503020204020204" pitchFamily="34" charset="-122"/>
              </a:rPr>
              <a:t>：</a:t>
            </a:r>
            <a:r>
              <a:rPr lang="en-US" altLang="zh-CN">
                <a:solidFill>
                  <a:srgbClr val="0A10F4"/>
                </a:solidFill>
                <a:latin typeface="微软雅黑" panose="020B0503020204020204" pitchFamily="34" charset="-122"/>
                <a:ea typeface="微软雅黑" panose="020B0503020204020204" pitchFamily="34" charset="-122"/>
              </a:rPr>
              <a:t>MDRMUX=1</a:t>
            </a:r>
            <a:r>
              <a:rPr lang="zh-CN" altLang="en-US">
                <a:solidFill>
                  <a:srgbClr val="0A10F4"/>
                </a:solidFill>
                <a:latin typeface="微软雅黑" panose="020B0503020204020204" pitchFamily="34" charset="-122"/>
                <a:ea typeface="微软雅黑" panose="020B0503020204020204" pitchFamily="34" charset="-122"/>
              </a:rPr>
              <a:t>、</a:t>
            </a:r>
            <a:r>
              <a:rPr lang="en-US" altLang="zh-CN">
                <a:solidFill>
                  <a:srgbClr val="0A10F4"/>
                </a:solidFill>
                <a:latin typeface="微软雅黑" panose="020B0503020204020204" pitchFamily="34" charset="-122"/>
                <a:ea typeface="微软雅黑" panose="020B0503020204020204" pitchFamily="34" charset="-122"/>
              </a:rPr>
              <a:t>MDRWr=1、 MARout=1</a:t>
            </a:r>
            <a:r>
              <a:rPr lang="zh-CN" altLang="en-US">
                <a:solidFill>
                  <a:srgbClr val="0A10F4"/>
                </a:solidFill>
                <a:latin typeface="微软雅黑" panose="020B0503020204020204" pitchFamily="34" charset="-122"/>
                <a:ea typeface="微软雅黑" panose="020B0503020204020204" pitchFamily="34" charset="-122"/>
              </a:rPr>
              <a:t>、</a:t>
            </a:r>
            <a:r>
              <a:rPr lang="en-US" altLang="zh-CN">
                <a:solidFill>
                  <a:srgbClr val="0A10F4"/>
                </a:solidFill>
                <a:latin typeface="微软雅黑" panose="020B0503020204020204" pitchFamily="34" charset="-122"/>
                <a:ea typeface="微软雅黑" panose="020B0503020204020204" pitchFamily="34" charset="-122"/>
              </a:rPr>
              <a:t>PCout=0</a:t>
            </a:r>
            <a:r>
              <a:rPr lang="zh-CN" altLang="en-US">
                <a:solidFill>
                  <a:srgbClr val="0A10F4"/>
                </a:solidFill>
                <a:latin typeface="微软雅黑" panose="020B0503020204020204" pitchFamily="34" charset="-122"/>
                <a:ea typeface="微软雅黑" panose="020B0503020204020204" pitchFamily="34" charset="-122"/>
              </a:rPr>
              <a:t>、</a:t>
            </a:r>
            <a:r>
              <a:rPr lang="en-US" altLang="zh-CN">
                <a:solidFill>
                  <a:srgbClr val="FF0000"/>
                </a:solidFill>
                <a:latin typeface="微软雅黑" panose="020B0503020204020204" pitchFamily="34" charset="-122"/>
                <a:ea typeface="微软雅黑" panose="020B0503020204020204" pitchFamily="34" charset="-122"/>
              </a:rPr>
              <a:t> MemWr=0</a:t>
            </a:r>
            <a:r>
              <a:rPr lang="zh-CN" altLang="en-US">
                <a:solidFill>
                  <a:srgbClr val="0A10F4"/>
                </a:solidFill>
                <a:latin typeface="微软雅黑" panose="020B0503020204020204" pitchFamily="34" charset="-122"/>
                <a:ea typeface="微软雅黑" panose="020B0503020204020204" pitchFamily="34" charset="-122"/>
              </a:rPr>
              <a:t> 、其他写使能信号全部为</a:t>
            </a:r>
            <a:r>
              <a:rPr lang="en-US" altLang="zh-CN">
                <a:solidFill>
                  <a:srgbClr val="0A10F4"/>
                </a:solidFill>
                <a:latin typeface="微软雅黑" panose="020B0503020204020204" pitchFamily="34" charset="-122"/>
                <a:ea typeface="微软雅黑" panose="020B0503020204020204" pitchFamily="34" charset="-122"/>
              </a:rPr>
              <a:t>0</a:t>
            </a:r>
            <a:r>
              <a:rPr lang="zh-CN" altLang="en-US">
                <a:solidFill>
                  <a:srgbClr val="0A10F4"/>
                </a:solidFill>
                <a:latin typeface="微软雅黑" panose="020B0503020204020204" pitchFamily="34" charset="-122"/>
                <a:ea typeface="微软雅黑" panose="020B0503020204020204" pitchFamily="34" charset="-122"/>
              </a:rPr>
              <a:t>。</a:t>
            </a:r>
            <a:endParaRPr lang="en-US" altLang="zh-CN">
              <a:solidFill>
                <a:srgbClr val="0A10F4"/>
              </a:solidFill>
              <a:latin typeface="微软雅黑" panose="020B0503020204020204" pitchFamily="34" charset="-122"/>
              <a:ea typeface="微软雅黑" panose="020B0503020204020204" pitchFamily="34" charset="-122"/>
            </a:endParaRPr>
          </a:p>
          <a:p>
            <a:pPr eaLnBrk="0" hangingPunct="0">
              <a:lnSpc>
                <a:spcPts val="2400"/>
              </a:lnSpc>
              <a:spcBef>
                <a:spcPct val="10000"/>
              </a:spcBef>
            </a:pPr>
            <a:r>
              <a:rPr lang="en-US" altLang="zh-CN">
                <a:solidFill>
                  <a:srgbClr val="C00000"/>
                </a:solidFill>
                <a:latin typeface="微软雅黑" panose="020B0503020204020204" pitchFamily="34" charset="-122"/>
                <a:ea typeface="微软雅黑" panose="020B0503020204020204" pitchFamily="34" charset="-122"/>
              </a:rPr>
              <a:t>swFi</a:t>
            </a:r>
            <a:r>
              <a:rPr lang="en-US" altLang="zh-CN">
                <a:solidFill>
                  <a:srgbClr val="A50021"/>
                </a:solidFill>
                <a:latin typeface="微软雅黑" panose="020B0503020204020204" pitchFamily="34" charset="-122"/>
                <a:ea typeface="微软雅黑" panose="020B0503020204020204" pitchFamily="34" charset="-122"/>
              </a:rPr>
              <a:t>nish</a:t>
            </a:r>
            <a:r>
              <a:rPr lang="zh-CN" altLang="en-US">
                <a:solidFill>
                  <a:srgbClr val="0A10F4"/>
                </a:solidFill>
                <a:latin typeface="微软雅黑" panose="020B0503020204020204" pitchFamily="34" charset="-122"/>
                <a:ea typeface="微软雅黑" panose="020B0503020204020204" pitchFamily="34" charset="-122"/>
              </a:rPr>
              <a:t>：</a:t>
            </a:r>
            <a:r>
              <a:rPr lang="en-US" altLang="zh-CN">
                <a:solidFill>
                  <a:srgbClr val="0A10F4"/>
                </a:solidFill>
                <a:latin typeface="微软雅黑" panose="020B0503020204020204" pitchFamily="34" charset="-122"/>
                <a:ea typeface="微软雅黑" panose="020B0503020204020204" pitchFamily="34" charset="-122"/>
              </a:rPr>
              <a:t>MARout=1</a:t>
            </a:r>
            <a:r>
              <a:rPr lang="zh-CN" altLang="en-US">
                <a:solidFill>
                  <a:srgbClr val="0A10F4"/>
                </a:solidFill>
                <a:latin typeface="微软雅黑" panose="020B0503020204020204" pitchFamily="34" charset="-122"/>
                <a:ea typeface="微软雅黑" panose="020B0503020204020204" pitchFamily="34" charset="-122"/>
              </a:rPr>
              <a:t>、</a:t>
            </a:r>
            <a:r>
              <a:rPr lang="en-US" altLang="zh-CN">
                <a:solidFill>
                  <a:srgbClr val="0A10F4"/>
                </a:solidFill>
                <a:latin typeface="微软雅黑" panose="020B0503020204020204" pitchFamily="34" charset="-122"/>
                <a:ea typeface="微软雅黑" panose="020B0503020204020204" pitchFamily="34" charset="-122"/>
              </a:rPr>
              <a:t>PCout=0</a:t>
            </a:r>
            <a:r>
              <a:rPr lang="zh-CN" altLang="en-US">
                <a:solidFill>
                  <a:srgbClr val="0A10F4"/>
                </a:solidFill>
                <a:latin typeface="微软雅黑" panose="020B0503020204020204" pitchFamily="34" charset="-122"/>
                <a:ea typeface="微软雅黑" panose="020B0503020204020204" pitchFamily="34" charset="-122"/>
              </a:rPr>
              <a:t>、</a:t>
            </a:r>
            <a:r>
              <a:rPr lang="en-US" altLang="zh-CN">
                <a:solidFill>
                  <a:srgbClr val="FF0000"/>
                </a:solidFill>
                <a:latin typeface="微软雅黑" panose="020B0503020204020204" pitchFamily="34" charset="-122"/>
                <a:ea typeface="微软雅黑" panose="020B0503020204020204" pitchFamily="34" charset="-122"/>
              </a:rPr>
              <a:t>MemWr=1</a:t>
            </a:r>
            <a:r>
              <a:rPr lang="zh-CN" altLang="en-US">
                <a:solidFill>
                  <a:srgbClr val="0A10F4"/>
                </a:solidFill>
                <a:latin typeface="微软雅黑" panose="020B0503020204020204" pitchFamily="34" charset="-122"/>
                <a:ea typeface="微软雅黑" panose="020B0503020204020204" pitchFamily="34" charset="-122"/>
              </a:rPr>
              <a:t>、其他写使能信号全部为</a:t>
            </a:r>
            <a:r>
              <a:rPr lang="en-US" altLang="zh-CN">
                <a:solidFill>
                  <a:srgbClr val="0A10F4"/>
                </a:solidFill>
                <a:latin typeface="微软雅黑" panose="020B0503020204020204" pitchFamily="34" charset="-122"/>
                <a:ea typeface="微软雅黑" panose="020B0503020204020204" pitchFamily="34" charset="-122"/>
              </a:rPr>
              <a:t>0</a:t>
            </a:r>
            <a:r>
              <a:rPr lang="zh-CN" altLang="en-US">
                <a:solidFill>
                  <a:srgbClr val="0A10F4"/>
                </a:solidFill>
                <a:latin typeface="微软雅黑" panose="020B0503020204020204" pitchFamily="34" charset="-122"/>
                <a:ea typeface="微软雅黑" panose="020B0503020204020204" pitchFamily="34" charset="-122"/>
              </a:rPr>
              <a:t>。</a:t>
            </a:r>
            <a:endParaRPr lang="en-US" altLang="zh-CN">
              <a:solidFill>
                <a:srgbClr val="0A10F4"/>
              </a:solidFill>
              <a:latin typeface="微软雅黑" panose="020B0503020204020204" pitchFamily="34" charset="-122"/>
              <a:ea typeface="微软雅黑" panose="020B0503020204020204" pitchFamily="34" charset="-122"/>
            </a:endParaRPr>
          </a:p>
        </p:txBody>
      </p:sp>
      <p:cxnSp>
        <p:nvCxnSpPr>
          <p:cNvPr id="45" name="直接连接符 44">
            <a:extLst>
              <a:ext uri="{FF2B5EF4-FFF2-40B4-BE49-F238E27FC236}">
                <a16:creationId xmlns:a16="http://schemas.microsoft.com/office/drawing/2014/main" id="{CB338EA8-F0D1-4755-8139-AB64D1B71DDE}"/>
              </a:ext>
            </a:extLst>
          </p:cNvPr>
          <p:cNvCxnSpPr/>
          <p:nvPr/>
        </p:nvCxnSpPr>
        <p:spPr bwMode="auto">
          <a:xfrm>
            <a:off x="4953000" y="2911475"/>
            <a:ext cx="0" cy="1331913"/>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1A56D840-A378-C527-7193-4D12419FDCE9}"/>
              </a:ext>
            </a:extLst>
          </p:cNvPr>
          <p:cNvCxnSpPr/>
          <p:nvPr/>
        </p:nvCxnSpPr>
        <p:spPr bwMode="auto">
          <a:xfrm>
            <a:off x="2136775" y="731838"/>
            <a:ext cx="0" cy="755650"/>
          </a:xfrm>
          <a:prstGeom prst="line">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2E18C228-5EF7-9DF5-E6D6-82A2FBA57707}"/>
              </a:ext>
            </a:extLst>
          </p:cNvPr>
          <p:cNvCxnSpPr/>
          <p:nvPr/>
        </p:nvCxnSpPr>
        <p:spPr bwMode="auto">
          <a:xfrm>
            <a:off x="8978900" y="715963"/>
            <a:ext cx="0" cy="5364162"/>
          </a:xfrm>
          <a:prstGeom prst="line">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5436FA4B-3A8D-0ED5-FE3B-F4A42ABA8687}"/>
              </a:ext>
            </a:extLst>
          </p:cNvPr>
          <p:cNvCxnSpPr/>
          <p:nvPr/>
        </p:nvCxnSpPr>
        <p:spPr bwMode="auto">
          <a:xfrm>
            <a:off x="1831975" y="4748213"/>
            <a:ext cx="1439863"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F94B9D0B-1E41-D685-7A38-0B80396D8F26}"/>
              </a:ext>
            </a:extLst>
          </p:cNvPr>
          <p:cNvCxnSpPr/>
          <p:nvPr/>
        </p:nvCxnSpPr>
        <p:spPr bwMode="auto">
          <a:xfrm>
            <a:off x="2111375" y="703263"/>
            <a:ext cx="6875463" cy="0"/>
          </a:xfrm>
          <a:prstGeom prst="line">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1B96FBF4-DB8F-A55C-142E-14F23D3DEA61}"/>
              </a:ext>
            </a:extLst>
          </p:cNvPr>
          <p:cNvCxnSpPr/>
          <p:nvPr/>
        </p:nvCxnSpPr>
        <p:spPr bwMode="auto">
          <a:xfrm>
            <a:off x="3013075" y="6043613"/>
            <a:ext cx="5975350" cy="0"/>
          </a:xfrm>
          <a:prstGeom prst="line">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BB1C1D30-6006-87C6-B6ED-D76D702BF396}"/>
              </a:ext>
            </a:extLst>
          </p:cNvPr>
          <p:cNvCxnSpPr/>
          <p:nvPr/>
        </p:nvCxnSpPr>
        <p:spPr bwMode="auto">
          <a:xfrm>
            <a:off x="3025775" y="6030913"/>
            <a:ext cx="0" cy="396875"/>
          </a:xfrm>
          <a:prstGeom prst="line">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55F7A070-709E-9E1E-3AEC-CF34E0B02DDB}"/>
              </a:ext>
            </a:extLst>
          </p:cNvPr>
          <p:cNvCxnSpPr/>
          <p:nvPr/>
        </p:nvCxnSpPr>
        <p:spPr bwMode="auto">
          <a:xfrm>
            <a:off x="2549525" y="5891213"/>
            <a:ext cx="0" cy="541337"/>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DDABE9C9-8767-E630-9FE3-62F857B97BC3}"/>
              </a:ext>
            </a:extLst>
          </p:cNvPr>
          <p:cNvCxnSpPr/>
          <p:nvPr/>
        </p:nvCxnSpPr>
        <p:spPr bwMode="auto">
          <a:xfrm>
            <a:off x="2549525" y="5916613"/>
            <a:ext cx="6335713" cy="0"/>
          </a:xfrm>
          <a:prstGeom prst="line">
            <a:avLst/>
          </a:prstGeom>
          <a:ln w="5715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C7858F9-118B-5C63-CB4A-32552395B18F}"/>
              </a:ext>
            </a:extLst>
          </p:cNvPr>
          <p:cNvCxnSpPr/>
          <p:nvPr/>
        </p:nvCxnSpPr>
        <p:spPr bwMode="auto">
          <a:xfrm>
            <a:off x="8867775" y="804863"/>
            <a:ext cx="0" cy="5148262"/>
          </a:xfrm>
          <a:prstGeom prst="line">
            <a:avLst/>
          </a:prstGeom>
          <a:ln w="5715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018FE041-4C87-98C5-3BE3-C125DE3CB0A4}"/>
              </a:ext>
            </a:extLst>
          </p:cNvPr>
          <p:cNvCxnSpPr/>
          <p:nvPr/>
        </p:nvCxnSpPr>
        <p:spPr bwMode="auto">
          <a:xfrm>
            <a:off x="5613400" y="830263"/>
            <a:ext cx="3276600" cy="0"/>
          </a:xfrm>
          <a:prstGeom prst="line">
            <a:avLst/>
          </a:prstGeom>
          <a:ln w="5715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9B6BA9B3-A964-984D-5FEF-C544F98A4BE3}"/>
              </a:ext>
            </a:extLst>
          </p:cNvPr>
          <p:cNvCxnSpPr/>
          <p:nvPr/>
        </p:nvCxnSpPr>
        <p:spPr bwMode="auto">
          <a:xfrm>
            <a:off x="6932613" y="1662113"/>
            <a:ext cx="288925" cy="0"/>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8128C3BD-5159-D3BD-DE1D-F3405CB2A083}"/>
              </a:ext>
            </a:extLst>
          </p:cNvPr>
          <p:cNvCxnSpPr/>
          <p:nvPr/>
        </p:nvCxnSpPr>
        <p:spPr bwMode="auto">
          <a:xfrm>
            <a:off x="5919788" y="1498600"/>
            <a:ext cx="755650" cy="0"/>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A4A1C743-D17D-ADF5-8134-01C529AB7FB7}"/>
              </a:ext>
            </a:extLst>
          </p:cNvPr>
          <p:cNvCxnSpPr/>
          <p:nvPr/>
        </p:nvCxnSpPr>
        <p:spPr bwMode="auto">
          <a:xfrm>
            <a:off x="5632450" y="830263"/>
            <a:ext cx="0" cy="395287"/>
          </a:xfrm>
          <a:prstGeom prst="line">
            <a:avLst/>
          </a:prstGeom>
          <a:ln w="5715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E5295B4-35C5-5CAF-9283-2EB99724D31E}"/>
              </a:ext>
            </a:extLst>
          </p:cNvPr>
          <p:cNvCxnSpPr/>
          <p:nvPr/>
        </p:nvCxnSpPr>
        <p:spPr bwMode="auto">
          <a:xfrm>
            <a:off x="7202488" y="1662113"/>
            <a:ext cx="0" cy="1260475"/>
          </a:xfrm>
          <a:prstGeom prst="line">
            <a:avLst/>
          </a:prstGeom>
          <a:ln w="5715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01B6FEBE-8C1D-08F4-B901-1A6D26265C14}"/>
              </a:ext>
            </a:extLst>
          </p:cNvPr>
          <p:cNvCxnSpPr/>
          <p:nvPr/>
        </p:nvCxnSpPr>
        <p:spPr bwMode="auto">
          <a:xfrm>
            <a:off x="6553200" y="2911475"/>
            <a:ext cx="649288" cy="0"/>
          </a:xfrm>
          <a:prstGeom prst="line">
            <a:avLst/>
          </a:prstGeom>
          <a:ln w="57150">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2472A0BC-A742-53DB-C7D5-ED34C347C47E}"/>
              </a:ext>
            </a:extLst>
          </p:cNvPr>
          <p:cNvCxnSpPr/>
          <p:nvPr/>
        </p:nvCxnSpPr>
        <p:spPr bwMode="auto">
          <a:xfrm>
            <a:off x="4938713" y="2898775"/>
            <a:ext cx="504825" cy="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9ED5E81A-F29B-CBF2-441B-2910A25313C1}"/>
              </a:ext>
            </a:extLst>
          </p:cNvPr>
          <p:cNvCxnSpPr/>
          <p:nvPr/>
        </p:nvCxnSpPr>
        <p:spPr bwMode="auto">
          <a:xfrm>
            <a:off x="3271838" y="4241800"/>
            <a:ext cx="1692275"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7BCDBF13-82AB-2F1C-CC6F-3F6B2B3D2EE6}"/>
              </a:ext>
            </a:extLst>
          </p:cNvPr>
          <p:cNvCxnSpPr/>
          <p:nvPr/>
        </p:nvCxnSpPr>
        <p:spPr bwMode="auto">
          <a:xfrm>
            <a:off x="3265488" y="4229100"/>
            <a:ext cx="0" cy="53975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7F1C6101-C013-6E37-268A-13E482EF579A}"/>
              </a:ext>
            </a:extLst>
          </p:cNvPr>
          <p:cNvCxnSpPr/>
          <p:nvPr/>
        </p:nvCxnSpPr>
        <p:spPr bwMode="auto">
          <a:xfrm>
            <a:off x="1831975" y="4721225"/>
            <a:ext cx="0" cy="360363"/>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Rectangle 129">
            <a:extLst>
              <a:ext uri="{FF2B5EF4-FFF2-40B4-BE49-F238E27FC236}">
                <a16:creationId xmlns:a16="http://schemas.microsoft.com/office/drawing/2014/main" id="{16B12B37-D049-F6AB-BC48-84169B6DCC75}"/>
              </a:ext>
            </a:extLst>
          </p:cNvPr>
          <p:cNvSpPr>
            <a:spLocks noChangeArrowheads="1"/>
          </p:cNvSpPr>
          <p:nvPr/>
        </p:nvSpPr>
        <p:spPr bwMode="auto">
          <a:xfrm>
            <a:off x="7643813" y="133350"/>
            <a:ext cx="8477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85000"/>
              </a:lnSpc>
              <a:spcBef>
                <a:spcPct val="100000"/>
              </a:spcBef>
              <a:buFont typeface="Times New Roman" panose="02020603050405020304" pitchFamily="18" charset="0"/>
              <a:buNone/>
            </a:pPr>
            <a:r>
              <a:rPr lang="en-US" altLang="zh-CN" sz="2000">
                <a:solidFill>
                  <a:srgbClr val="CC0000"/>
                </a:solidFill>
                <a:latin typeface="微软雅黑" panose="020B0503020204020204" pitchFamily="34" charset="-122"/>
                <a:ea typeface="微软雅黑" panose="020B0503020204020204" pitchFamily="34" charset="-122"/>
                <a:hlinkClick r:id="" action="ppaction://hlinkshowjump?jump=previousslide"/>
              </a:rPr>
              <a:t>BACK</a:t>
            </a:r>
            <a:r>
              <a:rPr lang="en-US" altLang="zh-CN">
                <a:solidFill>
                  <a:srgbClr val="CC0000"/>
                </a:solidFill>
                <a:latin typeface="Arial" panose="020B0604020202020204" pitchFamily="34" charset="0"/>
                <a:ea typeface="宋体" panose="02010600030101010101" pitchFamily="2" charset="-122"/>
              </a:rPr>
              <a:t> </a:t>
            </a:r>
            <a:endParaRPr lang="zh-CN" altLang="en-US">
              <a:solidFill>
                <a:srgbClr val="CC0000"/>
              </a:solidFill>
              <a:latin typeface="Arial" panose="020B0604020202020204" pitchFamily="34" charset="0"/>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slide(fromLeft)">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3B107E06-8B28-8F68-5BC9-C6120B065496}"/>
              </a:ext>
            </a:extLst>
          </p:cNvPr>
          <p:cNvSpPr>
            <a:spLocks noGrp="1" noChangeArrowheads="1"/>
          </p:cNvSpPr>
          <p:nvPr>
            <p:ph type="title"/>
          </p:nvPr>
        </p:nvSpPr>
        <p:spPr>
          <a:xfrm>
            <a:off x="800100" y="228600"/>
            <a:ext cx="7478713" cy="368300"/>
          </a:xfrm>
        </p:spPr>
        <p:txBody>
          <a:bodyPr/>
          <a:lstStyle/>
          <a:p>
            <a:r>
              <a:rPr lang="zh-CN" altLang="en-US">
                <a:ea typeface="宋体" panose="02010600030101010101" pitchFamily="2" charset="-122"/>
              </a:rPr>
              <a:t>寄存器组的同步和存储器的同步</a:t>
            </a:r>
            <a:endParaRPr lang="en-US" altLang="zh-CN">
              <a:ea typeface="宋体" panose="02010600030101010101" pitchFamily="2" charset="-122"/>
            </a:endParaRPr>
          </a:p>
        </p:txBody>
      </p:sp>
      <p:sp>
        <p:nvSpPr>
          <p:cNvPr id="104450" name="Rectangle 3">
            <a:extLst>
              <a:ext uri="{FF2B5EF4-FFF2-40B4-BE49-F238E27FC236}">
                <a16:creationId xmlns:a16="http://schemas.microsoft.com/office/drawing/2014/main" id="{9C0EC242-833C-DBF5-89AF-5FA2FD54C2EC}"/>
              </a:ext>
            </a:extLst>
          </p:cNvPr>
          <p:cNvSpPr>
            <a:spLocks noGrp="1" noChangeArrowheads="1"/>
          </p:cNvSpPr>
          <p:nvPr>
            <p:ph idx="1"/>
          </p:nvPr>
        </p:nvSpPr>
        <p:spPr>
          <a:xfrm>
            <a:off x="349250" y="806450"/>
            <a:ext cx="8191500" cy="355600"/>
          </a:xfrm>
        </p:spPr>
        <p:txBody>
          <a:bodyPr/>
          <a:lstStyle/>
          <a:p>
            <a:r>
              <a:rPr lang="zh-CN" altLang="en-US" sz="2000">
                <a:ea typeface="黑体" panose="02010609060101010101" pitchFamily="49" charset="-122"/>
              </a:rPr>
              <a:t>解决方案</a:t>
            </a:r>
            <a:r>
              <a:rPr lang="en-US" altLang="zh-CN" sz="2000">
                <a:ea typeface="黑体" panose="02010609060101010101" pitchFamily="49" charset="-122"/>
              </a:rPr>
              <a:t>:  </a:t>
            </a:r>
            <a:r>
              <a:rPr lang="zh-CN" altLang="en-US" sz="2000">
                <a:ea typeface="黑体" panose="02010609060101010101" pitchFamily="49" charset="-122"/>
              </a:rPr>
              <a:t>将</a:t>
            </a:r>
            <a:r>
              <a:rPr lang="en-US" altLang="zh-CN" sz="2000">
                <a:ea typeface="黑体" panose="02010609060101010101" pitchFamily="49" charset="-122"/>
              </a:rPr>
              <a:t>Write Enable</a:t>
            </a:r>
            <a:r>
              <a:rPr lang="zh-CN" altLang="en-US" sz="2000">
                <a:ea typeface="黑体" panose="02010609060101010101" pitchFamily="49" charset="-122"/>
              </a:rPr>
              <a:t>和时钟信号相</a:t>
            </a:r>
            <a:r>
              <a:rPr lang="en-US" altLang="zh-CN" sz="2000">
                <a:ea typeface="黑体" panose="02010609060101010101" pitchFamily="49" charset="-122"/>
              </a:rPr>
              <a:t>“</a:t>
            </a:r>
            <a:r>
              <a:rPr lang="zh-CN" altLang="en-US" sz="2000">
                <a:ea typeface="黑体" panose="02010609060101010101" pitchFamily="49" charset="-122"/>
              </a:rPr>
              <a:t>与”</a:t>
            </a:r>
            <a:endParaRPr lang="en-US" altLang="zh-CN" sz="2000">
              <a:ea typeface="黑体" panose="02010609060101010101" pitchFamily="49" charset="-122"/>
            </a:endParaRPr>
          </a:p>
        </p:txBody>
      </p:sp>
      <p:sp>
        <p:nvSpPr>
          <p:cNvPr id="67657" name="Rectangle 73">
            <a:extLst>
              <a:ext uri="{FF2B5EF4-FFF2-40B4-BE49-F238E27FC236}">
                <a16:creationId xmlns:a16="http://schemas.microsoft.com/office/drawing/2014/main" id="{C2BB766C-0D96-78F4-5BD8-586CCDE03A26}"/>
              </a:ext>
            </a:extLst>
          </p:cNvPr>
          <p:cNvSpPr>
            <a:spLocks noChangeArrowheads="1"/>
          </p:cNvSpPr>
          <p:nvPr/>
        </p:nvSpPr>
        <p:spPr bwMode="auto">
          <a:xfrm>
            <a:off x="5068888" y="2178050"/>
            <a:ext cx="3935412"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solidFill>
                  <a:schemeClr val="accent2"/>
                </a:solidFill>
                <a:latin typeface="Arial" panose="020B0604020202020204" pitchFamily="34" charset="0"/>
                <a:ea typeface="黑体" panose="02010609060101010101" pitchFamily="49" charset="-122"/>
              </a:rPr>
              <a:t>1. Addr, Data</a:t>
            </a:r>
            <a:r>
              <a:rPr lang="zh-CN" altLang="en-US" sz="1800">
                <a:solidFill>
                  <a:schemeClr val="accent2"/>
                </a:solidFill>
                <a:latin typeface="Arial" panose="020B0604020202020204" pitchFamily="34" charset="0"/>
                <a:ea typeface="黑体" panose="02010609060101010101" pitchFamily="49" charset="-122"/>
              </a:rPr>
              <a:t>和 </a:t>
            </a:r>
            <a:r>
              <a:rPr lang="en-US" altLang="zh-CN" sz="1800">
                <a:solidFill>
                  <a:schemeClr val="accent2"/>
                </a:solidFill>
                <a:latin typeface="Arial" panose="020B0604020202020204" pitchFamily="34" charset="0"/>
                <a:ea typeface="黑体" panose="02010609060101010101" pitchFamily="49" charset="-122"/>
              </a:rPr>
              <a:t>WrEn </a:t>
            </a:r>
            <a:r>
              <a:rPr lang="zh-CN" altLang="en-US" sz="1800">
                <a:solidFill>
                  <a:schemeClr val="accent2"/>
                </a:solidFill>
                <a:latin typeface="Arial" panose="020B0604020202020204" pitchFamily="34" charset="0"/>
                <a:ea typeface="黑体" panose="02010609060101010101" pitchFamily="49" charset="-122"/>
              </a:rPr>
              <a:t>必须在</a:t>
            </a:r>
            <a:r>
              <a:rPr lang="en-US" altLang="zh-CN" sz="1800">
                <a:solidFill>
                  <a:schemeClr val="accent2"/>
                </a:solidFill>
                <a:latin typeface="Arial" panose="020B0604020202020204" pitchFamily="34" charset="0"/>
                <a:ea typeface="黑体" panose="02010609060101010101" pitchFamily="49" charset="-122"/>
              </a:rPr>
              <a:t>Clk</a:t>
            </a:r>
            <a:r>
              <a:rPr lang="zh-CN" altLang="en-US" sz="1800">
                <a:solidFill>
                  <a:schemeClr val="accent2"/>
                </a:solidFill>
                <a:latin typeface="Arial" panose="020B0604020202020204" pitchFamily="34" charset="0"/>
                <a:ea typeface="黑体" panose="02010609060101010101" pitchFamily="49" charset="-122"/>
              </a:rPr>
              <a:t>边沿到来后至少稳定一个 </a:t>
            </a:r>
            <a:r>
              <a:rPr lang="en-US" altLang="zh-CN" sz="1800">
                <a:solidFill>
                  <a:schemeClr val="accent2"/>
                </a:solidFill>
                <a:latin typeface="Arial" panose="020B0604020202020204" pitchFamily="34" charset="0"/>
                <a:ea typeface="黑体" panose="02010609060101010101" pitchFamily="49" charset="-122"/>
              </a:rPr>
              <a:t>set-up</a:t>
            </a:r>
            <a:r>
              <a:rPr lang="zh-CN" altLang="en-US" sz="1800">
                <a:solidFill>
                  <a:schemeClr val="accent2"/>
                </a:solidFill>
                <a:latin typeface="Arial" panose="020B0604020202020204" pitchFamily="34" charset="0"/>
                <a:ea typeface="黑体" panose="02010609060101010101" pitchFamily="49" charset="-122"/>
              </a:rPr>
              <a:t>时间</a:t>
            </a:r>
          </a:p>
          <a:p>
            <a:pPr eaLnBrk="0" hangingPunct="0"/>
            <a:endParaRPr lang="en-US" altLang="zh-CN" sz="1800">
              <a:solidFill>
                <a:schemeClr val="accent2"/>
              </a:solidFill>
              <a:latin typeface="Arial" panose="020B0604020202020204" pitchFamily="34" charset="0"/>
              <a:ea typeface="黑体" panose="02010609060101010101" pitchFamily="49" charset="-122"/>
            </a:endParaRPr>
          </a:p>
          <a:p>
            <a:pPr eaLnBrk="0" hangingPunct="0"/>
            <a:r>
              <a:rPr lang="en-US" altLang="zh-CN" sz="1800">
                <a:solidFill>
                  <a:schemeClr val="accent2"/>
                </a:solidFill>
                <a:latin typeface="Arial" panose="020B0604020202020204" pitchFamily="34" charset="0"/>
                <a:ea typeface="黑体" panose="02010609060101010101" pitchFamily="49" charset="-122"/>
              </a:rPr>
              <a:t>2. Clk</a:t>
            </a:r>
            <a:r>
              <a:rPr lang="zh-CN" altLang="en-US" sz="1800">
                <a:solidFill>
                  <a:schemeClr val="accent2"/>
                </a:solidFill>
                <a:latin typeface="Arial" panose="020B0604020202020204" pitchFamily="34" charset="0"/>
                <a:ea typeface="黑体" panose="02010609060101010101" pitchFamily="49" charset="-122"/>
              </a:rPr>
              <a:t>高电平时间  大于  写入时间</a:t>
            </a:r>
            <a:endParaRPr lang="en-US" altLang="zh-CN" sz="1800">
              <a:solidFill>
                <a:schemeClr val="accent2"/>
              </a:solidFill>
              <a:latin typeface="Arial" panose="020B0604020202020204" pitchFamily="34" charset="0"/>
              <a:ea typeface="黑体" panose="02010609060101010101" pitchFamily="49" charset="-122"/>
            </a:endParaRPr>
          </a:p>
        </p:txBody>
      </p:sp>
      <p:grpSp>
        <p:nvGrpSpPr>
          <p:cNvPr id="67674" name="Group 90">
            <a:extLst>
              <a:ext uri="{FF2B5EF4-FFF2-40B4-BE49-F238E27FC236}">
                <a16:creationId xmlns:a16="http://schemas.microsoft.com/office/drawing/2014/main" id="{729932F5-19A1-A6E1-54E3-C2A26654ECD6}"/>
              </a:ext>
            </a:extLst>
          </p:cNvPr>
          <p:cNvGrpSpPr>
            <a:grpSpLocks/>
          </p:cNvGrpSpPr>
          <p:nvPr/>
        </p:nvGrpSpPr>
        <p:grpSpPr bwMode="auto">
          <a:xfrm>
            <a:off x="6140450" y="4843463"/>
            <a:ext cx="687388" cy="368300"/>
            <a:chOff x="3948" y="3123"/>
            <a:chExt cx="433" cy="232"/>
          </a:xfrm>
        </p:grpSpPr>
        <p:sp>
          <p:nvSpPr>
            <p:cNvPr id="104453" name="Oval 57">
              <a:extLst>
                <a:ext uri="{FF2B5EF4-FFF2-40B4-BE49-F238E27FC236}">
                  <a16:creationId xmlns:a16="http://schemas.microsoft.com/office/drawing/2014/main" id="{5907A22A-D60F-2E53-152B-05575CB91DEC}"/>
                </a:ext>
              </a:extLst>
            </p:cNvPr>
            <p:cNvSpPr>
              <a:spLocks noChangeArrowheads="1"/>
            </p:cNvSpPr>
            <p:nvPr/>
          </p:nvSpPr>
          <p:spPr bwMode="auto">
            <a:xfrm>
              <a:off x="4301" y="3275"/>
              <a:ext cx="80" cy="80"/>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4454" name="Line 58">
              <a:extLst>
                <a:ext uri="{FF2B5EF4-FFF2-40B4-BE49-F238E27FC236}">
                  <a16:creationId xmlns:a16="http://schemas.microsoft.com/office/drawing/2014/main" id="{7D2057DD-41DF-D338-456A-81E5C50F1403}"/>
                </a:ext>
              </a:extLst>
            </p:cNvPr>
            <p:cNvSpPr>
              <a:spLocks noChangeShapeType="1"/>
            </p:cNvSpPr>
            <p:nvPr/>
          </p:nvSpPr>
          <p:spPr bwMode="auto">
            <a:xfrm flipH="1">
              <a:off x="3997" y="3315"/>
              <a:ext cx="306" cy="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55" name="Rectangle 59">
              <a:extLst>
                <a:ext uri="{FF2B5EF4-FFF2-40B4-BE49-F238E27FC236}">
                  <a16:creationId xmlns:a16="http://schemas.microsoft.com/office/drawing/2014/main" id="{E1590DDC-2885-62E5-82C0-415B5A8CEC60}"/>
                </a:ext>
              </a:extLst>
            </p:cNvPr>
            <p:cNvSpPr>
              <a:spLocks noChangeArrowheads="1"/>
            </p:cNvSpPr>
            <p:nvPr/>
          </p:nvSpPr>
          <p:spPr bwMode="auto">
            <a:xfrm>
              <a:off x="3948" y="3123"/>
              <a:ext cx="31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solidFill>
                    <a:srgbClr val="CC0000"/>
                  </a:solidFill>
                  <a:ea typeface="宋体" panose="02010600030101010101" pitchFamily="2" charset="-122"/>
                </a:rPr>
                <a:t>Clk</a:t>
              </a:r>
            </a:p>
          </p:txBody>
        </p:sp>
      </p:grpSp>
      <p:grpSp>
        <p:nvGrpSpPr>
          <p:cNvPr id="67675" name="Group 91">
            <a:extLst>
              <a:ext uri="{FF2B5EF4-FFF2-40B4-BE49-F238E27FC236}">
                <a16:creationId xmlns:a16="http://schemas.microsoft.com/office/drawing/2014/main" id="{B08519D9-9E8A-A902-2A5D-9477B4624839}"/>
              </a:ext>
            </a:extLst>
          </p:cNvPr>
          <p:cNvGrpSpPr>
            <a:grpSpLocks/>
          </p:cNvGrpSpPr>
          <p:nvPr/>
        </p:nvGrpSpPr>
        <p:grpSpPr bwMode="auto">
          <a:xfrm>
            <a:off x="5819775" y="3451225"/>
            <a:ext cx="2671763" cy="1798638"/>
            <a:chOff x="3746" y="2270"/>
            <a:chExt cx="1683" cy="1133"/>
          </a:xfrm>
        </p:grpSpPr>
        <p:sp>
          <p:nvSpPr>
            <p:cNvPr id="104457" name="Rectangle 56">
              <a:extLst>
                <a:ext uri="{FF2B5EF4-FFF2-40B4-BE49-F238E27FC236}">
                  <a16:creationId xmlns:a16="http://schemas.microsoft.com/office/drawing/2014/main" id="{713080A8-3D4B-CB4E-B0D6-CBB08912D732}"/>
                </a:ext>
              </a:extLst>
            </p:cNvPr>
            <p:cNvSpPr>
              <a:spLocks noChangeArrowheads="1"/>
            </p:cNvSpPr>
            <p:nvPr/>
          </p:nvSpPr>
          <p:spPr bwMode="auto">
            <a:xfrm>
              <a:off x="4397" y="2747"/>
              <a:ext cx="752" cy="65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4458" name="Line 60">
              <a:extLst>
                <a:ext uri="{FF2B5EF4-FFF2-40B4-BE49-F238E27FC236}">
                  <a16:creationId xmlns:a16="http://schemas.microsoft.com/office/drawing/2014/main" id="{F7D89AC1-E257-A865-C067-C602563FB220}"/>
                </a:ext>
              </a:extLst>
            </p:cNvPr>
            <p:cNvSpPr>
              <a:spLocks noChangeShapeType="1"/>
            </p:cNvSpPr>
            <p:nvPr/>
          </p:nvSpPr>
          <p:spPr bwMode="auto">
            <a:xfrm flipH="1">
              <a:off x="3805" y="2883"/>
              <a:ext cx="592"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4459" name="Line 61">
              <a:extLst>
                <a:ext uri="{FF2B5EF4-FFF2-40B4-BE49-F238E27FC236}">
                  <a16:creationId xmlns:a16="http://schemas.microsoft.com/office/drawing/2014/main" id="{778F85D5-ECDE-1885-5303-ACCD33CC0070}"/>
                </a:ext>
              </a:extLst>
            </p:cNvPr>
            <p:cNvSpPr>
              <a:spLocks noChangeShapeType="1"/>
            </p:cNvSpPr>
            <p:nvPr/>
          </p:nvSpPr>
          <p:spPr bwMode="auto">
            <a:xfrm flipH="1">
              <a:off x="3949" y="3075"/>
              <a:ext cx="448"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4460" name="Rectangle 62">
              <a:extLst>
                <a:ext uri="{FF2B5EF4-FFF2-40B4-BE49-F238E27FC236}">
                  <a16:creationId xmlns:a16="http://schemas.microsoft.com/office/drawing/2014/main" id="{8F2D48F4-5487-2A99-D968-3F46023B15E9}"/>
                </a:ext>
              </a:extLst>
            </p:cNvPr>
            <p:cNvSpPr>
              <a:spLocks noChangeArrowheads="1"/>
            </p:cNvSpPr>
            <p:nvPr/>
          </p:nvSpPr>
          <p:spPr bwMode="auto">
            <a:xfrm>
              <a:off x="3746" y="2702"/>
              <a:ext cx="62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latin typeface="Arial" panose="020B0604020202020204" pitchFamily="34" charset="0"/>
                  <a:ea typeface="宋体" panose="02010600030101010101" pitchFamily="2" charset="-122"/>
                </a:rPr>
                <a:t>Address</a:t>
              </a:r>
            </a:p>
          </p:txBody>
        </p:sp>
        <p:sp>
          <p:nvSpPr>
            <p:cNvPr id="104461" name="Rectangle 63">
              <a:extLst>
                <a:ext uri="{FF2B5EF4-FFF2-40B4-BE49-F238E27FC236}">
                  <a16:creationId xmlns:a16="http://schemas.microsoft.com/office/drawing/2014/main" id="{1F735F5F-C394-27F3-E57B-8936CC5A7AC9}"/>
                </a:ext>
              </a:extLst>
            </p:cNvPr>
            <p:cNvSpPr>
              <a:spLocks noChangeArrowheads="1"/>
            </p:cNvSpPr>
            <p:nvPr/>
          </p:nvSpPr>
          <p:spPr bwMode="auto">
            <a:xfrm>
              <a:off x="3890" y="2894"/>
              <a:ext cx="39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u="sng">
                  <a:latin typeface="Arial" panose="020B0604020202020204" pitchFamily="34" charset="0"/>
                  <a:ea typeface="宋体" panose="02010600030101010101" pitchFamily="2" charset="-122"/>
                </a:rPr>
                <a:t>Data</a:t>
              </a:r>
            </a:p>
          </p:txBody>
        </p:sp>
        <p:sp>
          <p:nvSpPr>
            <p:cNvPr id="104462" name="Rectangle 64">
              <a:extLst>
                <a:ext uri="{FF2B5EF4-FFF2-40B4-BE49-F238E27FC236}">
                  <a16:creationId xmlns:a16="http://schemas.microsoft.com/office/drawing/2014/main" id="{AD7FE42C-98B1-EF91-E318-C10B2CC7B873}"/>
                </a:ext>
              </a:extLst>
            </p:cNvPr>
            <p:cNvSpPr>
              <a:spLocks noChangeArrowheads="1"/>
            </p:cNvSpPr>
            <p:nvPr/>
          </p:nvSpPr>
          <p:spPr bwMode="auto">
            <a:xfrm>
              <a:off x="4322" y="2270"/>
              <a:ext cx="54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latin typeface="Arial" panose="020B0604020202020204" pitchFamily="34" charset="0"/>
                  <a:ea typeface="宋体" panose="02010600030101010101" pitchFamily="2" charset="-122"/>
                </a:rPr>
                <a:t>WrEn</a:t>
              </a:r>
            </a:p>
          </p:txBody>
        </p:sp>
        <p:sp>
          <p:nvSpPr>
            <p:cNvPr id="104463" name="Line 65">
              <a:extLst>
                <a:ext uri="{FF2B5EF4-FFF2-40B4-BE49-F238E27FC236}">
                  <a16:creationId xmlns:a16="http://schemas.microsoft.com/office/drawing/2014/main" id="{B04EC013-4820-C2EF-C1F0-D1A75B0552CA}"/>
                </a:ext>
              </a:extLst>
            </p:cNvPr>
            <p:cNvSpPr>
              <a:spLocks noChangeShapeType="1"/>
            </p:cNvSpPr>
            <p:nvPr/>
          </p:nvSpPr>
          <p:spPr bwMode="auto">
            <a:xfrm flipV="1">
              <a:off x="4725" y="2347"/>
              <a:ext cx="0" cy="400"/>
            </a:xfrm>
            <a:prstGeom prst="line">
              <a:avLst/>
            </a:prstGeom>
            <a:noFill/>
            <a:ln w="2540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4464" name="Rectangle 66">
              <a:extLst>
                <a:ext uri="{FF2B5EF4-FFF2-40B4-BE49-F238E27FC236}">
                  <a16:creationId xmlns:a16="http://schemas.microsoft.com/office/drawing/2014/main" id="{008C5B24-FF73-7910-CCE4-E946607C713B}"/>
                </a:ext>
              </a:extLst>
            </p:cNvPr>
            <p:cNvSpPr>
              <a:spLocks noChangeArrowheads="1"/>
            </p:cNvSpPr>
            <p:nvPr/>
          </p:nvSpPr>
          <p:spPr bwMode="auto">
            <a:xfrm>
              <a:off x="4479" y="2835"/>
              <a:ext cx="60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solidFill>
                    <a:schemeClr val="accent2"/>
                  </a:solidFill>
                  <a:latin typeface="Arial" panose="020B0604020202020204" pitchFamily="34" charset="0"/>
                  <a:ea typeface="宋体" panose="02010600030101010101" pitchFamily="2" charset="-122"/>
                </a:rPr>
                <a:t>Reg</a:t>
              </a:r>
              <a:r>
                <a:rPr lang="en-US" altLang="zh-CN">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File</a:t>
              </a:r>
            </a:p>
            <a:p>
              <a:pPr algn="ctr" eaLnBrk="0" hangingPunct="0"/>
              <a:r>
                <a:rPr lang="en-US" altLang="zh-CN">
                  <a:ea typeface="宋体" panose="02010600030101010101" pitchFamily="2" charset="-122"/>
                </a:rPr>
                <a:t>or</a:t>
              </a:r>
            </a:p>
            <a:p>
              <a:pPr algn="ctr" eaLnBrk="0" hangingPunct="0"/>
              <a:r>
                <a:rPr lang="en-US" altLang="zh-CN">
                  <a:solidFill>
                    <a:schemeClr val="accent2"/>
                  </a:solidFill>
                  <a:latin typeface="Arial" panose="020B0604020202020204" pitchFamily="34" charset="0"/>
                  <a:ea typeface="宋体" panose="02010600030101010101" pitchFamily="2" charset="-122"/>
                </a:rPr>
                <a:t>Memory</a:t>
              </a:r>
            </a:p>
          </p:txBody>
        </p:sp>
        <p:sp>
          <p:nvSpPr>
            <p:cNvPr id="104465" name="Line 75">
              <a:extLst>
                <a:ext uri="{FF2B5EF4-FFF2-40B4-BE49-F238E27FC236}">
                  <a16:creationId xmlns:a16="http://schemas.microsoft.com/office/drawing/2014/main" id="{953D9A81-C257-413E-0584-E452E2E5242F}"/>
                </a:ext>
              </a:extLst>
            </p:cNvPr>
            <p:cNvSpPr>
              <a:spLocks noChangeShapeType="1"/>
            </p:cNvSpPr>
            <p:nvPr/>
          </p:nvSpPr>
          <p:spPr bwMode="auto">
            <a:xfrm flipH="1">
              <a:off x="5143" y="3261"/>
              <a:ext cx="286"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7676" name="Group 92">
            <a:extLst>
              <a:ext uri="{FF2B5EF4-FFF2-40B4-BE49-F238E27FC236}">
                <a16:creationId xmlns:a16="http://schemas.microsoft.com/office/drawing/2014/main" id="{95964AC6-8094-38F9-1CEC-935EE136C5A9}"/>
              </a:ext>
            </a:extLst>
          </p:cNvPr>
          <p:cNvGrpSpPr>
            <a:grpSpLocks/>
          </p:cNvGrpSpPr>
          <p:nvPr/>
        </p:nvGrpSpPr>
        <p:grpSpPr bwMode="auto">
          <a:xfrm>
            <a:off x="147638" y="1997075"/>
            <a:ext cx="4838700" cy="4067175"/>
            <a:chOff x="173" y="1226"/>
            <a:chExt cx="3008" cy="2370"/>
          </a:xfrm>
        </p:grpSpPr>
        <p:sp>
          <p:nvSpPr>
            <p:cNvPr id="104467" name="Rectangle 4">
              <a:extLst>
                <a:ext uri="{FF2B5EF4-FFF2-40B4-BE49-F238E27FC236}">
                  <a16:creationId xmlns:a16="http://schemas.microsoft.com/office/drawing/2014/main" id="{B15C1458-8FB2-B215-E39F-BEA914F79EB8}"/>
                </a:ext>
              </a:extLst>
            </p:cNvPr>
            <p:cNvSpPr>
              <a:spLocks noChangeArrowheads="1"/>
            </p:cNvSpPr>
            <p:nvPr/>
          </p:nvSpPr>
          <p:spPr bwMode="auto">
            <a:xfrm>
              <a:off x="818" y="2604"/>
              <a:ext cx="182" cy="89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4468" name="Line 5">
              <a:extLst>
                <a:ext uri="{FF2B5EF4-FFF2-40B4-BE49-F238E27FC236}">
                  <a16:creationId xmlns:a16="http://schemas.microsoft.com/office/drawing/2014/main" id="{08449BF6-77AD-5C0D-7EB5-F112B3F809A2}"/>
                </a:ext>
              </a:extLst>
            </p:cNvPr>
            <p:cNvSpPr>
              <a:spLocks noChangeShapeType="1"/>
            </p:cNvSpPr>
            <p:nvPr/>
          </p:nvSpPr>
          <p:spPr bwMode="auto">
            <a:xfrm>
              <a:off x="912" y="2412"/>
              <a:ext cx="0" cy="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69" name="Oval 6">
              <a:extLst>
                <a:ext uri="{FF2B5EF4-FFF2-40B4-BE49-F238E27FC236}">
                  <a16:creationId xmlns:a16="http://schemas.microsoft.com/office/drawing/2014/main" id="{8CC3A886-6C71-4854-495B-ACAA1E0CC51E}"/>
                </a:ext>
              </a:extLst>
            </p:cNvPr>
            <p:cNvSpPr>
              <a:spLocks noChangeArrowheads="1"/>
            </p:cNvSpPr>
            <p:nvPr/>
          </p:nvSpPr>
          <p:spPr bwMode="auto">
            <a:xfrm>
              <a:off x="872" y="2508"/>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4470" name="Rectangle 7">
              <a:extLst>
                <a:ext uri="{FF2B5EF4-FFF2-40B4-BE49-F238E27FC236}">
                  <a16:creationId xmlns:a16="http://schemas.microsoft.com/office/drawing/2014/main" id="{24FBA9CB-010E-B965-B5CF-2647BF4E6E4A}"/>
                </a:ext>
              </a:extLst>
            </p:cNvPr>
            <p:cNvSpPr>
              <a:spLocks noChangeArrowheads="1"/>
            </p:cNvSpPr>
            <p:nvPr/>
          </p:nvSpPr>
          <p:spPr bwMode="auto">
            <a:xfrm>
              <a:off x="221" y="2511"/>
              <a:ext cx="54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solidFill>
                    <a:schemeClr val="accent2"/>
                  </a:solidFill>
                  <a:latin typeface="Arial" panose="020B0604020202020204" pitchFamily="34" charset="0"/>
                  <a:ea typeface="宋体" panose="02010600030101010101" pitchFamily="2" charset="-122"/>
                </a:rPr>
                <a:t>WrEn</a:t>
              </a:r>
            </a:p>
          </p:txBody>
        </p:sp>
        <p:sp>
          <p:nvSpPr>
            <p:cNvPr id="104471" name="Rectangle 8">
              <a:extLst>
                <a:ext uri="{FF2B5EF4-FFF2-40B4-BE49-F238E27FC236}">
                  <a16:creationId xmlns:a16="http://schemas.microsoft.com/office/drawing/2014/main" id="{21829DA4-41D4-3883-BDB6-DB6F64C18001}"/>
                </a:ext>
              </a:extLst>
            </p:cNvPr>
            <p:cNvSpPr>
              <a:spLocks noChangeArrowheads="1"/>
            </p:cNvSpPr>
            <p:nvPr/>
          </p:nvSpPr>
          <p:spPr bwMode="auto">
            <a:xfrm>
              <a:off x="989" y="3023"/>
              <a:ext cx="51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I_Addr</a:t>
              </a:r>
            </a:p>
          </p:txBody>
        </p:sp>
        <p:sp>
          <p:nvSpPr>
            <p:cNvPr id="104472" name="Line 9">
              <a:extLst>
                <a:ext uri="{FF2B5EF4-FFF2-40B4-BE49-F238E27FC236}">
                  <a16:creationId xmlns:a16="http://schemas.microsoft.com/office/drawing/2014/main" id="{D9CDBDFB-1838-6410-E071-F72B028144DA}"/>
                </a:ext>
              </a:extLst>
            </p:cNvPr>
            <p:cNvSpPr>
              <a:spLocks noChangeShapeType="1"/>
            </p:cNvSpPr>
            <p:nvPr/>
          </p:nvSpPr>
          <p:spPr bwMode="auto">
            <a:xfrm flipH="1">
              <a:off x="1000" y="3220"/>
              <a:ext cx="592"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4473" name="Rectangle 10">
              <a:extLst>
                <a:ext uri="{FF2B5EF4-FFF2-40B4-BE49-F238E27FC236}">
                  <a16:creationId xmlns:a16="http://schemas.microsoft.com/office/drawing/2014/main" id="{0CAF785C-1AAF-FAD4-3F77-28DE2B145F48}"/>
                </a:ext>
              </a:extLst>
            </p:cNvPr>
            <p:cNvSpPr>
              <a:spLocks noChangeArrowheads="1"/>
            </p:cNvSpPr>
            <p:nvPr/>
          </p:nvSpPr>
          <p:spPr bwMode="auto">
            <a:xfrm>
              <a:off x="1037" y="3215"/>
              <a:ext cx="49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I_Data</a:t>
              </a:r>
            </a:p>
          </p:txBody>
        </p:sp>
        <p:sp>
          <p:nvSpPr>
            <p:cNvPr id="104474" name="Line 11">
              <a:extLst>
                <a:ext uri="{FF2B5EF4-FFF2-40B4-BE49-F238E27FC236}">
                  <a16:creationId xmlns:a16="http://schemas.microsoft.com/office/drawing/2014/main" id="{69621140-1475-E6DD-D99C-E125E0142D3C}"/>
                </a:ext>
              </a:extLst>
            </p:cNvPr>
            <p:cNvSpPr>
              <a:spLocks noChangeShapeType="1"/>
            </p:cNvSpPr>
            <p:nvPr/>
          </p:nvSpPr>
          <p:spPr bwMode="auto">
            <a:xfrm flipH="1">
              <a:off x="1000" y="3412"/>
              <a:ext cx="592"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4475" name="Line 12">
              <a:extLst>
                <a:ext uri="{FF2B5EF4-FFF2-40B4-BE49-F238E27FC236}">
                  <a16:creationId xmlns:a16="http://schemas.microsoft.com/office/drawing/2014/main" id="{D5B5828C-9AD1-E7A9-568E-C0B461AA8131}"/>
                </a:ext>
              </a:extLst>
            </p:cNvPr>
            <p:cNvSpPr>
              <a:spLocks noChangeShapeType="1"/>
            </p:cNvSpPr>
            <p:nvPr/>
          </p:nvSpPr>
          <p:spPr bwMode="auto">
            <a:xfrm flipH="1">
              <a:off x="1000" y="2740"/>
              <a:ext cx="448"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76" name="Rectangle 13">
              <a:extLst>
                <a:ext uri="{FF2B5EF4-FFF2-40B4-BE49-F238E27FC236}">
                  <a16:creationId xmlns:a16="http://schemas.microsoft.com/office/drawing/2014/main" id="{4B92DA0F-CA3D-5936-D303-43710AF801B2}"/>
                </a:ext>
              </a:extLst>
            </p:cNvPr>
            <p:cNvSpPr>
              <a:spLocks noChangeArrowheads="1"/>
            </p:cNvSpPr>
            <p:nvPr/>
          </p:nvSpPr>
          <p:spPr bwMode="auto">
            <a:xfrm>
              <a:off x="1592" y="3036"/>
              <a:ext cx="560" cy="46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4477" name="Rectangle 14">
              <a:extLst>
                <a:ext uri="{FF2B5EF4-FFF2-40B4-BE49-F238E27FC236}">
                  <a16:creationId xmlns:a16="http://schemas.microsoft.com/office/drawing/2014/main" id="{43A9E3E7-DBD2-1F47-8C25-DDC6133AC671}"/>
                </a:ext>
              </a:extLst>
            </p:cNvPr>
            <p:cNvSpPr>
              <a:spLocks noChangeArrowheads="1"/>
            </p:cNvSpPr>
            <p:nvPr/>
          </p:nvSpPr>
          <p:spPr bwMode="auto">
            <a:xfrm>
              <a:off x="1578" y="3028"/>
              <a:ext cx="608" cy="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eaLnBrk="0" hangingPunct="0"/>
              <a:r>
                <a:rPr lang="en-US" altLang="zh-CN">
                  <a:solidFill>
                    <a:schemeClr val="accent2"/>
                  </a:solidFill>
                  <a:latin typeface="Arial" panose="020B0604020202020204" pitchFamily="34" charset="0"/>
                  <a:ea typeface="宋体" panose="02010600030101010101" pitchFamily="2" charset="-122"/>
                </a:rPr>
                <a:t>Reg</a:t>
              </a:r>
              <a:r>
                <a:rPr lang="en-US" altLang="zh-CN">
                  <a:solidFill>
                    <a:schemeClr val="accent2"/>
                  </a:solidFill>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File</a:t>
              </a:r>
            </a:p>
            <a:p>
              <a:pPr algn="ctr" eaLnBrk="0" hangingPunct="0"/>
              <a:r>
                <a:rPr lang="en-US" altLang="zh-CN">
                  <a:ea typeface="宋体" panose="02010600030101010101" pitchFamily="2" charset="-122"/>
                </a:rPr>
                <a:t>or</a:t>
              </a:r>
            </a:p>
            <a:p>
              <a:pPr algn="ctr" eaLnBrk="0" hangingPunct="0"/>
              <a:r>
                <a:rPr lang="en-US" altLang="zh-CN">
                  <a:solidFill>
                    <a:schemeClr val="accent2"/>
                  </a:solidFill>
                  <a:latin typeface="Arial" panose="020B0604020202020204" pitchFamily="34" charset="0"/>
                  <a:ea typeface="宋体" panose="02010600030101010101" pitchFamily="2" charset="-122"/>
                </a:rPr>
                <a:t>Memory</a:t>
              </a:r>
            </a:p>
          </p:txBody>
        </p:sp>
        <p:sp>
          <p:nvSpPr>
            <p:cNvPr id="104478" name="Line 15">
              <a:extLst>
                <a:ext uri="{FF2B5EF4-FFF2-40B4-BE49-F238E27FC236}">
                  <a16:creationId xmlns:a16="http://schemas.microsoft.com/office/drawing/2014/main" id="{D70491F9-6212-1806-E799-22095E9D71F1}"/>
                </a:ext>
              </a:extLst>
            </p:cNvPr>
            <p:cNvSpPr>
              <a:spLocks noChangeShapeType="1"/>
            </p:cNvSpPr>
            <p:nvPr/>
          </p:nvSpPr>
          <p:spPr bwMode="auto">
            <a:xfrm>
              <a:off x="1872" y="2700"/>
              <a:ext cx="0" cy="320"/>
            </a:xfrm>
            <a:prstGeom prst="line">
              <a:avLst/>
            </a:prstGeom>
            <a:noFill/>
            <a:ln w="254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79" name="Line 16">
              <a:extLst>
                <a:ext uri="{FF2B5EF4-FFF2-40B4-BE49-F238E27FC236}">
                  <a16:creationId xmlns:a16="http://schemas.microsoft.com/office/drawing/2014/main" id="{562ECB82-073B-870D-24B9-EFD04810F890}"/>
                </a:ext>
              </a:extLst>
            </p:cNvPr>
            <p:cNvSpPr>
              <a:spLocks noChangeShapeType="1"/>
            </p:cNvSpPr>
            <p:nvPr/>
          </p:nvSpPr>
          <p:spPr bwMode="auto">
            <a:xfrm>
              <a:off x="912" y="2316"/>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0" name="Line 17">
              <a:extLst>
                <a:ext uri="{FF2B5EF4-FFF2-40B4-BE49-F238E27FC236}">
                  <a16:creationId xmlns:a16="http://schemas.microsoft.com/office/drawing/2014/main" id="{27EE1466-0AAF-D0B7-B342-03460CF8275E}"/>
                </a:ext>
              </a:extLst>
            </p:cNvPr>
            <p:cNvSpPr>
              <a:spLocks noChangeShapeType="1"/>
            </p:cNvSpPr>
            <p:nvPr/>
          </p:nvSpPr>
          <p:spPr bwMode="auto">
            <a:xfrm flipV="1">
              <a:off x="912" y="1532"/>
              <a:ext cx="0" cy="736"/>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1" name="Line 18">
              <a:extLst>
                <a:ext uri="{FF2B5EF4-FFF2-40B4-BE49-F238E27FC236}">
                  <a16:creationId xmlns:a16="http://schemas.microsoft.com/office/drawing/2014/main" id="{EFA55AE2-B45D-3CDC-DA35-FE83ABC50DAB}"/>
                </a:ext>
              </a:extLst>
            </p:cNvPr>
            <p:cNvSpPr>
              <a:spLocks noChangeShapeType="1"/>
            </p:cNvSpPr>
            <p:nvPr/>
          </p:nvSpPr>
          <p:spPr bwMode="auto">
            <a:xfrm>
              <a:off x="584" y="1260"/>
              <a:ext cx="338"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2" name="Line 19">
              <a:extLst>
                <a:ext uri="{FF2B5EF4-FFF2-40B4-BE49-F238E27FC236}">
                  <a16:creationId xmlns:a16="http://schemas.microsoft.com/office/drawing/2014/main" id="{0FF5D3F1-A96A-8731-DA58-65F606B9E503}"/>
                </a:ext>
              </a:extLst>
            </p:cNvPr>
            <p:cNvSpPr>
              <a:spLocks noChangeShapeType="1"/>
            </p:cNvSpPr>
            <p:nvPr/>
          </p:nvSpPr>
          <p:spPr bwMode="auto">
            <a:xfrm>
              <a:off x="912" y="1260"/>
              <a:ext cx="0" cy="224"/>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83" name="Line 20">
              <a:extLst>
                <a:ext uri="{FF2B5EF4-FFF2-40B4-BE49-F238E27FC236}">
                  <a16:creationId xmlns:a16="http://schemas.microsoft.com/office/drawing/2014/main" id="{334FF451-79F5-A76A-DF13-B5BAC48493C2}"/>
                </a:ext>
              </a:extLst>
            </p:cNvPr>
            <p:cNvSpPr>
              <a:spLocks noChangeShapeType="1"/>
            </p:cNvSpPr>
            <p:nvPr/>
          </p:nvSpPr>
          <p:spPr bwMode="auto">
            <a:xfrm>
              <a:off x="912" y="1492"/>
              <a:ext cx="10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4" name="Line 21">
              <a:extLst>
                <a:ext uri="{FF2B5EF4-FFF2-40B4-BE49-F238E27FC236}">
                  <a16:creationId xmlns:a16="http://schemas.microsoft.com/office/drawing/2014/main" id="{7D9099D2-D553-632C-A555-2FDF397E46EB}"/>
                </a:ext>
              </a:extLst>
            </p:cNvPr>
            <p:cNvSpPr>
              <a:spLocks noChangeShapeType="1"/>
            </p:cNvSpPr>
            <p:nvPr/>
          </p:nvSpPr>
          <p:spPr bwMode="auto">
            <a:xfrm>
              <a:off x="1985" y="1234"/>
              <a:ext cx="1073"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5" name="Line 22">
              <a:extLst>
                <a:ext uri="{FF2B5EF4-FFF2-40B4-BE49-F238E27FC236}">
                  <a16:creationId xmlns:a16="http://schemas.microsoft.com/office/drawing/2014/main" id="{52299054-0737-8447-3902-BAFB7C12491C}"/>
                </a:ext>
              </a:extLst>
            </p:cNvPr>
            <p:cNvSpPr>
              <a:spLocks noChangeShapeType="1"/>
            </p:cNvSpPr>
            <p:nvPr/>
          </p:nvSpPr>
          <p:spPr bwMode="auto">
            <a:xfrm flipH="1">
              <a:off x="1986" y="1242"/>
              <a:ext cx="1" cy="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6" name="Line 23">
              <a:extLst>
                <a:ext uri="{FF2B5EF4-FFF2-40B4-BE49-F238E27FC236}">
                  <a16:creationId xmlns:a16="http://schemas.microsoft.com/office/drawing/2014/main" id="{A42F3C6C-E89B-21CF-9CDF-0DAB81C7C221}"/>
                </a:ext>
              </a:extLst>
            </p:cNvPr>
            <p:cNvSpPr>
              <a:spLocks noChangeShapeType="1"/>
            </p:cNvSpPr>
            <p:nvPr/>
          </p:nvSpPr>
          <p:spPr bwMode="auto">
            <a:xfrm>
              <a:off x="784" y="1588"/>
              <a:ext cx="3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7" name="Line 24">
              <a:extLst>
                <a:ext uri="{FF2B5EF4-FFF2-40B4-BE49-F238E27FC236}">
                  <a16:creationId xmlns:a16="http://schemas.microsoft.com/office/drawing/2014/main" id="{83D49749-40AF-8314-F17F-E7310F56E6EE}"/>
                </a:ext>
              </a:extLst>
            </p:cNvPr>
            <p:cNvSpPr>
              <a:spLocks noChangeShapeType="1"/>
            </p:cNvSpPr>
            <p:nvPr/>
          </p:nvSpPr>
          <p:spPr bwMode="auto">
            <a:xfrm>
              <a:off x="776" y="1732"/>
              <a:ext cx="3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8" name="Line 25">
              <a:extLst>
                <a:ext uri="{FF2B5EF4-FFF2-40B4-BE49-F238E27FC236}">
                  <a16:creationId xmlns:a16="http://schemas.microsoft.com/office/drawing/2014/main" id="{694B94D7-6B79-0701-C320-AA0D99BE366E}"/>
                </a:ext>
              </a:extLst>
            </p:cNvPr>
            <p:cNvSpPr>
              <a:spLocks noChangeShapeType="1"/>
            </p:cNvSpPr>
            <p:nvPr/>
          </p:nvSpPr>
          <p:spPr bwMode="auto">
            <a:xfrm>
              <a:off x="1272" y="1588"/>
              <a:ext cx="11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9" name="Line 26">
              <a:extLst>
                <a:ext uri="{FF2B5EF4-FFF2-40B4-BE49-F238E27FC236}">
                  <a16:creationId xmlns:a16="http://schemas.microsoft.com/office/drawing/2014/main" id="{33627DC9-0D72-E832-464A-8C06BC7B73A4}"/>
                </a:ext>
              </a:extLst>
            </p:cNvPr>
            <p:cNvSpPr>
              <a:spLocks noChangeShapeType="1"/>
            </p:cNvSpPr>
            <p:nvPr/>
          </p:nvSpPr>
          <p:spPr bwMode="auto">
            <a:xfrm>
              <a:off x="1140" y="1578"/>
              <a:ext cx="125" cy="1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0" name="Line 27">
              <a:extLst>
                <a:ext uri="{FF2B5EF4-FFF2-40B4-BE49-F238E27FC236}">
                  <a16:creationId xmlns:a16="http://schemas.microsoft.com/office/drawing/2014/main" id="{3DAA0A15-051D-BA4E-5E1F-03EB70C329B9}"/>
                </a:ext>
              </a:extLst>
            </p:cNvPr>
            <p:cNvSpPr>
              <a:spLocks noChangeShapeType="1"/>
            </p:cNvSpPr>
            <p:nvPr/>
          </p:nvSpPr>
          <p:spPr bwMode="auto">
            <a:xfrm flipV="1">
              <a:off x="1149" y="1580"/>
              <a:ext cx="125" cy="15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1" name="Line 28">
              <a:extLst>
                <a:ext uri="{FF2B5EF4-FFF2-40B4-BE49-F238E27FC236}">
                  <a16:creationId xmlns:a16="http://schemas.microsoft.com/office/drawing/2014/main" id="{B31811DD-2E4C-247F-2792-1760AB1C3178}"/>
                </a:ext>
              </a:extLst>
            </p:cNvPr>
            <p:cNvSpPr>
              <a:spLocks noChangeShapeType="1"/>
            </p:cNvSpPr>
            <p:nvPr/>
          </p:nvSpPr>
          <p:spPr bwMode="auto">
            <a:xfrm>
              <a:off x="1272" y="1732"/>
              <a:ext cx="11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2" name="Rectangle 29">
              <a:extLst>
                <a:ext uri="{FF2B5EF4-FFF2-40B4-BE49-F238E27FC236}">
                  <a16:creationId xmlns:a16="http://schemas.microsoft.com/office/drawing/2014/main" id="{BABB2BB3-E9C5-289F-B2DF-0097A0A9971F}"/>
                </a:ext>
              </a:extLst>
            </p:cNvPr>
            <p:cNvSpPr>
              <a:spLocks noChangeArrowheads="1"/>
            </p:cNvSpPr>
            <p:nvPr/>
          </p:nvSpPr>
          <p:spPr bwMode="auto">
            <a:xfrm>
              <a:off x="519" y="1300"/>
              <a:ext cx="30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Clk</a:t>
              </a:r>
            </a:p>
          </p:txBody>
        </p:sp>
        <p:sp>
          <p:nvSpPr>
            <p:cNvPr id="104493" name="Rectangle 30">
              <a:extLst>
                <a:ext uri="{FF2B5EF4-FFF2-40B4-BE49-F238E27FC236}">
                  <a16:creationId xmlns:a16="http://schemas.microsoft.com/office/drawing/2014/main" id="{770A6BD2-58AC-2CD9-2D04-7300ED32DFF2}"/>
                </a:ext>
              </a:extLst>
            </p:cNvPr>
            <p:cNvSpPr>
              <a:spLocks noChangeArrowheads="1"/>
            </p:cNvSpPr>
            <p:nvPr/>
          </p:nvSpPr>
          <p:spPr bwMode="auto">
            <a:xfrm>
              <a:off x="279" y="1588"/>
              <a:ext cx="51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I_Addr</a:t>
              </a:r>
            </a:p>
          </p:txBody>
        </p:sp>
        <p:sp>
          <p:nvSpPr>
            <p:cNvPr id="104494" name="Line 31">
              <a:extLst>
                <a:ext uri="{FF2B5EF4-FFF2-40B4-BE49-F238E27FC236}">
                  <a16:creationId xmlns:a16="http://schemas.microsoft.com/office/drawing/2014/main" id="{39C45FFE-82CE-69E9-C961-72E103A72ABE}"/>
                </a:ext>
              </a:extLst>
            </p:cNvPr>
            <p:cNvSpPr>
              <a:spLocks noChangeShapeType="1"/>
            </p:cNvSpPr>
            <p:nvPr/>
          </p:nvSpPr>
          <p:spPr bwMode="auto">
            <a:xfrm>
              <a:off x="776" y="197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5" name="Line 32">
              <a:extLst>
                <a:ext uri="{FF2B5EF4-FFF2-40B4-BE49-F238E27FC236}">
                  <a16:creationId xmlns:a16="http://schemas.microsoft.com/office/drawing/2014/main" id="{21DD67BD-0521-75CF-DB02-ECC80641C6E7}"/>
                </a:ext>
              </a:extLst>
            </p:cNvPr>
            <p:cNvSpPr>
              <a:spLocks noChangeShapeType="1"/>
            </p:cNvSpPr>
            <p:nvPr/>
          </p:nvSpPr>
          <p:spPr bwMode="auto">
            <a:xfrm flipV="1">
              <a:off x="1046" y="1820"/>
              <a:ext cx="77"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6" name="Line 33">
              <a:extLst>
                <a:ext uri="{FF2B5EF4-FFF2-40B4-BE49-F238E27FC236}">
                  <a16:creationId xmlns:a16="http://schemas.microsoft.com/office/drawing/2014/main" id="{46C36604-7DDD-C3FC-8D66-43514D9A06E0}"/>
                </a:ext>
              </a:extLst>
            </p:cNvPr>
            <p:cNvSpPr>
              <a:spLocks noChangeShapeType="1"/>
            </p:cNvSpPr>
            <p:nvPr/>
          </p:nvSpPr>
          <p:spPr bwMode="auto">
            <a:xfrm>
              <a:off x="1112" y="1828"/>
              <a:ext cx="12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7" name="Rectangle 34">
              <a:extLst>
                <a:ext uri="{FF2B5EF4-FFF2-40B4-BE49-F238E27FC236}">
                  <a16:creationId xmlns:a16="http://schemas.microsoft.com/office/drawing/2014/main" id="{A6AAFCF1-4E85-E811-E228-76FAC16AF793}"/>
                </a:ext>
              </a:extLst>
            </p:cNvPr>
            <p:cNvSpPr>
              <a:spLocks noChangeArrowheads="1"/>
            </p:cNvSpPr>
            <p:nvPr/>
          </p:nvSpPr>
          <p:spPr bwMode="auto">
            <a:xfrm>
              <a:off x="279" y="1780"/>
              <a:ext cx="54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I_WrEn</a:t>
              </a:r>
            </a:p>
          </p:txBody>
        </p:sp>
        <p:sp>
          <p:nvSpPr>
            <p:cNvPr id="104498" name="Arc 35">
              <a:extLst>
                <a:ext uri="{FF2B5EF4-FFF2-40B4-BE49-F238E27FC236}">
                  <a16:creationId xmlns:a16="http://schemas.microsoft.com/office/drawing/2014/main" id="{6A4CB4C6-BFD8-7F87-A740-CB41DCD023CB}"/>
                </a:ext>
              </a:extLst>
            </p:cNvPr>
            <p:cNvSpPr>
              <a:spLocks noChangeArrowheads="1"/>
            </p:cNvSpPr>
            <p:nvPr/>
          </p:nvSpPr>
          <p:spPr bwMode="auto">
            <a:xfrm>
              <a:off x="1568" y="2587"/>
              <a:ext cx="107" cy="106"/>
            </a:xfrm>
            <a:custGeom>
              <a:avLst/>
              <a:gdLst>
                <a:gd name="T0" fmla="*/ 0 w 21845"/>
                <a:gd name="T1" fmla="*/ 1 h 21600"/>
                <a:gd name="T2" fmla="*/ 245 w 21845"/>
                <a:gd name="T3" fmla="*/ 0 h 21600"/>
                <a:gd name="T4" fmla="*/ 21845 w 21845"/>
                <a:gd name="T5" fmla="*/ 21600 h 21600"/>
                <a:gd name="T6" fmla="*/ 0 w 21845"/>
                <a:gd name="T7" fmla="*/ 1 h 21600"/>
                <a:gd name="T8" fmla="*/ 245 w 21845"/>
                <a:gd name="T9" fmla="*/ 0 h 21600"/>
                <a:gd name="T10" fmla="*/ 21845 w 21845"/>
                <a:gd name="T11" fmla="*/ 21600 h 21600"/>
                <a:gd name="T12" fmla="*/ 245 w 21845"/>
                <a:gd name="T13" fmla="*/ 21600 h 21600"/>
                <a:gd name="T14" fmla="*/ 0 w 21845"/>
                <a:gd name="T15" fmla="*/ 1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5" h="21600" fill="none">
                  <a:moveTo>
                    <a:pt x="0" y="1"/>
                  </a:moveTo>
                  <a:cubicBezTo>
                    <a:pt x="81" y="0"/>
                    <a:pt x="163" y="-1"/>
                    <a:pt x="245" y="0"/>
                  </a:cubicBezTo>
                  <a:cubicBezTo>
                    <a:pt x="12174" y="0"/>
                    <a:pt x="21845" y="9670"/>
                    <a:pt x="21845" y="21600"/>
                  </a:cubicBezTo>
                </a:path>
                <a:path w="21845" h="21600" stroke="0">
                  <a:moveTo>
                    <a:pt x="0" y="1"/>
                  </a:moveTo>
                  <a:cubicBezTo>
                    <a:pt x="81" y="0"/>
                    <a:pt x="163" y="-1"/>
                    <a:pt x="245" y="0"/>
                  </a:cubicBezTo>
                  <a:cubicBezTo>
                    <a:pt x="12174" y="0"/>
                    <a:pt x="21845" y="9670"/>
                    <a:pt x="21845" y="21600"/>
                  </a:cubicBezTo>
                  <a:lnTo>
                    <a:pt x="245" y="21600"/>
                  </a:lnTo>
                  <a:lnTo>
                    <a:pt x="0" y="1"/>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04499" name="Arc 36">
              <a:extLst>
                <a:ext uri="{FF2B5EF4-FFF2-40B4-BE49-F238E27FC236}">
                  <a16:creationId xmlns:a16="http://schemas.microsoft.com/office/drawing/2014/main" id="{82656D39-9201-8BE0-8435-87E3B265FE9A}"/>
                </a:ext>
              </a:extLst>
            </p:cNvPr>
            <p:cNvSpPr>
              <a:spLocks noChangeArrowheads="1"/>
            </p:cNvSpPr>
            <p:nvPr/>
          </p:nvSpPr>
          <p:spPr bwMode="auto">
            <a:xfrm rot="10800000">
              <a:off x="1595" y="2701"/>
              <a:ext cx="88" cy="88"/>
            </a:xfrm>
            <a:custGeom>
              <a:avLst/>
              <a:gdLst>
                <a:gd name="T0" fmla="*/ 0 w 21600"/>
                <a:gd name="T1" fmla="*/ 21598 h 21599"/>
                <a:gd name="T2" fmla="*/ 21355 w 21600"/>
                <a:gd name="T3" fmla="*/ 0 h 21599"/>
                <a:gd name="T4" fmla="*/ 0 w 21600"/>
                <a:gd name="T5" fmla="*/ 21598 h 21599"/>
                <a:gd name="T6" fmla="*/ 21355 w 21600"/>
                <a:gd name="T7" fmla="*/ 0 h 21599"/>
                <a:gd name="T8" fmla="*/ 21600 w 21600"/>
                <a:gd name="T9" fmla="*/ 21599 h 21599"/>
                <a:gd name="T10" fmla="*/ 0 w 21600"/>
                <a:gd name="T11" fmla="*/ 21598 h 21599"/>
              </a:gdLst>
              <a:ahLst/>
              <a:cxnLst>
                <a:cxn ang="0">
                  <a:pos x="T0" y="T1"/>
                </a:cxn>
                <a:cxn ang="0">
                  <a:pos x="T2" y="T3"/>
                </a:cxn>
                <a:cxn ang="0">
                  <a:pos x="T4" y="T5"/>
                </a:cxn>
                <a:cxn ang="0">
                  <a:pos x="T6" y="T7"/>
                </a:cxn>
                <a:cxn ang="0">
                  <a:pos x="T8" y="T9"/>
                </a:cxn>
                <a:cxn ang="0">
                  <a:pos x="T10" y="T11"/>
                </a:cxn>
              </a:cxnLst>
              <a:rect l="0" t="0" r="r" b="b"/>
              <a:pathLst>
                <a:path w="21600" h="21599" fill="none">
                  <a:moveTo>
                    <a:pt x="0" y="21598"/>
                  </a:moveTo>
                  <a:cubicBezTo>
                    <a:pt x="0" y="9765"/>
                    <a:pt x="9521" y="134"/>
                    <a:pt x="21355" y="0"/>
                  </a:cubicBezTo>
                </a:path>
                <a:path w="21600" h="21599" stroke="0">
                  <a:moveTo>
                    <a:pt x="0" y="21598"/>
                  </a:moveTo>
                  <a:cubicBezTo>
                    <a:pt x="0" y="9765"/>
                    <a:pt x="9521" y="134"/>
                    <a:pt x="21355" y="0"/>
                  </a:cubicBezTo>
                  <a:lnTo>
                    <a:pt x="21600" y="21599"/>
                  </a:lnTo>
                  <a:lnTo>
                    <a:pt x="0" y="21598"/>
                  </a:lnTo>
                  <a:close/>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04500" name="Line 37">
              <a:extLst>
                <a:ext uri="{FF2B5EF4-FFF2-40B4-BE49-F238E27FC236}">
                  <a16:creationId xmlns:a16="http://schemas.microsoft.com/office/drawing/2014/main" id="{C48BA8F9-7CA4-5D90-456B-8FD6BEA0D137}"/>
                </a:ext>
              </a:extLst>
            </p:cNvPr>
            <p:cNvSpPr>
              <a:spLocks noChangeShapeType="1"/>
            </p:cNvSpPr>
            <p:nvPr/>
          </p:nvSpPr>
          <p:spPr bwMode="auto">
            <a:xfrm flipH="1">
              <a:off x="1434" y="2596"/>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01" name="Line 38">
              <a:extLst>
                <a:ext uri="{FF2B5EF4-FFF2-40B4-BE49-F238E27FC236}">
                  <a16:creationId xmlns:a16="http://schemas.microsoft.com/office/drawing/2014/main" id="{9D94F47F-C787-73F3-B924-822A0B9784A3}"/>
                </a:ext>
              </a:extLst>
            </p:cNvPr>
            <p:cNvSpPr>
              <a:spLocks noChangeShapeType="1"/>
            </p:cNvSpPr>
            <p:nvPr/>
          </p:nvSpPr>
          <p:spPr bwMode="auto">
            <a:xfrm flipH="1">
              <a:off x="1434" y="2788"/>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02" name="Line 39">
              <a:extLst>
                <a:ext uri="{FF2B5EF4-FFF2-40B4-BE49-F238E27FC236}">
                  <a16:creationId xmlns:a16="http://schemas.microsoft.com/office/drawing/2014/main" id="{6FA5492B-5E87-5431-FE87-FC98C3CA90D0}"/>
                </a:ext>
              </a:extLst>
            </p:cNvPr>
            <p:cNvSpPr>
              <a:spLocks noChangeShapeType="1"/>
            </p:cNvSpPr>
            <p:nvPr/>
          </p:nvSpPr>
          <p:spPr bwMode="auto">
            <a:xfrm>
              <a:off x="1442" y="2604"/>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03" name="Line 41">
              <a:extLst>
                <a:ext uri="{FF2B5EF4-FFF2-40B4-BE49-F238E27FC236}">
                  <a16:creationId xmlns:a16="http://schemas.microsoft.com/office/drawing/2014/main" id="{F17BE81C-EAE9-D0FA-1A05-8E65155C2601}"/>
                </a:ext>
              </a:extLst>
            </p:cNvPr>
            <p:cNvSpPr>
              <a:spLocks noChangeShapeType="1"/>
            </p:cNvSpPr>
            <p:nvPr/>
          </p:nvSpPr>
          <p:spPr bwMode="auto">
            <a:xfrm flipH="1">
              <a:off x="1144" y="2644"/>
              <a:ext cx="3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04" name="Line 42">
              <a:extLst>
                <a:ext uri="{FF2B5EF4-FFF2-40B4-BE49-F238E27FC236}">
                  <a16:creationId xmlns:a16="http://schemas.microsoft.com/office/drawing/2014/main" id="{FF306DCC-0472-8E26-51AC-F7D36567F3E5}"/>
                </a:ext>
              </a:extLst>
            </p:cNvPr>
            <p:cNvSpPr>
              <a:spLocks noChangeShapeType="1"/>
            </p:cNvSpPr>
            <p:nvPr/>
          </p:nvSpPr>
          <p:spPr bwMode="auto">
            <a:xfrm flipH="1">
              <a:off x="280" y="2740"/>
              <a:ext cx="544" cy="0"/>
            </a:xfrm>
            <a:prstGeom prst="line">
              <a:avLst/>
            </a:prstGeom>
            <a:noFill/>
            <a:ln w="2540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4505" name="Line 43">
              <a:extLst>
                <a:ext uri="{FF2B5EF4-FFF2-40B4-BE49-F238E27FC236}">
                  <a16:creationId xmlns:a16="http://schemas.microsoft.com/office/drawing/2014/main" id="{07FE0302-DE7D-BB20-BCDC-09EA08A0564C}"/>
                </a:ext>
              </a:extLst>
            </p:cNvPr>
            <p:cNvSpPr>
              <a:spLocks noChangeShapeType="1"/>
            </p:cNvSpPr>
            <p:nvPr/>
          </p:nvSpPr>
          <p:spPr bwMode="auto">
            <a:xfrm flipH="1">
              <a:off x="232" y="3220"/>
              <a:ext cx="592"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4506" name="Line 44">
              <a:extLst>
                <a:ext uri="{FF2B5EF4-FFF2-40B4-BE49-F238E27FC236}">
                  <a16:creationId xmlns:a16="http://schemas.microsoft.com/office/drawing/2014/main" id="{3F07D7D2-7F42-89F6-B479-03E99B618A6E}"/>
                </a:ext>
              </a:extLst>
            </p:cNvPr>
            <p:cNvSpPr>
              <a:spLocks noChangeShapeType="1"/>
            </p:cNvSpPr>
            <p:nvPr/>
          </p:nvSpPr>
          <p:spPr bwMode="auto">
            <a:xfrm flipH="1">
              <a:off x="376" y="3412"/>
              <a:ext cx="448"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4507" name="Rectangle 45">
              <a:extLst>
                <a:ext uri="{FF2B5EF4-FFF2-40B4-BE49-F238E27FC236}">
                  <a16:creationId xmlns:a16="http://schemas.microsoft.com/office/drawing/2014/main" id="{E22CA504-DCA9-3142-2129-36CD7D8740B7}"/>
                </a:ext>
              </a:extLst>
            </p:cNvPr>
            <p:cNvSpPr>
              <a:spLocks noChangeArrowheads="1"/>
            </p:cNvSpPr>
            <p:nvPr/>
          </p:nvSpPr>
          <p:spPr bwMode="auto">
            <a:xfrm>
              <a:off x="173" y="3039"/>
              <a:ext cx="6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Address</a:t>
              </a:r>
            </a:p>
          </p:txBody>
        </p:sp>
        <p:sp>
          <p:nvSpPr>
            <p:cNvPr id="104508" name="Rectangle 46">
              <a:extLst>
                <a:ext uri="{FF2B5EF4-FFF2-40B4-BE49-F238E27FC236}">
                  <a16:creationId xmlns:a16="http://schemas.microsoft.com/office/drawing/2014/main" id="{8F73BD2A-1EF9-4393-6557-A557AE756AC1}"/>
                </a:ext>
              </a:extLst>
            </p:cNvPr>
            <p:cNvSpPr>
              <a:spLocks noChangeArrowheads="1"/>
            </p:cNvSpPr>
            <p:nvPr/>
          </p:nvSpPr>
          <p:spPr bwMode="auto">
            <a:xfrm>
              <a:off x="317" y="3231"/>
              <a:ext cx="3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Data</a:t>
              </a:r>
            </a:p>
          </p:txBody>
        </p:sp>
        <p:sp>
          <p:nvSpPr>
            <p:cNvPr id="104509" name="Line 47">
              <a:extLst>
                <a:ext uri="{FF2B5EF4-FFF2-40B4-BE49-F238E27FC236}">
                  <a16:creationId xmlns:a16="http://schemas.microsoft.com/office/drawing/2014/main" id="{9E7E25D7-68C4-88F3-3F7E-28A2D61367B1}"/>
                </a:ext>
              </a:extLst>
            </p:cNvPr>
            <p:cNvSpPr>
              <a:spLocks noChangeShapeType="1"/>
            </p:cNvSpPr>
            <p:nvPr/>
          </p:nvSpPr>
          <p:spPr bwMode="auto">
            <a:xfrm flipH="1">
              <a:off x="1672" y="2692"/>
              <a:ext cx="208"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10" name="Line 48">
              <a:extLst>
                <a:ext uri="{FF2B5EF4-FFF2-40B4-BE49-F238E27FC236}">
                  <a16:creationId xmlns:a16="http://schemas.microsoft.com/office/drawing/2014/main" id="{204E4FA3-7C1D-4A4D-1623-E2C8A9BFBF88}"/>
                </a:ext>
              </a:extLst>
            </p:cNvPr>
            <p:cNvSpPr>
              <a:spLocks noChangeShapeType="1"/>
            </p:cNvSpPr>
            <p:nvPr/>
          </p:nvSpPr>
          <p:spPr bwMode="auto">
            <a:xfrm>
              <a:off x="920" y="2452"/>
              <a:ext cx="24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11" name="Line 49">
              <a:extLst>
                <a:ext uri="{FF2B5EF4-FFF2-40B4-BE49-F238E27FC236}">
                  <a16:creationId xmlns:a16="http://schemas.microsoft.com/office/drawing/2014/main" id="{DC154469-6DBF-2C55-3AD8-2B10B8A8BD89}"/>
                </a:ext>
              </a:extLst>
            </p:cNvPr>
            <p:cNvSpPr>
              <a:spLocks noChangeShapeType="1"/>
            </p:cNvSpPr>
            <p:nvPr/>
          </p:nvSpPr>
          <p:spPr bwMode="auto">
            <a:xfrm>
              <a:off x="1152" y="2460"/>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12" name="Rectangle 50">
              <a:extLst>
                <a:ext uri="{FF2B5EF4-FFF2-40B4-BE49-F238E27FC236}">
                  <a16:creationId xmlns:a16="http://schemas.microsoft.com/office/drawing/2014/main" id="{682500B5-0587-3D74-0AE5-74CACBDD4454}"/>
                </a:ext>
              </a:extLst>
            </p:cNvPr>
            <p:cNvSpPr>
              <a:spLocks noChangeArrowheads="1"/>
            </p:cNvSpPr>
            <p:nvPr/>
          </p:nvSpPr>
          <p:spPr bwMode="auto">
            <a:xfrm>
              <a:off x="989" y="2751"/>
              <a:ext cx="548"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a:latin typeface="Arial" panose="020B0604020202020204" pitchFamily="34" charset="0"/>
                  <a:ea typeface="宋体" panose="02010600030101010101" pitchFamily="2" charset="-122"/>
                </a:rPr>
                <a:t>I_WrEn</a:t>
              </a:r>
            </a:p>
          </p:txBody>
        </p:sp>
        <p:sp>
          <p:nvSpPr>
            <p:cNvPr id="104513" name="Line 51">
              <a:extLst>
                <a:ext uri="{FF2B5EF4-FFF2-40B4-BE49-F238E27FC236}">
                  <a16:creationId xmlns:a16="http://schemas.microsoft.com/office/drawing/2014/main" id="{3FA4E096-FB63-8F97-BEC0-CA3A887CC857}"/>
                </a:ext>
              </a:extLst>
            </p:cNvPr>
            <p:cNvSpPr>
              <a:spLocks noChangeShapeType="1"/>
            </p:cNvSpPr>
            <p:nvPr/>
          </p:nvSpPr>
          <p:spPr bwMode="auto">
            <a:xfrm>
              <a:off x="776" y="2212"/>
              <a:ext cx="12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14" name="Line 52">
              <a:extLst>
                <a:ext uri="{FF2B5EF4-FFF2-40B4-BE49-F238E27FC236}">
                  <a16:creationId xmlns:a16="http://schemas.microsoft.com/office/drawing/2014/main" id="{121A9794-8474-6FF9-30E8-808FD1BB9429}"/>
                </a:ext>
              </a:extLst>
            </p:cNvPr>
            <p:cNvSpPr>
              <a:spLocks noChangeShapeType="1"/>
            </p:cNvSpPr>
            <p:nvPr/>
          </p:nvSpPr>
          <p:spPr bwMode="auto">
            <a:xfrm flipV="1">
              <a:off x="2015" y="2051"/>
              <a:ext cx="95" cy="160"/>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15" name="Line 53">
              <a:extLst>
                <a:ext uri="{FF2B5EF4-FFF2-40B4-BE49-F238E27FC236}">
                  <a16:creationId xmlns:a16="http://schemas.microsoft.com/office/drawing/2014/main" id="{EB9A0D89-2007-07CD-0278-FE5D582CDAB9}"/>
                </a:ext>
              </a:extLst>
            </p:cNvPr>
            <p:cNvSpPr>
              <a:spLocks noChangeShapeType="1"/>
            </p:cNvSpPr>
            <p:nvPr/>
          </p:nvSpPr>
          <p:spPr bwMode="auto">
            <a:xfrm flipV="1">
              <a:off x="2104" y="2055"/>
              <a:ext cx="965" cy="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16" name="Rectangle 54">
              <a:extLst>
                <a:ext uri="{FF2B5EF4-FFF2-40B4-BE49-F238E27FC236}">
                  <a16:creationId xmlns:a16="http://schemas.microsoft.com/office/drawing/2014/main" id="{BCF0731D-578A-8373-3669-E1C5A14F4491}"/>
                </a:ext>
              </a:extLst>
            </p:cNvPr>
            <p:cNvSpPr>
              <a:spLocks noChangeArrowheads="1"/>
            </p:cNvSpPr>
            <p:nvPr/>
          </p:nvSpPr>
          <p:spPr bwMode="auto">
            <a:xfrm>
              <a:off x="279" y="2020"/>
              <a:ext cx="6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latin typeface="Arial" panose="020B0604020202020204" pitchFamily="34" charset="0"/>
                  <a:ea typeface="宋体" panose="02010600030101010101" pitchFamily="2" charset="-122"/>
                </a:rPr>
                <a:t>C_WrEn</a:t>
              </a:r>
            </a:p>
          </p:txBody>
        </p:sp>
        <p:sp>
          <p:nvSpPr>
            <p:cNvPr id="104517" name="Rectangle 55">
              <a:extLst>
                <a:ext uri="{FF2B5EF4-FFF2-40B4-BE49-F238E27FC236}">
                  <a16:creationId xmlns:a16="http://schemas.microsoft.com/office/drawing/2014/main" id="{1664C1B9-CB5D-4FB3-A63C-7ECAE758FA41}"/>
                </a:ext>
              </a:extLst>
            </p:cNvPr>
            <p:cNvSpPr>
              <a:spLocks noChangeArrowheads="1"/>
            </p:cNvSpPr>
            <p:nvPr/>
          </p:nvSpPr>
          <p:spPr bwMode="auto">
            <a:xfrm>
              <a:off x="1661" y="2495"/>
              <a:ext cx="64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u="sng">
                  <a:latin typeface="Arial" panose="020B0604020202020204" pitchFamily="34" charset="0"/>
                  <a:ea typeface="宋体" panose="02010600030101010101" pitchFamily="2" charset="-122"/>
                </a:rPr>
                <a:t>C_WrEn</a:t>
              </a:r>
            </a:p>
          </p:txBody>
        </p:sp>
        <p:sp>
          <p:nvSpPr>
            <p:cNvPr id="104518" name="Rectangle 67">
              <a:extLst>
                <a:ext uri="{FF2B5EF4-FFF2-40B4-BE49-F238E27FC236}">
                  <a16:creationId xmlns:a16="http://schemas.microsoft.com/office/drawing/2014/main" id="{5C0219DF-0529-81B0-FD15-DBA299449FB6}"/>
                </a:ext>
              </a:extLst>
            </p:cNvPr>
            <p:cNvSpPr>
              <a:spLocks noChangeArrowheads="1"/>
            </p:cNvSpPr>
            <p:nvPr/>
          </p:nvSpPr>
          <p:spPr bwMode="auto">
            <a:xfrm>
              <a:off x="728" y="2364"/>
              <a:ext cx="1568" cy="1232"/>
            </a:xfrm>
            <a:prstGeom prst="rect">
              <a:avLst/>
            </a:prstGeom>
            <a:noFill/>
            <a:ln w="25400">
              <a:solidFill>
                <a:schemeClr val="accent2"/>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4519" name="Line 76">
              <a:extLst>
                <a:ext uri="{FF2B5EF4-FFF2-40B4-BE49-F238E27FC236}">
                  <a16:creationId xmlns:a16="http://schemas.microsoft.com/office/drawing/2014/main" id="{6547C771-F37C-7132-1488-42EDDD4543E0}"/>
                </a:ext>
              </a:extLst>
            </p:cNvPr>
            <p:cNvSpPr>
              <a:spLocks noChangeShapeType="1"/>
            </p:cNvSpPr>
            <p:nvPr/>
          </p:nvSpPr>
          <p:spPr bwMode="auto">
            <a:xfrm flipH="1">
              <a:off x="2152" y="3427"/>
              <a:ext cx="286"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4520" name="Line 77">
              <a:extLst>
                <a:ext uri="{FF2B5EF4-FFF2-40B4-BE49-F238E27FC236}">
                  <a16:creationId xmlns:a16="http://schemas.microsoft.com/office/drawing/2014/main" id="{99366F04-5FD0-1D67-F9FF-377F896F254B}"/>
                </a:ext>
              </a:extLst>
            </p:cNvPr>
            <p:cNvSpPr>
              <a:spLocks noChangeShapeType="1"/>
            </p:cNvSpPr>
            <p:nvPr/>
          </p:nvSpPr>
          <p:spPr bwMode="auto">
            <a:xfrm>
              <a:off x="3052" y="1226"/>
              <a:ext cx="3" cy="2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21" name="Line 78">
              <a:extLst>
                <a:ext uri="{FF2B5EF4-FFF2-40B4-BE49-F238E27FC236}">
                  <a16:creationId xmlns:a16="http://schemas.microsoft.com/office/drawing/2014/main" id="{730AA78F-F297-DF3A-AE7E-B9480A89E38F}"/>
                </a:ext>
              </a:extLst>
            </p:cNvPr>
            <p:cNvSpPr>
              <a:spLocks noChangeShapeType="1"/>
            </p:cNvSpPr>
            <p:nvPr/>
          </p:nvSpPr>
          <p:spPr bwMode="auto">
            <a:xfrm>
              <a:off x="3059" y="1471"/>
              <a:ext cx="12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22" name="Line 79">
              <a:extLst>
                <a:ext uri="{FF2B5EF4-FFF2-40B4-BE49-F238E27FC236}">
                  <a16:creationId xmlns:a16="http://schemas.microsoft.com/office/drawing/2014/main" id="{85CF89A1-3624-E01B-A642-F09C9029D541}"/>
                </a:ext>
              </a:extLst>
            </p:cNvPr>
            <p:cNvSpPr>
              <a:spLocks noChangeShapeType="1"/>
            </p:cNvSpPr>
            <p:nvPr/>
          </p:nvSpPr>
          <p:spPr bwMode="auto">
            <a:xfrm flipH="1" flipV="1">
              <a:off x="3060" y="2061"/>
              <a:ext cx="92" cy="174"/>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23" name="Text Box 80">
              <a:extLst>
                <a:ext uri="{FF2B5EF4-FFF2-40B4-BE49-F238E27FC236}">
                  <a16:creationId xmlns:a16="http://schemas.microsoft.com/office/drawing/2014/main" id="{13A183CA-38FE-3168-F794-AE0B22F626F5}"/>
                </a:ext>
              </a:extLst>
            </p:cNvPr>
            <p:cNvSpPr txBox="1">
              <a:spLocks noChangeArrowheads="1"/>
            </p:cNvSpPr>
            <p:nvPr/>
          </p:nvSpPr>
          <p:spPr bwMode="auto">
            <a:xfrm>
              <a:off x="2142" y="2035"/>
              <a:ext cx="828"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altLang="zh-CN">
                  <a:latin typeface="Arial" panose="020B0604020202020204" pitchFamily="34" charset="0"/>
                  <a:ea typeface="宋体" panose="02010600030101010101" pitchFamily="2" charset="-122"/>
                </a:rPr>
                <a:t>Actual</a:t>
              </a:r>
              <a:r>
                <a:rPr lang="en-US" altLang="zh-CN">
                  <a:ea typeface="宋体" panose="02010600030101010101" pitchFamily="2" charset="-122"/>
                </a:rPr>
                <a:t> </a:t>
              </a:r>
              <a:r>
                <a:rPr lang="en-US" altLang="zh-CN">
                  <a:latin typeface="Arial" panose="020B0604020202020204" pitchFamily="34" charset="0"/>
                  <a:ea typeface="宋体" panose="02010600030101010101" pitchFamily="2" charset="-122"/>
                </a:rPr>
                <a:t>write</a:t>
              </a:r>
            </a:p>
          </p:txBody>
        </p:sp>
        <p:sp>
          <p:nvSpPr>
            <p:cNvPr id="104524" name="Line 83">
              <a:extLst>
                <a:ext uri="{FF2B5EF4-FFF2-40B4-BE49-F238E27FC236}">
                  <a16:creationId xmlns:a16="http://schemas.microsoft.com/office/drawing/2014/main" id="{97B8DC71-BB55-E640-9264-2B93FC5B35A6}"/>
                </a:ext>
              </a:extLst>
            </p:cNvPr>
            <p:cNvSpPr>
              <a:spLocks noChangeShapeType="1"/>
            </p:cNvSpPr>
            <p:nvPr/>
          </p:nvSpPr>
          <p:spPr bwMode="auto">
            <a:xfrm flipH="1">
              <a:off x="2048" y="2156"/>
              <a:ext cx="12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525" name="Line 84">
              <a:extLst>
                <a:ext uri="{FF2B5EF4-FFF2-40B4-BE49-F238E27FC236}">
                  <a16:creationId xmlns:a16="http://schemas.microsoft.com/office/drawing/2014/main" id="{BD8DDE0F-04AC-1033-8D0E-52222AFB09B2}"/>
                </a:ext>
              </a:extLst>
            </p:cNvPr>
            <p:cNvSpPr>
              <a:spLocks noChangeShapeType="1"/>
            </p:cNvSpPr>
            <p:nvPr/>
          </p:nvSpPr>
          <p:spPr bwMode="auto">
            <a:xfrm flipV="1">
              <a:off x="2904" y="2148"/>
              <a:ext cx="120" cy="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7677" name="Group 93">
            <a:extLst>
              <a:ext uri="{FF2B5EF4-FFF2-40B4-BE49-F238E27FC236}">
                <a16:creationId xmlns:a16="http://schemas.microsoft.com/office/drawing/2014/main" id="{BD6ED496-45A6-7568-0CB2-58E28814AF50}"/>
              </a:ext>
            </a:extLst>
          </p:cNvPr>
          <p:cNvGrpSpPr>
            <a:grpSpLocks/>
          </p:cNvGrpSpPr>
          <p:nvPr/>
        </p:nvGrpSpPr>
        <p:grpSpPr bwMode="auto">
          <a:xfrm>
            <a:off x="3978275" y="4503738"/>
            <a:ext cx="1882775" cy="762000"/>
            <a:chOff x="3713" y="3660"/>
            <a:chExt cx="1040" cy="480"/>
          </a:xfrm>
        </p:grpSpPr>
        <p:sp>
          <p:nvSpPr>
            <p:cNvPr id="104527" name="Line 68">
              <a:extLst>
                <a:ext uri="{FF2B5EF4-FFF2-40B4-BE49-F238E27FC236}">
                  <a16:creationId xmlns:a16="http://schemas.microsoft.com/office/drawing/2014/main" id="{727F0378-1834-DA6D-4A9B-D903F2DC104E}"/>
                </a:ext>
              </a:extLst>
            </p:cNvPr>
            <p:cNvSpPr>
              <a:spLocks noChangeShapeType="1"/>
            </p:cNvSpPr>
            <p:nvPr/>
          </p:nvSpPr>
          <p:spPr bwMode="auto">
            <a:xfrm>
              <a:off x="3713" y="3748"/>
              <a:ext cx="8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28" name="Line 69">
              <a:extLst>
                <a:ext uri="{FF2B5EF4-FFF2-40B4-BE49-F238E27FC236}">
                  <a16:creationId xmlns:a16="http://schemas.microsoft.com/office/drawing/2014/main" id="{6DF71041-12A5-A525-9299-F3BB048F1198}"/>
                </a:ext>
              </a:extLst>
            </p:cNvPr>
            <p:cNvSpPr>
              <a:spLocks noChangeShapeType="1"/>
            </p:cNvSpPr>
            <p:nvPr/>
          </p:nvSpPr>
          <p:spPr bwMode="auto">
            <a:xfrm>
              <a:off x="3713" y="4036"/>
              <a:ext cx="8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29" name="Line 70">
              <a:extLst>
                <a:ext uri="{FF2B5EF4-FFF2-40B4-BE49-F238E27FC236}">
                  <a16:creationId xmlns:a16="http://schemas.microsoft.com/office/drawing/2014/main" id="{6330B24F-D900-3BEA-22D5-DF5C0528B3C2}"/>
                </a:ext>
              </a:extLst>
            </p:cNvPr>
            <p:cNvSpPr>
              <a:spLocks noChangeShapeType="1"/>
            </p:cNvSpPr>
            <p:nvPr/>
          </p:nvSpPr>
          <p:spPr bwMode="auto">
            <a:xfrm>
              <a:off x="4529" y="3660"/>
              <a:ext cx="224" cy="2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30" name="Line 71">
              <a:extLst>
                <a:ext uri="{FF2B5EF4-FFF2-40B4-BE49-F238E27FC236}">
                  <a16:creationId xmlns:a16="http://schemas.microsoft.com/office/drawing/2014/main" id="{9F7E0150-0984-4526-3A6B-6620DE89DC4C}"/>
                </a:ext>
              </a:extLst>
            </p:cNvPr>
            <p:cNvSpPr>
              <a:spLocks noChangeShapeType="1"/>
            </p:cNvSpPr>
            <p:nvPr/>
          </p:nvSpPr>
          <p:spPr bwMode="auto">
            <a:xfrm flipV="1">
              <a:off x="4529" y="3884"/>
              <a:ext cx="224" cy="2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31" name="Text Box 85">
              <a:extLst>
                <a:ext uri="{FF2B5EF4-FFF2-40B4-BE49-F238E27FC236}">
                  <a16:creationId xmlns:a16="http://schemas.microsoft.com/office/drawing/2014/main" id="{55CBE8B1-7A52-7124-EF96-FB4770E79A28}"/>
                </a:ext>
              </a:extLst>
            </p:cNvPr>
            <p:cNvSpPr txBox="1">
              <a:spLocks noChangeArrowheads="1"/>
            </p:cNvSpPr>
            <p:nvPr/>
          </p:nvSpPr>
          <p:spPr bwMode="auto">
            <a:xfrm>
              <a:off x="3840" y="3778"/>
              <a:ext cx="52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ea typeface="黑体" panose="02010609060101010101" pitchFamily="49" charset="-122"/>
                </a:rPr>
                <a:t>等价于</a:t>
              </a:r>
            </a:p>
          </p:txBody>
        </p:sp>
      </p:grpSp>
      <p:sp>
        <p:nvSpPr>
          <p:cNvPr id="67673" name="Rectangle 89">
            <a:extLst>
              <a:ext uri="{FF2B5EF4-FFF2-40B4-BE49-F238E27FC236}">
                <a16:creationId xmlns:a16="http://schemas.microsoft.com/office/drawing/2014/main" id="{58B489B0-7F11-AB12-D081-A3C2A98FD48E}"/>
              </a:ext>
            </a:extLst>
          </p:cNvPr>
          <p:cNvSpPr>
            <a:spLocks noChangeArrowheads="1"/>
          </p:cNvSpPr>
          <p:nvPr/>
        </p:nvSpPr>
        <p:spPr bwMode="auto">
          <a:xfrm>
            <a:off x="4325938" y="1152525"/>
            <a:ext cx="4572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lvl="1" eaLnBrk="0" hangingPunct="0"/>
            <a:r>
              <a:rPr lang="zh-CN" altLang="en-US" sz="1900">
                <a:solidFill>
                  <a:srgbClr val="CC0000"/>
                </a:solidFill>
                <a:latin typeface="Arial" panose="020B0604020202020204" pitchFamily="34" charset="0"/>
                <a:ea typeface="黑体" panose="02010609060101010101" pitchFamily="49" charset="-122"/>
              </a:rPr>
              <a:t>须由电路专家确保不会发生“定时错误”（即：能合理设计“</a:t>
            </a:r>
            <a:r>
              <a:rPr lang="en-US" altLang="zh-CN" sz="1900">
                <a:solidFill>
                  <a:srgbClr val="CC0000"/>
                </a:solidFill>
                <a:latin typeface="Arial" panose="020B0604020202020204" pitchFamily="34" charset="0"/>
                <a:ea typeface="黑体" panose="02010609060101010101" pitchFamily="49" charset="-122"/>
              </a:rPr>
              <a:t>Clock”!</a:t>
            </a:r>
            <a:r>
              <a:rPr lang="zh-CN" altLang="en-US" sz="1900">
                <a:solidFill>
                  <a:srgbClr val="CC0000"/>
                </a:solidFill>
                <a:latin typeface="Arial" panose="020B0604020202020204" pitchFamily="34" charset="0"/>
                <a:ea typeface="黑体" panose="02010609060101010101" pitchFamily="49" charset="-122"/>
              </a:rPr>
              <a:t>）</a:t>
            </a:r>
            <a:endParaRPr lang="en-US" altLang="zh-CN" sz="1900">
              <a:latin typeface="Arial" panose="020B0604020202020204" pitchFamily="34" charset="0"/>
              <a:ea typeface="黑体" panose="02010609060101010101" pitchFamily="49" charset="-122"/>
            </a:endParaRPr>
          </a:p>
        </p:txBody>
      </p:sp>
      <p:sp>
        <p:nvSpPr>
          <p:cNvPr id="67678" name="Text Box 94">
            <a:extLst>
              <a:ext uri="{FF2B5EF4-FFF2-40B4-BE49-F238E27FC236}">
                <a16:creationId xmlns:a16="http://schemas.microsoft.com/office/drawing/2014/main" id="{63870B94-A886-D9CB-5E21-03BC4892475D}"/>
              </a:ext>
            </a:extLst>
          </p:cNvPr>
          <p:cNvSpPr txBox="1">
            <a:spLocks noChangeArrowheads="1"/>
          </p:cNvSpPr>
          <p:nvPr/>
        </p:nvSpPr>
        <p:spPr bwMode="auto">
          <a:xfrm>
            <a:off x="4914900" y="5573713"/>
            <a:ext cx="30638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latin typeface="Arial" panose="020B0604020202020204" pitchFamily="34" charset="0"/>
                <a:ea typeface="黑体" panose="02010609060101010101" pitchFamily="49" charset="-122"/>
              </a:rPr>
              <a:t>相当于单周期通路中的理想寄存器和理想存储器</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7676"/>
                                        </p:tgtEl>
                                        <p:attrNameLst>
                                          <p:attrName>style.visibility</p:attrName>
                                        </p:attrNameLst>
                                      </p:cBhvr>
                                      <p:to>
                                        <p:strVal val="visible"/>
                                      </p:to>
                                    </p:set>
                                    <p:animEffect transition="in" filter="blinds(horizontal)">
                                      <p:cBhvr>
                                        <p:cTn id="7" dur="500"/>
                                        <p:tgtEl>
                                          <p:spTgt spid="676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7673"/>
                                        </p:tgtEl>
                                        <p:attrNameLst>
                                          <p:attrName>style.visibility</p:attrName>
                                        </p:attrNameLst>
                                      </p:cBhvr>
                                      <p:to>
                                        <p:strVal val="visible"/>
                                      </p:to>
                                    </p:set>
                                    <p:animEffect transition="in" filter="checkerboard(across)">
                                      <p:cBhvr>
                                        <p:cTn id="12" dur="500"/>
                                        <p:tgtEl>
                                          <p:spTgt spid="676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7657">
                                            <p:txEl>
                                              <p:pRg st="0" end="0"/>
                                            </p:txEl>
                                          </p:spTgt>
                                        </p:tgtEl>
                                        <p:attrNameLst>
                                          <p:attrName>style.visibility</p:attrName>
                                        </p:attrNameLst>
                                      </p:cBhvr>
                                      <p:to>
                                        <p:strVal val="visible"/>
                                      </p:to>
                                    </p:set>
                                    <p:animEffect transition="in" filter="blinds(horizontal)">
                                      <p:cBhvr>
                                        <p:cTn id="17" dur="500"/>
                                        <p:tgtEl>
                                          <p:spTgt spid="6765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7657">
                                            <p:txEl>
                                              <p:pRg st="2" end="2"/>
                                            </p:txEl>
                                          </p:spTgt>
                                        </p:tgtEl>
                                        <p:attrNameLst>
                                          <p:attrName>style.visibility</p:attrName>
                                        </p:attrNameLst>
                                      </p:cBhvr>
                                      <p:to>
                                        <p:strVal val="visible"/>
                                      </p:to>
                                    </p:set>
                                    <p:animEffect transition="in" filter="blinds(horizontal)">
                                      <p:cBhvr>
                                        <p:cTn id="22" dur="500"/>
                                        <p:tgtEl>
                                          <p:spTgt spid="6765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7677"/>
                                        </p:tgtEl>
                                        <p:attrNameLst>
                                          <p:attrName>style.visibility</p:attrName>
                                        </p:attrNameLst>
                                      </p:cBhvr>
                                      <p:to>
                                        <p:strVal val="visible"/>
                                      </p:to>
                                    </p:set>
                                    <p:animEffect transition="in" filter="blinds(horizontal)">
                                      <p:cBhvr>
                                        <p:cTn id="27" dur="500"/>
                                        <p:tgtEl>
                                          <p:spTgt spid="6767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7675"/>
                                        </p:tgtEl>
                                        <p:attrNameLst>
                                          <p:attrName>style.visibility</p:attrName>
                                        </p:attrNameLst>
                                      </p:cBhvr>
                                      <p:to>
                                        <p:strVal val="visible"/>
                                      </p:to>
                                    </p:set>
                                    <p:animEffect transition="in" filter="blinds(horizontal)">
                                      <p:cBhvr>
                                        <p:cTn id="32" dur="500"/>
                                        <p:tgtEl>
                                          <p:spTgt spid="676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7674"/>
                                        </p:tgtEl>
                                        <p:attrNameLst>
                                          <p:attrName>style.visibility</p:attrName>
                                        </p:attrNameLst>
                                      </p:cBhvr>
                                      <p:to>
                                        <p:strVal val="visible"/>
                                      </p:to>
                                    </p:set>
                                    <p:animEffect transition="in" filter="blinds(horizontal)">
                                      <p:cBhvr>
                                        <p:cTn id="37" dur="500"/>
                                        <p:tgtEl>
                                          <p:spTgt spid="676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7678">
                                            <p:txEl>
                                              <p:pRg st="0" end="0"/>
                                            </p:txEl>
                                          </p:spTgt>
                                        </p:tgtEl>
                                        <p:attrNameLst>
                                          <p:attrName>style.visibility</p:attrName>
                                        </p:attrNameLst>
                                      </p:cBhvr>
                                      <p:to>
                                        <p:strVal val="visible"/>
                                      </p:to>
                                    </p:set>
                                    <p:animEffect transition="in" filter="blinds(horizontal)">
                                      <p:cBhvr>
                                        <p:cTn id="42" dur="500"/>
                                        <p:tgtEl>
                                          <p:spTgt spid="676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7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72624201-ED37-4C9E-E586-8B419C6B2C20}"/>
              </a:ext>
            </a:extLst>
          </p:cNvPr>
          <p:cNvSpPr>
            <a:spLocks noGrp="1" noChangeArrowheads="1"/>
          </p:cNvSpPr>
          <p:nvPr>
            <p:ph type="title"/>
          </p:nvPr>
        </p:nvSpPr>
        <p:spPr>
          <a:xfrm>
            <a:off x="800100" y="185738"/>
            <a:ext cx="6862763" cy="373062"/>
          </a:xfrm>
        </p:spPr>
        <p:txBody>
          <a:bodyPr/>
          <a:lstStyle/>
          <a:p>
            <a:r>
              <a:rPr lang="zh-CN" altLang="en-US">
                <a:ea typeface="宋体" panose="02010600030101010101" pitchFamily="2" charset="-122"/>
              </a:rPr>
              <a:t>第五讲小结</a:t>
            </a:r>
          </a:p>
        </p:txBody>
      </p:sp>
      <p:sp>
        <p:nvSpPr>
          <p:cNvPr id="371715" name="Rectangle 3">
            <a:extLst>
              <a:ext uri="{FF2B5EF4-FFF2-40B4-BE49-F238E27FC236}">
                <a16:creationId xmlns:a16="http://schemas.microsoft.com/office/drawing/2014/main" id="{08F03701-92DA-4568-D4A7-A5145DD54D98}"/>
              </a:ext>
            </a:extLst>
          </p:cNvPr>
          <p:cNvSpPr>
            <a:spLocks noGrp="1" noChangeArrowheads="1"/>
          </p:cNvSpPr>
          <p:nvPr>
            <p:ph idx="1"/>
          </p:nvPr>
        </p:nvSpPr>
        <p:spPr>
          <a:xfrm>
            <a:off x="366713" y="627063"/>
            <a:ext cx="8537575" cy="6053137"/>
          </a:xfrm>
        </p:spPr>
        <p:txBody>
          <a:bodyPr/>
          <a:lstStyle/>
          <a:p>
            <a:pPr>
              <a:spcBef>
                <a:spcPts val="200"/>
              </a:spcBef>
            </a:pPr>
            <a:r>
              <a:rPr lang="zh-CN" altLang="en-US">
                <a:latin typeface="微软雅黑" panose="020B0503020204020204" pitchFamily="34" charset="-122"/>
                <a:ea typeface="微软雅黑" panose="020B0503020204020204" pitchFamily="34" charset="-122"/>
              </a:rPr>
              <a:t>指令的执行可以像洗衣服一样，用流水线方式进行</a:t>
            </a:r>
          </a:p>
          <a:p>
            <a:pPr lvl="1">
              <a:lnSpc>
                <a:spcPct val="100000"/>
              </a:lnSpc>
              <a:spcBef>
                <a:spcPts val="200"/>
              </a:spcBef>
            </a:pPr>
            <a:r>
              <a:rPr lang="zh-CN" altLang="en-US">
                <a:latin typeface="微软雅黑" panose="020B0503020204020204" pitchFamily="34" charset="-122"/>
                <a:ea typeface="微软雅黑" panose="020B0503020204020204" pitchFamily="34" charset="-122"/>
              </a:rPr>
              <a:t>均衡时指令吞吐率提高</a:t>
            </a:r>
            <a:r>
              <a:rPr lang="en-US" altLang="zh-CN">
                <a:latin typeface="微软雅黑" panose="020B0503020204020204" pitchFamily="34" charset="-122"/>
                <a:ea typeface="微软雅黑" panose="020B0503020204020204" pitchFamily="34" charset="-122"/>
              </a:rPr>
              <a:t>N</a:t>
            </a:r>
            <a:r>
              <a:rPr lang="zh-CN" altLang="en-US">
                <a:latin typeface="微软雅黑" panose="020B0503020204020204" pitchFamily="34" charset="-122"/>
                <a:ea typeface="微软雅黑" panose="020B0503020204020204" pitchFamily="34" charset="-122"/>
              </a:rPr>
              <a:t>倍，但不能缩短一条指令的执行时间</a:t>
            </a:r>
          </a:p>
          <a:p>
            <a:pPr lvl="1">
              <a:lnSpc>
                <a:spcPct val="100000"/>
              </a:lnSpc>
              <a:spcBef>
                <a:spcPts val="200"/>
              </a:spcBef>
            </a:pPr>
            <a:r>
              <a:rPr lang="zh-CN" altLang="en-US">
                <a:latin typeface="微软雅黑" panose="020B0503020204020204" pitchFamily="34" charset="-122"/>
                <a:ea typeface="微软雅黑" panose="020B0503020204020204" pitchFamily="34" charset="-122"/>
              </a:rPr>
              <a:t>流水段数以最复杂指令所需步骤数为准</a:t>
            </a:r>
            <a:r>
              <a:rPr lang="zh-CN" altLang="en-US">
                <a:solidFill>
                  <a:srgbClr val="008000"/>
                </a:solidFill>
                <a:latin typeface="微软雅黑" panose="020B0503020204020204" pitchFamily="34" charset="-122"/>
                <a:ea typeface="微软雅黑" panose="020B0503020204020204" pitchFamily="34" charset="-122"/>
              </a:rPr>
              <a:t>（有些指令的某些阶段为空操作），</a:t>
            </a:r>
            <a:r>
              <a:rPr lang="zh-CN" altLang="en-US">
                <a:latin typeface="微软雅黑" panose="020B0503020204020204" pitchFamily="34" charset="-122"/>
                <a:ea typeface="微软雅黑" panose="020B0503020204020204" pitchFamily="34" charset="-122"/>
              </a:rPr>
              <a:t>每个阶段的宽度以最复杂阶段所需时间为准</a:t>
            </a:r>
            <a:r>
              <a:rPr lang="zh-CN" altLang="en-US">
                <a:solidFill>
                  <a:srgbClr val="008000"/>
                </a:solidFill>
                <a:latin typeface="微软雅黑" panose="020B0503020204020204" pitchFamily="34" charset="-122"/>
                <a:ea typeface="微软雅黑" panose="020B0503020204020204" pitchFamily="34" charset="-122"/>
              </a:rPr>
              <a:t>（尽量调整使各阶段均衡）</a:t>
            </a:r>
          </a:p>
          <a:p>
            <a:pPr>
              <a:spcBef>
                <a:spcPts val="200"/>
              </a:spcBef>
            </a:pPr>
            <a:r>
              <a:rPr lang="zh-CN" altLang="en-US">
                <a:latin typeface="微软雅黑" panose="020B0503020204020204" pitchFamily="34" charset="-122"/>
                <a:ea typeface="微软雅黑" panose="020B0503020204020204" pitchFamily="34" charset="-122"/>
              </a:rPr>
              <a:t>以</a:t>
            </a:r>
            <a:r>
              <a:rPr lang="en-US" altLang="zh-CN">
                <a:latin typeface="微软雅黑" panose="020B0503020204020204" pitchFamily="34" charset="-122"/>
                <a:ea typeface="微软雅黑" panose="020B0503020204020204" pitchFamily="34" charset="-122"/>
              </a:rPr>
              <a:t>Load</a:t>
            </a:r>
            <a:r>
              <a:rPr lang="zh-CN" altLang="en-US">
                <a:latin typeface="微软雅黑" panose="020B0503020204020204" pitchFamily="34" charset="-122"/>
                <a:ea typeface="微软雅黑" panose="020B0503020204020204" pitchFamily="34" charset="-122"/>
              </a:rPr>
              <a:t>指令为准，分为五个阶段</a:t>
            </a:r>
          </a:p>
          <a:p>
            <a:pPr lvl="1">
              <a:lnSpc>
                <a:spcPct val="100000"/>
              </a:lnSpc>
              <a:spcBef>
                <a:spcPts val="200"/>
              </a:spcBef>
            </a:pPr>
            <a:r>
              <a:rPr lang="zh-CN" altLang="en-US">
                <a:latin typeface="微软雅黑" panose="020B0503020204020204" pitchFamily="34" charset="-122"/>
                <a:ea typeface="微软雅黑" panose="020B0503020204020204" pitchFamily="34" charset="-122"/>
              </a:rPr>
              <a:t>取指令段</a:t>
            </a:r>
            <a:r>
              <a:rPr lang="en-US" altLang="zh-CN">
                <a:latin typeface="微软雅黑" panose="020B0503020204020204" pitchFamily="34" charset="-122"/>
                <a:ea typeface="微软雅黑" panose="020B0503020204020204" pitchFamily="34" charset="-122"/>
              </a:rPr>
              <a:t>(IF)</a:t>
            </a:r>
            <a:endParaRPr lang="zh-CN" altLang="en-US">
              <a:latin typeface="微软雅黑" panose="020B0503020204020204" pitchFamily="34" charset="-122"/>
              <a:ea typeface="微软雅黑" panose="020B0503020204020204" pitchFamily="34" charset="-122"/>
            </a:endParaRPr>
          </a:p>
          <a:p>
            <a:pPr lvl="2">
              <a:lnSpc>
                <a:spcPct val="100000"/>
              </a:lnSpc>
              <a:spcBef>
                <a:spcPts val="200"/>
              </a:spcBef>
            </a:pPr>
            <a:r>
              <a:rPr lang="zh-CN" altLang="en-US">
                <a:solidFill>
                  <a:srgbClr val="008000"/>
                </a:solidFill>
                <a:latin typeface="微软雅黑" panose="020B0503020204020204" pitchFamily="34" charset="-122"/>
                <a:ea typeface="微软雅黑" panose="020B0503020204020204" pitchFamily="34" charset="-122"/>
              </a:rPr>
              <a:t>取指令、计算</a:t>
            </a:r>
            <a:r>
              <a:rPr lang="en-US" altLang="zh-CN">
                <a:solidFill>
                  <a:srgbClr val="008000"/>
                </a:solidFill>
                <a:latin typeface="微软雅黑" panose="020B0503020204020204" pitchFamily="34" charset="-122"/>
                <a:ea typeface="微软雅黑" panose="020B0503020204020204" pitchFamily="34" charset="-122"/>
              </a:rPr>
              <a:t>PC+4</a:t>
            </a:r>
            <a:r>
              <a:rPr lang="zh-CN" altLang="en-US">
                <a:solidFill>
                  <a:srgbClr val="CC0000"/>
                </a:solidFill>
                <a:latin typeface="微软雅黑" panose="020B0503020204020204" pitchFamily="34" charset="-122"/>
                <a:ea typeface="微软雅黑" panose="020B0503020204020204" pitchFamily="34" charset="-122"/>
              </a:rPr>
              <a:t>（</a:t>
            </a:r>
            <a:r>
              <a:rPr lang="en-US" altLang="zh-CN">
                <a:solidFill>
                  <a:srgbClr val="CC0000"/>
                </a:solidFill>
                <a:latin typeface="微软雅黑" panose="020B0503020204020204" pitchFamily="34" charset="-122"/>
                <a:ea typeface="微软雅黑" panose="020B0503020204020204" pitchFamily="34" charset="-122"/>
              </a:rPr>
              <a:t>IUnit</a:t>
            </a:r>
            <a:r>
              <a:rPr lang="zh-CN" altLang="en-US">
                <a:solidFill>
                  <a:srgbClr val="CC0000"/>
                </a:solidFill>
                <a:latin typeface="微软雅黑" panose="020B0503020204020204" pitchFamily="34" charset="-122"/>
                <a:ea typeface="微软雅黑" panose="020B0503020204020204" pitchFamily="34" charset="-122"/>
              </a:rPr>
              <a:t>：</a:t>
            </a:r>
            <a:r>
              <a:rPr lang="en-US" altLang="zh-CN">
                <a:solidFill>
                  <a:srgbClr val="CC0000"/>
                </a:solidFill>
                <a:latin typeface="微软雅黑" panose="020B0503020204020204" pitchFamily="34" charset="-122"/>
                <a:ea typeface="微软雅黑" panose="020B0503020204020204" pitchFamily="34" charset="-122"/>
              </a:rPr>
              <a:t>Instruction Memory</a:t>
            </a:r>
            <a:r>
              <a:rPr lang="zh-CN" altLang="en-US">
                <a:solidFill>
                  <a:srgbClr val="CC0000"/>
                </a:solidFill>
                <a:latin typeface="微软雅黑" panose="020B0503020204020204" pitchFamily="34" charset="-122"/>
                <a:ea typeface="微软雅黑" panose="020B0503020204020204" pitchFamily="34" charset="-122"/>
              </a:rPr>
              <a:t>、</a:t>
            </a:r>
            <a:r>
              <a:rPr lang="en-US" altLang="zh-CN">
                <a:solidFill>
                  <a:srgbClr val="CC0000"/>
                </a:solidFill>
                <a:latin typeface="微软雅黑" panose="020B0503020204020204" pitchFamily="34" charset="-122"/>
                <a:ea typeface="微软雅黑" panose="020B0503020204020204" pitchFamily="34" charset="-122"/>
              </a:rPr>
              <a:t>Adder</a:t>
            </a:r>
            <a:r>
              <a:rPr lang="zh-CN" altLang="en-US">
                <a:solidFill>
                  <a:srgbClr val="CC0000"/>
                </a:solidFill>
                <a:latin typeface="微软雅黑" panose="020B0503020204020204" pitchFamily="34" charset="-122"/>
                <a:ea typeface="微软雅黑" panose="020B0503020204020204" pitchFamily="34" charset="-122"/>
              </a:rPr>
              <a:t>）</a:t>
            </a:r>
          </a:p>
          <a:p>
            <a:pPr lvl="1">
              <a:lnSpc>
                <a:spcPct val="100000"/>
              </a:lnSpc>
              <a:spcBef>
                <a:spcPts val="200"/>
              </a:spcBef>
            </a:pPr>
            <a:r>
              <a:rPr lang="zh-CN" altLang="en-US">
                <a:latin typeface="微软雅黑" panose="020B0503020204020204" pitchFamily="34" charset="-122"/>
                <a:ea typeface="微软雅黑" panose="020B0503020204020204" pitchFamily="34" charset="-122"/>
              </a:rPr>
              <a:t>译码</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读寄存器</a:t>
            </a:r>
            <a:r>
              <a:rPr lang="en-US" altLang="zh-CN">
                <a:latin typeface="微软雅黑" panose="020B0503020204020204" pitchFamily="34" charset="-122"/>
                <a:ea typeface="微软雅黑" panose="020B0503020204020204" pitchFamily="34" charset="-122"/>
              </a:rPr>
              <a:t>(ID)</a:t>
            </a:r>
            <a:r>
              <a:rPr lang="zh-CN" altLang="en-US">
                <a:latin typeface="微软雅黑" panose="020B0503020204020204" pitchFamily="34" charset="-122"/>
                <a:ea typeface="微软雅黑" panose="020B0503020204020204" pitchFamily="34" charset="-122"/>
              </a:rPr>
              <a:t>段</a:t>
            </a:r>
          </a:p>
          <a:p>
            <a:pPr lvl="2">
              <a:lnSpc>
                <a:spcPct val="100000"/>
              </a:lnSpc>
              <a:spcBef>
                <a:spcPts val="200"/>
              </a:spcBef>
            </a:pPr>
            <a:r>
              <a:rPr lang="zh-CN" altLang="en-US">
                <a:solidFill>
                  <a:srgbClr val="008000"/>
                </a:solidFill>
                <a:latin typeface="微软雅黑" panose="020B0503020204020204" pitchFamily="34" charset="-122"/>
                <a:ea typeface="微软雅黑" panose="020B0503020204020204" pitchFamily="34" charset="-122"/>
              </a:rPr>
              <a:t>指令译码、立即数扩展</a:t>
            </a:r>
            <a:r>
              <a:rPr lang="zh-CN" altLang="en-US">
                <a:solidFill>
                  <a:srgbClr val="CC0000"/>
                </a:solidFill>
                <a:latin typeface="微软雅黑" panose="020B0503020204020204" pitchFamily="34" charset="-122"/>
                <a:ea typeface="微软雅黑" panose="020B0503020204020204" pitchFamily="34" charset="-122"/>
              </a:rPr>
              <a:t>（</a:t>
            </a:r>
            <a:r>
              <a:rPr lang="en-US" altLang="zh-CN">
                <a:solidFill>
                  <a:srgbClr val="CC0000"/>
                </a:solidFill>
                <a:latin typeface="微软雅黑" panose="020B0503020204020204" pitchFamily="34" charset="-122"/>
                <a:ea typeface="微软雅黑" panose="020B0503020204020204" pitchFamily="34" charset="-122"/>
              </a:rPr>
              <a:t>Extender</a:t>
            </a:r>
            <a:r>
              <a:rPr lang="zh-CN" altLang="en-US">
                <a:solidFill>
                  <a:srgbClr val="CC0000"/>
                </a:solidFill>
                <a:latin typeface="微软雅黑" panose="020B0503020204020204" pitchFamily="34" charset="-122"/>
                <a:ea typeface="微软雅黑" panose="020B0503020204020204" pitchFamily="34" charset="-122"/>
              </a:rPr>
              <a:t>）、</a:t>
            </a:r>
            <a:r>
              <a:rPr lang="zh-CN" altLang="en-US">
                <a:solidFill>
                  <a:srgbClr val="008000"/>
                </a:solidFill>
                <a:latin typeface="微软雅黑" panose="020B0503020204020204" pitchFamily="34" charset="-122"/>
                <a:ea typeface="微软雅黑" panose="020B0503020204020204" pitchFamily="34" charset="-122"/>
              </a:rPr>
              <a:t>读</a:t>
            </a:r>
            <a:r>
              <a:rPr lang="en-US" altLang="zh-CN">
                <a:solidFill>
                  <a:srgbClr val="008000"/>
                </a:solidFill>
                <a:latin typeface="微软雅黑" panose="020B0503020204020204" pitchFamily="34" charset="-122"/>
                <a:ea typeface="微软雅黑" panose="020B0503020204020204" pitchFamily="34" charset="-122"/>
              </a:rPr>
              <a:t>Rs</a:t>
            </a:r>
            <a:r>
              <a:rPr lang="zh-CN" altLang="en-US">
                <a:solidFill>
                  <a:srgbClr val="008000"/>
                </a:solidFill>
                <a:latin typeface="微软雅黑" panose="020B0503020204020204" pitchFamily="34" charset="-122"/>
                <a:ea typeface="微软雅黑" panose="020B0503020204020204" pitchFamily="34" charset="-122"/>
              </a:rPr>
              <a:t>和</a:t>
            </a:r>
            <a:r>
              <a:rPr lang="en-US" altLang="zh-CN">
                <a:solidFill>
                  <a:srgbClr val="008000"/>
                </a:solidFill>
                <a:latin typeface="微软雅黑" panose="020B0503020204020204" pitchFamily="34" charset="-122"/>
                <a:ea typeface="微软雅黑" panose="020B0503020204020204" pitchFamily="34" charset="-122"/>
              </a:rPr>
              <a:t>Rt</a:t>
            </a:r>
            <a:r>
              <a:rPr lang="zh-CN" altLang="en-US">
                <a:solidFill>
                  <a:srgbClr val="CC0000"/>
                </a:solidFill>
                <a:latin typeface="微软雅黑" panose="020B0503020204020204" pitchFamily="34" charset="-122"/>
                <a:ea typeface="微软雅黑" panose="020B0503020204020204" pitchFamily="34" charset="-122"/>
              </a:rPr>
              <a:t>（寄存器读口）</a:t>
            </a:r>
          </a:p>
          <a:p>
            <a:pPr lvl="1">
              <a:lnSpc>
                <a:spcPct val="100000"/>
              </a:lnSpc>
              <a:spcBef>
                <a:spcPts val="200"/>
              </a:spcBef>
            </a:pPr>
            <a:r>
              <a:rPr lang="zh-CN" altLang="en-US">
                <a:latin typeface="微软雅黑" panose="020B0503020204020204" pitchFamily="34" charset="-122"/>
                <a:ea typeface="微软雅黑" panose="020B0503020204020204" pitchFamily="34" charset="-122"/>
              </a:rPr>
              <a:t>执行</a:t>
            </a:r>
            <a:r>
              <a:rPr lang="en-US" altLang="zh-CN">
                <a:latin typeface="微软雅黑" panose="020B0503020204020204" pitchFamily="34" charset="-122"/>
                <a:ea typeface="微软雅黑" panose="020B0503020204020204" pitchFamily="34" charset="-122"/>
              </a:rPr>
              <a:t>(EX)</a:t>
            </a:r>
            <a:r>
              <a:rPr lang="zh-CN" altLang="en-US">
                <a:latin typeface="微软雅黑" panose="020B0503020204020204" pitchFamily="34" charset="-122"/>
                <a:ea typeface="微软雅黑" panose="020B0503020204020204" pitchFamily="34" charset="-122"/>
              </a:rPr>
              <a:t>段</a:t>
            </a:r>
          </a:p>
          <a:p>
            <a:pPr lvl="2">
              <a:lnSpc>
                <a:spcPct val="100000"/>
              </a:lnSpc>
              <a:spcBef>
                <a:spcPts val="200"/>
              </a:spcBef>
            </a:pPr>
            <a:r>
              <a:rPr lang="zh-CN" altLang="en-US">
                <a:solidFill>
                  <a:srgbClr val="008000"/>
                </a:solidFill>
                <a:latin typeface="微软雅黑" panose="020B0503020204020204" pitchFamily="34" charset="-122"/>
                <a:ea typeface="微软雅黑" panose="020B0503020204020204" pitchFamily="34" charset="-122"/>
              </a:rPr>
              <a:t>计算转移目标地址、</a:t>
            </a:r>
            <a:r>
              <a:rPr lang="en-US" altLang="zh-CN">
                <a:solidFill>
                  <a:srgbClr val="008000"/>
                </a:solidFill>
                <a:latin typeface="微软雅黑" panose="020B0503020204020204" pitchFamily="34" charset="-122"/>
                <a:ea typeface="微软雅黑" panose="020B0503020204020204" pitchFamily="34" charset="-122"/>
              </a:rPr>
              <a:t>ALU</a:t>
            </a:r>
            <a:r>
              <a:rPr lang="zh-CN" altLang="en-US">
                <a:solidFill>
                  <a:srgbClr val="008000"/>
                </a:solidFill>
                <a:latin typeface="微软雅黑" panose="020B0503020204020204" pitchFamily="34" charset="-122"/>
                <a:ea typeface="微软雅黑" panose="020B0503020204020204" pitchFamily="34" charset="-122"/>
              </a:rPr>
              <a:t>运算</a:t>
            </a:r>
            <a:r>
              <a:rPr lang="zh-CN" altLang="en-US">
                <a:solidFill>
                  <a:srgbClr val="CC0000"/>
                </a:solidFill>
                <a:latin typeface="微软雅黑" panose="020B0503020204020204" pitchFamily="34" charset="-122"/>
                <a:ea typeface="微软雅黑" panose="020B0503020204020204" pitchFamily="34" charset="-122"/>
              </a:rPr>
              <a:t>（</a:t>
            </a:r>
            <a:r>
              <a:rPr lang="en-US" altLang="zh-CN">
                <a:solidFill>
                  <a:srgbClr val="CC0000"/>
                </a:solidFill>
                <a:latin typeface="微软雅黑" panose="020B0503020204020204" pitchFamily="34" charset="-122"/>
                <a:ea typeface="微软雅黑" panose="020B0503020204020204" pitchFamily="34" charset="-122"/>
              </a:rPr>
              <a:t>ALU</a:t>
            </a:r>
            <a:r>
              <a:rPr lang="zh-CN" altLang="en-US">
                <a:solidFill>
                  <a:srgbClr val="CC0000"/>
                </a:solidFill>
                <a:latin typeface="微软雅黑" panose="020B0503020204020204" pitchFamily="34" charset="-122"/>
                <a:ea typeface="微软雅黑" panose="020B0503020204020204" pitchFamily="34" charset="-122"/>
              </a:rPr>
              <a:t>、</a:t>
            </a:r>
            <a:r>
              <a:rPr lang="en-US" altLang="zh-CN">
                <a:solidFill>
                  <a:srgbClr val="CC0000"/>
                </a:solidFill>
                <a:latin typeface="微软雅黑" panose="020B0503020204020204" pitchFamily="34" charset="-122"/>
                <a:ea typeface="微软雅黑" panose="020B0503020204020204" pitchFamily="34" charset="-122"/>
              </a:rPr>
              <a:t>Adder</a:t>
            </a:r>
            <a:r>
              <a:rPr lang="zh-CN" altLang="en-US">
                <a:solidFill>
                  <a:srgbClr val="CC0000"/>
                </a:solidFill>
                <a:latin typeface="微软雅黑" panose="020B0503020204020204" pitchFamily="34" charset="-122"/>
                <a:ea typeface="微软雅黑" panose="020B0503020204020204" pitchFamily="34" charset="-122"/>
              </a:rPr>
              <a:t>）</a:t>
            </a:r>
          </a:p>
          <a:p>
            <a:pPr lvl="1">
              <a:lnSpc>
                <a:spcPct val="100000"/>
              </a:lnSpc>
              <a:spcBef>
                <a:spcPts val="200"/>
              </a:spcBef>
            </a:pPr>
            <a:r>
              <a:rPr lang="zh-CN" altLang="en-US">
                <a:latin typeface="微软雅黑" panose="020B0503020204020204" pitchFamily="34" charset="-122"/>
                <a:ea typeface="微软雅黑" panose="020B0503020204020204" pitchFamily="34" charset="-122"/>
              </a:rPr>
              <a:t>存储器</a:t>
            </a:r>
            <a:r>
              <a:rPr lang="en-US" altLang="zh-CN">
                <a:latin typeface="微软雅黑" panose="020B0503020204020204" pitchFamily="34" charset="-122"/>
                <a:ea typeface="微软雅黑" panose="020B0503020204020204" pitchFamily="34" charset="-122"/>
              </a:rPr>
              <a:t>(M)</a:t>
            </a:r>
            <a:r>
              <a:rPr lang="zh-CN" altLang="en-US">
                <a:latin typeface="微软雅黑" panose="020B0503020204020204" pitchFamily="34" charset="-122"/>
                <a:ea typeface="微软雅黑" panose="020B0503020204020204" pitchFamily="34" charset="-122"/>
              </a:rPr>
              <a:t>段</a:t>
            </a:r>
          </a:p>
          <a:p>
            <a:pPr lvl="2">
              <a:lnSpc>
                <a:spcPct val="100000"/>
              </a:lnSpc>
              <a:spcBef>
                <a:spcPts val="200"/>
              </a:spcBef>
            </a:pPr>
            <a:r>
              <a:rPr lang="zh-CN" altLang="en-US">
                <a:solidFill>
                  <a:srgbClr val="008000"/>
                </a:solidFill>
                <a:latin typeface="微软雅黑" panose="020B0503020204020204" pitchFamily="34" charset="-122"/>
                <a:ea typeface="微软雅黑" panose="020B0503020204020204" pitchFamily="34" charset="-122"/>
              </a:rPr>
              <a:t>读或写存储单元</a:t>
            </a:r>
            <a:r>
              <a:rPr lang="zh-CN" altLang="en-US">
                <a:solidFill>
                  <a:srgbClr val="CC0000"/>
                </a:solidFill>
                <a:latin typeface="微软雅黑" panose="020B0503020204020204" pitchFamily="34" charset="-122"/>
                <a:ea typeface="微软雅黑" panose="020B0503020204020204" pitchFamily="34" charset="-122"/>
              </a:rPr>
              <a:t>（</a:t>
            </a:r>
            <a:r>
              <a:rPr lang="en-US" altLang="zh-CN">
                <a:solidFill>
                  <a:srgbClr val="CC0000"/>
                </a:solidFill>
                <a:latin typeface="微软雅黑" panose="020B0503020204020204" pitchFamily="34" charset="-122"/>
                <a:ea typeface="微软雅黑" panose="020B0503020204020204" pitchFamily="34" charset="-122"/>
              </a:rPr>
              <a:t>Data Memory</a:t>
            </a:r>
            <a:r>
              <a:rPr lang="zh-CN" altLang="en-US">
                <a:solidFill>
                  <a:srgbClr val="CC0000"/>
                </a:solidFill>
                <a:latin typeface="微软雅黑" panose="020B0503020204020204" pitchFamily="34" charset="-122"/>
                <a:ea typeface="微软雅黑" panose="020B0503020204020204" pitchFamily="34" charset="-122"/>
              </a:rPr>
              <a:t>）</a:t>
            </a:r>
          </a:p>
          <a:p>
            <a:pPr lvl="1">
              <a:lnSpc>
                <a:spcPct val="100000"/>
              </a:lnSpc>
              <a:spcBef>
                <a:spcPts val="200"/>
              </a:spcBef>
            </a:pPr>
            <a:r>
              <a:rPr lang="zh-CN" altLang="en-US">
                <a:latin typeface="微软雅黑" panose="020B0503020204020204" pitchFamily="34" charset="-122"/>
                <a:ea typeface="微软雅黑" panose="020B0503020204020204" pitchFamily="34" charset="-122"/>
              </a:rPr>
              <a:t>写回寄存器</a:t>
            </a:r>
            <a:r>
              <a:rPr lang="en-US" altLang="zh-CN">
                <a:latin typeface="微软雅黑" panose="020B0503020204020204" pitchFamily="34" charset="-122"/>
                <a:ea typeface="微软雅黑" panose="020B0503020204020204" pitchFamily="34" charset="-122"/>
              </a:rPr>
              <a:t>(WB)</a:t>
            </a:r>
            <a:r>
              <a:rPr lang="zh-CN" altLang="en-US">
                <a:latin typeface="微软雅黑" panose="020B0503020204020204" pitchFamily="34" charset="-122"/>
                <a:ea typeface="微软雅黑" panose="020B0503020204020204" pitchFamily="34" charset="-122"/>
              </a:rPr>
              <a:t>段</a:t>
            </a:r>
          </a:p>
          <a:p>
            <a:pPr lvl="2">
              <a:lnSpc>
                <a:spcPct val="100000"/>
              </a:lnSpc>
              <a:spcBef>
                <a:spcPts val="200"/>
              </a:spcBef>
            </a:pPr>
            <a:r>
              <a:rPr lang="en-US" altLang="zh-CN">
                <a:solidFill>
                  <a:srgbClr val="008000"/>
                </a:solidFill>
                <a:latin typeface="微软雅黑" panose="020B0503020204020204" pitchFamily="34" charset="-122"/>
                <a:ea typeface="微软雅黑" panose="020B0503020204020204" pitchFamily="34" charset="-122"/>
              </a:rPr>
              <a:t>ALU</a:t>
            </a:r>
            <a:r>
              <a:rPr lang="zh-CN" altLang="en-US">
                <a:solidFill>
                  <a:srgbClr val="008000"/>
                </a:solidFill>
                <a:latin typeface="微软雅黑" panose="020B0503020204020204" pitchFamily="34" charset="-122"/>
                <a:ea typeface="微软雅黑" panose="020B0503020204020204" pitchFamily="34" charset="-122"/>
              </a:rPr>
              <a:t>结果或从</a:t>
            </a:r>
            <a:r>
              <a:rPr lang="en-US" altLang="zh-CN">
                <a:solidFill>
                  <a:srgbClr val="008000"/>
                </a:solidFill>
                <a:latin typeface="微软雅黑" panose="020B0503020204020204" pitchFamily="34" charset="-122"/>
                <a:ea typeface="微软雅黑" panose="020B0503020204020204" pitchFamily="34" charset="-122"/>
              </a:rPr>
              <a:t>DM</a:t>
            </a:r>
            <a:r>
              <a:rPr lang="zh-CN" altLang="en-US">
                <a:solidFill>
                  <a:srgbClr val="008000"/>
                </a:solidFill>
                <a:latin typeface="微软雅黑" panose="020B0503020204020204" pitchFamily="34" charset="-122"/>
                <a:ea typeface="微软雅黑" panose="020B0503020204020204" pitchFamily="34" charset="-122"/>
              </a:rPr>
              <a:t>读出数据写到寄存器</a:t>
            </a:r>
            <a:r>
              <a:rPr lang="zh-CN" altLang="en-US">
                <a:solidFill>
                  <a:srgbClr val="CC0000"/>
                </a:solidFill>
                <a:latin typeface="微软雅黑" panose="020B0503020204020204" pitchFamily="34" charset="-122"/>
                <a:ea typeface="微软雅黑" panose="020B0503020204020204" pitchFamily="34" charset="-122"/>
              </a:rPr>
              <a:t>（寄存器写口）</a:t>
            </a:r>
            <a:endParaRPr lang="zh-CN" altLang="en-US">
              <a:solidFill>
                <a:srgbClr val="008000"/>
              </a:solidFill>
              <a:latin typeface="微软雅黑" panose="020B0503020204020204" pitchFamily="34" charset="-122"/>
              <a:ea typeface="微软雅黑" panose="020B0503020204020204" pitchFamily="34" charset="-122"/>
            </a:endParaRPr>
          </a:p>
          <a:p>
            <a:pPr>
              <a:spcBef>
                <a:spcPts val="200"/>
              </a:spcBef>
            </a:pPr>
            <a:r>
              <a:rPr lang="zh-CN" altLang="en-US">
                <a:latin typeface="微软雅黑" panose="020B0503020204020204" pitchFamily="34" charset="-122"/>
                <a:ea typeface="微软雅黑" panose="020B0503020204020204" pitchFamily="34" charset="-122"/>
              </a:rPr>
              <a:t>流水线控制器的实现</a:t>
            </a:r>
            <a:endParaRPr lang="en-US" altLang="zh-CN">
              <a:latin typeface="微软雅黑" panose="020B0503020204020204" pitchFamily="34" charset="-122"/>
              <a:ea typeface="微软雅黑" panose="020B0503020204020204" pitchFamily="34" charset="-122"/>
            </a:endParaRPr>
          </a:p>
          <a:p>
            <a:pPr lvl="1">
              <a:lnSpc>
                <a:spcPct val="100000"/>
              </a:lnSpc>
              <a:spcBef>
                <a:spcPts val="200"/>
              </a:spcBef>
            </a:pPr>
            <a:r>
              <a:rPr lang="en-US" altLang="zh-CN">
                <a:latin typeface="微软雅黑" panose="020B0503020204020204" pitchFamily="34" charset="-122"/>
                <a:ea typeface="微软雅黑" panose="020B0503020204020204" pitchFamily="34" charset="-122"/>
              </a:rPr>
              <a:t>ID</a:t>
            </a:r>
            <a:r>
              <a:rPr lang="zh-CN" altLang="en-US">
                <a:latin typeface="微软雅黑" panose="020B0503020204020204" pitchFamily="34" charset="-122"/>
                <a:ea typeface="微软雅黑" panose="020B0503020204020204" pitchFamily="34" charset="-122"/>
              </a:rPr>
              <a:t>段生成所有控制信号，并随指令执行过程信息同步向后续阶段流动</a:t>
            </a:r>
          </a:p>
          <a:p>
            <a:pPr lvl="1">
              <a:lnSpc>
                <a:spcPct val="100000"/>
              </a:lnSpc>
              <a:spcBef>
                <a:spcPts val="200"/>
              </a:spcBef>
            </a:pPr>
            <a:r>
              <a:rPr lang="zh-CN" altLang="en-US">
                <a:latin typeface="微软雅黑" panose="020B0503020204020204" pitchFamily="34" charset="-122"/>
                <a:ea typeface="微软雅黑" panose="020B0503020204020204" pitchFamily="34" charset="-122"/>
              </a:rPr>
              <a:t>与单周期处理器的控制器的实现方法一样，无需采用有限状态机</a:t>
            </a:r>
          </a:p>
          <a:p>
            <a:pPr>
              <a:spcBef>
                <a:spcPts val="200"/>
              </a:spcBef>
            </a:pPr>
            <a:r>
              <a:rPr lang="zh-CN" altLang="en-US">
                <a:latin typeface="微软雅黑" panose="020B0503020204020204" pitchFamily="34" charset="-122"/>
                <a:ea typeface="微软雅黑" panose="020B0503020204020204" pitchFamily="34" charset="-122"/>
              </a:rPr>
              <a:t>流水线冒险：结构冒险、控制冒险、数据冒险</a:t>
            </a:r>
          </a:p>
          <a:p>
            <a:pPr>
              <a:spcBef>
                <a:spcPts val="200"/>
              </a:spcBef>
              <a:buFont typeface="Times New Roman" panose="02020603050405020304" pitchFamily="18" charset="0"/>
              <a:buNone/>
            </a:pPr>
            <a:r>
              <a:rPr lang="zh-CN" altLang="en-US">
                <a:solidFill>
                  <a:srgbClr val="008000"/>
                </a:solidFill>
                <a:latin typeface="微软雅黑" panose="020B0503020204020204" pitchFamily="34" charset="-122"/>
                <a:ea typeface="微软雅黑" panose="020B0503020204020204" pitchFamily="34" charset="-122"/>
              </a:rPr>
              <a:t>     （下一讲主要介绍解决流水线冒险的数据通路如何设计）</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71715">
                                            <p:txEl>
                                              <p:pRg st="1" end="1"/>
                                            </p:txEl>
                                          </p:spTgt>
                                        </p:tgtEl>
                                        <p:attrNameLst>
                                          <p:attrName>style.visibility</p:attrName>
                                        </p:attrNameLst>
                                      </p:cBhvr>
                                      <p:to>
                                        <p:strVal val="visible"/>
                                      </p:to>
                                    </p:set>
                                    <p:animEffect transition="in" filter="blinds(horizontal)">
                                      <p:cBhvr>
                                        <p:cTn id="7" dur="500"/>
                                        <p:tgtEl>
                                          <p:spTgt spid="3717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71715">
                                            <p:txEl>
                                              <p:pRg st="2" end="2"/>
                                            </p:txEl>
                                          </p:spTgt>
                                        </p:tgtEl>
                                        <p:attrNameLst>
                                          <p:attrName>style.visibility</p:attrName>
                                        </p:attrNameLst>
                                      </p:cBhvr>
                                      <p:to>
                                        <p:strVal val="visible"/>
                                      </p:to>
                                    </p:set>
                                    <p:animEffect transition="in" filter="blinds(horizontal)">
                                      <p:cBhvr>
                                        <p:cTn id="12" dur="500"/>
                                        <p:tgtEl>
                                          <p:spTgt spid="3717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71715">
                                            <p:txEl>
                                              <p:pRg st="5" end="5"/>
                                            </p:txEl>
                                          </p:spTgt>
                                        </p:tgtEl>
                                        <p:attrNameLst>
                                          <p:attrName>style.visibility</p:attrName>
                                        </p:attrNameLst>
                                      </p:cBhvr>
                                      <p:to>
                                        <p:strVal val="visible"/>
                                      </p:to>
                                    </p:set>
                                    <p:animEffect transition="in" filter="blinds(horizontal)">
                                      <p:cBhvr>
                                        <p:cTn id="17" dur="500"/>
                                        <p:tgtEl>
                                          <p:spTgt spid="371715">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71715">
                                            <p:txEl>
                                              <p:pRg st="7" end="7"/>
                                            </p:txEl>
                                          </p:spTgt>
                                        </p:tgtEl>
                                        <p:attrNameLst>
                                          <p:attrName>style.visibility</p:attrName>
                                        </p:attrNameLst>
                                      </p:cBhvr>
                                      <p:to>
                                        <p:strVal val="visible"/>
                                      </p:to>
                                    </p:set>
                                    <p:animEffect transition="in" filter="blinds(horizontal)">
                                      <p:cBhvr>
                                        <p:cTn id="22" dur="500"/>
                                        <p:tgtEl>
                                          <p:spTgt spid="371715">
                                            <p:txEl>
                                              <p:pRg st="7" end="7"/>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71715">
                                            <p:txEl>
                                              <p:pRg st="9" end="9"/>
                                            </p:txEl>
                                          </p:spTgt>
                                        </p:tgtEl>
                                        <p:attrNameLst>
                                          <p:attrName>style.visibility</p:attrName>
                                        </p:attrNameLst>
                                      </p:cBhvr>
                                      <p:to>
                                        <p:strVal val="visible"/>
                                      </p:to>
                                    </p:set>
                                    <p:animEffect transition="in" filter="blinds(horizontal)">
                                      <p:cBhvr>
                                        <p:cTn id="27" dur="500"/>
                                        <p:tgtEl>
                                          <p:spTgt spid="371715">
                                            <p:txEl>
                                              <p:pRg st="9" end="9"/>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71715">
                                            <p:txEl>
                                              <p:pRg st="11" end="11"/>
                                            </p:txEl>
                                          </p:spTgt>
                                        </p:tgtEl>
                                        <p:attrNameLst>
                                          <p:attrName>style.visibility</p:attrName>
                                        </p:attrNameLst>
                                      </p:cBhvr>
                                      <p:to>
                                        <p:strVal val="visible"/>
                                      </p:to>
                                    </p:set>
                                    <p:animEffect transition="in" filter="blinds(horizontal)">
                                      <p:cBhvr>
                                        <p:cTn id="32" dur="500"/>
                                        <p:tgtEl>
                                          <p:spTgt spid="371715">
                                            <p:txEl>
                                              <p:pRg st="11" end="1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71715">
                                            <p:txEl>
                                              <p:pRg st="13" end="13"/>
                                            </p:txEl>
                                          </p:spTgt>
                                        </p:tgtEl>
                                        <p:attrNameLst>
                                          <p:attrName>style.visibility</p:attrName>
                                        </p:attrNameLst>
                                      </p:cBhvr>
                                      <p:to>
                                        <p:strVal val="visible"/>
                                      </p:to>
                                    </p:set>
                                    <p:animEffect transition="in" filter="blinds(horizontal)">
                                      <p:cBhvr>
                                        <p:cTn id="37" dur="500"/>
                                        <p:tgtEl>
                                          <p:spTgt spid="371715">
                                            <p:txEl>
                                              <p:pRg st="13" end="1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71715">
                                            <p:txEl>
                                              <p:pRg st="15" end="15"/>
                                            </p:txEl>
                                          </p:spTgt>
                                        </p:tgtEl>
                                        <p:attrNameLst>
                                          <p:attrName>style.visibility</p:attrName>
                                        </p:attrNameLst>
                                      </p:cBhvr>
                                      <p:to>
                                        <p:strVal val="visible"/>
                                      </p:to>
                                    </p:set>
                                    <p:animEffect transition="in" filter="blinds(horizontal)">
                                      <p:cBhvr>
                                        <p:cTn id="42" dur="500"/>
                                        <p:tgtEl>
                                          <p:spTgt spid="371715">
                                            <p:txEl>
                                              <p:pRg st="15" end="15"/>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71715">
                                            <p:txEl>
                                              <p:pRg st="16" end="16"/>
                                            </p:txEl>
                                          </p:spTgt>
                                        </p:tgtEl>
                                        <p:attrNameLst>
                                          <p:attrName>style.visibility</p:attrName>
                                        </p:attrNameLst>
                                      </p:cBhvr>
                                      <p:to>
                                        <p:strVal val="visible"/>
                                      </p:to>
                                    </p:set>
                                    <p:animEffect transition="in" filter="blinds(horizontal)">
                                      <p:cBhvr>
                                        <p:cTn id="47" dur="500"/>
                                        <p:tgtEl>
                                          <p:spTgt spid="371715">
                                            <p:txEl>
                                              <p:pRg st="16" end="16"/>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371715">
                                            <p:txEl>
                                              <p:pRg st="17" end="17"/>
                                            </p:txEl>
                                          </p:spTgt>
                                        </p:tgtEl>
                                        <p:attrNameLst>
                                          <p:attrName>style.visibility</p:attrName>
                                        </p:attrNameLst>
                                      </p:cBhvr>
                                      <p:to>
                                        <p:strVal val="visible"/>
                                      </p:to>
                                    </p:set>
                                    <p:animEffect transition="in" filter="blinds(horizontal)">
                                      <p:cBhvr>
                                        <p:cTn id="52" dur="500"/>
                                        <p:tgtEl>
                                          <p:spTgt spid="371715">
                                            <p:txEl>
                                              <p:pRg st="17" end="17"/>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371715">
                                            <p:txEl>
                                              <p:pRg st="18" end="18"/>
                                            </p:txEl>
                                          </p:spTgt>
                                        </p:tgtEl>
                                        <p:attrNameLst>
                                          <p:attrName>style.visibility</p:attrName>
                                        </p:attrNameLst>
                                      </p:cBhvr>
                                      <p:to>
                                        <p:strVal val="visible"/>
                                      </p:to>
                                    </p:set>
                                    <p:animEffect transition="in" filter="blinds(horizontal)">
                                      <p:cBhvr>
                                        <p:cTn id="57" dur="500"/>
                                        <p:tgtEl>
                                          <p:spTgt spid="371715">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E7CDF795-C3FD-9588-BA27-32D7E3DFDDEE}"/>
              </a:ext>
            </a:extLst>
          </p:cNvPr>
          <p:cNvSpPr>
            <a:spLocks noGrp="1" noChangeArrowheads="1"/>
          </p:cNvSpPr>
          <p:nvPr>
            <p:ph type="title"/>
          </p:nvPr>
        </p:nvSpPr>
        <p:spPr>
          <a:xfrm>
            <a:off x="800100" y="179388"/>
            <a:ext cx="6862763" cy="373062"/>
          </a:xfrm>
        </p:spPr>
        <p:txBody>
          <a:bodyPr/>
          <a:lstStyle/>
          <a:p>
            <a:r>
              <a:rPr lang="zh-CN" altLang="en-US">
                <a:ea typeface="宋体" panose="02010600030101010101" pitchFamily="2" charset="-122"/>
              </a:rPr>
              <a:t>第六讲 流水线冒险的处理</a:t>
            </a:r>
          </a:p>
        </p:txBody>
      </p:sp>
      <p:sp>
        <p:nvSpPr>
          <p:cNvPr id="108546" name="Rectangle 3">
            <a:extLst>
              <a:ext uri="{FF2B5EF4-FFF2-40B4-BE49-F238E27FC236}">
                <a16:creationId xmlns:a16="http://schemas.microsoft.com/office/drawing/2014/main" id="{5248A1D4-0869-DB61-A01A-5F910A8C315A}"/>
              </a:ext>
            </a:extLst>
          </p:cNvPr>
          <p:cNvSpPr>
            <a:spLocks noGrp="1" noChangeArrowheads="1"/>
          </p:cNvSpPr>
          <p:nvPr>
            <p:ph idx="1"/>
          </p:nvPr>
        </p:nvSpPr>
        <p:spPr>
          <a:xfrm>
            <a:off x="452438" y="1136650"/>
            <a:ext cx="8350250" cy="5159375"/>
          </a:xfrm>
        </p:spPr>
        <p:txBody>
          <a:bodyPr/>
          <a:lstStyle/>
          <a:p>
            <a:pPr>
              <a:spcBef>
                <a:spcPct val="20000"/>
              </a:spcBef>
            </a:pPr>
            <a:r>
              <a:rPr lang="zh-CN" altLang="en-US" sz="2000">
                <a:ea typeface="黑体" panose="02010609060101010101" pitchFamily="49" charset="-122"/>
              </a:rPr>
              <a:t>流水线冒险的几种类型</a:t>
            </a:r>
          </a:p>
          <a:p>
            <a:pPr>
              <a:spcBef>
                <a:spcPct val="20000"/>
              </a:spcBef>
            </a:pPr>
            <a:r>
              <a:rPr lang="zh-CN" altLang="en-US" sz="2000">
                <a:ea typeface="黑体" panose="02010609060101010101" pitchFamily="49" charset="-122"/>
              </a:rPr>
              <a:t>数据冒险的现象和对策</a:t>
            </a:r>
          </a:p>
          <a:p>
            <a:pPr lvl="1">
              <a:lnSpc>
                <a:spcPct val="100000"/>
              </a:lnSpc>
              <a:spcBef>
                <a:spcPct val="20000"/>
              </a:spcBef>
            </a:pPr>
            <a:r>
              <a:rPr lang="zh-CN" altLang="en-US" sz="2000">
                <a:ea typeface="黑体" panose="02010609060101010101" pitchFamily="49" charset="-122"/>
              </a:rPr>
              <a:t>数据冒险的种类</a:t>
            </a:r>
          </a:p>
          <a:p>
            <a:pPr lvl="2">
              <a:lnSpc>
                <a:spcPct val="100000"/>
              </a:lnSpc>
              <a:spcBef>
                <a:spcPct val="20000"/>
              </a:spcBef>
            </a:pPr>
            <a:r>
              <a:rPr lang="zh-CN" altLang="en-US" sz="2000">
                <a:ea typeface="黑体" panose="02010609060101010101" pitchFamily="49" charset="-122"/>
              </a:rPr>
              <a:t>相关的数据是</a:t>
            </a:r>
            <a:r>
              <a:rPr lang="en-US" altLang="zh-CN" sz="2000">
                <a:ea typeface="黑体" panose="02010609060101010101" pitchFamily="49" charset="-122"/>
              </a:rPr>
              <a:t>ALU</a:t>
            </a:r>
            <a:r>
              <a:rPr lang="zh-CN" altLang="en-US" sz="2000">
                <a:ea typeface="黑体" panose="02010609060101010101" pitchFamily="49" charset="-122"/>
              </a:rPr>
              <a:t>结果：可以通过转发解决</a:t>
            </a:r>
          </a:p>
          <a:p>
            <a:pPr lvl="2">
              <a:lnSpc>
                <a:spcPct val="100000"/>
              </a:lnSpc>
              <a:spcBef>
                <a:spcPct val="20000"/>
              </a:spcBef>
            </a:pPr>
            <a:r>
              <a:rPr lang="zh-CN" altLang="en-US" sz="2000">
                <a:ea typeface="黑体" panose="02010609060101010101" pitchFamily="49" charset="-122"/>
              </a:rPr>
              <a:t>相关的数据是</a:t>
            </a:r>
            <a:r>
              <a:rPr lang="en-US" altLang="zh-CN" sz="2000">
                <a:ea typeface="黑体" panose="02010609060101010101" pitchFamily="49" charset="-122"/>
              </a:rPr>
              <a:t>DM</a:t>
            </a:r>
            <a:r>
              <a:rPr lang="zh-CN" altLang="en-US" sz="2000">
                <a:ea typeface="黑体" panose="02010609060101010101" pitchFamily="49" charset="-122"/>
              </a:rPr>
              <a:t>读出的内容：随后的指令需被阻塞一个时钟</a:t>
            </a:r>
          </a:p>
          <a:p>
            <a:pPr lvl="1">
              <a:lnSpc>
                <a:spcPct val="100000"/>
              </a:lnSpc>
              <a:spcBef>
                <a:spcPct val="20000"/>
              </a:spcBef>
            </a:pPr>
            <a:r>
              <a:rPr lang="zh-CN" altLang="en-US" sz="2000">
                <a:ea typeface="黑体" panose="02010609060101010101" pitchFamily="49" charset="-122"/>
              </a:rPr>
              <a:t>数据冒险和转发</a:t>
            </a:r>
          </a:p>
          <a:p>
            <a:pPr lvl="2">
              <a:lnSpc>
                <a:spcPct val="100000"/>
              </a:lnSpc>
              <a:spcBef>
                <a:spcPct val="20000"/>
              </a:spcBef>
            </a:pPr>
            <a:r>
              <a:rPr lang="zh-CN" altLang="en-US" sz="2000">
                <a:ea typeface="黑体" panose="02010609060101010101" pitchFamily="49" charset="-122"/>
              </a:rPr>
              <a:t>转发检测 </a:t>
            </a:r>
            <a:r>
              <a:rPr lang="en-US" altLang="zh-CN" sz="2000">
                <a:ea typeface="黑体" panose="02010609060101010101" pitchFamily="49" charset="-122"/>
              </a:rPr>
              <a:t>/ </a:t>
            </a:r>
            <a:r>
              <a:rPr lang="zh-CN" altLang="en-US" sz="2000">
                <a:ea typeface="黑体" panose="02010609060101010101" pitchFamily="49" charset="-122"/>
              </a:rPr>
              <a:t>转发控制</a:t>
            </a:r>
          </a:p>
          <a:p>
            <a:pPr lvl="1">
              <a:lnSpc>
                <a:spcPct val="100000"/>
              </a:lnSpc>
              <a:spcBef>
                <a:spcPct val="20000"/>
              </a:spcBef>
            </a:pPr>
            <a:r>
              <a:rPr lang="zh-CN" altLang="en-US" sz="2000">
                <a:ea typeface="黑体" panose="02010609060101010101" pitchFamily="49" charset="-122"/>
              </a:rPr>
              <a:t>数据冒险和阻塞</a:t>
            </a:r>
          </a:p>
          <a:p>
            <a:pPr lvl="2">
              <a:lnSpc>
                <a:spcPct val="100000"/>
              </a:lnSpc>
              <a:spcBef>
                <a:spcPct val="20000"/>
              </a:spcBef>
            </a:pPr>
            <a:r>
              <a:rPr lang="zh-CN" altLang="en-US" sz="2000">
                <a:ea typeface="黑体" panose="02010609060101010101" pitchFamily="49" charset="-122"/>
              </a:rPr>
              <a:t>阻塞检测 </a:t>
            </a:r>
            <a:r>
              <a:rPr lang="en-US" altLang="zh-CN" sz="2000">
                <a:ea typeface="黑体" panose="02010609060101010101" pitchFamily="49" charset="-122"/>
              </a:rPr>
              <a:t>/ </a:t>
            </a:r>
            <a:r>
              <a:rPr lang="zh-CN" altLang="en-US" sz="2000">
                <a:ea typeface="黑体" panose="02010609060101010101" pitchFamily="49" charset="-122"/>
              </a:rPr>
              <a:t>阻塞控制</a:t>
            </a:r>
          </a:p>
          <a:p>
            <a:pPr>
              <a:spcBef>
                <a:spcPct val="20000"/>
              </a:spcBef>
            </a:pPr>
            <a:r>
              <a:rPr lang="zh-CN" altLang="en-US" sz="2000">
                <a:ea typeface="黑体" panose="02010609060101010101" pitchFamily="49" charset="-122"/>
              </a:rPr>
              <a:t>控制冒险的现象和对策</a:t>
            </a:r>
          </a:p>
          <a:p>
            <a:pPr lvl="1">
              <a:lnSpc>
                <a:spcPct val="100000"/>
              </a:lnSpc>
              <a:spcBef>
                <a:spcPct val="20000"/>
              </a:spcBef>
            </a:pPr>
            <a:r>
              <a:rPr lang="zh-CN" altLang="en-US" sz="2000">
                <a:ea typeface="黑体" panose="02010609060101010101" pitchFamily="49" charset="-122"/>
              </a:rPr>
              <a:t>静态分支预测技术</a:t>
            </a:r>
          </a:p>
          <a:p>
            <a:pPr lvl="1">
              <a:lnSpc>
                <a:spcPct val="100000"/>
              </a:lnSpc>
              <a:spcBef>
                <a:spcPct val="20000"/>
              </a:spcBef>
            </a:pPr>
            <a:r>
              <a:rPr lang="zh-CN" altLang="en-US" sz="2000">
                <a:ea typeface="黑体" panose="02010609060101010101" pitchFamily="49" charset="-122"/>
              </a:rPr>
              <a:t>动态分支预测技术</a:t>
            </a:r>
          </a:p>
          <a:p>
            <a:pPr lvl="1">
              <a:lnSpc>
                <a:spcPct val="100000"/>
              </a:lnSpc>
              <a:spcBef>
                <a:spcPct val="20000"/>
              </a:spcBef>
            </a:pPr>
            <a:r>
              <a:rPr lang="zh-CN" altLang="en-US" sz="2000">
                <a:ea typeface="黑体" panose="02010609060101010101" pitchFamily="49" charset="-122"/>
              </a:rPr>
              <a:t>缩短分支延迟技术</a:t>
            </a:r>
          </a:p>
          <a:p>
            <a:pPr>
              <a:spcBef>
                <a:spcPct val="20000"/>
              </a:spcBef>
            </a:pPr>
            <a:r>
              <a:rPr lang="zh-CN" altLang="en-US" sz="2000">
                <a:ea typeface="黑体" panose="02010609060101010101" pitchFamily="49" charset="-122"/>
              </a:rPr>
              <a:t>流水线中对异常和中断的处理</a:t>
            </a:r>
          </a:p>
        </p:txBody>
      </p:sp>
      <p:sp>
        <p:nvSpPr>
          <p:cNvPr id="108547" name="Text Box 4">
            <a:extLst>
              <a:ext uri="{FF2B5EF4-FFF2-40B4-BE49-F238E27FC236}">
                <a16:creationId xmlns:a16="http://schemas.microsoft.com/office/drawing/2014/main" id="{52CCF809-A15E-A1BA-62BC-A66A0BE18B21}"/>
              </a:ext>
            </a:extLst>
          </p:cNvPr>
          <p:cNvSpPr txBox="1">
            <a:spLocks noChangeArrowheads="1"/>
          </p:cNvSpPr>
          <p:nvPr/>
        </p:nvSpPr>
        <p:spPr bwMode="auto">
          <a:xfrm>
            <a:off x="3236913" y="636588"/>
            <a:ext cx="2205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400">
                <a:solidFill>
                  <a:schemeClr val="accent1"/>
                </a:solidFill>
                <a:ea typeface="宋体" panose="02010600030101010101" pitchFamily="2" charset="-122"/>
              </a:rPr>
              <a:t>主 要 内 容</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638103C8-81F7-1777-4C4F-67F955C17001}"/>
              </a:ext>
            </a:extLst>
          </p:cNvPr>
          <p:cNvSpPr>
            <a:spLocks noGrp="1" noChangeArrowheads="1"/>
          </p:cNvSpPr>
          <p:nvPr>
            <p:ph idx="1"/>
          </p:nvPr>
        </p:nvSpPr>
        <p:spPr>
          <a:xfrm>
            <a:off x="0" y="603250"/>
            <a:ext cx="9144000" cy="6154738"/>
          </a:xfrm>
        </p:spPr>
        <p:txBody>
          <a:bodyPr lIns="90488" tIns="44450" rIns="90488" bIns="44450"/>
          <a:lstStyle/>
          <a:p>
            <a:pPr marL="342900" indent="-342900">
              <a:lnSpc>
                <a:spcPct val="110000"/>
              </a:lnSpc>
              <a:spcBef>
                <a:spcPct val="25000"/>
              </a:spcBef>
            </a:pPr>
            <a:r>
              <a:rPr lang="en-US" altLang="zh-CN">
                <a:solidFill>
                  <a:schemeClr val="hlink"/>
                </a:solidFill>
                <a:ea typeface="宋体" panose="02010600030101010101" pitchFamily="2" charset="-122"/>
              </a:rPr>
              <a:t> </a:t>
            </a:r>
            <a:r>
              <a:rPr lang="en-US" altLang="zh-CN" sz="2000">
                <a:solidFill>
                  <a:srgbClr val="CC0000"/>
                </a:solidFill>
                <a:ea typeface="黑体" panose="02010609060101010101" pitchFamily="49" charset="-122"/>
              </a:rPr>
              <a:t>Hazards</a:t>
            </a:r>
            <a:r>
              <a:rPr lang="zh-CN" altLang="en-US" sz="2000">
                <a:solidFill>
                  <a:srgbClr val="CC0000"/>
                </a:solidFill>
                <a:ea typeface="黑体" panose="02010609060101010101" pitchFamily="49" charset="-122"/>
              </a:rPr>
              <a:t>：指流水线遇到无法正确执行后续指令或执行了不该执行的指令</a:t>
            </a:r>
            <a:endParaRPr lang="en-US" altLang="zh-CN" sz="2000">
              <a:solidFill>
                <a:srgbClr val="CC0000"/>
              </a:solidFill>
              <a:ea typeface="黑体" panose="02010609060101010101" pitchFamily="49" charset="-122"/>
            </a:endParaRPr>
          </a:p>
          <a:p>
            <a:pPr marL="742950" lvl="1" indent="-285750">
              <a:lnSpc>
                <a:spcPct val="110000"/>
              </a:lnSpc>
              <a:spcBef>
                <a:spcPct val="25000"/>
              </a:spcBef>
            </a:pPr>
            <a:r>
              <a:rPr lang="en-US" altLang="zh-CN" sz="2000" u="sng">
                <a:solidFill>
                  <a:schemeClr val="accent1"/>
                </a:solidFill>
                <a:ea typeface="黑体" panose="02010609060101010101" pitchFamily="49" charset="-122"/>
                <a:hlinkClick r:id="rId2" action="ppaction://hlinksldjump"/>
              </a:rPr>
              <a:t>Structural hazards</a:t>
            </a:r>
            <a:r>
              <a:rPr lang="en-US" altLang="zh-CN" sz="2000" b="0" u="sng">
                <a:solidFill>
                  <a:srgbClr val="FF0000"/>
                </a:solidFill>
                <a:ea typeface="黑体" panose="02010609060101010101" pitchFamily="49" charset="-122"/>
                <a:hlinkClick r:id="rId2" action="ppaction://hlinksldjump"/>
              </a:rPr>
              <a:t>  </a:t>
            </a:r>
            <a:r>
              <a:rPr lang="en-US" altLang="zh-CN" sz="2000">
                <a:ea typeface="黑体" panose="02010609060101010101" pitchFamily="49" charset="-122"/>
              </a:rPr>
              <a:t>(hardware resource conflicts):</a:t>
            </a:r>
          </a:p>
          <a:p>
            <a:pPr marL="742950" lvl="1" indent="-285750">
              <a:lnSpc>
                <a:spcPct val="110000"/>
              </a:lnSpc>
              <a:spcBef>
                <a:spcPct val="25000"/>
              </a:spcBef>
              <a:buFontTx/>
              <a:buNone/>
            </a:pPr>
            <a:r>
              <a:rPr lang="zh-CN" altLang="en-US" sz="2000">
                <a:ea typeface="黑体" panose="02010609060101010101" pitchFamily="49" charset="-122"/>
              </a:rPr>
              <a:t>     现象：</a:t>
            </a:r>
            <a:r>
              <a:rPr lang="zh-CN" altLang="en-US" sz="2000">
                <a:solidFill>
                  <a:srgbClr val="990000"/>
                </a:solidFill>
                <a:ea typeface="黑体" panose="02010609060101010101" pitchFamily="49" charset="-122"/>
              </a:rPr>
              <a:t>同一个部件同时被不同指令所使用</a:t>
            </a:r>
            <a:r>
              <a:rPr lang="zh-CN" altLang="en-US" sz="2000">
                <a:solidFill>
                  <a:srgbClr val="CC0000"/>
                </a:solidFill>
                <a:ea typeface="黑体" panose="02010609060101010101" pitchFamily="49" charset="-122"/>
              </a:rPr>
              <a:t>     </a:t>
            </a:r>
          </a:p>
          <a:p>
            <a:pPr marL="1143000" lvl="2" indent="-228600">
              <a:lnSpc>
                <a:spcPct val="110000"/>
              </a:lnSpc>
              <a:spcBef>
                <a:spcPct val="25000"/>
              </a:spcBef>
            </a:pPr>
            <a:r>
              <a:rPr lang="zh-CN" altLang="en-US" sz="2000">
                <a:solidFill>
                  <a:srgbClr val="008000"/>
                </a:solidFill>
                <a:ea typeface="黑体" panose="02010609060101010101" pitchFamily="49" charset="-122"/>
              </a:rPr>
              <a:t>一个部件每条指令只能使用</a:t>
            </a:r>
            <a:r>
              <a:rPr lang="en-US" altLang="zh-CN" sz="2000">
                <a:solidFill>
                  <a:srgbClr val="008000"/>
                </a:solidFill>
                <a:ea typeface="黑体" panose="02010609060101010101" pitchFamily="49" charset="-122"/>
              </a:rPr>
              <a:t>1</a:t>
            </a:r>
            <a:r>
              <a:rPr lang="zh-CN" altLang="en-US" sz="2000">
                <a:solidFill>
                  <a:srgbClr val="008000"/>
                </a:solidFill>
                <a:ea typeface="黑体" panose="02010609060101010101" pitchFamily="49" charset="-122"/>
              </a:rPr>
              <a:t>次，且只能在特定周期使用</a:t>
            </a:r>
          </a:p>
          <a:p>
            <a:pPr marL="1143000" lvl="2" indent="-228600">
              <a:lnSpc>
                <a:spcPct val="110000"/>
              </a:lnSpc>
              <a:spcBef>
                <a:spcPct val="25000"/>
              </a:spcBef>
            </a:pPr>
            <a:r>
              <a:rPr lang="zh-CN" altLang="en-US" sz="2000">
                <a:solidFill>
                  <a:srgbClr val="008000"/>
                </a:solidFill>
                <a:ea typeface="黑体" panose="02010609060101010101" pitchFamily="49" charset="-122"/>
              </a:rPr>
              <a:t>设置多个部件，以避免冲突。如指令存储器</a:t>
            </a:r>
            <a:r>
              <a:rPr lang="en-US" altLang="zh-CN" sz="2000">
                <a:solidFill>
                  <a:srgbClr val="008000"/>
                </a:solidFill>
                <a:ea typeface="黑体" panose="02010609060101010101" pitchFamily="49" charset="-122"/>
              </a:rPr>
              <a:t>IM </a:t>
            </a:r>
            <a:r>
              <a:rPr lang="zh-CN" altLang="en-US" sz="2000">
                <a:solidFill>
                  <a:srgbClr val="008000"/>
                </a:solidFill>
                <a:ea typeface="黑体" panose="02010609060101010101" pitchFamily="49" charset="-122"/>
              </a:rPr>
              <a:t>和数据存储器</a:t>
            </a:r>
            <a:r>
              <a:rPr lang="en-US" altLang="zh-CN" sz="2000">
                <a:solidFill>
                  <a:srgbClr val="008000"/>
                </a:solidFill>
                <a:ea typeface="黑体" panose="02010609060101010101" pitchFamily="49" charset="-122"/>
              </a:rPr>
              <a:t>DM</a:t>
            </a:r>
            <a:r>
              <a:rPr lang="zh-CN" altLang="en-US" sz="2000">
                <a:solidFill>
                  <a:srgbClr val="008000"/>
                </a:solidFill>
                <a:ea typeface="黑体" panose="02010609060101010101" pitchFamily="49" charset="-122"/>
              </a:rPr>
              <a:t>分开</a:t>
            </a:r>
          </a:p>
          <a:p>
            <a:pPr marL="742950" lvl="1" indent="-285750">
              <a:lnSpc>
                <a:spcPct val="110000"/>
              </a:lnSpc>
              <a:spcBef>
                <a:spcPct val="25000"/>
              </a:spcBef>
            </a:pPr>
            <a:r>
              <a:rPr lang="en-US" altLang="zh-CN" sz="2000" u="sng">
                <a:solidFill>
                  <a:srgbClr val="FF0000"/>
                </a:solidFill>
                <a:ea typeface="黑体" panose="02010609060101010101" pitchFamily="49" charset="-122"/>
                <a:hlinkClick r:id="rId3" action="ppaction://hlinksldjump"/>
              </a:rPr>
              <a:t>Data hazards</a:t>
            </a:r>
            <a:r>
              <a:rPr lang="en-US" altLang="zh-CN" sz="2000" b="0" u="sng">
                <a:solidFill>
                  <a:srgbClr val="FF0000"/>
                </a:solidFill>
                <a:ea typeface="黑体" panose="02010609060101010101" pitchFamily="49" charset="-122"/>
                <a:hlinkClick r:id="rId3" action="ppaction://hlinksldjump"/>
              </a:rPr>
              <a:t> </a:t>
            </a:r>
            <a:r>
              <a:rPr lang="en-US" altLang="zh-CN" sz="2000">
                <a:ea typeface="黑体" panose="02010609060101010101" pitchFamily="49" charset="-122"/>
              </a:rPr>
              <a:t>(data dependencies): </a:t>
            </a:r>
          </a:p>
          <a:p>
            <a:pPr marL="742950" lvl="1" indent="-285750">
              <a:lnSpc>
                <a:spcPct val="110000"/>
              </a:lnSpc>
              <a:spcBef>
                <a:spcPct val="25000"/>
              </a:spcBef>
              <a:buFontTx/>
              <a:buNone/>
            </a:pPr>
            <a:r>
              <a:rPr lang="zh-CN" altLang="en-US" sz="2000">
                <a:ea typeface="黑体" panose="02010609060101010101" pitchFamily="49" charset="-122"/>
              </a:rPr>
              <a:t>     现象：</a:t>
            </a:r>
            <a:r>
              <a:rPr lang="zh-CN" altLang="en-US" sz="2000">
                <a:solidFill>
                  <a:srgbClr val="990000"/>
                </a:solidFill>
                <a:ea typeface="黑体" panose="02010609060101010101" pitchFamily="49" charset="-122"/>
              </a:rPr>
              <a:t>后面指令用到前面指令结果数据时，前面指令的结果还没产生</a:t>
            </a:r>
          </a:p>
          <a:p>
            <a:pPr marL="1143000" lvl="2" indent="-228600">
              <a:lnSpc>
                <a:spcPct val="110000"/>
              </a:lnSpc>
              <a:spcBef>
                <a:spcPct val="25000"/>
              </a:spcBef>
            </a:pPr>
            <a:r>
              <a:rPr lang="zh-CN" altLang="en-US" sz="2000">
                <a:solidFill>
                  <a:srgbClr val="008000"/>
                </a:solidFill>
                <a:ea typeface="黑体" panose="02010609060101010101" pitchFamily="49" charset="-122"/>
              </a:rPr>
              <a:t>采用转发</a:t>
            </a:r>
            <a:r>
              <a:rPr lang="en-US" altLang="zh-CN" sz="2000">
                <a:solidFill>
                  <a:srgbClr val="008000"/>
                </a:solidFill>
                <a:ea typeface="黑体" panose="02010609060101010101" pitchFamily="49" charset="-122"/>
              </a:rPr>
              <a:t>(Forwarding/Bypassing)</a:t>
            </a:r>
            <a:r>
              <a:rPr lang="zh-CN" altLang="en-US" sz="2000">
                <a:solidFill>
                  <a:srgbClr val="008000"/>
                </a:solidFill>
                <a:ea typeface="黑体" panose="02010609060101010101" pitchFamily="49" charset="-122"/>
              </a:rPr>
              <a:t>技术</a:t>
            </a:r>
          </a:p>
          <a:p>
            <a:pPr marL="1143000" lvl="2" indent="-228600">
              <a:lnSpc>
                <a:spcPct val="110000"/>
              </a:lnSpc>
              <a:spcBef>
                <a:spcPct val="25000"/>
              </a:spcBef>
            </a:pPr>
            <a:r>
              <a:rPr lang="en-US" altLang="zh-CN" sz="2000">
                <a:solidFill>
                  <a:srgbClr val="008000"/>
                </a:solidFill>
                <a:ea typeface="黑体" panose="02010609060101010101" pitchFamily="49" charset="-122"/>
              </a:rPr>
              <a:t>Load-use</a:t>
            </a:r>
            <a:r>
              <a:rPr lang="zh-CN" altLang="en-US" sz="2000">
                <a:solidFill>
                  <a:srgbClr val="008000"/>
                </a:solidFill>
                <a:ea typeface="黑体" panose="02010609060101010101" pitchFamily="49" charset="-122"/>
              </a:rPr>
              <a:t>冒险需要一次阻塞</a:t>
            </a:r>
            <a:r>
              <a:rPr lang="en-US" altLang="zh-CN" sz="2000">
                <a:solidFill>
                  <a:srgbClr val="008000"/>
                </a:solidFill>
                <a:ea typeface="黑体" panose="02010609060101010101" pitchFamily="49" charset="-122"/>
              </a:rPr>
              <a:t>(stall)</a:t>
            </a:r>
            <a:endParaRPr lang="zh-CN" altLang="en-US" sz="2000">
              <a:solidFill>
                <a:srgbClr val="008000"/>
              </a:solidFill>
              <a:ea typeface="黑体" panose="02010609060101010101" pitchFamily="49" charset="-122"/>
            </a:endParaRPr>
          </a:p>
          <a:p>
            <a:pPr marL="1143000" lvl="2" indent="-228600">
              <a:lnSpc>
                <a:spcPct val="110000"/>
              </a:lnSpc>
              <a:spcBef>
                <a:spcPct val="25000"/>
              </a:spcBef>
            </a:pPr>
            <a:r>
              <a:rPr lang="zh-CN" altLang="en-US" sz="2000">
                <a:solidFill>
                  <a:srgbClr val="008000"/>
                </a:solidFill>
                <a:ea typeface="黑体" panose="02010609060101010101" pitchFamily="49" charset="-122"/>
              </a:rPr>
              <a:t>编译程序优化指令顺序</a:t>
            </a:r>
          </a:p>
          <a:p>
            <a:pPr marL="742950" lvl="1" indent="-285750">
              <a:lnSpc>
                <a:spcPct val="110000"/>
              </a:lnSpc>
              <a:spcBef>
                <a:spcPct val="25000"/>
              </a:spcBef>
            </a:pPr>
            <a:r>
              <a:rPr lang="en-US" altLang="zh-CN" sz="2000" u="sng">
                <a:solidFill>
                  <a:srgbClr val="FF0000"/>
                </a:solidFill>
                <a:ea typeface="黑体" panose="02010609060101010101" pitchFamily="49" charset="-122"/>
                <a:hlinkClick r:id="rId4" action="ppaction://hlinksldjump"/>
              </a:rPr>
              <a:t>Control (Branch)</a:t>
            </a:r>
            <a:r>
              <a:rPr lang="zh-CN" altLang="en-US" sz="2000" u="sng">
                <a:solidFill>
                  <a:srgbClr val="FF0000"/>
                </a:solidFill>
                <a:ea typeface="黑体" panose="02010609060101010101" pitchFamily="49" charset="-122"/>
                <a:hlinkClick r:id="rId4" action="ppaction://hlinksldjump"/>
              </a:rPr>
              <a:t> </a:t>
            </a:r>
            <a:r>
              <a:rPr lang="en-US" altLang="zh-CN" sz="2000" u="sng">
                <a:solidFill>
                  <a:srgbClr val="FF0000"/>
                </a:solidFill>
                <a:ea typeface="黑体" panose="02010609060101010101" pitchFamily="49" charset="-122"/>
                <a:hlinkClick r:id="rId4" action="ppaction://hlinksldjump"/>
              </a:rPr>
              <a:t>hazards</a:t>
            </a:r>
            <a:r>
              <a:rPr lang="en-US" altLang="zh-CN" sz="2000" b="0" u="sng">
                <a:solidFill>
                  <a:srgbClr val="FF0000"/>
                </a:solidFill>
                <a:ea typeface="黑体" panose="02010609060101010101" pitchFamily="49" charset="-122"/>
                <a:hlinkClick r:id="rId4" action="ppaction://hlinksldjump"/>
              </a:rPr>
              <a:t> </a:t>
            </a:r>
            <a:r>
              <a:rPr lang="en-US" altLang="zh-CN" sz="2000">
                <a:ea typeface="黑体" panose="02010609060101010101" pitchFamily="49" charset="-122"/>
              </a:rPr>
              <a:t>(changes in program flow): </a:t>
            </a:r>
          </a:p>
          <a:p>
            <a:pPr marL="742950" lvl="1" indent="-285750">
              <a:lnSpc>
                <a:spcPct val="110000"/>
              </a:lnSpc>
              <a:spcBef>
                <a:spcPct val="25000"/>
              </a:spcBef>
              <a:buFontTx/>
              <a:buNone/>
            </a:pPr>
            <a:r>
              <a:rPr lang="zh-CN" altLang="en-US" sz="2000">
                <a:ea typeface="黑体" panose="02010609060101010101" pitchFamily="49" charset="-122"/>
              </a:rPr>
              <a:t>     现象：</a:t>
            </a:r>
            <a:r>
              <a:rPr lang="zh-CN" altLang="en-US" sz="2000">
                <a:solidFill>
                  <a:srgbClr val="990000"/>
                </a:solidFill>
                <a:ea typeface="黑体" panose="02010609060101010101" pitchFamily="49" charset="-122"/>
              </a:rPr>
              <a:t>转移或异常改变执行流程，后继指令在目标地址产生前已被取出</a:t>
            </a:r>
          </a:p>
          <a:p>
            <a:pPr marL="1143000" lvl="2" indent="-228600">
              <a:lnSpc>
                <a:spcPct val="110000"/>
              </a:lnSpc>
              <a:spcBef>
                <a:spcPct val="25000"/>
              </a:spcBef>
            </a:pPr>
            <a:r>
              <a:rPr lang="zh-CN" altLang="en-US" sz="2000">
                <a:solidFill>
                  <a:srgbClr val="008000"/>
                </a:solidFill>
                <a:ea typeface="黑体" panose="02010609060101010101" pitchFamily="49" charset="-122"/>
              </a:rPr>
              <a:t>采用静态或动态分支预测</a:t>
            </a:r>
          </a:p>
          <a:p>
            <a:pPr marL="1143000" lvl="2" indent="-228600">
              <a:lnSpc>
                <a:spcPct val="110000"/>
              </a:lnSpc>
              <a:spcBef>
                <a:spcPct val="25000"/>
              </a:spcBef>
            </a:pPr>
            <a:r>
              <a:rPr lang="zh-CN" altLang="en-US" sz="2000">
                <a:solidFill>
                  <a:srgbClr val="008000"/>
                </a:solidFill>
                <a:ea typeface="黑体" panose="02010609060101010101" pitchFamily="49" charset="-122"/>
              </a:rPr>
              <a:t>编译程序优化指令顺序</a:t>
            </a:r>
            <a:r>
              <a:rPr lang="en-US" altLang="zh-CN" sz="2000">
                <a:solidFill>
                  <a:srgbClr val="008000"/>
                </a:solidFill>
                <a:ea typeface="黑体" panose="02010609060101010101" pitchFamily="49" charset="-122"/>
              </a:rPr>
              <a:t>(</a:t>
            </a:r>
            <a:r>
              <a:rPr lang="zh-CN" altLang="en-US" sz="2000">
                <a:solidFill>
                  <a:srgbClr val="008000"/>
                </a:solidFill>
                <a:ea typeface="黑体" panose="02010609060101010101" pitchFamily="49" charset="-122"/>
              </a:rPr>
              <a:t>分支延迟</a:t>
            </a:r>
            <a:r>
              <a:rPr lang="en-US" altLang="zh-CN" sz="2000">
                <a:solidFill>
                  <a:srgbClr val="008000"/>
                </a:solidFill>
                <a:ea typeface="黑体" panose="02010609060101010101" pitchFamily="49" charset="-122"/>
              </a:rPr>
              <a:t>)</a:t>
            </a:r>
          </a:p>
        </p:txBody>
      </p:sp>
      <p:sp>
        <p:nvSpPr>
          <p:cNvPr id="109570" name="Rectangle 4">
            <a:extLst>
              <a:ext uri="{FF2B5EF4-FFF2-40B4-BE49-F238E27FC236}">
                <a16:creationId xmlns:a16="http://schemas.microsoft.com/office/drawing/2014/main" id="{7197CC1B-D849-718E-AEF3-008545E58814}"/>
              </a:ext>
            </a:extLst>
          </p:cNvPr>
          <p:cNvSpPr>
            <a:spLocks noChangeArrowheads="1"/>
          </p:cNvSpPr>
          <p:nvPr/>
        </p:nvSpPr>
        <p:spPr bwMode="auto">
          <a:xfrm>
            <a:off x="869950" y="201613"/>
            <a:ext cx="6638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eaLnBrk="0" hangingPunct="0">
              <a:lnSpc>
                <a:spcPct val="87000"/>
              </a:lnSpc>
            </a:pPr>
            <a:r>
              <a:rPr lang="zh-CN" altLang="en-US" sz="2400">
                <a:solidFill>
                  <a:schemeClr val="accent2"/>
                </a:solidFill>
                <a:latin typeface="Arial" panose="020B0604020202020204" pitchFamily="34" charset="0"/>
                <a:ea typeface="宋体" panose="02010600030101010101" pitchFamily="2" charset="-122"/>
              </a:rPr>
              <a:t>总结：流水线的三种</a:t>
            </a:r>
            <a:r>
              <a:rPr lang="zh-CN" altLang="en-US" sz="2400">
                <a:solidFill>
                  <a:schemeClr val="accent1"/>
                </a:solidFill>
                <a:latin typeface="Arial" panose="020B0604020202020204" pitchFamily="34" charset="0"/>
                <a:ea typeface="宋体" panose="02010600030101010101" pitchFamily="2" charset="-122"/>
              </a:rPr>
              <a:t>冲突</a:t>
            </a:r>
            <a:r>
              <a:rPr lang="en-US" altLang="zh-CN" sz="2400">
                <a:solidFill>
                  <a:schemeClr val="accent2"/>
                </a:solidFill>
                <a:latin typeface="Arial" panose="020B0604020202020204" pitchFamily="34" charset="0"/>
                <a:ea typeface="宋体" panose="02010600030101010101" pitchFamily="2" charset="-122"/>
              </a:rPr>
              <a:t>/</a:t>
            </a:r>
            <a:r>
              <a:rPr lang="zh-CN" altLang="en-US" sz="2400">
                <a:solidFill>
                  <a:schemeClr val="accent1"/>
                </a:solidFill>
                <a:latin typeface="Arial" panose="020B0604020202020204" pitchFamily="34" charset="0"/>
                <a:ea typeface="宋体" panose="02010600030101010101" pitchFamily="2" charset="-122"/>
              </a:rPr>
              <a:t>冒险</a:t>
            </a:r>
            <a:r>
              <a:rPr lang="zh-CN" altLang="en-US" sz="2400">
                <a:solidFill>
                  <a:schemeClr val="accent2"/>
                </a:solidFill>
                <a:latin typeface="Arial" panose="020B0604020202020204" pitchFamily="34" charset="0"/>
                <a:ea typeface="宋体" panose="02010600030101010101" pitchFamily="2" charset="-122"/>
              </a:rPr>
              <a:t>（</a:t>
            </a:r>
            <a:r>
              <a:rPr lang="en-US" altLang="zh-CN" sz="2400">
                <a:solidFill>
                  <a:schemeClr val="accent2"/>
                </a:solidFill>
                <a:latin typeface="Arial" panose="020B0604020202020204" pitchFamily="34" charset="0"/>
                <a:ea typeface="宋体" panose="02010600030101010101" pitchFamily="2" charset="-122"/>
              </a:rPr>
              <a:t>Hazard</a:t>
            </a:r>
            <a:r>
              <a:rPr lang="zh-CN" altLang="en-US" sz="2400">
                <a:solidFill>
                  <a:schemeClr val="accent2"/>
                </a:solidFill>
                <a:latin typeface="Arial" panose="020B0604020202020204" pitchFamily="34" charset="0"/>
                <a:ea typeface="宋体" panose="02010600030101010101" pitchFamily="2" charset="-122"/>
              </a:rPr>
              <a:t>）情况</a:t>
            </a:r>
          </a:p>
        </p:txBody>
      </p:sp>
      <p:sp>
        <p:nvSpPr>
          <p:cNvPr id="106502" name="Text Box 6">
            <a:extLst>
              <a:ext uri="{FF2B5EF4-FFF2-40B4-BE49-F238E27FC236}">
                <a16:creationId xmlns:a16="http://schemas.microsoft.com/office/drawing/2014/main" id="{A436868C-85EC-7552-E756-2D26B00FDC83}"/>
              </a:ext>
            </a:extLst>
          </p:cNvPr>
          <p:cNvSpPr txBox="1">
            <a:spLocks noChangeArrowheads="1"/>
          </p:cNvSpPr>
          <p:nvPr/>
        </p:nvSpPr>
        <p:spPr bwMode="auto">
          <a:xfrm>
            <a:off x="6935788" y="5986463"/>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2000">
                <a:ea typeface="宋体" panose="02010600030101010101" pitchFamily="2" charset="-122"/>
                <a:hlinkClick r:id="rId5" action="ppaction://hlinksldjump"/>
              </a:rPr>
              <a:t>SKIP</a:t>
            </a:r>
            <a:endParaRPr lang="en-US" altLang="zh-CN" sz="2000">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6498">
                                            <p:txEl>
                                              <p:pRg st="2" end="2"/>
                                            </p:txEl>
                                          </p:spTgt>
                                        </p:tgtEl>
                                        <p:attrNameLst>
                                          <p:attrName>style.visibility</p:attrName>
                                        </p:attrNameLst>
                                      </p:cBhvr>
                                      <p:to>
                                        <p:strVal val="visible"/>
                                      </p:to>
                                    </p:set>
                                    <p:animEffect transition="in" filter="blinds(horizontal)">
                                      <p:cBhvr>
                                        <p:cTn id="7" dur="500"/>
                                        <p:tgtEl>
                                          <p:spTgt spid="106498">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6498">
                                            <p:txEl>
                                              <p:pRg st="3" end="3"/>
                                            </p:txEl>
                                          </p:spTgt>
                                        </p:tgtEl>
                                        <p:attrNameLst>
                                          <p:attrName>style.visibility</p:attrName>
                                        </p:attrNameLst>
                                      </p:cBhvr>
                                      <p:to>
                                        <p:strVal val="visible"/>
                                      </p:to>
                                    </p:set>
                                    <p:animEffect transition="in" filter="blinds(horizontal)">
                                      <p:cBhvr>
                                        <p:cTn id="12" dur="500"/>
                                        <p:tgtEl>
                                          <p:spTgt spid="106498">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06498">
                                            <p:txEl>
                                              <p:pRg st="4" end="4"/>
                                            </p:txEl>
                                          </p:spTgt>
                                        </p:tgtEl>
                                        <p:attrNameLst>
                                          <p:attrName>style.visibility</p:attrName>
                                        </p:attrNameLst>
                                      </p:cBhvr>
                                      <p:to>
                                        <p:strVal val="visible"/>
                                      </p:to>
                                    </p:set>
                                    <p:animEffect transition="in" filter="blinds(horizontal)">
                                      <p:cBhvr>
                                        <p:cTn id="17" dur="500"/>
                                        <p:tgtEl>
                                          <p:spTgt spid="106498">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06498">
                                            <p:txEl>
                                              <p:pRg st="6" end="6"/>
                                            </p:txEl>
                                          </p:spTgt>
                                        </p:tgtEl>
                                        <p:attrNameLst>
                                          <p:attrName>style.visibility</p:attrName>
                                        </p:attrNameLst>
                                      </p:cBhvr>
                                      <p:to>
                                        <p:strVal val="visible"/>
                                      </p:to>
                                    </p:set>
                                    <p:animEffect transition="in" filter="blinds(horizontal)">
                                      <p:cBhvr>
                                        <p:cTn id="22" dur="500"/>
                                        <p:tgtEl>
                                          <p:spTgt spid="106498">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06498">
                                            <p:txEl>
                                              <p:pRg st="7" end="7"/>
                                            </p:txEl>
                                          </p:spTgt>
                                        </p:tgtEl>
                                        <p:attrNameLst>
                                          <p:attrName>style.visibility</p:attrName>
                                        </p:attrNameLst>
                                      </p:cBhvr>
                                      <p:to>
                                        <p:strVal val="visible"/>
                                      </p:to>
                                    </p:set>
                                    <p:animEffect transition="in" filter="blinds(horizontal)">
                                      <p:cBhvr>
                                        <p:cTn id="27" dur="500"/>
                                        <p:tgtEl>
                                          <p:spTgt spid="106498">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06498">
                                            <p:txEl>
                                              <p:pRg st="8" end="8"/>
                                            </p:txEl>
                                          </p:spTgt>
                                        </p:tgtEl>
                                        <p:attrNameLst>
                                          <p:attrName>style.visibility</p:attrName>
                                        </p:attrNameLst>
                                      </p:cBhvr>
                                      <p:to>
                                        <p:strVal val="visible"/>
                                      </p:to>
                                    </p:set>
                                    <p:animEffect transition="in" filter="blinds(horizontal)">
                                      <p:cBhvr>
                                        <p:cTn id="32" dur="500"/>
                                        <p:tgtEl>
                                          <p:spTgt spid="106498">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06498">
                                            <p:txEl>
                                              <p:pRg st="9" end="9"/>
                                            </p:txEl>
                                          </p:spTgt>
                                        </p:tgtEl>
                                        <p:attrNameLst>
                                          <p:attrName>style.visibility</p:attrName>
                                        </p:attrNameLst>
                                      </p:cBhvr>
                                      <p:to>
                                        <p:strVal val="visible"/>
                                      </p:to>
                                    </p:set>
                                    <p:animEffect transition="in" filter="blinds(horizontal)">
                                      <p:cBhvr>
                                        <p:cTn id="37" dur="500"/>
                                        <p:tgtEl>
                                          <p:spTgt spid="106498">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06498">
                                            <p:txEl>
                                              <p:pRg st="11" end="11"/>
                                            </p:txEl>
                                          </p:spTgt>
                                        </p:tgtEl>
                                        <p:attrNameLst>
                                          <p:attrName>style.visibility</p:attrName>
                                        </p:attrNameLst>
                                      </p:cBhvr>
                                      <p:to>
                                        <p:strVal val="visible"/>
                                      </p:to>
                                    </p:set>
                                    <p:animEffect transition="in" filter="blinds(horizontal)">
                                      <p:cBhvr>
                                        <p:cTn id="42" dur="500"/>
                                        <p:tgtEl>
                                          <p:spTgt spid="106498">
                                            <p:txEl>
                                              <p:pRg st="11" end="1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06498">
                                            <p:txEl>
                                              <p:pRg st="12" end="12"/>
                                            </p:txEl>
                                          </p:spTgt>
                                        </p:tgtEl>
                                        <p:attrNameLst>
                                          <p:attrName>style.visibility</p:attrName>
                                        </p:attrNameLst>
                                      </p:cBhvr>
                                      <p:to>
                                        <p:strVal val="visible"/>
                                      </p:to>
                                    </p:set>
                                    <p:animEffect transition="in" filter="blinds(horizontal)">
                                      <p:cBhvr>
                                        <p:cTn id="47" dur="500"/>
                                        <p:tgtEl>
                                          <p:spTgt spid="106498">
                                            <p:txEl>
                                              <p:pRg st="12" end="1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106498">
                                            <p:txEl>
                                              <p:pRg st="13" end="13"/>
                                            </p:txEl>
                                          </p:spTgt>
                                        </p:tgtEl>
                                        <p:attrNameLst>
                                          <p:attrName>style.visibility</p:attrName>
                                        </p:attrNameLst>
                                      </p:cBhvr>
                                      <p:to>
                                        <p:strVal val="visible"/>
                                      </p:to>
                                    </p:set>
                                    <p:animEffect transition="in" filter="blinds(horizontal)">
                                      <p:cBhvr>
                                        <p:cTn id="52" dur="500"/>
                                        <p:tgtEl>
                                          <p:spTgt spid="106498">
                                            <p:txEl>
                                              <p:pRg st="13" end="13"/>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6502"/>
                                        </p:tgtEl>
                                        <p:attrNameLst>
                                          <p:attrName>style.visibility</p:attrName>
                                        </p:attrNameLst>
                                      </p:cBhvr>
                                      <p:to>
                                        <p:strVal val="visible"/>
                                      </p:to>
                                    </p:set>
                                    <p:animEffect transition="in" filter="blinds(horizontal)">
                                      <p:cBhvr>
                                        <p:cTn id="57" dur="500"/>
                                        <p:tgtEl>
                                          <p:spTgt spid="106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593" name="Group 2">
            <a:extLst>
              <a:ext uri="{FF2B5EF4-FFF2-40B4-BE49-F238E27FC236}">
                <a16:creationId xmlns:a16="http://schemas.microsoft.com/office/drawing/2014/main" id="{5B8DAC40-28F2-EF79-D831-F186746BCF0C}"/>
              </a:ext>
            </a:extLst>
          </p:cNvPr>
          <p:cNvGrpSpPr>
            <a:grpSpLocks/>
          </p:cNvGrpSpPr>
          <p:nvPr/>
        </p:nvGrpSpPr>
        <p:grpSpPr bwMode="auto">
          <a:xfrm>
            <a:off x="4089400" y="3895725"/>
            <a:ext cx="539750" cy="458788"/>
            <a:chOff x="2576" y="2832"/>
            <a:chExt cx="340" cy="289"/>
          </a:xfrm>
        </p:grpSpPr>
        <p:sp>
          <p:nvSpPr>
            <p:cNvPr id="110594" name="Freeform 3">
              <a:extLst>
                <a:ext uri="{FF2B5EF4-FFF2-40B4-BE49-F238E27FC236}">
                  <a16:creationId xmlns:a16="http://schemas.microsoft.com/office/drawing/2014/main" id="{67D01D32-0340-4636-B1FD-A65729E138FE}"/>
                </a:ext>
              </a:extLst>
            </p:cNvPr>
            <p:cNvSpPr>
              <a:spLocks noChangeArrowheads="1"/>
            </p:cNvSpPr>
            <p:nvPr/>
          </p:nvSpPr>
          <p:spPr bwMode="auto">
            <a:xfrm>
              <a:off x="2576" y="2832"/>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0595" name="Freeform 4">
              <a:extLst>
                <a:ext uri="{FF2B5EF4-FFF2-40B4-BE49-F238E27FC236}">
                  <a16:creationId xmlns:a16="http://schemas.microsoft.com/office/drawing/2014/main" id="{6AAA833F-78F7-6C41-33B0-C51D98BF4C57}"/>
                </a:ext>
              </a:extLst>
            </p:cNvPr>
            <p:cNvSpPr>
              <a:spLocks noChangeArrowheads="1"/>
            </p:cNvSpPr>
            <p:nvPr/>
          </p:nvSpPr>
          <p:spPr bwMode="auto">
            <a:xfrm>
              <a:off x="2745" y="2832"/>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grpSp>
      <p:grpSp>
        <p:nvGrpSpPr>
          <p:cNvPr id="110596" name="Group 5">
            <a:extLst>
              <a:ext uri="{FF2B5EF4-FFF2-40B4-BE49-F238E27FC236}">
                <a16:creationId xmlns:a16="http://schemas.microsoft.com/office/drawing/2014/main" id="{BEF6756C-396C-12A0-7327-C0C3AC0FB9D8}"/>
              </a:ext>
            </a:extLst>
          </p:cNvPr>
          <p:cNvGrpSpPr>
            <a:grpSpLocks/>
          </p:cNvGrpSpPr>
          <p:nvPr/>
        </p:nvGrpSpPr>
        <p:grpSpPr bwMode="auto">
          <a:xfrm>
            <a:off x="4133850" y="1762125"/>
            <a:ext cx="515938" cy="458788"/>
            <a:chOff x="2604" y="1488"/>
            <a:chExt cx="325" cy="289"/>
          </a:xfrm>
        </p:grpSpPr>
        <p:sp>
          <p:nvSpPr>
            <p:cNvPr id="110597" name="Freeform 6">
              <a:extLst>
                <a:ext uri="{FF2B5EF4-FFF2-40B4-BE49-F238E27FC236}">
                  <a16:creationId xmlns:a16="http://schemas.microsoft.com/office/drawing/2014/main" id="{0E5619DE-2B71-5ABD-BEE5-C0870AF674C4}"/>
                </a:ext>
              </a:extLst>
            </p:cNvPr>
            <p:cNvSpPr>
              <a:spLocks noChangeArrowheads="1"/>
            </p:cNvSpPr>
            <p:nvPr/>
          </p:nvSpPr>
          <p:spPr bwMode="auto">
            <a:xfrm>
              <a:off x="2604" y="1488"/>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0598" name="Freeform 7">
              <a:extLst>
                <a:ext uri="{FF2B5EF4-FFF2-40B4-BE49-F238E27FC236}">
                  <a16:creationId xmlns:a16="http://schemas.microsoft.com/office/drawing/2014/main" id="{977FA9EF-0F96-803E-E648-B0C8ED40FB74}"/>
                </a:ext>
              </a:extLst>
            </p:cNvPr>
            <p:cNvSpPr>
              <a:spLocks noChangeArrowheads="1"/>
            </p:cNvSpPr>
            <p:nvPr/>
          </p:nvSpPr>
          <p:spPr bwMode="auto">
            <a:xfrm>
              <a:off x="2765" y="1488"/>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grpSp>
      <p:sp>
        <p:nvSpPr>
          <p:cNvPr id="110599" name="Rectangle 8">
            <a:extLst>
              <a:ext uri="{FF2B5EF4-FFF2-40B4-BE49-F238E27FC236}">
                <a16:creationId xmlns:a16="http://schemas.microsoft.com/office/drawing/2014/main" id="{08155A8C-ACBB-BCE9-CD8F-CFA9456AF64A}"/>
              </a:ext>
            </a:extLst>
          </p:cNvPr>
          <p:cNvSpPr>
            <a:spLocks noChangeArrowheads="1"/>
          </p:cNvSpPr>
          <p:nvPr/>
        </p:nvSpPr>
        <p:spPr bwMode="auto">
          <a:xfrm>
            <a:off x="4065588" y="3905250"/>
            <a:ext cx="6334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sp>
        <p:nvSpPr>
          <p:cNvPr id="110600" name="Rectangle 9">
            <a:extLst>
              <a:ext uri="{FF2B5EF4-FFF2-40B4-BE49-F238E27FC236}">
                <a16:creationId xmlns:a16="http://schemas.microsoft.com/office/drawing/2014/main" id="{6C774059-BA39-364F-C1D9-33F768602544}"/>
              </a:ext>
            </a:extLst>
          </p:cNvPr>
          <p:cNvSpPr>
            <a:spLocks noGrp="1" noChangeArrowheads="1"/>
          </p:cNvSpPr>
          <p:nvPr>
            <p:ph type="title"/>
          </p:nvPr>
        </p:nvSpPr>
        <p:spPr>
          <a:xfrm>
            <a:off x="800100" y="228600"/>
            <a:ext cx="5702300" cy="368300"/>
          </a:xfrm>
        </p:spPr>
        <p:txBody>
          <a:bodyPr/>
          <a:lstStyle/>
          <a:p>
            <a:r>
              <a:rPr lang="en-US" altLang="zh-CN">
                <a:ea typeface="宋体" panose="02010600030101010101" pitchFamily="2" charset="-122"/>
              </a:rPr>
              <a:t>Structural Hazard</a:t>
            </a:r>
            <a:r>
              <a:rPr lang="zh-CN" altLang="en-US">
                <a:ea typeface="宋体" panose="02010600030101010101" pitchFamily="2" charset="-122"/>
              </a:rPr>
              <a:t>（结构冒险）现象</a:t>
            </a:r>
          </a:p>
        </p:txBody>
      </p:sp>
      <p:sp>
        <p:nvSpPr>
          <p:cNvPr id="110601" name="Line 11">
            <a:extLst>
              <a:ext uri="{FF2B5EF4-FFF2-40B4-BE49-F238E27FC236}">
                <a16:creationId xmlns:a16="http://schemas.microsoft.com/office/drawing/2014/main" id="{517E6A11-F5E8-43EF-DED1-1590394E39B3}"/>
              </a:ext>
            </a:extLst>
          </p:cNvPr>
          <p:cNvSpPr>
            <a:spLocks noChangeShapeType="1"/>
          </p:cNvSpPr>
          <p:nvPr/>
        </p:nvSpPr>
        <p:spPr bwMode="auto">
          <a:xfrm>
            <a:off x="850900" y="1717675"/>
            <a:ext cx="0" cy="323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02" name="Line 12">
            <a:extLst>
              <a:ext uri="{FF2B5EF4-FFF2-40B4-BE49-F238E27FC236}">
                <a16:creationId xmlns:a16="http://schemas.microsoft.com/office/drawing/2014/main" id="{38C4665D-8639-021F-D86F-D6A4D1089E7E}"/>
              </a:ext>
            </a:extLst>
          </p:cNvPr>
          <p:cNvSpPr>
            <a:spLocks noChangeShapeType="1"/>
          </p:cNvSpPr>
          <p:nvPr/>
        </p:nvSpPr>
        <p:spPr bwMode="auto">
          <a:xfrm>
            <a:off x="1479550" y="1114425"/>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03" name="Rectangle 13">
            <a:extLst>
              <a:ext uri="{FF2B5EF4-FFF2-40B4-BE49-F238E27FC236}">
                <a16:creationId xmlns:a16="http://schemas.microsoft.com/office/drawing/2014/main" id="{D170499B-1ECA-3CE0-65A4-1645CC2DCA25}"/>
              </a:ext>
            </a:extLst>
          </p:cNvPr>
          <p:cNvSpPr>
            <a:spLocks noChangeArrowheads="1"/>
          </p:cNvSpPr>
          <p:nvPr/>
        </p:nvSpPr>
        <p:spPr bwMode="auto">
          <a:xfrm>
            <a:off x="3414713" y="698500"/>
            <a:ext cx="2276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i="1">
                <a:latin typeface="Arial" panose="020B0604020202020204" pitchFamily="34" charset="0"/>
                <a:ea typeface="宋体" panose="02010600030101010101" pitchFamily="2" charset="-122"/>
              </a:rPr>
              <a:t>Time (clock cycles)</a:t>
            </a:r>
          </a:p>
        </p:txBody>
      </p:sp>
      <p:sp>
        <p:nvSpPr>
          <p:cNvPr id="110604" name="Rectangle 14">
            <a:extLst>
              <a:ext uri="{FF2B5EF4-FFF2-40B4-BE49-F238E27FC236}">
                <a16:creationId xmlns:a16="http://schemas.microsoft.com/office/drawing/2014/main" id="{98CF1522-C4A7-6393-20BD-57373BCBC56A}"/>
              </a:ext>
            </a:extLst>
          </p:cNvPr>
          <p:cNvSpPr>
            <a:spLocks noChangeArrowheads="1"/>
          </p:cNvSpPr>
          <p:nvPr/>
        </p:nvSpPr>
        <p:spPr bwMode="auto">
          <a:xfrm>
            <a:off x="849313" y="1854200"/>
            <a:ext cx="103187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Load</a:t>
            </a:r>
          </a:p>
        </p:txBody>
      </p:sp>
      <p:sp>
        <p:nvSpPr>
          <p:cNvPr id="110605" name="Rectangle 15">
            <a:extLst>
              <a:ext uri="{FF2B5EF4-FFF2-40B4-BE49-F238E27FC236}">
                <a16:creationId xmlns:a16="http://schemas.microsoft.com/office/drawing/2014/main" id="{BC9E631C-C221-71E2-021D-FF7844CE9CF4}"/>
              </a:ext>
            </a:extLst>
          </p:cNvPr>
          <p:cNvSpPr>
            <a:spLocks noChangeArrowheads="1"/>
          </p:cNvSpPr>
          <p:nvPr/>
        </p:nvSpPr>
        <p:spPr bwMode="auto">
          <a:xfrm>
            <a:off x="823913" y="2514600"/>
            <a:ext cx="124936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Instr 1</a:t>
            </a:r>
          </a:p>
        </p:txBody>
      </p:sp>
      <p:sp>
        <p:nvSpPr>
          <p:cNvPr id="110606" name="Rectangle 16">
            <a:extLst>
              <a:ext uri="{FF2B5EF4-FFF2-40B4-BE49-F238E27FC236}">
                <a16:creationId xmlns:a16="http://schemas.microsoft.com/office/drawing/2014/main" id="{AF788470-2304-8F87-9CA2-A15193102A67}"/>
              </a:ext>
            </a:extLst>
          </p:cNvPr>
          <p:cNvSpPr>
            <a:spLocks noChangeArrowheads="1"/>
          </p:cNvSpPr>
          <p:nvPr/>
        </p:nvSpPr>
        <p:spPr bwMode="auto">
          <a:xfrm>
            <a:off x="811213" y="3251200"/>
            <a:ext cx="124936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Instr 2</a:t>
            </a:r>
          </a:p>
        </p:txBody>
      </p:sp>
      <p:sp>
        <p:nvSpPr>
          <p:cNvPr id="110607" name="Rectangle 17">
            <a:extLst>
              <a:ext uri="{FF2B5EF4-FFF2-40B4-BE49-F238E27FC236}">
                <a16:creationId xmlns:a16="http://schemas.microsoft.com/office/drawing/2014/main" id="{1A0E238B-B925-9920-06AE-0183C7802D94}"/>
              </a:ext>
            </a:extLst>
          </p:cNvPr>
          <p:cNvSpPr>
            <a:spLocks noChangeArrowheads="1"/>
          </p:cNvSpPr>
          <p:nvPr/>
        </p:nvSpPr>
        <p:spPr bwMode="auto">
          <a:xfrm>
            <a:off x="879475" y="3933825"/>
            <a:ext cx="1249363"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Instr 3</a:t>
            </a:r>
          </a:p>
        </p:txBody>
      </p:sp>
      <p:sp>
        <p:nvSpPr>
          <p:cNvPr id="110608" name="Rectangle 18">
            <a:extLst>
              <a:ext uri="{FF2B5EF4-FFF2-40B4-BE49-F238E27FC236}">
                <a16:creationId xmlns:a16="http://schemas.microsoft.com/office/drawing/2014/main" id="{2FD33C40-1F13-8AD4-B8F3-FBFD62E27D23}"/>
              </a:ext>
            </a:extLst>
          </p:cNvPr>
          <p:cNvSpPr>
            <a:spLocks noChangeArrowheads="1"/>
          </p:cNvSpPr>
          <p:nvPr/>
        </p:nvSpPr>
        <p:spPr bwMode="auto">
          <a:xfrm>
            <a:off x="862013" y="4656138"/>
            <a:ext cx="1249362"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Instr 4</a:t>
            </a:r>
          </a:p>
        </p:txBody>
      </p:sp>
      <p:grpSp>
        <p:nvGrpSpPr>
          <p:cNvPr id="110609" name="Group 161">
            <a:extLst>
              <a:ext uri="{FF2B5EF4-FFF2-40B4-BE49-F238E27FC236}">
                <a16:creationId xmlns:a16="http://schemas.microsoft.com/office/drawing/2014/main" id="{8A85A7B9-D965-C8C4-D4FE-2B0B271B6087}"/>
              </a:ext>
            </a:extLst>
          </p:cNvPr>
          <p:cNvGrpSpPr>
            <a:grpSpLocks/>
          </p:cNvGrpSpPr>
          <p:nvPr/>
        </p:nvGrpSpPr>
        <p:grpSpPr bwMode="auto">
          <a:xfrm>
            <a:off x="2667000" y="1235075"/>
            <a:ext cx="4800600" cy="4191000"/>
            <a:chOff x="1680" y="778"/>
            <a:chExt cx="3024" cy="2824"/>
          </a:xfrm>
        </p:grpSpPr>
        <p:sp>
          <p:nvSpPr>
            <p:cNvPr id="110610" name="Line 19">
              <a:extLst>
                <a:ext uri="{FF2B5EF4-FFF2-40B4-BE49-F238E27FC236}">
                  <a16:creationId xmlns:a16="http://schemas.microsoft.com/office/drawing/2014/main" id="{625BA094-39CE-73F5-168F-7BE6332C5ECD}"/>
                </a:ext>
              </a:extLst>
            </p:cNvPr>
            <p:cNvSpPr>
              <a:spLocks noChangeShapeType="1"/>
            </p:cNvSpPr>
            <p:nvPr/>
          </p:nvSpPr>
          <p:spPr bwMode="auto">
            <a:xfrm>
              <a:off x="1680" y="778"/>
              <a:ext cx="0" cy="2824"/>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1" name="Line 20">
              <a:extLst>
                <a:ext uri="{FF2B5EF4-FFF2-40B4-BE49-F238E27FC236}">
                  <a16:creationId xmlns:a16="http://schemas.microsoft.com/office/drawing/2014/main" id="{AF04A3FC-364E-5662-14EB-A77E8A81FF04}"/>
                </a:ext>
              </a:extLst>
            </p:cNvPr>
            <p:cNvSpPr>
              <a:spLocks noChangeShapeType="1"/>
            </p:cNvSpPr>
            <p:nvPr/>
          </p:nvSpPr>
          <p:spPr bwMode="auto">
            <a:xfrm>
              <a:off x="2112" y="778"/>
              <a:ext cx="0" cy="2824"/>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2" name="Line 21">
              <a:extLst>
                <a:ext uri="{FF2B5EF4-FFF2-40B4-BE49-F238E27FC236}">
                  <a16:creationId xmlns:a16="http://schemas.microsoft.com/office/drawing/2014/main" id="{9F5CE78E-AA61-5F98-1D70-1E4EDCD98D4D}"/>
                </a:ext>
              </a:extLst>
            </p:cNvPr>
            <p:cNvSpPr>
              <a:spLocks noChangeShapeType="1"/>
            </p:cNvSpPr>
            <p:nvPr/>
          </p:nvSpPr>
          <p:spPr bwMode="auto">
            <a:xfrm>
              <a:off x="2544" y="778"/>
              <a:ext cx="0" cy="2824"/>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3" name="Line 22">
              <a:extLst>
                <a:ext uri="{FF2B5EF4-FFF2-40B4-BE49-F238E27FC236}">
                  <a16:creationId xmlns:a16="http://schemas.microsoft.com/office/drawing/2014/main" id="{3C28D545-6F54-E53E-2168-DE5215170DE0}"/>
                </a:ext>
              </a:extLst>
            </p:cNvPr>
            <p:cNvSpPr>
              <a:spLocks noChangeShapeType="1"/>
            </p:cNvSpPr>
            <p:nvPr/>
          </p:nvSpPr>
          <p:spPr bwMode="auto">
            <a:xfrm>
              <a:off x="2976" y="778"/>
              <a:ext cx="0" cy="2824"/>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4" name="Line 23">
              <a:extLst>
                <a:ext uri="{FF2B5EF4-FFF2-40B4-BE49-F238E27FC236}">
                  <a16:creationId xmlns:a16="http://schemas.microsoft.com/office/drawing/2014/main" id="{9AD27D7A-DA17-6753-263D-4D8549E4BF23}"/>
                </a:ext>
              </a:extLst>
            </p:cNvPr>
            <p:cNvSpPr>
              <a:spLocks noChangeShapeType="1"/>
            </p:cNvSpPr>
            <p:nvPr/>
          </p:nvSpPr>
          <p:spPr bwMode="auto">
            <a:xfrm>
              <a:off x="3408" y="778"/>
              <a:ext cx="0" cy="2824"/>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5" name="Line 24">
              <a:extLst>
                <a:ext uri="{FF2B5EF4-FFF2-40B4-BE49-F238E27FC236}">
                  <a16:creationId xmlns:a16="http://schemas.microsoft.com/office/drawing/2014/main" id="{C365756A-3994-ECBB-E303-0978A6EFE534}"/>
                </a:ext>
              </a:extLst>
            </p:cNvPr>
            <p:cNvSpPr>
              <a:spLocks noChangeShapeType="1"/>
            </p:cNvSpPr>
            <p:nvPr/>
          </p:nvSpPr>
          <p:spPr bwMode="auto">
            <a:xfrm>
              <a:off x="3840" y="778"/>
              <a:ext cx="0" cy="2824"/>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6" name="Line 25">
              <a:extLst>
                <a:ext uri="{FF2B5EF4-FFF2-40B4-BE49-F238E27FC236}">
                  <a16:creationId xmlns:a16="http://schemas.microsoft.com/office/drawing/2014/main" id="{0C69EC5E-7396-C003-03FB-E26EFED2B751}"/>
                </a:ext>
              </a:extLst>
            </p:cNvPr>
            <p:cNvSpPr>
              <a:spLocks noChangeShapeType="1"/>
            </p:cNvSpPr>
            <p:nvPr/>
          </p:nvSpPr>
          <p:spPr bwMode="auto">
            <a:xfrm>
              <a:off x="4272" y="778"/>
              <a:ext cx="0" cy="2824"/>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17" name="Line 26">
              <a:extLst>
                <a:ext uri="{FF2B5EF4-FFF2-40B4-BE49-F238E27FC236}">
                  <a16:creationId xmlns:a16="http://schemas.microsoft.com/office/drawing/2014/main" id="{4AE37BCB-39BC-CE0B-83AD-5E93E812EB7D}"/>
                </a:ext>
              </a:extLst>
            </p:cNvPr>
            <p:cNvSpPr>
              <a:spLocks noChangeShapeType="1"/>
            </p:cNvSpPr>
            <p:nvPr/>
          </p:nvSpPr>
          <p:spPr bwMode="auto">
            <a:xfrm>
              <a:off x="4704" y="778"/>
              <a:ext cx="0" cy="2824"/>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0618" name="Group 27">
            <a:extLst>
              <a:ext uri="{FF2B5EF4-FFF2-40B4-BE49-F238E27FC236}">
                <a16:creationId xmlns:a16="http://schemas.microsoft.com/office/drawing/2014/main" id="{3A95EA7A-D922-0990-8931-449E398DF630}"/>
              </a:ext>
            </a:extLst>
          </p:cNvPr>
          <p:cNvGrpSpPr>
            <a:grpSpLocks/>
          </p:cNvGrpSpPr>
          <p:nvPr/>
        </p:nvGrpSpPr>
        <p:grpSpPr bwMode="auto">
          <a:xfrm>
            <a:off x="3511550" y="1609725"/>
            <a:ext cx="352425" cy="763588"/>
            <a:chOff x="2212" y="1392"/>
            <a:chExt cx="222" cy="481"/>
          </a:xfrm>
        </p:grpSpPr>
        <p:sp>
          <p:nvSpPr>
            <p:cNvPr id="110619" name="Freeform 28">
              <a:extLst>
                <a:ext uri="{FF2B5EF4-FFF2-40B4-BE49-F238E27FC236}">
                  <a16:creationId xmlns:a16="http://schemas.microsoft.com/office/drawing/2014/main" id="{F095308C-BD52-DCB8-EFD3-3817A7AF3580}"/>
                </a:ext>
              </a:extLst>
            </p:cNvPr>
            <p:cNvSpPr>
              <a:spLocks noChangeArrowheads="1"/>
            </p:cNvSpPr>
            <p:nvPr/>
          </p:nvSpPr>
          <p:spPr bwMode="auto">
            <a:xfrm>
              <a:off x="2221" y="1392"/>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20" name="Rectangle 29">
              <a:extLst>
                <a:ext uri="{FF2B5EF4-FFF2-40B4-BE49-F238E27FC236}">
                  <a16:creationId xmlns:a16="http://schemas.microsoft.com/office/drawing/2014/main" id="{DD715F12-9AD5-23D7-1CC8-E1454002B68C}"/>
                </a:ext>
              </a:extLst>
            </p:cNvPr>
            <p:cNvSpPr>
              <a:spLocks noChangeArrowheads="1"/>
            </p:cNvSpPr>
            <p:nvPr/>
          </p:nvSpPr>
          <p:spPr bwMode="auto">
            <a:xfrm rot="5400000">
              <a:off x="2119" y="1509"/>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10621" name="Group 30">
            <a:extLst>
              <a:ext uri="{FF2B5EF4-FFF2-40B4-BE49-F238E27FC236}">
                <a16:creationId xmlns:a16="http://schemas.microsoft.com/office/drawing/2014/main" id="{8F0954BE-F44C-19B2-974E-FA5D8AA94138}"/>
              </a:ext>
            </a:extLst>
          </p:cNvPr>
          <p:cNvGrpSpPr>
            <a:grpSpLocks/>
          </p:cNvGrpSpPr>
          <p:nvPr/>
        </p:nvGrpSpPr>
        <p:grpSpPr bwMode="auto">
          <a:xfrm>
            <a:off x="2032000" y="1762125"/>
            <a:ext cx="633413" cy="458788"/>
            <a:chOff x="1280" y="1488"/>
            <a:chExt cx="399" cy="289"/>
          </a:xfrm>
        </p:grpSpPr>
        <p:sp>
          <p:nvSpPr>
            <p:cNvPr id="110622" name="Rectangle 31">
              <a:extLst>
                <a:ext uri="{FF2B5EF4-FFF2-40B4-BE49-F238E27FC236}">
                  <a16:creationId xmlns:a16="http://schemas.microsoft.com/office/drawing/2014/main" id="{B0C205B0-F600-98EF-8C4E-38714BE9F955}"/>
                </a:ext>
              </a:extLst>
            </p:cNvPr>
            <p:cNvSpPr>
              <a:spLocks noChangeArrowheads="1"/>
            </p:cNvSpPr>
            <p:nvPr/>
          </p:nvSpPr>
          <p:spPr bwMode="auto">
            <a:xfrm>
              <a:off x="1280" y="149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nvGrpSpPr>
            <p:cNvPr id="110623" name="Group 32">
              <a:extLst>
                <a:ext uri="{FF2B5EF4-FFF2-40B4-BE49-F238E27FC236}">
                  <a16:creationId xmlns:a16="http://schemas.microsoft.com/office/drawing/2014/main" id="{D067401B-C9BA-B64D-8EA6-5C3624D8CD8D}"/>
                </a:ext>
              </a:extLst>
            </p:cNvPr>
            <p:cNvGrpSpPr>
              <a:grpSpLocks/>
            </p:cNvGrpSpPr>
            <p:nvPr/>
          </p:nvGrpSpPr>
          <p:grpSpPr bwMode="auto">
            <a:xfrm>
              <a:off x="1295" y="1488"/>
              <a:ext cx="340" cy="289"/>
              <a:chOff x="1295" y="1488"/>
              <a:chExt cx="340" cy="289"/>
            </a:xfrm>
          </p:grpSpPr>
          <p:sp>
            <p:nvSpPr>
              <p:cNvPr id="110624" name="Freeform 33">
                <a:extLst>
                  <a:ext uri="{FF2B5EF4-FFF2-40B4-BE49-F238E27FC236}">
                    <a16:creationId xmlns:a16="http://schemas.microsoft.com/office/drawing/2014/main" id="{0C556815-CAEB-0BE9-8EF1-391BCD254DAD}"/>
                  </a:ext>
                </a:extLst>
              </p:cNvPr>
              <p:cNvSpPr>
                <a:spLocks noChangeArrowheads="1"/>
              </p:cNvSpPr>
              <p:nvPr/>
            </p:nvSpPr>
            <p:spPr bwMode="auto">
              <a:xfrm>
                <a:off x="1295" y="1488"/>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25" name="Freeform 34">
                <a:extLst>
                  <a:ext uri="{FF2B5EF4-FFF2-40B4-BE49-F238E27FC236}">
                    <a16:creationId xmlns:a16="http://schemas.microsoft.com/office/drawing/2014/main" id="{4263A9B2-1249-7041-338F-4F602960EE4B}"/>
                  </a:ext>
                </a:extLst>
              </p:cNvPr>
              <p:cNvSpPr>
                <a:spLocks noChangeArrowheads="1"/>
              </p:cNvSpPr>
              <p:nvPr/>
            </p:nvSpPr>
            <p:spPr bwMode="auto">
              <a:xfrm>
                <a:off x="1464" y="1488"/>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10626" name="Rectangle 35">
            <a:extLst>
              <a:ext uri="{FF2B5EF4-FFF2-40B4-BE49-F238E27FC236}">
                <a16:creationId xmlns:a16="http://schemas.microsoft.com/office/drawing/2014/main" id="{991484E3-EEB3-4305-44FB-00F612995B94}"/>
              </a:ext>
            </a:extLst>
          </p:cNvPr>
          <p:cNvSpPr>
            <a:spLocks noChangeArrowheads="1"/>
          </p:cNvSpPr>
          <p:nvPr/>
        </p:nvSpPr>
        <p:spPr bwMode="auto">
          <a:xfrm>
            <a:off x="2762250" y="1779588"/>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0627" name="Group 36">
            <a:extLst>
              <a:ext uri="{FF2B5EF4-FFF2-40B4-BE49-F238E27FC236}">
                <a16:creationId xmlns:a16="http://schemas.microsoft.com/office/drawing/2014/main" id="{10EDFB03-50A8-AC8E-8D77-E09C088B60A1}"/>
              </a:ext>
            </a:extLst>
          </p:cNvPr>
          <p:cNvGrpSpPr>
            <a:grpSpLocks/>
          </p:cNvGrpSpPr>
          <p:nvPr/>
        </p:nvGrpSpPr>
        <p:grpSpPr bwMode="auto">
          <a:xfrm>
            <a:off x="2786063" y="1762125"/>
            <a:ext cx="469900" cy="458788"/>
            <a:chOff x="1755" y="1488"/>
            <a:chExt cx="296" cy="289"/>
          </a:xfrm>
        </p:grpSpPr>
        <p:sp>
          <p:nvSpPr>
            <p:cNvPr id="110628" name="Freeform 37">
              <a:extLst>
                <a:ext uri="{FF2B5EF4-FFF2-40B4-BE49-F238E27FC236}">
                  <a16:creationId xmlns:a16="http://schemas.microsoft.com/office/drawing/2014/main" id="{26C061B0-413F-2590-0F2B-780FEB43EEB4}"/>
                </a:ext>
              </a:extLst>
            </p:cNvPr>
            <p:cNvSpPr>
              <a:spLocks noChangeArrowheads="1"/>
            </p:cNvSpPr>
            <p:nvPr/>
          </p:nvSpPr>
          <p:spPr bwMode="auto">
            <a:xfrm>
              <a:off x="1755" y="1488"/>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29" name="Freeform 38">
              <a:extLst>
                <a:ext uri="{FF2B5EF4-FFF2-40B4-BE49-F238E27FC236}">
                  <a16:creationId xmlns:a16="http://schemas.microsoft.com/office/drawing/2014/main" id="{95768FCE-59EF-C4D6-CB9A-65CE418B64E9}"/>
                </a:ext>
              </a:extLst>
            </p:cNvPr>
            <p:cNvSpPr>
              <a:spLocks noChangeArrowheads="1"/>
            </p:cNvSpPr>
            <p:nvPr/>
          </p:nvSpPr>
          <p:spPr bwMode="auto">
            <a:xfrm>
              <a:off x="1903" y="1488"/>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630" name="Line 39">
            <a:extLst>
              <a:ext uri="{FF2B5EF4-FFF2-40B4-BE49-F238E27FC236}">
                <a16:creationId xmlns:a16="http://schemas.microsoft.com/office/drawing/2014/main" id="{A07C1368-1487-3E76-FFBA-4E0782728BAD}"/>
              </a:ext>
            </a:extLst>
          </p:cNvPr>
          <p:cNvSpPr>
            <a:spLocks noChangeShapeType="1"/>
          </p:cNvSpPr>
          <p:nvPr/>
        </p:nvSpPr>
        <p:spPr bwMode="auto">
          <a:xfrm>
            <a:off x="2597150" y="1990725"/>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31" name="Freeform 40">
            <a:extLst>
              <a:ext uri="{FF2B5EF4-FFF2-40B4-BE49-F238E27FC236}">
                <a16:creationId xmlns:a16="http://schemas.microsoft.com/office/drawing/2014/main" id="{0ED292CA-7581-F940-A37E-2A085456C744}"/>
              </a:ext>
            </a:extLst>
          </p:cNvPr>
          <p:cNvSpPr>
            <a:spLocks noChangeArrowheads="1"/>
          </p:cNvSpPr>
          <p:nvPr/>
        </p:nvSpPr>
        <p:spPr bwMode="auto">
          <a:xfrm>
            <a:off x="2701925" y="1838325"/>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32" name="Line 41">
            <a:extLst>
              <a:ext uri="{FF2B5EF4-FFF2-40B4-BE49-F238E27FC236}">
                <a16:creationId xmlns:a16="http://schemas.microsoft.com/office/drawing/2014/main" id="{414A73AA-C5C2-45F8-5345-4F79D234769D}"/>
              </a:ext>
            </a:extLst>
          </p:cNvPr>
          <p:cNvSpPr>
            <a:spLocks noChangeShapeType="1"/>
          </p:cNvSpPr>
          <p:nvPr/>
        </p:nvSpPr>
        <p:spPr bwMode="auto">
          <a:xfrm>
            <a:off x="3257550" y="1838325"/>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33" name="Rectangle 42">
            <a:extLst>
              <a:ext uri="{FF2B5EF4-FFF2-40B4-BE49-F238E27FC236}">
                <a16:creationId xmlns:a16="http://schemas.microsoft.com/office/drawing/2014/main" id="{7A08C31E-9318-5C83-BC23-E706C2374C4B}"/>
              </a:ext>
            </a:extLst>
          </p:cNvPr>
          <p:cNvSpPr>
            <a:spLocks noChangeArrowheads="1"/>
          </p:cNvSpPr>
          <p:nvPr/>
        </p:nvSpPr>
        <p:spPr bwMode="auto">
          <a:xfrm>
            <a:off x="4059238" y="1771650"/>
            <a:ext cx="6334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sp>
        <p:nvSpPr>
          <p:cNvPr id="110634" name="Rectangle 43">
            <a:extLst>
              <a:ext uri="{FF2B5EF4-FFF2-40B4-BE49-F238E27FC236}">
                <a16:creationId xmlns:a16="http://schemas.microsoft.com/office/drawing/2014/main" id="{38F27C87-51C0-1FD1-3052-553EE2D87BA0}"/>
              </a:ext>
            </a:extLst>
          </p:cNvPr>
          <p:cNvSpPr>
            <a:spLocks noChangeArrowheads="1"/>
          </p:cNvSpPr>
          <p:nvPr/>
        </p:nvSpPr>
        <p:spPr bwMode="auto">
          <a:xfrm>
            <a:off x="4840288" y="177165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0635" name="Group 44">
            <a:extLst>
              <a:ext uri="{FF2B5EF4-FFF2-40B4-BE49-F238E27FC236}">
                <a16:creationId xmlns:a16="http://schemas.microsoft.com/office/drawing/2014/main" id="{62106709-52B2-0F9D-6450-801AE7E18236}"/>
              </a:ext>
            </a:extLst>
          </p:cNvPr>
          <p:cNvGrpSpPr>
            <a:grpSpLocks/>
          </p:cNvGrpSpPr>
          <p:nvPr/>
        </p:nvGrpSpPr>
        <p:grpSpPr bwMode="auto">
          <a:xfrm>
            <a:off x="4876800" y="1762125"/>
            <a:ext cx="450850" cy="458788"/>
            <a:chOff x="3072" y="1488"/>
            <a:chExt cx="284" cy="289"/>
          </a:xfrm>
        </p:grpSpPr>
        <p:sp>
          <p:nvSpPr>
            <p:cNvPr id="110636" name="Freeform 45">
              <a:extLst>
                <a:ext uri="{FF2B5EF4-FFF2-40B4-BE49-F238E27FC236}">
                  <a16:creationId xmlns:a16="http://schemas.microsoft.com/office/drawing/2014/main" id="{CE222905-D1CB-1889-2C7E-DE9D67ED5D47}"/>
                </a:ext>
              </a:extLst>
            </p:cNvPr>
            <p:cNvSpPr>
              <a:spLocks noChangeArrowheads="1"/>
            </p:cNvSpPr>
            <p:nvPr/>
          </p:nvSpPr>
          <p:spPr bwMode="auto">
            <a:xfrm>
              <a:off x="3072" y="1488"/>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solidFill>
              <a:schemeClr val="accent2">
                <a:alpha val="47842"/>
              </a:schemeClr>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0637" name="Freeform 46">
              <a:extLst>
                <a:ext uri="{FF2B5EF4-FFF2-40B4-BE49-F238E27FC236}">
                  <a16:creationId xmlns:a16="http://schemas.microsoft.com/office/drawing/2014/main" id="{A7BECEF1-1C7A-2C2D-DD83-855065299994}"/>
                </a:ext>
              </a:extLst>
            </p:cNvPr>
            <p:cNvSpPr>
              <a:spLocks noChangeArrowheads="1"/>
            </p:cNvSpPr>
            <p:nvPr/>
          </p:nvSpPr>
          <p:spPr bwMode="auto">
            <a:xfrm>
              <a:off x="3213" y="1488"/>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solidFill>
              <a:schemeClr val="accent2">
                <a:alpha val="47842"/>
              </a:schemeClr>
            </a:solidFill>
            <a:ln w="12700" cap="rnd">
              <a:solidFill>
                <a:schemeClr val="tx1"/>
              </a:solidFill>
              <a:round/>
              <a:headEnd/>
              <a:tailEnd/>
            </a:ln>
          </p:spPr>
          <p:txBody>
            <a:bodyPr/>
            <a:lstStyle/>
            <a:p>
              <a:endParaRPr lang="zh-CN" altLang="en-US">
                <a:ea typeface="宋体" panose="02010600030101010101" pitchFamily="2" charset="-122"/>
              </a:endParaRPr>
            </a:p>
          </p:txBody>
        </p:sp>
      </p:grpSp>
      <p:sp>
        <p:nvSpPr>
          <p:cNvPr id="110638" name="Line 47">
            <a:extLst>
              <a:ext uri="{FF2B5EF4-FFF2-40B4-BE49-F238E27FC236}">
                <a16:creationId xmlns:a16="http://schemas.microsoft.com/office/drawing/2014/main" id="{333E0671-BFBB-3913-13DD-6BF11989750A}"/>
              </a:ext>
            </a:extLst>
          </p:cNvPr>
          <p:cNvSpPr>
            <a:spLocks noChangeShapeType="1"/>
          </p:cNvSpPr>
          <p:nvPr/>
        </p:nvSpPr>
        <p:spPr bwMode="auto">
          <a:xfrm>
            <a:off x="4637088" y="1990725"/>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39" name="Line 48">
            <a:extLst>
              <a:ext uri="{FF2B5EF4-FFF2-40B4-BE49-F238E27FC236}">
                <a16:creationId xmlns:a16="http://schemas.microsoft.com/office/drawing/2014/main" id="{C0C4DD48-E7B2-B20F-C5C0-23E3997C5DAC}"/>
              </a:ext>
            </a:extLst>
          </p:cNvPr>
          <p:cNvSpPr>
            <a:spLocks noChangeShapeType="1"/>
          </p:cNvSpPr>
          <p:nvPr/>
        </p:nvSpPr>
        <p:spPr bwMode="auto">
          <a:xfrm>
            <a:off x="3868738" y="1990725"/>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40" name="Freeform 49">
            <a:extLst>
              <a:ext uri="{FF2B5EF4-FFF2-40B4-BE49-F238E27FC236}">
                <a16:creationId xmlns:a16="http://schemas.microsoft.com/office/drawing/2014/main" id="{724EBCE5-D558-8B68-69DD-839CEE720562}"/>
              </a:ext>
            </a:extLst>
          </p:cNvPr>
          <p:cNvSpPr>
            <a:spLocks noChangeArrowheads="1"/>
          </p:cNvSpPr>
          <p:nvPr/>
        </p:nvSpPr>
        <p:spPr bwMode="auto">
          <a:xfrm>
            <a:off x="4067175" y="1990725"/>
            <a:ext cx="684213"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41" name="Line 50">
            <a:extLst>
              <a:ext uri="{FF2B5EF4-FFF2-40B4-BE49-F238E27FC236}">
                <a16:creationId xmlns:a16="http://schemas.microsoft.com/office/drawing/2014/main" id="{BBF2044F-FE4B-DC57-1FD7-413539B95D02}"/>
              </a:ext>
            </a:extLst>
          </p:cNvPr>
          <p:cNvSpPr>
            <a:spLocks noChangeShapeType="1"/>
          </p:cNvSpPr>
          <p:nvPr/>
        </p:nvSpPr>
        <p:spPr bwMode="auto">
          <a:xfrm>
            <a:off x="3257550" y="2143125"/>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42" name="Freeform 51">
            <a:extLst>
              <a:ext uri="{FF2B5EF4-FFF2-40B4-BE49-F238E27FC236}">
                <a16:creationId xmlns:a16="http://schemas.microsoft.com/office/drawing/2014/main" id="{AD4AE0A9-54D3-270F-DE46-8DCA757243E3}"/>
              </a:ext>
            </a:extLst>
          </p:cNvPr>
          <p:cNvSpPr>
            <a:spLocks noChangeArrowheads="1"/>
          </p:cNvSpPr>
          <p:nvPr/>
        </p:nvSpPr>
        <p:spPr bwMode="auto">
          <a:xfrm>
            <a:off x="3436938" y="1982788"/>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10643" name="Group 52">
            <a:extLst>
              <a:ext uri="{FF2B5EF4-FFF2-40B4-BE49-F238E27FC236}">
                <a16:creationId xmlns:a16="http://schemas.microsoft.com/office/drawing/2014/main" id="{1A0B2978-CE38-918B-CE28-B7F5F10D46C9}"/>
              </a:ext>
            </a:extLst>
          </p:cNvPr>
          <p:cNvGrpSpPr>
            <a:grpSpLocks/>
          </p:cNvGrpSpPr>
          <p:nvPr/>
        </p:nvGrpSpPr>
        <p:grpSpPr bwMode="auto">
          <a:xfrm>
            <a:off x="4189413" y="2320925"/>
            <a:ext cx="352425" cy="763588"/>
            <a:chOff x="2639" y="1840"/>
            <a:chExt cx="222" cy="481"/>
          </a:xfrm>
        </p:grpSpPr>
        <p:sp>
          <p:nvSpPr>
            <p:cNvPr id="110644" name="Freeform 53">
              <a:extLst>
                <a:ext uri="{FF2B5EF4-FFF2-40B4-BE49-F238E27FC236}">
                  <a16:creationId xmlns:a16="http://schemas.microsoft.com/office/drawing/2014/main" id="{F56E67D7-BC5E-DCA9-EA97-351EE96F2312}"/>
                </a:ext>
              </a:extLst>
            </p:cNvPr>
            <p:cNvSpPr>
              <a:spLocks noChangeArrowheads="1"/>
            </p:cNvSpPr>
            <p:nvPr/>
          </p:nvSpPr>
          <p:spPr bwMode="auto">
            <a:xfrm>
              <a:off x="2648" y="1840"/>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45" name="Rectangle 54">
              <a:extLst>
                <a:ext uri="{FF2B5EF4-FFF2-40B4-BE49-F238E27FC236}">
                  <a16:creationId xmlns:a16="http://schemas.microsoft.com/office/drawing/2014/main" id="{FB057AEA-235F-C46E-C464-9DFB9452B6CE}"/>
                </a:ext>
              </a:extLst>
            </p:cNvPr>
            <p:cNvSpPr>
              <a:spLocks noChangeArrowheads="1"/>
            </p:cNvSpPr>
            <p:nvPr/>
          </p:nvSpPr>
          <p:spPr bwMode="auto">
            <a:xfrm rot="5400000">
              <a:off x="2546" y="1957"/>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10646" name="Group 55">
            <a:extLst>
              <a:ext uri="{FF2B5EF4-FFF2-40B4-BE49-F238E27FC236}">
                <a16:creationId xmlns:a16="http://schemas.microsoft.com/office/drawing/2014/main" id="{76D6ACA3-4742-59C5-5B22-BDCBAC3548E3}"/>
              </a:ext>
            </a:extLst>
          </p:cNvPr>
          <p:cNvGrpSpPr>
            <a:grpSpLocks/>
          </p:cNvGrpSpPr>
          <p:nvPr/>
        </p:nvGrpSpPr>
        <p:grpSpPr bwMode="auto">
          <a:xfrm>
            <a:off x="2709863" y="2473325"/>
            <a:ext cx="633412" cy="458788"/>
            <a:chOff x="1707" y="1936"/>
            <a:chExt cx="399" cy="289"/>
          </a:xfrm>
        </p:grpSpPr>
        <p:sp>
          <p:nvSpPr>
            <p:cNvPr id="110647" name="Rectangle 56">
              <a:extLst>
                <a:ext uri="{FF2B5EF4-FFF2-40B4-BE49-F238E27FC236}">
                  <a16:creationId xmlns:a16="http://schemas.microsoft.com/office/drawing/2014/main" id="{31A95C15-DC07-AF91-498F-90605F9FA7E6}"/>
                </a:ext>
              </a:extLst>
            </p:cNvPr>
            <p:cNvSpPr>
              <a:spLocks noChangeArrowheads="1"/>
            </p:cNvSpPr>
            <p:nvPr/>
          </p:nvSpPr>
          <p:spPr bwMode="auto">
            <a:xfrm>
              <a:off x="1707" y="1942"/>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nvGrpSpPr>
            <p:cNvPr id="110648" name="Group 57">
              <a:extLst>
                <a:ext uri="{FF2B5EF4-FFF2-40B4-BE49-F238E27FC236}">
                  <a16:creationId xmlns:a16="http://schemas.microsoft.com/office/drawing/2014/main" id="{1ED4ED84-D9D8-CA73-1B08-40AF99AD38F3}"/>
                </a:ext>
              </a:extLst>
            </p:cNvPr>
            <p:cNvGrpSpPr>
              <a:grpSpLocks/>
            </p:cNvGrpSpPr>
            <p:nvPr/>
          </p:nvGrpSpPr>
          <p:grpSpPr bwMode="auto">
            <a:xfrm>
              <a:off x="1722" y="1936"/>
              <a:ext cx="340" cy="289"/>
              <a:chOff x="1722" y="1936"/>
              <a:chExt cx="340" cy="289"/>
            </a:xfrm>
          </p:grpSpPr>
          <p:sp>
            <p:nvSpPr>
              <p:cNvPr id="110649" name="Freeform 58">
                <a:extLst>
                  <a:ext uri="{FF2B5EF4-FFF2-40B4-BE49-F238E27FC236}">
                    <a16:creationId xmlns:a16="http://schemas.microsoft.com/office/drawing/2014/main" id="{81E2DA3A-279F-226F-9F68-58363DB723B0}"/>
                  </a:ext>
                </a:extLst>
              </p:cNvPr>
              <p:cNvSpPr>
                <a:spLocks noChangeArrowheads="1"/>
              </p:cNvSpPr>
              <p:nvPr/>
            </p:nvSpPr>
            <p:spPr bwMode="auto">
              <a:xfrm>
                <a:off x="1722" y="1936"/>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50" name="Freeform 59">
                <a:extLst>
                  <a:ext uri="{FF2B5EF4-FFF2-40B4-BE49-F238E27FC236}">
                    <a16:creationId xmlns:a16="http://schemas.microsoft.com/office/drawing/2014/main" id="{1D014ADF-5F16-C122-D399-48B06E74CD96}"/>
                  </a:ext>
                </a:extLst>
              </p:cNvPr>
              <p:cNvSpPr>
                <a:spLocks noChangeArrowheads="1"/>
              </p:cNvSpPr>
              <p:nvPr/>
            </p:nvSpPr>
            <p:spPr bwMode="auto">
              <a:xfrm>
                <a:off x="1891" y="1936"/>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10651" name="Rectangle 60">
            <a:extLst>
              <a:ext uri="{FF2B5EF4-FFF2-40B4-BE49-F238E27FC236}">
                <a16:creationId xmlns:a16="http://schemas.microsoft.com/office/drawing/2014/main" id="{906D8510-37C2-DE46-7A93-5ACD3A569354}"/>
              </a:ext>
            </a:extLst>
          </p:cNvPr>
          <p:cNvSpPr>
            <a:spLocks noChangeArrowheads="1"/>
          </p:cNvSpPr>
          <p:nvPr/>
        </p:nvSpPr>
        <p:spPr bwMode="auto">
          <a:xfrm>
            <a:off x="3440113" y="2490788"/>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0652" name="Group 61">
            <a:extLst>
              <a:ext uri="{FF2B5EF4-FFF2-40B4-BE49-F238E27FC236}">
                <a16:creationId xmlns:a16="http://schemas.microsoft.com/office/drawing/2014/main" id="{BF48319F-6897-6BF4-BD53-E78D745E2E58}"/>
              </a:ext>
            </a:extLst>
          </p:cNvPr>
          <p:cNvGrpSpPr>
            <a:grpSpLocks/>
          </p:cNvGrpSpPr>
          <p:nvPr/>
        </p:nvGrpSpPr>
        <p:grpSpPr bwMode="auto">
          <a:xfrm>
            <a:off x="3463925" y="2473325"/>
            <a:ext cx="469900" cy="458788"/>
            <a:chOff x="2182" y="1936"/>
            <a:chExt cx="296" cy="289"/>
          </a:xfrm>
        </p:grpSpPr>
        <p:sp>
          <p:nvSpPr>
            <p:cNvPr id="110653" name="Freeform 62">
              <a:extLst>
                <a:ext uri="{FF2B5EF4-FFF2-40B4-BE49-F238E27FC236}">
                  <a16:creationId xmlns:a16="http://schemas.microsoft.com/office/drawing/2014/main" id="{13E1C4FA-AB33-C916-41ED-696249033A77}"/>
                </a:ext>
              </a:extLst>
            </p:cNvPr>
            <p:cNvSpPr>
              <a:spLocks noChangeArrowheads="1"/>
            </p:cNvSpPr>
            <p:nvPr/>
          </p:nvSpPr>
          <p:spPr bwMode="auto">
            <a:xfrm>
              <a:off x="2182" y="1936"/>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54" name="Freeform 63">
              <a:extLst>
                <a:ext uri="{FF2B5EF4-FFF2-40B4-BE49-F238E27FC236}">
                  <a16:creationId xmlns:a16="http://schemas.microsoft.com/office/drawing/2014/main" id="{C9C32217-2676-6E07-05BA-05012856EDB4}"/>
                </a:ext>
              </a:extLst>
            </p:cNvPr>
            <p:cNvSpPr>
              <a:spLocks noChangeArrowheads="1"/>
            </p:cNvSpPr>
            <p:nvPr/>
          </p:nvSpPr>
          <p:spPr bwMode="auto">
            <a:xfrm>
              <a:off x="2330" y="1936"/>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655" name="Line 64">
            <a:extLst>
              <a:ext uri="{FF2B5EF4-FFF2-40B4-BE49-F238E27FC236}">
                <a16:creationId xmlns:a16="http://schemas.microsoft.com/office/drawing/2014/main" id="{72FB4506-9E59-7E5E-0664-A30C451128CC}"/>
              </a:ext>
            </a:extLst>
          </p:cNvPr>
          <p:cNvSpPr>
            <a:spLocks noChangeShapeType="1"/>
          </p:cNvSpPr>
          <p:nvPr/>
        </p:nvSpPr>
        <p:spPr bwMode="auto">
          <a:xfrm>
            <a:off x="3275013" y="2701925"/>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56" name="Freeform 65">
            <a:extLst>
              <a:ext uri="{FF2B5EF4-FFF2-40B4-BE49-F238E27FC236}">
                <a16:creationId xmlns:a16="http://schemas.microsoft.com/office/drawing/2014/main" id="{19F02EFD-C1A5-447E-B030-9EC10577935D}"/>
              </a:ext>
            </a:extLst>
          </p:cNvPr>
          <p:cNvSpPr>
            <a:spLocks noChangeArrowheads="1"/>
          </p:cNvSpPr>
          <p:nvPr/>
        </p:nvSpPr>
        <p:spPr bwMode="auto">
          <a:xfrm>
            <a:off x="3379788" y="2549525"/>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57" name="Line 66">
            <a:extLst>
              <a:ext uri="{FF2B5EF4-FFF2-40B4-BE49-F238E27FC236}">
                <a16:creationId xmlns:a16="http://schemas.microsoft.com/office/drawing/2014/main" id="{75F7690C-F70E-89AA-5CAF-F34E3EF98ECF}"/>
              </a:ext>
            </a:extLst>
          </p:cNvPr>
          <p:cNvSpPr>
            <a:spLocks noChangeShapeType="1"/>
          </p:cNvSpPr>
          <p:nvPr/>
        </p:nvSpPr>
        <p:spPr bwMode="auto">
          <a:xfrm>
            <a:off x="3935413" y="2549525"/>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58" name="Rectangle 67">
            <a:extLst>
              <a:ext uri="{FF2B5EF4-FFF2-40B4-BE49-F238E27FC236}">
                <a16:creationId xmlns:a16="http://schemas.microsoft.com/office/drawing/2014/main" id="{7E7BE0FA-312E-7F37-4C27-43AC73F6B52A}"/>
              </a:ext>
            </a:extLst>
          </p:cNvPr>
          <p:cNvSpPr>
            <a:spLocks noChangeArrowheads="1"/>
          </p:cNvSpPr>
          <p:nvPr/>
        </p:nvSpPr>
        <p:spPr bwMode="auto">
          <a:xfrm>
            <a:off x="4737100" y="2482850"/>
            <a:ext cx="6334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nvGrpSpPr>
          <p:cNvPr id="110659" name="Group 68">
            <a:extLst>
              <a:ext uri="{FF2B5EF4-FFF2-40B4-BE49-F238E27FC236}">
                <a16:creationId xmlns:a16="http://schemas.microsoft.com/office/drawing/2014/main" id="{BF887733-908E-2474-193B-4C06208C520B}"/>
              </a:ext>
            </a:extLst>
          </p:cNvPr>
          <p:cNvGrpSpPr>
            <a:grpSpLocks/>
          </p:cNvGrpSpPr>
          <p:nvPr/>
        </p:nvGrpSpPr>
        <p:grpSpPr bwMode="auto">
          <a:xfrm>
            <a:off x="4811713" y="2473325"/>
            <a:ext cx="515937" cy="458788"/>
            <a:chOff x="3031" y="1936"/>
            <a:chExt cx="325" cy="289"/>
          </a:xfrm>
        </p:grpSpPr>
        <p:sp>
          <p:nvSpPr>
            <p:cNvPr id="110660" name="Freeform 69">
              <a:extLst>
                <a:ext uri="{FF2B5EF4-FFF2-40B4-BE49-F238E27FC236}">
                  <a16:creationId xmlns:a16="http://schemas.microsoft.com/office/drawing/2014/main" id="{FEA2F17E-6C93-B270-0F12-DAF77AAA98A2}"/>
                </a:ext>
              </a:extLst>
            </p:cNvPr>
            <p:cNvSpPr>
              <a:spLocks noChangeArrowheads="1"/>
            </p:cNvSpPr>
            <p:nvPr/>
          </p:nvSpPr>
          <p:spPr bwMode="auto">
            <a:xfrm>
              <a:off x="3031" y="1936"/>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61" name="Freeform 70">
              <a:extLst>
                <a:ext uri="{FF2B5EF4-FFF2-40B4-BE49-F238E27FC236}">
                  <a16:creationId xmlns:a16="http://schemas.microsoft.com/office/drawing/2014/main" id="{0A274CC9-F865-FE94-1609-79A90A04578E}"/>
                </a:ext>
              </a:extLst>
            </p:cNvPr>
            <p:cNvSpPr>
              <a:spLocks noChangeArrowheads="1"/>
            </p:cNvSpPr>
            <p:nvPr/>
          </p:nvSpPr>
          <p:spPr bwMode="auto">
            <a:xfrm>
              <a:off x="3192" y="1936"/>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662" name="Rectangle 71">
            <a:extLst>
              <a:ext uri="{FF2B5EF4-FFF2-40B4-BE49-F238E27FC236}">
                <a16:creationId xmlns:a16="http://schemas.microsoft.com/office/drawing/2014/main" id="{21EBFBD8-6A04-108E-A81E-1A2E43DDA8B5}"/>
              </a:ext>
            </a:extLst>
          </p:cNvPr>
          <p:cNvSpPr>
            <a:spLocks noChangeArrowheads="1"/>
          </p:cNvSpPr>
          <p:nvPr/>
        </p:nvSpPr>
        <p:spPr bwMode="auto">
          <a:xfrm>
            <a:off x="5518150" y="248285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0663" name="Group 72">
            <a:extLst>
              <a:ext uri="{FF2B5EF4-FFF2-40B4-BE49-F238E27FC236}">
                <a16:creationId xmlns:a16="http://schemas.microsoft.com/office/drawing/2014/main" id="{24CCABFA-D417-39ED-078D-1B7B6CD6FEF4}"/>
              </a:ext>
            </a:extLst>
          </p:cNvPr>
          <p:cNvGrpSpPr>
            <a:grpSpLocks/>
          </p:cNvGrpSpPr>
          <p:nvPr/>
        </p:nvGrpSpPr>
        <p:grpSpPr bwMode="auto">
          <a:xfrm>
            <a:off x="5554663" y="2473325"/>
            <a:ext cx="450850" cy="458788"/>
            <a:chOff x="3499" y="1936"/>
            <a:chExt cx="284" cy="289"/>
          </a:xfrm>
        </p:grpSpPr>
        <p:sp>
          <p:nvSpPr>
            <p:cNvPr id="110664" name="Freeform 73">
              <a:extLst>
                <a:ext uri="{FF2B5EF4-FFF2-40B4-BE49-F238E27FC236}">
                  <a16:creationId xmlns:a16="http://schemas.microsoft.com/office/drawing/2014/main" id="{0D275361-E964-7D5E-5C71-D421509A067B}"/>
                </a:ext>
              </a:extLst>
            </p:cNvPr>
            <p:cNvSpPr>
              <a:spLocks noChangeArrowheads="1"/>
            </p:cNvSpPr>
            <p:nvPr/>
          </p:nvSpPr>
          <p:spPr bwMode="auto">
            <a:xfrm>
              <a:off x="3499" y="1936"/>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65" name="Freeform 74">
              <a:extLst>
                <a:ext uri="{FF2B5EF4-FFF2-40B4-BE49-F238E27FC236}">
                  <a16:creationId xmlns:a16="http://schemas.microsoft.com/office/drawing/2014/main" id="{CC27F39F-5C6D-8BD4-6DC7-8E43507B8B47}"/>
                </a:ext>
              </a:extLst>
            </p:cNvPr>
            <p:cNvSpPr>
              <a:spLocks noChangeArrowheads="1"/>
            </p:cNvSpPr>
            <p:nvPr/>
          </p:nvSpPr>
          <p:spPr bwMode="auto">
            <a:xfrm>
              <a:off x="3640" y="1936"/>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666" name="Line 75">
            <a:extLst>
              <a:ext uri="{FF2B5EF4-FFF2-40B4-BE49-F238E27FC236}">
                <a16:creationId xmlns:a16="http://schemas.microsoft.com/office/drawing/2014/main" id="{26EACAF5-9B78-B5E8-4FD2-96C5E786ABBE}"/>
              </a:ext>
            </a:extLst>
          </p:cNvPr>
          <p:cNvSpPr>
            <a:spLocks noChangeShapeType="1"/>
          </p:cNvSpPr>
          <p:nvPr/>
        </p:nvSpPr>
        <p:spPr bwMode="auto">
          <a:xfrm>
            <a:off x="5314950" y="2701925"/>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67" name="Line 76">
            <a:extLst>
              <a:ext uri="{FF2B5EF4-FFF2-40B4-BE49-F238E27FC236}">
                <a16:creationId xmlns:a16="http://schemas.microsoft.com/office/drawing/2014/main" id="{150C5084-5274-B60B-C3F4-30E3229D86EB}"/>
              </a:ext>
            </a:extLst>
          </p:cNvPr>
          <p:cNvSpPr>
            <a:spLocks noChangeShapeType="1"/>
          </p:cNvSpPr>
          <p:nvPr/>
        </p:nvSpPr>
        <p:spPr bwMode="auto">
          <a:xfrm>
            <a:off x="4546600" y="2701925"/>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68" name="Freeform 77">
            <a:extLst>
              <a:ext uri="{FF2B5EF4-FFF2-40B4-BE49-F238E27FC236}">
                <a16:creationId xmlns:a16="http://schemas.microsoft.com/office/drawing/2014/main" id="{D1E47F92-DA92-8340-9D21-F55F9C78046B}"/>
              </a:ext>
            </a:extLst>
          </p:cNvPr>
          <p:cNvSpPr>
            <a:spLocks noChangeArrowheads="1"/>
          </p:cNvSpPr>
          <p:nvPr/>
        </p:nvSpPr>
        <p:spPr bwMode="auto">
          <a:xfrm>
            <a:off x="4745038" y="2701925"/>
            <a:ext cx="684212"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69" name="Line 78">
            <a:extLst>
              <a:ext uri="{FF2B5EF4-FFF2-40B4-BE49-F238E27FC236}">
                <a16:creationId xmlns:a16="http://schemas.microsoft.com/office/drawing/2014/main" id="{EBE98F74-E474-4439-BBA2-1F5696835D8E}"/>
              </a:ext>
            </a:extLst>
          </p:cNvPr>
          <p:cNvSpPr>
            <a:spLocks noChangeShapeType="1"/>
          </p:cNvSpPr>
          <p:nvPr/>
        </p:nvSpPr>
        <p:spPr bwMode="auto">
          <a:xfrm>
            <a:off x="3935413" y="2854325"/>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70" name="Freeform 79">
            <a:extLst>
              <a:ext uri="{FF2B5EF4-FFF2-40B4-BE49-F238E27FC236}">
                <a16:creationId xmlns:a16="http://schemas.microsoft.com/office/drawing/2014/main" id="{E99C4E06-75EB-3B81-9110-3143CA33446A}"/>
              </a:ext>
            </a:extLst>
          </p:cNvPr>
          <p:cNvSpPr>
            <a:spLocks noChangeArrowheads="1"/>
          </p:cNvSpPr>
          <p:nvPr/>
        </p:nvSpPr>
        <p:spPr bwMode="auto">
          <a:xfrm>
            <a:off x="4114800" y="2693988"/>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10671" name="Group 80">
            <a:extLst>
              <a:ext uri="{FF2B5EF4-FFF2-40B4-BE49-F238E27FC236}">
                <a16:creationId xmlns:a16="http://schemas.microsoft.com/office/drawing/2014/main" id="{7FA407E7-547B-0FC4-00AD-F93EEC5E373F}"/>
              </a:ext>
            </a:extLst>
          </p:cNvPr>
          <p:cNvGrpSpPr>
            <a:grpSpLocks/>
          </p:cNvGrpSpPr>
          <p:nvPr/>
        </p:nvGrpSpPr>
        <p:grpSpPr bwMode="auto">
          <a:xfrm>
            <a:off x="4867275" y="3032125"/>
            <a:ext cx="352425" cy="763588"/>
            <a:chOff x="3066" y="2288"/>
            <a:chExt cx="222" cy="481"/>
          </a:xfrm>
        </p:grpSpPr>
        <p:sp>
          <p:nvSpPr>
            <p:cNvPr id="110672" name="Freeform 81">
              <a:extLst>
                <a:ext uri="{FF2B5EF4-FFF2-40B4-BE49-F238E27FC236}">
                  <a16:creationId xmlns:a16="http://schemas.microsoft.com/office/drawing/2014/main" id="{7D6648E0-C009-B490-5B6F-4AF00759A698}"/>
                </a:ext>
              </a:extLst>
            </p:cNvPr>
            <p:cNvSpPr>
              <a:spLocks noChangeArrowheads="1"/>
            </p:cNvSpPr>
            <p:nvPr/>
          </p:nvSpPr>
          <p:spPr bwMode="auto">
            <a:xfrm>
              <a:off x="3075" y="2288"/>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73" name="Rectangle 82">
              <a:extLst>
                <a:ext uri="{FF2B5EF4-FFF2-40B4-BE49-F238E27FC236}">
                  <a16:creationId xmlns:a16="http://schemas.microsoft.com/office/drawing/2014/main" id="{7D375969-62D5-3FF8-EEFC-4C709E7B0871}"/>
                </a:ext>
              </a:extLst>
            </p:cNvPr>
            <p:cNvSpPr>
              <a:spLocks noChangeArrowheads="1"/>
            </p:cNvSpPr>
            <p:nvPr/>
          </p:nvSpPr>
          <p:spPr bwMode="auto">
            <a:xfrm rot="5400000">
              <a:off x="2973" y="2405"/>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10674" name="Group 83">
            <a:extLst>
              <a:ext uri="{FF2B5EF4-FFF2-40B4-BE49-F238E27FC236}">
                <a16:creationId xmlns:a16="http://schemas.microsoft.com/office/drawing/2014/main" id="{BB8EA75D-6C1F-9110-9F5F-5E87748A180F}"/>
              </a:ext>
            </a:extLst>
          </p:cNvPr>
          <p:cNvGrpSpPr>
            <a:grpSpLocks/>
          </p:cNvGrpSpPr>
          <p:nvPr/>
        </p:nvGrpSpPr>
        <p:grpSpPr bwMode="auto">
          <a:xfrm>
            <a:off x="3387725" y="3184525"/>
            <a:ext cx="633413" cy="458788"/>
            <a:chOff x="2134" y="2384"/>
            <a:chExt cx="399" cy="289"/>
          </a:xfrm>
        </p:grpSpPr>
        <p:sp>
          <p:nvSpPr>
            <p:cNvPr id="110675" name="Rectangle 84">
              <a:extLst>
                <a:ext uri="{FF2B5EF4-FFF2-40B4-BE49-F238E27FC236}">
                  <a16:creationId xmlns:a16="http://schemas.microsoft.com/office/drawing/2014/main" id="{19CF746F-7F29-AD25-1433-B4DB83881AB7}"/>
                </a:ext>
              </a:extLst>
            </p:cNvPr>
            <p:cNvSpPr>
              <a:spLocks noChangeArrowheads="1"/>
            </p:cNvSpPr>
            <p:nvPr/>
          </p:nvSpPr>
          <p:spPr bwMode="auto">
            <a:xfrm>
              <a:off x="2134" y="2390"/>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nvGrpSpPr>
            <p:cNvPr id="110676" name="Group 85">
              <a:extLst>
                <a:ext uri="{FF2B5EF4-FFF2-40B4-BE49-F238E27FC236}">
                  <a16:creationId xmlns:a16="http://schemas.microsoft.com/office/drawing/2014/main" id="{DFBF06B6-4A5F-6479-86E8-0A5DB4E2AF07}"/>
                </a:ext>
              </a:extLst>
            </p:cNvPr>
            <p:cNvGrpSpPr>
              <a:grpSpLocks/>
            </p:cNvGrpSpPr>
            <p:nvPr/>
          </p:nvGrpSpPr>
          <p:grpSpPr bwMode="auto">
            <a:xfrm>
              <a:off x="2149" y="2384"/>
              <a:ext cx="340" cy="289"/>
              <a:chOff x="2149" y="2384"/>
              <a:chExt cx="340" cy="289"/>
            </a:xfrm>
          </p:grpSpPr>
          <p:sp>
            <p:nvSpPr>
              <p:cNvPr id="110677" name="Freeform 86">
                <a:extLst>
                  <a:ext uri="{FF2B5EF4-FFF2-40B4-BE49-F238E27FC236}">
                    <a16:creationId xmlns:a16="http://schemas.microsoft.com/office/drawing/2014/main" id="{C24DBDAF-D177-5861-5E97-58E55F300B92}"/>
                  </a:ext>
                </a:extLst>
              </p:cNvPr>
              <p:cNvSpPr>
                <a:spLocks noChangeArrowheads="1"/>
              </p:cNvSpPr>
              <p:nvPr/>
            </p:nvSpPr>
            <p:spPr bwMode="auto">
              <a:xfrm>
                <a:off x="2149" y="2384"/>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78" name="Freeform 87">
                <a:extLst>
                  <a:ext uri="{FF2B5EF4-FFF2-40B4-BE49-F238E27FC236}">
                    <a16:creationId xmlns:a16="http://schemas.microsoft.com/office/drawing/2014/main" id="{D3B999F7-46F3-D8E8-AB45-CE826E059F12}"/>
                  </a:ext>
                </a:extLst>
              </p:cNvPr>
              <p:cNvSpPr>
                <a:spLocks noChangeArrowheads="1"/>
              </p:cNvSpPr>
              <p:nvPr/>
            </p:nvSpPr>
            <p:spPr bwMode="auto">
              <a:xfrm>
                <a:off x="2318" y="2384"/>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10679" name="Rectangle 88">
            <a:extLst>
              <a:ext uri="{FF2B5EF4-FFF2-40B4-BE49-F238E27FC236}">
                <a16:creationId xmlns:a16="http://schemas.microsoft.com/office/drawing/2014/main" id="{77B96685-A832-013F-C212-2AB79BEA1B59}"/>
              </a:ext>
            </a:extLst>
          </p:cNvPr>
          <p:cNvSpPr>
            <a:spLocks noChangeArrowheads="1"/>
          </p:cNvSpPr>
          <p:nvPr/>
        </p:nvSpPr>
        <p:spPr bwMode="auto">
          <a:xfrm>
            <a:off x="4117975" y="3201988"/>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0680" name="Group 89">
            <a:extLst>
              <a:ext uri="{FF2B5EF4-FFF2-40B4-BE49-F238E27FC236}">
                <a16:creationId xmlns:a16="http://schemas.microsoft.com/office/drawing/2014/main" id="{614958F1-A71D-7D16-2E67-5BDDEC9113D4}"/>
              </a:ext>
            </a:extLst>
          </p:cNvPr>
          <p:cNvGrpSpPr>
            <a:grpSpLocks/>
          </p:cNvGrpSpPr>
          <p:nvPr/>
        </p:nvGrpSpPr>
        <p:grpSpPr bwMode="auto">
          <a:xfrm>
            <a:off x="4141788" y="3184525"/>
            <a:ext cx="469900" cy="458788"/>
            <a:chOff x="2609" y="2384"/>
            <a:chExt cx="296" cy="289"/>
          </a:xfrm>
        </p:grpSpPr>
        <p:sp>
          <p:nvSpPr>
            <p:cNvPr id="110681" name="Freeform 90">
              <a:extLst>
                <a:ext uri="{FF2B5EF4-FFF2-40B4-BE49-F238E27FC236}">
                  <a16:creationId xmlns:a16="http://schemas.microsoft.com/office/drawing/2014/main" id="{C7306184-F688-046B-3EDE-933270BAF80E}"/>
                </a:ext>
              </a:extLst>
            </p:cNvPr>
            <p:cNvSpPr>
              <a:spLocks noChangeArrowheads="1"/>
            </p:cNvSpPr>
            <p:nvPr/>
          </p:nvSpPr>
          <p:spPr bwMode="auto">
            <a:xfrm>
              <a:off x="2609" y="2384"/>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82" name="Freeform 91">
              <a:extLst>
                <a:ext uri="{FF2B5EF4-FFF2-40B4-BE49-F238E27FC236}">
                  <a16:creationId xmlns:a16="http://schemas.microsoft.com/office/drawing/2014/main" id="{F4F04D55-34C5-25D8-2929-B97D4F863392}"/>
                </a:ext>
              </a:extLst>
            </p:cNvPr>
            <p:cNvSpPr>
              <a:spLocks noChangeArrowheads="1"/>
            </p:cNvSpPr>
            <p:nvPr/>
          </p:nvSpPr>
          <p:spPr bwMode="auto">
            <a:xfrm>
              <a:off x="2757" y="2384"/>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683" name="Line 92">
            <a:extLst>
              <a:ext uri="{FF2B5EF4-FFF2-40B4-BE49-F238E27FC236}">
                <a16:creationId xmlns:a16="http://schemas.microsoft.com/office/drawing/2014/main" id="{A0875701-03B8-5583-3080-38CF9128AE16}"/>
              </a:ext>
            </a:extLst>
          </p:cNvPr>
          <p:cNvSpPr>
            <a:spLocks noChangeShapeType="1"/>
          </p:cNvSpPr>
          <p:nvPr/>
        </p:nvSpPr>
        <p:spPr bwMode="auto">
          <a:xfrm>
            <a:off x="3952875" y="3413125"/>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84" name="Freeform 93">
            <a:extLst>
              <a:ext uri="{FF2B5EF4-FFF2-40B4-BE49-F238E27FC236}">
                <a16:creationId xmlns:a16="http://schemas.microsoft.com/office/drawing/2014/main" id="{46741720-B152-DAB1-EE6F-E26469325D64}"/>
              </a:ext>
            </a:extLst>
          </p:cNvPr>
          <p:cNvSpPr>
            <a:spLocks noChangeArrowheads="1"/>
          </p:cNvSpPr>
          <p:nvPr/>
        </p:nvSpPr>
        <p:spPr bwMode="auto">
          <a:xfrm>
            <a:off x="4057650" y="3260725"/>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85" name="Line 94">
            <a:extLst>
              <a:ext uri="{FF2B5EF4-FFF2-40B4-BE49-F238E27FC236}">
                <a16:creationId xmlns:a16="http://schemas.microsoft.com/office/drawing/2014/main" id="{3050FBAC-AE42-A356-1ACC-A957E3A76E28}"/>
              </a:ext>
            </a:extLst>
          </p:cNvPr>
          <p:cNvSpPr>
            <a:spLocks noChangeShapeType="1"/>
          </p:cNvSpPr>
          <p:nvPr/>
        </p:nvSpPr>
        <p:spPr bwMode="auto">
          <a:xfrm>
            <a:off x="4613275" y="3260725"/>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86" name="Rectangle 95">
            <a:extLst>
              <a:ext uri="{FF2B5EF4-FFF2-40B4-BE49-F238E27FC236}">
                <a16:creationId xmlns:a16="http://schemas.microsoft.com/office/drawing/2014/main" id="{5AF297D4-3A4F-A0EA-683C-53B2DDCB4695}"/>
              </a:ext>
            </a:extLst>
          </p:cNvPr>
          <p:cNvSpPr>
            <a:spLocks noChangeArrowheads="1"/>
          </p:cNvSpPr>
          <p:nvPr/>
        </p:nvSpPr>
        <p:spPr bwMode="auto">
          <a:xfrm>
            <a:off x="5414963" y="3194050"/>
            <a:ext cx="6334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nvGrpSpPr>
          <p:cNvPr id="110687" name="Group 96">
            <a:extLst>
              <a:ext uri="{FF2B5EF4-FFF2-40B4-BE49-F238E27FC236}">
                <a16:creationId xmlns:a16="http://schemas.microsoft.com/office/drawing/2014/main" id="{8C7611B0-6C56-9E91-F575-31875984A026}"/>
              </a:ext>
            </a:extLst>
          </p:cNvPr>
          <p:cNvGrpSpPr>
            <a:grpSpLocks/>
          </p:cNvGrpSpPr>
          <p:nvPr/>
        </p:nvGrpSpPr>
        <p:grpSpPr bwMode="auto">
          <a:xfrm>
            <a:off x="5489575" y="3184525"/>
            <a:ext cx="515938" cy="458788"/>
            <a:chOff x="3458" y="2384"/>
            <a:chExt cx="325" cy="289"/>
          </a:xfrm>
        </p:grpSpPr>
        <p:sp>
          <p:nvSpPr>
            <p:cNvPr id="110688" name="Freeform 97">
              <a:extLst>
                <a:ext uri="{FF2B5EF4-FFF2-40B4-BE49-F238E27FC236}">
                  <a16:creationId xmlns:a16="http://schemas.microsoft.com/office/drawing/2014/main" id="{94A27BAE-D556-56E3-7786-0CAB733C354F}"/>
                </a:ext>
              </a:extLst>
            </p:cNvPr>
            <p:cNvSpPr>
              <a:spLocks noChangeArrowheads="1"/>
            </p:cNvSpPr>
            <p:nvPr/>
          </p:nvSpPr>
          <p:spPr bwMode="auto">
            <a:xfrm>
              <a:off x="3458" y="2384"/>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89" name="Freeform 98">
              <a:extLst>
                <a:ext uri="{FF2B5EF4-FFF2-40B4-BE49-F238E27FC236}">
                  <a16:creationId xmlns:a16="http://schemas.microsoft.com/office/drawing/2014/main" id="{F13255CF-7048-F9EC-265C-DA6EE787E2D2}"/>
                </a:ext>
              </a:extLst>
            </p:cNvPr>
            <p:cNvSpPr>
              <a:spLocks noChangeArrowheads="1"/>
            </p:cNvSpPr>
            <p:nvPr/>
          </p:nvSpPr>
          <p:spPr bwMode="auto">
            <a:xfrm>
              <a:off x="3619" y="2384"/>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690" name="Rectangle 99">
            <a:extLst>
              <a:ext uri="{FF2B5EF4-FFF2-40B4-BE49-F238E27FC236}">
                <a16:creationId xmlns:a16="http://schemas.microsoft.com/office/drawing/2014/main" id="{F497CEC5-0FA0-5AAF-ED08-DFD5FF240674}"/>
              </a:ext>
            </a:extLst>
          </p:cNvPr>
          <p:cNvSpPr>
            <a:spLocks noChangeArrowheads="1"/>
          </p:cNvSpPr>
          <p:nvPr/>
        </p:nvSpPr>
        <p:spPr bwMode="auto">
          <a:xfrm>
            <a:off x="6196013" y="319405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0691" name="Group 100">
            <a:extLst>
              <a:ext uri="{FF2B5EF4-FFF2-40B4-BE49-F238E27FC236}">
                <a16:creationId xmlns:a16="http://schemas.microsoft.com/office/drawing/2014/main" id="{47EE9A57-5294-7077-839E-D6CC29BFF01A}"/>
              </a:ext>
            </a:extLst>
          </p:cNvPr>
          <p:cNvGrpSpPr>
            <a:grpSpLocks/>
          </p:cNvGrpSpPr>
          <p:nvPr/>
        </p:nvGrpSpPr>
        <p:grpSpPr bwMode="auto">
          <a:xfrm>
            <a:off x="6232525" y="3184525"/>
            <a:ext cx="450850" cy="458788"/>
            <a:chOff x="3926" y="2384"/>
            <a:chExt cx="284" cy="289"/>
          </a:xfrm>
        </p:grpSpPr>
        <p:sp>
          <p:nvSpPr>
            <p:cNvPr id="110692" name="Freeform 101">
              <a:extLst>
                <a:ext uri="{FF2B5EF4-FFF2-40B4-BE49-F238E27FC236}">
                  <a16:creationId xmlns:a16="http://schemas.microsoft.com/office/drawing/2014/main" id="{848C889C-616D-ABD1-83A4-D492C0DA77CB}"/>
                </a:ext>
              </a:extLst>
            </p:cNvPr>
            <p:cNvSpPr>
              <a:spLocks noChangeArrowheads="1"/>
            </p:cNvSpPr>
            <p:nvPr/>
          </p:nvSpPr>
          <p:spPr bwMode="auto">
            <a:xfrm>
              <a:off x="3926" y="2384"/>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93" name="Freeform 102">
              <a:extLst>
                <a:ext uri="{FF2B5EF4-FFF2-40B4-BE49-F238E27FC236}">
                  <a16:creationId xmlns:a16="http://schemas.microsoft.com/office/drawing/2014/main" id="{A1F03FC0-C8A1-FD08-E0D7-C1774158ACF0}"/>
                </a:ext>
              </a:extLst>
            </p:cNvPr>
            <p:cNvSpPr>
              <a:spLocks noChangeArrowheads="1"/>
            </p:cNvSpPr>
            <p:nvPr/>
          </p:nvSpPr>
          <p:spPr bwMode="auto">
            <a:xfrm>
              <a:off x="4067" y="2384"/>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694" name="Line 103">
            <a:extLst>
              <a:ext uri="{FF2B5EF4-FFF2-40B4-BE49-F238E27FC236}">
                <a16:creationId xmlns:a16="http://schemas.microsoft.com/office/drawing/2014/main" id="{F987E0F5-99A2-264B-7C57-26A2430AAB6A}"/>
              </a:ext>
            </a:extLst>
          </p:cNvPr>
          <p:cNvSpPr>
            <a:spLocks noChangeShapeType="1"/>
          </p:cNvSpPr>
          <p:nvPr/>
        </p:nvSpPr>
        <p:spPr bwMode="auto">
          <a:xfrm>
            <a:off x="5992813" y="3413125"/>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95" name="Line 104">
            <a:extLst>
              <a:ext uri="{FF2B5EF4-FFF2-40B4-BE49-F238E27FC236}">
                <a16:creationId xmlns:a16="http://schemas.microsoft.com/office/drawing/2014/main" id="{F24C9F89-02AB-2118-20FE-C9BD5CB8B259}"/>
              </a:ext>
            </a:extLst>
          </p:cNvPr>
          <p:cNvSpPr>
            <a:spLocks noChangeShapeType="1"/>
          </p:cNvSpPr>
          <p:nvPr/>
        </p:nvSpPr>
        <p:spPr bwMode="auto">
          <a:xfrm>
            <a:off x="5224463" y="3413125"/>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96" name="Freeform 105">
            <a:extLst>
              <a:ext uri="{FF2B5EF4-FFF2-40B4-BE49-F238E27FC236}">
                <a16:creationId xmlns:a16="http://schemas.microsoft.com/office/drawing/2014/main" id="{2979ADB5-2120-CF90-4F04-99EDACFA0C73}"/>
              </a:ext>
            </a:extLst>
          </p:cNvPr>
          <p:cNvSpPr>
            <a:spLocks noChangeArrowheads="1"/>
          </p:cNvSpPr>
          <p:nvPr/>
        </p:nvSpPr>
        <p:spPr bwMode="auto">
          <a:xfrm>
            <a:off x="5422900" y="3413125"/>
            <a:ext cx="684213"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697" name="Line 106">
            <a:extLst>
              <a:ext uri="{FF2B5EF4-FFF2-40B4-BE49-F238E27FC236}">
                <a16:creationId xmlns:a16="http://schemas.microsoft.com/office/drawing/2014/main" id="{82304AD7-6718-AB2C-D982-2C74C82ABEB1}"/>
              </a:ext>
            </a:extLst>
          </p:cNvPr>
          <p:cNvSpPr>
            <a:spLocks noChangeShapeType="1"/>
          </p:cNvSpPr>
          <p:nvPr/>
        </p:nvSpPr>
        <p:spPr bwMode="auto">
          <a:xfrm>
            <a:off x="4613275" y="3565525"/>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98" name="Freeform 107">
            <a:extLst>
              <a:ext uri="{FF2B5EF4-FFF2-40B4-BE49-F238E27FC236}">
                <a16:creationId xmlns:a16="http://schemas.microsoft.com/office/drawing/2014/main" id="{206B8CFE-F334-5398-B38F-F00AD77CFACA}"/>
              </a:ext>
            </a:extLst>
          </p:cNvPr>
          <p:cNvSpPr>
            <a:spLocks noChangeArrowheads="1"/>
          </p:cNvSpPr>
          <p:nvPr/>
        </p:nvSpPr>
        <p:spPr bwMode="auto">
          <a:xfrm>
            <a:off x="4792663" y="3405188"/>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10699" name="Group 108">
            <a:extLst>
              <a:ext uri="{FF2B5EF4-FFF2-40B4-BE49-F238E27FC236}">
                <a16:creationId xmlns:a16="http://schemas.microsoft.com/office/drawing/2014/main" id="{4743ED15-549C-ADC2-37DC-795FE74ECE4C}"/>
              </a:ext>
            </a:extLst>
          </p:cNvPr>
          <p:cNvGrpSpPr>
            <a:grpSpLocks/>
          </p:cNvGrpSpPr>
          <p:nvPr/>
        </p:nvGrpSpPr>
        <p:grpSpPr bwMode="auto">
          <a:xfrm>
            <a:off x="5545138" y="3743325"/>
            <a:ext cx="352425" cy="763588"/>
            <a:chOff x="3493" y="2736"/>
            <a:chExt cx="222" cy="481"/>
          </a:xfrm>
        </p:grpSpPr>
        <p:sp>
          <p:nvSpPr>
            <p:cNvPr id="110700" name="Freeform 109">
              <a:extLst>
                <a:ext uri="{FF2B5EF4-FFF2-40B4-BE49-F238E27FC236}">
                  <a16:creationId xmlns:a16="http://schemas.microsoft.com/office/drawing/2014/main" id="{931CFD1D-4781-D423-F5F5-C903F459BB71}"/>
                </a:ext>
              </a:extLst>
            </p:cNvPr>
            <p:cNvSpPr>
              <a:spLocks noChangeArrowheads="1"/>
            </p:cNvSpPr>
            <p:nvPr/>
          </p:nvSpPr>
          <p:spPr bwMode="auto">
            <a:xfrm>
              <a:off x="3502" y="2736"/>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01" name="Rectangle 110">
              <a:extLst>
                <a:ext uri="{FF2B5EF4-FFF2-40B4-BE49-F238E27FC236}">
                  <a16:creationId xmlns:a16="http://schemas.microsoft.com/office/drawing/2014/main" id="{F22ED533-E7CD-800E-C6BD-3418F4ADEB51}"/>
                </a:ext>
              </a:extLst>
            </p:cNvPr>
            <p:cNvSpPr>
              <a:spLocks noChangeArrowheads="1"/>
            </p:cNvSpPr>
            <p:nvPr/>
          </p:nvSpPr>
          <p:spPr bwMode="auto">
            <a:xfrm rot="5400000">
              <a:off x="3400" y="2853"/>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sp>
        <p:nvSpPr>
          <p:cNvPr id="110702" name="Rectangle 111">
            <a:extLst>
              <a:ext uri="{FF2B5EF4-FFF2-40B4-BE49-F238E27FC236}">
                <a16:creationId xmlns:a16="http://schemas.microsoft.com/office/drawing/2014/main" id="{13C1FB1B-CF2C-16A8-518F-28B0E965DEB3}"/>
              </a:ext>
            </a:extLst>
          </p:cNvPr>
          <p:cNvSpPr>
            <a:spLocks noChangeArrowheads="1"/>
          </p:cNvSpPr>
          <p:nvPr/>
        </p:nvSpPr>
        <p:spPr bwMode="auto">
          <a:xfrm>
            <a:off x="4795838" y="3913188"/>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0703" name="Group 112">
            <a:extLst>
              <a:ext uri="{FF2B5EF4-FFF2-40B4-BE49-F238E27FC236}">
                <a16:creationId xmlns:a16="http://schemas.microsoft.com/office/drawing/2014/main" id="{4C35865C-BDC2-A348-D471-E22E6BEDFF7C}"/>
              </a:ext>
            </a:extLst>
          </p:cNvPr>
          <p:cNvGrpSpPr>
            <a:grpSpLocks/>
          </p:cNvGrpSpPr>
          <p:nvPr/>
        </p:nvGrpSpPr>
        <p:grpSpPr bwMode="auto">
          <a:xfrm>
            <a:off x="4819650" y="3895725"/>
            <a:ext cx="469900" cy="458788"/>
            <a:chOff x="3036" y="2832"/>
            <a:chExt cx="296" cy="289"/>
          </a:xfrm>
        </p:grpSpPr>
        <p:sp>
          <p:nvSpPr>
            <p:cNvPr id="110704" name="Freeform 113">
              <a:extLst>
                <a:ext uri="{FF2B5EF4-FFF2-40B4-BE49-F238E27FC236}">
                  <a16:creationId xmlns:a16="http://schemas.microsoft.com/office/drawing/2014/main" id="{3CC067ED-B6CB-54AB-3237-E0EBD2DA3BEE}"/>
                </a:ext>
              </a:extLst>
            </p:cNvPr>
            <p:cNvSpPr>
              <a:spLocks noChangeArrowheads="1"/>
            </p:cNvSpPr>
            <p:nvPr/>
          </p:nvSpPr>
          <p:spPr bwMode="auto">
            <a:xfrm>
              <a:off x="3036" y="2832"/>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solidFill>
              <a:schemeClr val="accent2">
                <a:alpha val="47842"/>
              </a:schemeClr>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0705" name="Freeform 114">
              <a:extLst>
                <a:ext uri="{FF2B5EF4-FFF2-40B4-BE49-F238E27FC236}">
                  <a16:creationId xmlns:a16="http://schemas.microsoft.com/office/drawing/2014/main" id="{214AEDA0-97EE-357D-B15B-D36E845CD123}"/>
                </a:ext>
              </a:extLst>
            </p:cNvPr>
            <p:cNvSpPr>
              <a:spLocks noChangeArrowheads="1"/>
            </p:cNvSpPr>
            <p:nvPr/>
          </p:nvSpPr>
          <p:spPr bwMode="auto">
            <a:xfrm>
              <a:off x="3184" y="2832"/>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2">
                <a:alpha val="47842"/>
              </a:schemeClr>
            </a:solidFill>
            <a:ln w="12700" cap="rnd">
              <a:solidFill>
                <a:schemeClr val="tx1"/>
              </a:solidFill>
              <a:round/>
              <a:headEnd/>
              <a:tailEnd/>
            </a:ln>
          </p:spPr>
          <p:txBody>
            <a:bodyPr/>
            <a:lstStyle/>
            <a:p>
              <a:endParaRPr lang="zh-CN" altLang="en-US">
                <a:ea typeface="宋体" panose="02010600030101010101" pitchFamily="2" charset="-122"/>
              </a:endParaRPr>
            </a:p>
          </p:txBody>
        </p:sp>
      </p:grpSp>
      <p:sp>
        <p:nvSpPr>
          <p:cNvPr id="110706" name="Line 115">
            <a:extLst>
              <a:ext uri="{FF2B5EF4-FFF2-40B4-BE49-F238E27FC236}">
                <a16:creationId xmlns:a16="http://schemas.microsoft.com/office/drawing/2014/main" id="{3052DC42-2DE7-DAE4-AE0C-065E5BD0459C}"/>
              </a:ext>
            </a:extLst>
          </p:cNvPr>
          <p:cNvSpPr>
            <a:spLocks noChangeShapeType="1"/>
          </p:cNvSpPr>
          <p:nvPr/>
        </p:nvSpPr>
        <p:spPr bwMode="auto">
          <a:xfrm>
            <a:off x="4630738" y="4124325"/>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707" name="Freeform 116">
            <a:extLst>
              <a:ext uri="{FF2B5EF4-FFF2-40B4-BE49-F238E27FC236}">
                <a16:creationId xmlns:a16="http://schemas.microsoft.com/office/drawing/2014/main" id="{68FE1710-1EB3-8AFC-7932-29E3004877A2}"/>
              </a:ext>
            </a:extLst>
          </p:cNvPr>
          <p:cNvSpPr>
            <a:spLocks noChangeArrowheads="1"/>
          </p:cNvSpPr>
          <p:nvPr/>
        </p:nvSpPr>
        <p:spPr bwMode="auto">
          <a:xfrm>
            <a:off x="4735513" y="3971925"/>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08" name="Line 117">
            <a:extLst>
              <a:ext uri="{FF2B5EF4-FFF2-40B4-BE49-F238E27FC236}">
                <a16:creationId xmlns:a16="http://schemas.microsoft.com/office/drawing/2014/main" id="{CD229F64-AA33-4C18-C92C-4CE6C59E6CA2}"/>
              </a:ext>
            </a:extLst>
          </p:cNvPr>
          <p:cNvSpPr>
            <a:spLocks noChangeShapeType="1"/>
          </p:cNvSpPr>
          <p:nvPr/>
        </p:nvSpPr>
        <p:spPr bwMode="auto">
          <a:xfrm>
            <a:off x="5291138" y="3971925"/>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709" name="Rectangle 118">
            <a:extLst>
              <a:ext uri="{FF2B5EF4-FFF2-40B4-BE49-F238E27FC236}">
                <a16:creationId xmlns:a16="http://schemas.microsoft.com/office/drawing/2014/main" id="{E44AB7D8-BBDD-1098-C3CE-7ABFADC1F486}"/>
              </a:ext>
            </a:extLst>
          </p:cNvPr>
          <p:cNvSpPr>
            <a:spLocks noChangeArrowheads="1"/>
          </p:cNvSpPr>
          <p:nvPr/>
        </p:nvSpPr>
        <p:spPr bwMode="auto">
          <a:xfrm>
            <a:off x="6092825" y="3905250"/>
            <a:ext cx="6334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nvGrpSpPr>
          <p:cNvPr id="110710" name="Group 119">
            <a:extLst>
              <a:ext uri="{FF2B5EF4-FFF2-40B4-BE49-F238E27FC236}">
                <a16:creationId xmlns:a16="http://schemas.microsoft.com/office/drawing/2014/main" id="{DB11CA99-56A5-2B36-AC26-97FE695EA0A0}"/>
              </a:ext>
            </a:extLst>
          </p:cNvPr>
          <p:cNvGrpSpPr>
            <a:grpSpLocks/>
          </p:cNvGrpSpPr>
          <p:nvPr/>
        </p:nvGrpSpPr>
        <p:grpSpPr bwMode="auto">
          <a:xfrm>
            <a:off x="6167438" y="3895725"/>
            <a:ext cx="515937" cy="458788"/>
            <a:chOff x="3885" y="2832"/>
            <a:chExt cx="325" cy="289"/>
          </a:xfrm>
        </p:grpSpPr>
        <p:sp>
          <p:nvSpPr>
            <p:cNvPr id="110711" name="Freeform 120">
              <a:extLst>
                <a:ext uri="{FF2B5EF4-FFF2-40B4-BE49-F238E27FC236}">
                  <a16:creationId xmlns:a16="http://schemas.microsoft.com/office/drawing/2014/main" id="{1E7E3D5E-CF1D-A272-B8F7-E9D068286BD4}"/>
                </a:ext>
              </a:extLst>
            </p:cNvPr>
            <p:cNvSpPr>
              <a:spLocks noChangeArrowheads="1"/>
            </p:cNvSpPr>
            <p:nvPr/>
          </p:nvSpPr>
          <p:spPr bwMode="auto">
            <a:xfrm>
              <a:off x="3885" y="2832"/>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12" name="Freeform 121">
              <a:extLst>
                <a:ext uri="{FF2B5EF4-FFF2-40B4-BE49-F238E27FC236}">
                  <a16:creationId xmlns:a16="http://schemas.microsoft.com/office/drawing/2014/main" id="{0B0A7425-96CD-1901-1238-70421A82615F}"/>
                </a:ext>
              </a:extLst>
            </p:cNvPr>
            <p:cNvSpPr>
              <a:spLocks noChangeArrowheads="1"/>
            </p:cNvSpPr>
            <p:nvPr/>
          </p:nvSpPr>
          <p:spPr bwMode="auto">
            <a:xfrm>
              <a:off x="4046" y="2832"/>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713" name="Rectangle 122">
            <a:extLst>
              <a:ext uri="{FF2B5EF4-FFF2-40B4-BE49-F238E27FC236}">
                <a16:creationId xmlns:a16="http://schemas.microsoft.com/office/drawing/2014/main" id="{1E6E1C45-9A02-BD52-BF89-F82DB1BF2CE7}"/>
              </a:ext>
            </a:extLst>
          </p:cNvPr>
          <p:cNvSpPr>
            <a:spLocks noChangeArrowheads="1"/>
          </p:cNvSpPr>
          <p:nvPr/>
        </p:nvSpPr>
        <p:spPr bwMode="auto">
          <a:xfrm>
            <a:off x="6873875" y="390525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0714" name="Group 123">
            <a:extLst>
              <a:ext uri="{FF2B5EF4-FFF2-40B4-BE49-F238E27FC236}">
                <a16:creationId xmlns:a16="http://schemas.microsoft.com/office/drawing/2014/main" id="{E95DC6F5-5F65-13F3-B36C-7BED7595D8A4}"/>
              </a:ext>
            </a:extLst>
          </p:cNvPr>
          <p:cNvGrpSpPr>
            <a:grpSpLocks/>
          </p:cNvGrpSpPr>
          <p:nvPr/>
        </p:nvGrpSpPr>
        <p:grpSpPr bwMode="auto">
          <a:xfrm>
            <a:off x="6910388" y="3895725"/>
            <a:ext cx="450850" cy="458788"/>
            <a:chOff x="4353" y="2832"/>
            <a:chExt cx="284" cy="289"/>
          </a:xfrm>
        </p:grpSpPr>
        <p:sp>
          <p:nvSpPr>
            <p:cNvPr id="110715" name="Freeform 124">
              <a:extLst>
                <a:ext uri="{FF2B5EF4-FFF2-40B4-BE49-F238E27FC236}">
                  <a16:creationId xmlns:a16="http://schemas.microsoft.com/office/drawing/2014/main" id="{DC433D34-E414-2445-8BFE-992BC62CFFF4}"/>
                </a:ext>
              </a:extLst>
            </p:cNvPr>
            <p:cNvSpPr>
              <a:spLocks noChangeArrowheads="1"/>
            </p:cNvSpPr>
            <p:nvPr/>
          </p:nvSpPr>
          <p:spPr bwMode="auto">
            <a:xfrm>
              <a:off x="4353" y="2832"/>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16" name="Freeform 125">
              <a:extLst>
                <a:ext uri="{FF2B5EF4-FFF2-40B4-BE49-F238E27FC236}">
                  <a16:creationId xmlns:a16="http://schemas.microsoft.com/office/drawing/2014/main" id="{EE372842-C8D7-F783-76BD-E3953CD43788}"/>
                </a:ext>
              </a:extLst>
            </p:cNvPr>
            <p:cNvSpPr>
              <a:spLocks noChangeArrowheads="1"/>
            </p:cNvSpPr>
            <p:nvPr/>
          </p:nvSpPr>
          <p:spPr bwMode="auto">
            <a:xfrm>
              <a:off x="4494" y="2832"/>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717" name="Line 126">
            <a:extLst>
              <a:ext uri="{FF2B5EF4-FFF2-40B4-BE49-F238E27FC236}">
                <a16:creationId xmlns:a16="http://schemas.microsoft.com/office/drawing/2014/main" id="{1419B18B-E6B2-E91F-4DB1-C369FE618493}"/>
              </a:ext>
            </a:extLst>
          </p:cNvPr>
          <p:cNvSpPr>
            <a:spLocks noChangeShapeType="1"/>
          </p:cNvSpPr>
          <p:nvPr/>
        </p:nvSpPr>
        <p:spPr bwMode="auto">
          <a:xfrm>
            <a:off x="6670675" y="4124325"/>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718" name="Line 127">
            <a:extLst>
              <a:ext uri="{FF2B5EF4-FFF2-40B4-BE49-F238E27FC236}">
                <a16:creationId xmlns:a16="http://schemas.microsoft.com/office/drawing/2014/main" id="{1B514304-1185-E687-BC6C-AC10E7534595}"/>
              </a:ext>
            </a:extLst>
          </p:cNvPr>
          <p:cNvSpPr>
            <a:spLocks noChangeShapeType="1"/>
          </p:cNvSpPr>
          <p:nvPr/>
        </p:nvSpPr>
        <p:spPr bwMode="auto">
          <a:xfrm>
            <a:off x="5902325" y="4124325"/>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719" name="Freeform 128">
            <a:extLst>
              <a:ext uri="{FF2B5EF4-FFF2-40B4-BE49-F238E27FC236}">
                <a16:creationId xmlns:a16="http://schemas.microsoft.com/office/drawing/2014/main" id="{815EF85B-4318-D66A-7B2E-1283ACD6F0A4}"/>
              </a:ext>
            </a:extLst>
          </p:cNvPr>
          <p:cNvSpPr>
            <a:spLocks noChangeArrowheads="1"/>
          </p:cNvSpPr>
          <p:nvPr/>
        </p:nvSpPr>
        <p:spPr bwMode="auto">
          <a:xfrm>
            <a:off x="6100763" y="4124325"/>
            <a:ext cx="684212"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20" name="Line 129">
            <a:extLst>
              <a:ext uri="{FF2B5EF4-FFF2-40B4-BE49-F238E27FC236}">
                <a16:creationId xmlns:a16="http://schemas.microsoft.com/office/drawing/2014/main" id="{3C896434-252C-833D-B05E-F8C4FB084ACA}"/>
              </a:ext>
            </a:extLst>
          </p:cNvPr>
          <p:cNvSpPr>
            <a:spLocks noChangeShapeType="1"/>
          </p:cNvSpPr>
          <p:nvPr/>
        </p:nvSpPr>
        <p:spPr bwMode="auto">
          <a:xfrm>
            <a:off x="5291138" y="4276725"/>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721" name="Freeform 130">
            <a:extLst>
              <a:ext uri="{FF2B5EF4-FFF2-40B4-BE49-F238E27FC236}">
                <a16:creationId xmlns:a16="http://schemas.microsoft.com/office/drawing/2014/main" id="{1D146798-66F7-0D6D-8FFC-3515238EB0A4}"/>
              </a:ext>
            </a:extLst>
          </p:cNvPr>
          <p:cNvSpPr>
            <a:spLocks noChangeArrowheads="1"/>
          </p:cNvSpPr>
          <p:nvPr/>
        </p:nvSpPr>
        <p:spPr bwMode="auto">
          <a:xfrm>
            <a:off x="5470525" y="4116388"/>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10722" name="Group 131">
            <a:extLst>
              <a:ext uri="{FF2B5EF4-FFF2-40B4-BE49-F238E27FC236}">
                <a16:creationId xmlns:a16="http://schemas.microsoft.com/office/drawing/2014/main" id="{B37D8CAD-9D15-0D8C-B027-E3AC75172334}"/>
              </a:ext>
            </a:extLst>
          </p:cNvPr>
          <p:cNvGrpSpPr>
            <a:grpSpLocks/>
          </p:cNvGrpSpPr>
          <p:nvPr/>
        </p:nvGrpSpPr>
        <p:grpSpPr bwMode="auto">
          <a:xfrm>
            <a:off x="6223000" y="4454525"/>
            <a:ext cx="352425" cy="763588"/>
            <a:chOff x="3920" y="3184"/>
            <a:chExt cx="222" cy="481"/>
          </a:xfrm>
        </p:grpSpPr>
        <p:sp>
          <p:nvSpPr>
            <p:cNvPr id="110723" name="Freeform 132">
              <a:extLst>
                <a:ext uri="{FF2B5EF4-FFF2-40B4-BE49-F238E27FC236}">
                  <a16:creationId xmlns:a16="http://schemas.microsoft.com/office/drawing/2014/main" id="{EFCECD19-BDEE-7D5E-4EBA-526F311FEE94}"/>
                </a:ext>
              </a:extLst>
            </p:cNvPr>
            <p:cNvSpPr>
              <a:spLocks noChangeArrowheads="1"/>
            </p:cNvSpPr>
            <p:nvPr/>
          </p:nvSpPr>
          <p:spPr bwMode="auto">
            <a:xfrm>
              <a:off x="3929" y="3184"/>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24" name="Rectangle 133">
              <a:extLst>
                <a:ext uri="{FF2B5EF4-FFF2-40B4-BE49-F238E27FC236}">
                  <a16:creationId xmlns:a16="http://schemas.microsoft.com/office/drawing/2014/main" id="{BFEB157C-3BC0-C278-CA18-C979234D6C2C}"/>
                </a:ext>
              </a:extLst>
            </p:cNvPr>
            <p:cNvSpPr>
              <a:spLocks noChangeArrowheads="1"/>
            </p:cNvSpPr>
            <p:nvPr/>
          </p:nvSpPr>
          <p:spPr bwMode="auto">
            <a:xfrm rot="5400000">
              <a:off x="3827" y="3301"/>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10725" name="Group 134">
            <a:extLst>
              <a:ext uri="{FF2B5EF4-FFF2-40B4-BE49-F238E27FC236}">
                <a16:creationId xmlns:a16="http://schemas.microsoft.com/office/drawing/2014/main" id="{159C484B-044D-4B67-598C-FEE9BFD4D4FE}"/>
              </a:ext>
            </a:extLst>
          </p:cNvPr>
          <p:cNvGrpSpPr>
            <a:grpSpLocks/>
          </p:cNvGrpSpPr>
          <p:nvPr/>
        </p:nvGrpSpPr>
        <p:grpSpPr bwMode="auto">
          <a:xfrm>
            <a:off x="4743450" y="4606925"/>
            <a:ext cx="633413" cy="458788"/>
            <a:chOff x="2988" y="3280"/>
            <a:chExt cx="399" cy="289"/>
          </a:xfrm>
        </p:grpSpPr>
        <p:sp>
          <p:nvSpPr>
            <p:cNvPr id="110726" name="Rectangle 135">
              <a:extLst>
                <a:ext uri="{FF2B5EF4-FFF2-40B4-BE49-F238E27FC236}">
                  <a16:creationId xmlns:a16="http://schemas.microsoft.com/office/drawing/2014/main" id="{4E034A88-ED62-B68D-03F3-5FAA899FCDD3}"/>
                </a:ext>
              </a:extLst>
            </p:cNvPr>
            <p:cNvSpPr>
              <a:spLocks noChangeArrowheads="1"/>
            </p:cNvSpPr>
            <p:nvPr/>
          </p:nvSpPr>
          <p:spPr bwMode="auto">
            <a:xfrm>
              <a:off x="2988" y="3286"/>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nvGrpSpPr>
            <p:cNvPr id="110727" name="Group 136">
              <a:extLst>
                <a:ext uri="{FF2B5EF4-FFF2-40B4-BE49-F238E27FC236}">
                  <a16:creationId xmlns:a16="http://schemas.microsoft.com/office/drawing/2014/main" id="{897D8EF1-564C-CEBB-0B60-BDC0843F96E2}"/>
                </a:ext>
              </a:extLst>
            </p:cNvPr>
            <p:cNvGrpSpPr>
              <a:grpSpLocks/>
            </p:cNvGrpSpPr>
            <p:nvPr/>
          </p:nvGrpSpPr>
          <p:grpSpPr bwMode="auto">
            <a:xfrm>
              <a:off x="3003" y="3280"/>
              <a:ext cx="340" cy="289"/>
              <a:chOff x="3003" y="3280"/>
              <a:chExt cx="340" cy="289"/>
            </a:xfrm>
          </p:grpSpPr>
          <p:sp>
            <p:nvSpPr>
              <p:cNvPr id="110728" name="Freeform 137">
                <a:extLst>
                  <a:ext uri="{FF2B5EF4-FFF2-40B4-BE49-F238E27FC236}">
                    <a16:creationId xmlns:a16="http://schemas.microsoft.com/office/drawing/2014/main" id="{98F1E3C3-89A9-E94A-E289-552712F516FC}"/>
                  </a:ext>
                </a:extLst>
              </p:cNvPr>
              <p:cNvSpPr>
                <a:spLocks noChangeArrowheads="1"/>
              </p:cNvSpPr>
              <p:nvPr/>
            </p:nvSpPr>
            <p:spPr bwMode="auto">
              <a:xfrm>
                <a:off x="3003" y="3280"/>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29" name="Freeform 138">
                <a:extLst>
                  <a:ext uri="{FF2B5EF4-FFF2-40B4-BE49-F238E27FC236}">
                    <a16:creationId xmlns:a16="http://schemas.microsoft.com/office/drawing/2014/main" id="{45CA9DBA-89B3-0561-E43D-90A0BAA8220F}"/>
                  </a:ext>
                </a:extLst>
              </p:cNvPr>
              <p:cNvSpPr>
                <a:spLocks noChangeArrowheads="1"/>
              </p:cNvSpPr>
              <p:nvPr/>
            </p:nvSpPr>
            <p:spPr bwMode="auto">
              <a:xfrm>
                <a:off x="3172" y="3280"/>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10730" name="Rectangle 139">
            <a:extLst>
              <a:ext uri="{FF2B5EF4-FFF2-40B4-BE49-F238E27FC236}">
                <a16:creationId xmlns:a16="http://schemas.microsoft.com/office/drawing/2014/main" id="{8B601657-AA94-C346-3BEB-A9B20896B4A4}"/>
              </a:ext>
            </a:extLst>
          </p:cNvPr>
          <p:cNvSpPr>
            <a:spLocks noChangeArrowheads="1"/>
          </p:cNvSpPr>
          <p:nvPr/>
        </p:nvSpPr>
        <p:spPr bwMode="auto">
          <a:xfrm>
            <a:off x="5473700" y="4624388"/>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0731" name="Group 140">
            <a:extLst>
              <a:ext uri="{FF2B5EF4-FFF2-40B4-BE49-F238E27FC236}">
                <a16:creationId xmlns:a16="http://schemas.microsoft.com/office/drawing/2014/main" id="{88CB1CB9-36E8-1C83-0E44-5A466732A01F}"/>
              </a:ext>
            </a:extLst>
          </p:cNvPr>
          <p:cNvGrpSpPr>
            <a:grpSpLocks/>
          </p:cNvGrpSpPr>
          <p:nvPr/>
        </p:nvGrpSpPr>
        <p:grpSpPr bwMode="auto">
          <a:xfrm>
            <a:off x="5497513" y="4606925"/>
            <a:ext cx="469900" cy="458788"/>
            <a:chOff x="3463" y="3280"/>
            <a:chExt cx="296" cy="289"/>
          </a:xfrm>
        </p:grpSpPr>
        <p:sp>
          <p:nvSpPr>
            <p:cNvPr id="110732" name="Freeform 141">
              <a:extLst>
                <a:ext uri="{FF2B5EF4-FFF2-40B4-BE49-F238E27FC236}">
                  <a16:creationId xmlns:a16="http://schemas.microsoft.com/office/drawing/2014/main" id="{01A55A0B-468D-0B8A-302D-E782D0FE6B20}"/>
                </a:ext>
              </a:extLst>
            </p:cNvPr>
            <p:cNvSpPr>
              <a:spLocks noChangeArrowheads="1"/>
            </p:cNvSpPr>
            <p:nvPr/>
          </p:nvSpPr>
          <p:spPr bwMode="auto">
            <a:xfrm>
              <a:off x="3463" y="3280"/>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33" name="Freeform 142">
              <a:extLst>
                <a:ext uri="{FF2B5EF4-FFF2-40B4-BE49-F238E27FC236}">
                  <a16:creationId xmlns:a16="http://schemas.microsoft.com/office/drawing/2014/main" id="{CC9A8790-0F02-121C-DD16-BB4DB9C34C30}"/>
                </a:ext>
              </a:extLst>
            </p:cNvPr>
            <p:cNvSpPr>
              <a:spLocks noChangeArrowheads="1"/>
            </p:cNvSpPr>
            <p:nvPr/>
          </p:nvSpPr>
          <p:spPr bwMode="auto">
            <a:xfrm>
              <a:off x="3611" y="3280"/>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734" name="Line 143">
            <a:extLst>
              <a:ext uri="{FF2B5EF4-FFF2-40B4-BE49-F238E27FC236}">
                <a16:creationId xmlns:a16="http://schemas.microsoft.com/office/drawing/2014/main" id="{5D23B1A7-6EB5-BAF3-4F4B-3121ABEC1318}"/>
              </a:ext>
            </a:extLst>
          </p:cNvPr>
          <p:cNvSpPr>
            <a:spLocks noChangeShapeType="1"/>
          </p:cNvSpPr>
          <p:nvPr/>
        </p:nvSpPr>
        <p:spPr bwMode="auto">
          <a:xfrm>
            <a:off x="5308600" y="4835525"/>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735" name="Freeform 144">
            <a:extLst>
              <a:ext uri="{FF2B5EF4-FFF2-40B4-BE49-F238E27FC236}">
                <a16:creationId xmlns:a16="http://schemas.microsoft.com/office/drawing/2014/main" id="{46672091-12F3-FA1F-E7DF-22E63484CFA7}"/>
              </a:ext>
            </a:extLst>
          </p:cNvPr>
          <p:cNvSpPr>
            <a:spLocks noChangeArrowheads="1"/>
          </p:cNvSpPr>
          <p:nvPr/>
        </p:nvSpPr>
        <p:spPr bwMode="auto">
          <a:xfrm>
            <a:off x="5413375" y="4683125"/>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36" name="Line 145">
            <a:extLst>
              <a:ext uri="{FF2B5EF4-FFF2-40B4-BE49-F238E27FC236}">
                <a16:creationId xmlns:a16="http://schemas.microsoft.com/office/drawing/2014/main" id="{E5673AA7-0A02-1252-FFF4-2CDC0B9803F1}"/>
              </a:ext>
            </a:extLst>
          </p:cNvPr>
          <p:cNvSpPr>
            <a:spLocks noChangeShapeType="1"/>
          </p:cNvSpPr>
          <p:nvPr/>
        </p:nvSpPr>
        <p:spPr bwMode="auto">
          <a:xfrm>
            <a:off x="5969000" y="4683125"/>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737" name="Rectangle 146">
            <a:extLst>
              <a:ext uri="{FF2B5EF4-FFF2-40B4-BE49-F238E27FC236}">
                <a16:creationId xmlns:a16="http://schemas.microsoft.com/office/drawing/2014/main" id="{5548C186-C0BD-384F-B79A-E94F7CD0CA05}"/>
              </a:ext>
            </a:extLst>
          </p:cNvPr>
          <p:cNvSpPr>
            <a:spLocks noChangeArrowheads="1"/>
          </p:cNvSpPr>
          <p:nvPr/>
        </p:nvSpPr>
        <p:spPr bwMode="auto">
          <a:xfrm>
            <a:off x="6770688" y="4616450"/>
            <a:ext cx="6334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nvGrpSpPr>
          <p:cNvPr id="110738" name="Group 147">
            <a:extLst>
              <a:ext uri="{FF2B5EF4-FFF2-40B4-BE49-F238E27FC236}">
                <a16:creationId xmlns:a16="http://schemas.microsoft.com/office/drawing/2014/main" id="{B32887D5-2181-823B-25C1-C9627253E02B}"/>
              </a:ext>
            </a:extLst>
          </p:cNvPr>
          <p:cNvGrpSpPr>
            <a:grpSpLocks/>
          </p:cNvGrpSpPr>
          <p:nvPr/>
        </p:nvGrpSpPr>
        <p:grpSpPr bwMode="auto">
          <a:xfrm>
            <a:off x="6845300" y="4606925"/>
            <a:ext cx="515938" cy="458788"/>
            <a:chOff x="4312" y="3280"/>
            <a:chExt cx="325" cy="289"/>
          </a:xfrm>
        </p:grpSpPr>
        <p:sp>
          <p:nvSpPr>
            <p:cNvPr id="110739" name="Freeform 148">
              <a:extLst>
                <a:ext uri="{FF2B5EF4-FFF2-40B4-BE49-F238E27FC236}">
                  <a16:creationId xmlns:a16="http://schemas.microsoft.com/office/drawing/2014/main" id="{ECF22207-289E-1F3D-0614-2C07B65130D9}"/>
                </a:ext>
              </a:extLst>
            </p:cNvPr>
            <p:cNvSpPr>
              <a:spLocks noChangeArrowheads="1"/>
            </p:cNvSpPr>
            <p:nvPr/>
          </p:nvSpPr>
          <p:spPr bwMode="auto">
            <a:xfrm>
              <a:off x="4312" y="3280"/>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40" name="Freeform 149">
              <a:extLst>
                <a:ext uri="{FF2B5EF4-FFF2-40B4-BE49-F238E27FC236}">
                  <a16:creationId xmlns:a16="http://schemas.microsoft.com/office/drawing/2014/main" id="{3DF0D8AA-8B8B-F930-246C-97391E269987}"/>
                </a:ext>
              </a:extLst>
            </p:cNvPr>
            <p:cNvSpPr>
              <a:spLocks noChangeArrowheads="1"/>
            </p:cNvSpPr>
            <p:nvPr/>
          </p:nvSpPr>
          <p:spPr bwMode="auto">
            <a:xfrm>
              <a:off x="4473" y="3280"/>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741" name="Rectangle 150">
            <a:extLst>
              <a:ext uri="{FF2B5EF4-FFF2-40B4-BE49-F238E27FC236}">
                <a16:creationId xmlns:a16="http://schemas.microsoft.com/office/drawing/2014/main" id="{9C2DA397-38FA-59B1-7BFE-E773B072B581}"/>
              </a:ext>
            </a:extLst>
          </p:cNvPr>
          <p:cNvSpPr>
            <a:spLocks noChangeArrowheads="1"/>
          </p:cNvSpPr>
          <p:nvPr/>
        </p:nvSpPr>
        <p:spPr bwMode="auto">
          <a:xfrm>
            <a:off x="7551738" y="461645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0742" name="Group 151">
            <a:extLst>
              <a:ext uri="{FF2B5EF4-FFF2-40B4-BE49-F238E27FC236}">
                <a16:creationId xmlns:a16="http://schemas.microsoft.com/office/drawing/2014/main" id="{21D7E146-6B2B-72FD-114C-8D2DA4573215}"/>
              </a:ext>
            </a:extLst>
          </p:cNvPr>
          <p:cNvGrpSpPr>
            <a:grpSpLocks/>
          </p:cNvGrpSpPr>
          <p:nvPr/>
        </p:nvGrpSpPr>
        <p:grpSpPr bwMode="auto">
          <a:xfrm>
            <a:off x="7588250" y="4606925"/>
            <a:ext cx="450850" cy="458788"/>
            <a:chOff x="4780" y="3280"/>
            <a:chExt cx="284" cy="289"/>
          </a:xfrm>
        </p:grpSpPr>
        <p:sp>
          <p:nvSpPr>
            <p:cNvPr id="110743" name="Freeform 152">
              <a:extLst>
                <a:ext uri="{FF2B5EF4-FFF2-40B4-BE49-F238E27FC236}">
                  <a16:creationId xmlns:a16="http://schemas.microsoft.com/office/drawing/2014/main" id="{3D97A9DB-0F2D-5801-6FD7-FE2E2AB6FCE7}"/>
                </a:ext>
              </a:extLst>
            </p:cNvPr>
            <p:cNvSpPr>
              <a:spLocks noChangeArrowheads="1"/>
            </p:cNvSpPr>
            <p:nvPr/>
          </p:nvSpPr>
          <p:spPr bwMode="auto">
            <a:xfrm>
              <a:off x="4780" y="3280"/>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44" name="Freeform 153">
              <a:extLst>
                <a:ext uri="{FF2B5EF4-FFF2-40B4-BE49-F238E27FC236}">
                  <a16:creationId xmlns:a16="http://schemas.microsoft.com/office/drawing/2014/main" id="{9197333C-9E46-38C1-C20B-478A095E4E8F}"/>
                </a:ext>
              </a:extLst>
            </p:cNvPr>
            <p:cNvSpPr>
              <a:spLocks noChangeArrowheads="1"/>
            </p:cNvSpPr>
            <p:nvPr/>
          </p:nvSpPr>
          <p:spPr bwMode="auto">
            <a:xfrm>
              <a:off x="4921" y="3280"/>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0745" name="Line 154">
            <a:extLst>
              <a:ext uri="{FF2B5EF4-FFF2-40B4-BE49-F238E27FC236}">
                <a16:creationId xmlns:a16="http://schemas.microsoft.com/office/drawing/2014/main" id="{86216A75-6812-7203-2F16-D1ABE498496A}"/>
              </a:ext>
            </a:extLst>
          </p:cNvPr>
          <p:cNvSpPr>
            <a:spLocks noChangeShapeType="1"/>
          </p:cNvSpPr>
          <p:nvPr/>
        </p:nvSpPr>
        <p:spPr bwMode="auto">
          <a:xfrm>
            <a:off x="7348538" y="4835525"/>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746" name="Line 155">
            <a:extLst>
              <a:ext uri="{FF2B5EF4-FFF2-40B4-BE49-F238E27FC236}">
                <a16:creationId xmlns:a16="http://schemas.microsoft.com/office/drawing/2014/main" id="{2B7677A8-F355-A9F5-B733-41208C2C03EF}"/>
              </a:ext>
            </a:extLst>
          </p:cNvPr>
          <p:cNvSpPr>
            <a:spLocks noChangeShapeType="1"/>
          </p:cNvSpPr>
          <p:nvPr/>
        </p:nvSpPr>
        <p:spPr bwMode="auto">
          <a:xfrm>
            <a:off x="6580188" y="4835525"/>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747" name="Freeform 156">
            <a:extLst>
              <a:ext uri="{FF2B5EF4-FFF2-40B4-BE49-F238E27FC236}">
                <a16:creationId xmlns:a16="http://schemas.microsoft.com/office/drawing/2014/main" id="{E23881EE-3CDF-E763-C327-A7661DA15093}"/>
              </a:ext>
            </a:extLst>
          </p:cNvPr>
          <p:cNvSpPr>
            <a:spLocks noChangeArrowheads="1"/>
          </p:cNvSpPr>
          <p:nvPr/>
        </p:nvSpPr>
        <p:spPr bwMode="auto">
          <a:xfrm>
            <a:off x="6778625" y="4835525"/>
            <a:ext cx="684213"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0748" name="Line 157">
            <a:extLst>
              <a:ext uri="{FF2B5EF4-FFF2-40B4-BE49-F238E27FC236}">
                <a16:creationId xmlns:a16="http://schemas.microsoft.com/office/drawing/2014/main" id="{3A5C94D3-E3C5-0E0B-7B01-757C828594A5}"/>
              </a:ext>
            </a:extLst>
          </p:cNvPr>
          <p:cNvSpPr>
            <a:spLocks noChangeShapeType="1"/>
          </p:cNvSpPr>
          <p:nvPr/>
        </p:nvSpPr>
        <p:spPr bwMode="auto">
          <a:xfrm>
            <a:off x="5969000" y="4987925"/>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749" name="Freeform 158">
            <a:extLst>
              <a:ext uri="{FF2B5EF4-FFF2-40B4-BE49-F238E27FC236}">
                <a16:creationId xmlns:a16="http://schemas.microsoft.com/office/drawing/2014/main" id="{251E28FE-A09F-E2DF-DB49-8437C4411ADF}"/>
              </a:ext>
            </a:extLst>
          </p:cNvPr>
          <p:cNvSpPr>
            <a:spLocks noChangeArrowheads="1"/>
          </p:cNvSpPr>
          <p:nvPr/>
        </p:nvSpPr>
        <p:spPr bwMode="auto">
          <a:xfrm>
            <a:off x="6161088" y="4827588"/>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07679" name="Text Box 159">
            <a:extLst>
              <a:ext uri="{FF2B5EF4-FFF2-40B4-BE49-F238E27FC236}">
                <a16:creationId xmlns:a16="http://schemas.microsoft.com/office/drawing/2014/main" id="{EA437A16-7922-CFCB-9742-69A2A268A037}"/>
              </a:ext>
            </a:extLst>
          </p:cNvPr>
          <p:cNvSpPr txBox="1">
            <a:spLocks noChangeArrowheads="1"/>
          </p:cNvSpPr>
          <p:nvPr/>
        </p:nvSpPr>
        <p:spPr bwMode="auto">
          <a:xfrm>
            <a:off x="471488" y="5480050"/>
            <a:ext cx="867251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20000"/>
              </a:spcBef>
            </a:pPr>
            <a:r>
              <a:rPr lang="zh-CN" altLang="en-US" sz="2000">
                <a:solidFill>
                  <a:srgbClr val="CC0000"/>
                </a:solidFill>
                <a:latin typeface="Arial" panose="020B0604020202020204" pitchFamily="34" charset="0"/>
                <a:ea typeface="黑体" panose="02010609060101010101" pitchFamily="49" charset="-122"/>
              </a:rPr>
              <a:t>只有一个存储器时，在</a:t>
            </a:r>
            <a:r>
              <a:rPr lang="en-US" altLang="zh-CN" sz="2000">
                <a:solidFill>
                  <a:srgbClr val="CC0000"/>
                </a:solidFill>
                <a:latin typeface="Arial" panose="020B0604020202020204" pitchFamily="34" charset="0"/>
                <a:ea typeface="黑体" panose="02010609060101010101" pitchFamily="49" charset="-122"/>
              </a:rPr>
              <a:t>Load</a:t>
            </a:r>
            <a:r>
              <a:rPr lang="zh-CN" altLang="en-US" sz="2000">
                <a:solidFill>
                  <a:srgbClr val="CC0000"/>
                </a:solidFill>
                <a:latin typeface="Arial" panose="020B0604020202020204" pitchFamily="34" charset="0"/>
                <a:ea typeface="黑体" panose="02010609060101010101" pitchFamily="49" charset="-122"/>
              </a:rPr>
              <a:t>指令取数据同时又取指令的话，则发生冲突！</a:t>
            </a:r>
          </a:p>
          <a:p>
            <a:pPr eaLnBrk="0" hangingPunct="0">
              <a:spcBef>
                <a:spcPct val="20000"/>
              </a:spcBef>
            </a:pPr>
            <a:r>
              <a:rPr lang="zh-CN" altLang="en-US" sz="2000">
                <a:solidFill>
                  <a:schemeClr val="accent2"/>
                </a:solidFill>
                <a:latin typeface="Arial" panose="020B0604020202020204" pitchFamily="34" charset="0"/>
                <a:ea typeface="黑体" panose="02010609060101010101" pitchFamily="49" charset="-122"/>
              </a:rPr>
              <a:t>如果不对寄存器堆的写口和读口独立设置的话，则发生冲突！</a:t>
            </a:r>
          </a:p>
        </p:txBody>
      </p:sp>
      <p:sp>
        <p:nvSpPr>
          <p:cNvPr id="107680" name="Text Box 160">
            <a:extLst>
              <a:ext uri="{FF2B5EF4-FFF2-40B4-BE49-F238E27FC236}">
                <a16:creationId xmlns:a16="http://schemas.microsoft.com/office/drawing/2014/main" id="{00913A89-AACB-5D34-7E80-2A3D59413BAC}"/>
              </a:ext>
            </a:extLst>
          </p:cNvPr>
          <p:cNvSpPr txBox="1">
            <a:spLocks noChangeArrowheads="1"/>
          </p:cNvSpPr>
          <p:nvPr/>
        </p:nvSpPr>
        <p:spPr bwMode="auto">
          <a:xfrm>
            <a:off x="471488" y="6226175"/>
            <a:ext cx="7567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ea typeface="黑体" panose="02010609060101010101" pitchFamily="49" charset="-122"/>
              </a:rPr>
              <a:t>结构冒险也称硬件资源冲突：同一个执行部件被多条指令使用。</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7679"/>
                                        </p:tgtEl>
                                        <p:attrNameLst>
                                          <p:attrName>style.visibility</p:attrName>
                                        </p:attrNameLst>
                                      </p:cBhvr>
                                      <p:to>
                                        <p:strVal val="visible"/>
                                      </p:to>
                                    </p:set>
                                    <p:animEffect transition="in" filter="blinds(horizontal)">
                                      <p:cBhvr>
                                        <p:cTn id="7" dur="500"/>
                                        <p:tgtEl>
                                          <p:spTgt spid="1076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7680"/>
                                        </p:tgtEl>
                                        <p:attrNameLst>
                                          <p:attrName>style.visibility</p:attrName>
                                        </p:attrNameLst>
                                      </p:cBhvr>
                                      <p:to>
                                        <p:strVal val="visible"/>
                                      </p:to>
                                    </p:set>
                                    <p:animEffect transition="in" filter="blinds(horizontal)">
                                      <p:cBhvr>
                                        <p:cTn id="12" dur="500"/>
                                        <p:tgtEl>
                                          <p:spTgt spid="107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679" grpId="0"/>
      <p:bldP spid="10768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35">
            <a:extLst>
              <a:ext uri="{FF2B5EF4-FFF2-40B4-BE49-F238E27FC236}">
                <a16:creationId xmlns:a16="http://schemas.microsoft.com/office/drawing/2014/main" id="{CF03C6B8-A3D4-ABCE-DB66-2AE03734524D}"/>
              </a:ext>
            </a:extLst>
          </p:cNvPr>
          <p:cNvSpPr>
            <a:spLocks noChangeArrowheads="1"/>
          </p:cNvSpPr>
          <p:nvPr/>
        </p:nvSpPr>
        <p:spPr bwMode="auto">
          <a:xfrm>
            <a:off x="4840288" y="27987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12642" name="Freeform 154">
            <a:extLst>
              <a:ext uri="{FF2B5EF4-FFF2-40B4-BE49-F238E27FC236}">
                <a16:creationId xmlns:a16="http://schemas.microsoft.com/office/drawing/2014/main" id="{D68A8BB2-058E-21F4-98C3-0B9B8900D55F}"/>
              </a:ext>
            </a:extLst>
          </p:cNvPr>
          <p:cNvSpPr>
            <a:spLocks noChangeArrowheads="1"/>
          </p:cNvSpPr>
          <p:nvPr/>
        </p:nvSpPr>
        <p:spPr bwMode="auto">
          <a:xfrm>
            <a:off x="5746750" y="5635625"/>
            <a:ext cx="225425" cy="458788"/>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2643" name="Rectangle 2">
            <a:extLst>
              <a:ext uri="{FF2B5EF4-FFF2-40B4-BE49-F238E27FC236}">
                <a16:creationId xmlns:a16="http://schemas.microsoft.com/office/drawing/2014/main" id="{B5FEFC0B-FE86-B984-6717-7212015CC4A8}"/>
              </a:ext>
            </a:extLst>
          </p:cNvPr>
          <p:cNvSpPr>
            <a:spLocks noGrp="1" noChangeArrowheads="1"/>
          </p:cNvSpPr>
          <p:nvPr>
            <p:ph type="title"/>
          </p:nvPr>
        </p:nvSpPr>
        <p:spPr>
          <a:xfrm>
            <a:off x="292100" y="185738"/>
            <a:ext cx="7188200" cy="368300"/>
          </a:xfrm>
        </p:spPr>
        <p:txBody>
          <a:bodyPr/>
          <a:lstStyle/>
          <a:p>
            <a:r>
              <a:rPr lang="en-US" altLang="zh-CN">
                <a:ea typeface="宋体" panose="02010600030101010101" pitchFamily="2" charset="-122"/>
              </a:rPr>
              <a:t>Structural Hazard</a:t>
            </a:r>
            <a:r>
              <a:rPr lang="zh-CN" altLang="en-US">
                <a:ea typeface="宋体" panose="02010600030101010101" pitchFamily="2" charset="-122"/>
              </a:rPr>
              <a:t>的解决方法</a:t>
            </a:r>
            <a:endParaRPr lang="en-US" altLang="zh-CN">
              <a:ea typeface="宋体" panose="02010600030101010101" pitchFamily="2" charset="-122"/>
            </a:endParaRPr>
          </a:p>
        </p:txBody>
      </p:sp>
      <p:sp>
        <p:nvSpPr>
          <p:cNvPr id="112644" name="Rectangle 3">
            <a:extLst>
              <a:ext uri="{FF2B5EF4-FFF2-40B4-BE49-F238E27FC236}">
                <a16:creationId xmlns:a16="http://schemas.microsoft.com/office/drawing/2014/main" id="{2D7E23E7-2847-546C-3BBB-D422F493D2B8}"/>
              </a:ext>
            </a:extLst>
          </p:cNvPr>
          <p:cNvSpPr>
            <a:spLocks noChangeArrowheads="1"/>
          </p:cNvSpPr>
          <p:nvPr/>
        </p:nvSpPr>
        <p:spPr bwMode="auto">
          <a:xfrm>
            <a:off x="366713" y="2754313"/>
            <a:ext cx="358775"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1800" b="0" i="1">
                <a:latin typeface="Arial" panose="020B0604020202020204" pitchFamily="34" charset="0"/>
                <a:ea typeface="宋体" panose="02010600030101010101" pitchFamily="2" charset="-122"/>
              </a:rPr>
              <a:t>I</a:t>
            </a:r>
          </a:p>
          <a:p>
            <a:pPr algn="ctr" eaLnBrk="0" hangingPunct="0"/>
            <a:r>
              <a:rPr lang="en-US" altLang="zh-CN" sz="1800" b="0" i="1">
                <a:latin typeface="Arial" panose="020B0604020202020204" pitchFamily="34" charset="0"/>
                <a:ea typeface="宋体" panose="02010600030101010101" pitchFamily="2" charset="-122"/>
              </a:rPr>
              <a:t>n</a:t>
            </a:r>
          </a:p>
          <a:p>
            <a:pPr algn="ctr" eaLnBrk="0" hangingPunct="0"/>
            <a:r>
              <a:rPr lang="en-US" altLang="zh-CN" sz="1800" b="0" i="1">
                <a:latin typeface="Arial" panose="020B0604020202020204" pitchFamily="34" charset="0"/>
                <a:ea typeface="宋体" panose="02010600030101010101" pitchFamily="2" charset="-122"/>
              </a:rPr>
              <a:t>s</a:t>
            </a:r>
          </a:p>
          <a:p>
            <a:pPr algn="ctr" eaLnBrk="0" hangingPunct="0"/>
            <a:r>
              <a:rPr lang="en-US" altLang="zh-CN" sz="1800" b="0" i="1">
                <a:latin typeface="Arial" panose="020B0604020202020204" pitchFamily="34" charset="0"/>
                <a:ea typeface="宋体" panose="02010600030101010101" pitchFamily="2" charset="-122"/>
              </a:rPr>
              <a:t>t</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O</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r>
              <a:rPr lang="en-US" altLang="zh-CN" sz="1800" b="0" i="1">
                <a:latin typeface="Arial" panose="020B0604020202020204" pitchFamily="34" charset="0"/>
                <a:ea typeface="宋体" panose="02010600030101010101" pitchFamily="2" charset="-122"/>
              </a:rPr>
              <a:t>d</a:t>
            </a:r>
          </a:p>
          <a:p>
            <a:pPr algn="ctr" eaLnBrk="0" hangingPunct="0"/>
            <a:r>
              <a:rPr lang="en-US" altLang="zh-CN" sz="1800" b="0" i="1">
                <a:latin typeface="Arial" panose="020B0604020202020204" pitchFamily="34" charset="0"/>
                <a:ea typeface="宋体" panose="02010600030101010101" pitchFamily="2" charset="-122"/>
              </a:rPr>
              <a:t>e</a:t>
            </a:r>
          </a:p>
          <a:p>
            <a:pPr algn="ctr" eaLnBrk="0" hangingPunct="0"/>
            <a:r>
              <a:rPr lang="en-US" altLang="zh-CN" sz="1800" b="0" i="1">
                <a:latin typeface="Arial" panose="020B0604020202020204" pitchFamily="34" charset="0"/>
                <a:ea typeface="宋体" panose="02010600030101010101" pitchFamily="2" charset="-122"/>
              </a:rPr>
              <a:t>r</a:t>
            </a:r>
          </a:p>
        </p:txBody>
      </p:sp>
      <p:sp>
        <p:nvSpPr>
          <p:cNvPr id="112645" name="Line 4">
            <a:extLst>
              <a:ext uri="{FF2B5EF4-FFF2-40B4-BE49-F238E27FC236}">
                <a16:creationId xmlns:a16="http://schemas.microsoft.com/office/drawing/2014/main" id="{54F23058-070E-16B1-8A43-7FC43769E675}"/>
              </a:ext>
            </a:extLst>
          </p:cNvPr>
          <p:cNvSpPr>
            <a:spLocks noChangeShapeType="1"/>
          </p:cNvSpPr>
          <p:nvPr/>
        </p:nvSpPr>
        <p:spPr bwMode="auto">
          <a:xfrm>
            <a:off x="850900" y="2744788"/>
            <a:ext cx="0" cy="323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46" name="Line 5">
            <a:extLst>
              <a:ext uri="{FF2B5EF4-FFF2-40B4-BE49-F238E27FC236}">
                <a16:creationId xmlns:a16="http://schemas.microsoft.com/office/drawing/2014/main" id="{D55730BC-A8D2-97B5-735C-A65402351D30}"/>
              </a:ext>
            </a:extLst>
          </p:cNvPr>
          <p:cNvSpPr>
            <a:spLocks noChangeShapeType="1"/>
          </p:cNvSpPr>
          <p:nvPr/>
        </p:nvSpPr>
        <p:spPr bwMode="auto">
          <a:xfrm>
            <a:off x="1509713" y="2389188"/>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47" name="Rectangle 6">
            <a:extLst>
              <a:ext uri="{FF2B5EF4-FFF2-40B4-BE49-F238E27FC236}">
                <a16:creationId xmlns:a16="http://schemas.microsoft.com/office/drawing/2014/main" id="{AA47A2C6-9F44-3B77-E9F4-74B8F396F8F4}"/>
              </a:ext>
            </a:extLst>
          </p:cNvPr>
          <p:cNvSpPr>
            <a:spLocks noChangeArrowheads="1"/>
          </p:cNvSpPr>
          <p:nvPr/>
        </p:nvSpPr>
        <p:spPr bwMode="auto">
          <a:xfrm>
            <a:off x="5273675" y="1920875"/>
            <a:ext cx="21240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b="0" i="1">
                <a:latin typeface="Arial" panose="020B0604020202020204" pitchFamily="34" charset="0"/>
                <a:ea typeface="宋体" panose="02010600030101010101" pitchFamily="2" charset="-122"/>
              </a:rPr>
              <a:t>Time (clock cycles)</a:t>
            </a:r>
          </a:p>
        </p:txBody>
      </p:sp>
      <p:sp>
        <p:nvSpPr>
          <p:cNvPr id="112648" name="Rectangle 7">
            <a:extLst>
              <a:ext uri="{FF2B5EF4-FFF2-40B4-BE49-F238E27FC236}">
                <a16:creationId xmlns:a16="http://schemas.microsoft.com/office/drawing/2014/main" id="{3FC6227B-FA9D-18EE-9351-6135C568AE72}"/>
              </a:ext>
            </a:extLst>
          </p:cNvPr>
          <p:cNvSpPr>
            <a:spLocks noChangeArrowheads="1"/>
          </p:cNvSpPr>
          <p:nvPr/>
        </p:nvSpPr>
        <p:spPr bwMode="auto">
          <a:xfrm>
            <a:off x="849313" y="2881313"/>
            <a:ext cx="7889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latin typeface="Arial" panose="020B0604020202020204" pitchFamily="34" charset="0"/>
                <a:ea typeface="宋体" panose="02010600030101010101" pitchFamily="2" charset="-122"/>
              </a:rPr>
              <a:t>Load</a:t>
            </a:r>
          </a:p>
        </p:txBody>
      </p:sp>
      <p:sp>
        <p:nvSpPr>
          <p:cNvPr id="112649" name="Rectangle 8">
            <a:extLst>
              <a:ext uri="{FF2B5EF4-FFF2-40B4-BE49-F238E27FC236}">
                <a16:creationId xmlns:a16="http://schemas.microsoft.com/office/drawing/2014/main" id="{F28E9BFC-D291-BF1D-8CCD-AF3B1D8D85E2}"/>
              </a:ext>
            </a:extLst>
          </p:cNvPr>
          <p:cNvSpPr>
            <a:spLocks noChangeArrowheads="1"/>
          </p:cNvSpPr>
          <p:nvPr/>
        </p:nvSpPr>
        <p:spPr bwMode="auto">
          <a:xfrm>
            <a:off x="823913" y="3541713"/>
            <a:ext cx="9413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latin typeface="Arial" panose="020B0604020202020204" pitchFamily="34" charset="0"/>
                <a:ea typeface="宋体" panose="02010600030101010101" pitchFamily="2" charset="-122"/>
              </a:rPr>
              <a:t>Instr 1</a:t>
            </a:r>
          </a:p>
        </p:txBody>
      </p:sp>
      <p:sp>
        <p:nvSpPr>
          <p:cNvPr id="112650" name="Rectangle 9">
            <a:extLst>
              <a:ext uri="{FF2B5EF4-FFF2-40B4-BE49-F238E27FC236}">
                <a16:creationId xmlns:a16="http://schemas.microsoft.com/office/drawing/2014/main" id="{DB265EB6-5A6C-3C47-CDB8-32096A5FBA30}"/>
              </a:ext>
            </a:extLst>
          </p:cNvPr>
          <p:cNvSpPr>
            <a:spLocks noChangeArrowheads="1"/>
          </p:cNvSpPr>
          <p:nvPr/>
        </p:nvSpPr>
        <p:spPr bwMode="auto">
          <a:xfrm>
            <a:off x="811213" y="4278313"/>
            <a:ext cx="9413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latin typeface="Arial" panose="020B0604020202020204" pitchFamily="34" charset="0"/>
                <a:ea typeface="宋体" panose="02010600030101010101" pitchFamily="2" charset="-122"/>
              </a:rPr>
              <a:t>Instr 2</a:t>
            </a:r>
          </a:p>
        </p:txBody>
      </p:sp>
      <p:sp>
        <p:nvSpPr>
          <p:cNvPr id="112651" name="Rectangle 10">
            <a:extLst>
              <a:ext uri="{FF2B5EF4-FFF2-40B4-BE49-F238E27FC236}">
                <a16:creationId xmlns:a16="http://schemas.microsoft.com/office/drawing/2014/main" id="{5BD4D0D5-8DF5-8B04-2EED-C1F8C48C2D28}"/>
              </a:ext>
            </a:extLst>
          </p:cNvPr>
          <p:cNvSpPr>
            <a:spLocks noChangeArrowheads="1"/>
          </p:cNvSpPr>
          <p:nvPr/>
        </p:nvSpPr>
        <p:spPr bwMode="auto">
          <a:xfrm>
            <a:off x="879475" y="4960938"/>
            <a:ext cx="94138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latin typeface="Arial" panose="020B0604020202020204" pitchFamily="34" charset="0"/>
                <a:ea typeface="宋体" panose="02010600030101010101" pitchFamily="2" charset="-122"/>
              </a:rPr>
              <a:t>Instr 3</a:t>
            </a:r>
          </a:p>
        </p:txBody>
      </p:sp>
      <p:sp>
        <p:nvSpPr>
          <p:cNvPr id="112652" name="Rectangle 11">
            <a:extLst>
              <a:ext uri="{FF2B5EF4-FFF2-40B4-BE49-F238E27FC236}">
                <a16:creationId xmlns:a16="http://schemas.microsoft.com/office/drawing/2014/main" id="{F7DBB0BA-326F-C28B-3E21-00669A51A64D}"/>
              </a:ext>
            </a:extLst>
          </p:cNvPr>
          <p:cNvSpPr>
            <a:spLocks noChangeArrowheads="1"/>
          </p:cNvSpPr>
          <p:nvPr/>
        </p:nvSpPr>
        <p:spPr bwMode="auto">
          <a:xfrm>
            <a:off x="862013" y="5683250"/>
            <a:ext cx="9413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000">
                <a:latin typeface="Arial" panose="020B0604020202020204" pitchFamily="34" charset="0"/>
                <a:ea typeface="宋体" panose="02010600030101010101" pitchFamily="2" charset="-122"/>
              </a:rPr>
              <a:t>Instr 4</a:t>
            </a:r>
          </a:p>
        </p:txBody>
      </p:sp>
      <p:sp>
        <p:nvSpPr>
          <p:cNvPr id="112653" name="Line 12">
            <a:extLst>
              <a:ext uri="{FF2B5EF4-FFF2-40B4-BE49-F238E27FC236}">
                <a16:creationId xmlns:a16="http://schemas.microsoft.com/office/drawing/2014/main" id="{B2C79292-873C-C484-C8C0-D19353897E28}"/>
              </a:ext>
            </a:extLst>
          </p:cNvPr>
          <p:cNvSpPr>
            <a:spLocks noChangeShapeType="1"/>
          </p:cNvSpPr>
          <p:nvPr/>
        </p:nvSpPr>
        <p:spPr bwMode="auto">
          <a:xfrm>
            <a:off x="2667000" y="2263775"/>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4" name="Line 13">
            <a:extLst>
              <a:ext uri="{FF2B5EF4-FFF2-40B4-BE49-F238E27FC236}">
                <a16:creationId xmlns:a16="http://schemas.microsoft.com/office/drawing/2014/main" id="{5751642D-CB9E-38CE-C960-CF7449CF2922}"/>
              </a:ext>
            </a:extLst>
          </p:cNvPr>
          <p:cNvSpPr>
            <a:spLocks noChangeShapeType="1"/>
          </p:cNvSpPr>
          <p:nvPr/>
        </p:nvSpPr>
        <p:spPr bwMode="auto">
          <a:xfrm>
            <a:off x="3352800" y="2263775"/>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5" name="Line 14">
            <a:extLst>
              <a:ext uri="{FF2B5EF4-FFF2-40B4-BE49-F238E27FC236}">
                <a16:creationId xmlns:a16="http://schemas.microsoft.com/office/drawing/2014/main" id="{8A7FD38D-4E35-9E97-52E3-C780DAF0AED3}"/>
              </a:ext>
            </a:extLst>
          </p:cNvPr>
          <p:cNvSpPr>
            <a:spLocks noChangeShapeType="1"/>
          </p:cNvSpPr>
          <p:nvPr/>
        </p:nvSpPr>
        <p:spPr bwMode="auto">
          <a:xfrm>
            <a:off x="4038600" y="2263775"/>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6" name="Line 15">
            <a:extLst>
              <a:ext uri="{FF2B5EF4-FFF2-40B4-BE49-F238E27FC236}">
                <a16:creationId xmlns:a16="http://schemas.microsoft.com/office/drawing/2014/main" id="{6872607E-F38E-777F-9E82-49E65FBBE7D7}"/>
              </a:ext>
            </a:extLst>
          </p:cNvPr>
          <p:cNvSpPr>
            <a:spLocks noChangeShapeType="1"/>
          </p:cNvSpPr>
          <p:nvPr/>
        </p:nvSpPr>
        <p:spPr bwMode="auto">
          <a:xfrm>
            <a:off x="4724400" y="2263775"/>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7" name="Line 16">
            <a:extLst>
              <a:ext uri="{FF2B5EF4-FFF2-40B4-BE49-F238E27FC236}">
                <a16:creationId xmlns:a16="http://schemas.microsoft.com/office/drawing/2014/main" id="{698F3B40-3B7D-1690-D74A-55AE092D581A}"/>
              </a:ext>
            </a:extLst>
          </p:cNvPr>
          <p:cNvSpPr>
            <a:spLocks noChangeShapeType="1"/>
          </p:cNvSpPr>
          <p:nvPr/>
        </p:nvSpPr>
        <p:spPr bwMode="auto">
          <a:xfrm>
            <a:off x="5410200" y="2263775"/>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8" name="Line 17">
            <a:extLst>
              <a:ext uri="{FF2B5EF4-FFF2-40B4-BE49-F238E27FC236}">
                <a16:creationId xmlns:a16="http://schemas.microsoft.com/office/drawing/2014/main" id="{346E299C-324E-F9DB-9065-43B588196984}"/>
              </a:ext>
            </a:extLst>
          </p:cNvPr>
          <p:cNvSpPr>
            <a:spLocks noChangeShapeType="1"/>
          </p:cNvSpPr>
          <p:nvPr/>
        </p:nvSpPr>
        <p:spPr bwMode="auto">
          <a:xfrm>
            <a:off x="6096000" y="2263775"/>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9" name="Line 18">
            <a:extLst>
              <a:ext uri="{FF2B5EF4-FFF2-40B4-BE49-F238E27FC236}">
                <a16:creationId xmlns:a16="http://schemas.microsoft.com/office/drawing/2014/main" id="{167FEDF8-18C8-07BF-9543-65FEA3AF05F0}"/>
              </a:ext>
            </a:extLst>
          </p:cNvPr>
          <p:cNvSpPr>
            <a:spLocks noChangeShapeType="1"/>
          </p:cNvSpPr>
          <p:nvPr/>
        </p:nvSpPr>
        <p:spPr bwMode="auto">
          <a:xfrm>
            <a:off x="6781800" y="2263775"/>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60" name="Line 19">
            <a:extLst>
              <a:ext uri="{FF2B5EF4-FFF2-40B4-BE49-F238E27FC236}">
                <a16:creationId xmlns:a16="http://schemas.microsoft.com/office/drawing/2014/main" id="{4C18E2B2-7F72-5B9F-7998-BCA81BE57A64}"/>
              </a:ext>
            </a:extLst>
          </p:cNvPr>
          <p:cNvSpPr>
            <a:spLocks noChangeShapeType="1"/>
          </p:cNvSpPr>
          <p:nvPr/>
        </p:nvSpPr>
        <p:spPr bwMode="auto">
          <a:xfrm>
            <a:off x="7467600" y="2263775"/>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61" name="Freeform 20">
            <a:extLst>
              <a:ext uri="{FF2B5EF4-FFF2-40B4-BE49-F238E27FC236}">
                <a16:creationId xmlns:a16="http://schemas.microsoft.com/office/drawing/2014/main" id="{8B12DFC1-4FEC-49CF-F3C7-B552FDE27FBC}"/>
              </a:ext>
            </a:extLst>
          </p:cNvPr>
          <p:cNvSpPr>
            <a:spLocks noChangeArrowheads="1"/>
          </p:cNvSpPr>
          <p:nvPr/>
        </p:nvSpPr>
        <p:spPr bwMode="auto">
          <a:xfrm>
            <a:off x="4133850" y="278923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2662" name="Freeform 21">
            <a:extLst>
              <a:ext uri="{FF2B5EF4-FFF2-40B4-BE49-F238E27FC236}">
                <a16:creationId xmlns:a16="http://schemas.microsoft.com/office/drawing/2014/main" id="{7270F381-3CA3-C5E4-1DED-31647E86C860}"/>
              </a:ext>
            </a:extLst>
          </p:cNvPr>
          <p:cNvSpPr>
            <a:spLocks noChangeArrowheads="1"/>
          </p:cNvSpPr>
          <p:nvPr/>
        </p:nvSpPr>
        <p:spPr bwMode="auto">
          <a:xfrm>
            <a:off x="4389438" y="278923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2663" name="Freeform 22">
            <a:extLst>
              <a:ext uri="{FF2B5EF4-FFF2-40B4-BE49-F238E27FC236}">
                <a16:creationId xmlns:a16="http://schemas.microsoft.com/office/drawing/2014/main" id="{627406C2-78D3-5791-80F8-DB67481A0F29}"/>
              </a:ext>
            </a:extLst>
          </p:cNvPr>
          <p:cNvSpPr>
            <a:spLocks noChangeArrowheads="1"/>
          </p:cNvSpPr>
          <p:nvPr/>
        </p:nvSpPr>
        <p:spPr bwMode="auto">
          <a:xfrm>
            <a:off x="3525838" y="2636838"/>
            <a:ext cx="338137"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64" name="Rectangle 23">
            <a:extLst>
              <a:ext uri="{FF2B5EF4-FFF2-40B4-BE49-F238E27FC236}">
                <a16:creationId xmlns:a16="http://schemas.microsoft.com/office/drawing/2014/main" id="{F5BB0B8C-F70D-4B0C-8302-EC19661CDFA8}"/>
              </a:ext>
            </a:extLst>
          </p:cNvPr>
          <p:cNvSpPr>
            <a:spLocks noChangeArrowheads="1"/>
          </p:cNvSpPr>
          <p:nvPr/>
        </p:nvSpPr>
        <p:spPr bwMode="auto">
          <a:xfrm rot="5400000">
            <a:off x="3373438" y="2830513"/>
            <a:ext cx="6064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sp>
        <p:nvSpPr>
          <p:cNvPr id="112665" name="Rectangle 24">
            <a:extLst>
              <a:ext uri="{FF2B5EF4-FFF2-40B4-BE49-F238E27FC236}">
                <a16:creationId xmlns:a16="http://schemas.microsoft.com/office/drawing/2014/main" id="{BCE4C5DB-9DFD-ADEE-C329-43714B91F633}"/>
              </a:ext>
            </a:extLst>
          </p:cNvPr>
          <p:cNvSpPr>
            <a:spLocks noChangeArrowheads="1"/>
          </p:cNvSpPr>
          <p:nvPr/>
        </p:nvSpPr>
        <p:spPr bwMode="auto">
          <a:xfrm>
            <a:off x="2117725" y="2849563"/>
            <a:ext cx="4302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12666" name="Group 25">
            <a:extLst>
              <a:ext uri="{FF2B5EF4-FFF2-40B4-BE49-F238E27FC236}">
                <a16:creationId xmlns:a16="http://schemas.microsoft.com/office/drawing/2014/main" id="{A4B2C0E6-CE95-E626-AAFC-16791CEA8D81}"/>
              </a:ext>
            </a:extLst>
          </p:cNvPr>
          <p:cNvGrpSpPr>
            <a:grpSpLocks/>
          </p:cNvGrpSpPr>
          <p:nvPr/>
        </p:nvGrpSpPr>
        <p:grpSpPr bwMode="auto">
          <a:xfrm>
            <a:off x="2055813" y="2789238"/>
            <a:ext cx="539750" cy="458787"/>
            <a:chOff x="1295" y="1488"/>
            <a:chExt cx="340" cy="289"/>
          </a:xfrm>
        </p:grpSpPr>
        <p:sp>
          <p:nvSpPr>
            <p:cNvPr id="112667" name="Freeform 26">
              <a:extLst>
                <a:ext uri="{FF2B5EF4-FFF2-40B4-BE49-F238E27FC236}">
                  <a16:creationId xmlns:a16="http://schemas.microsoft.com/office/drawing/2014/main" id="{9496DB15-3D93-E631-2CFC-4A571E16E282}"/>
                </a:ext>
              </a:extLst>
            </p:cNvPr>
            <p:cNvSpPr>
              <a:spLocks noChangeArrowheads="1"/>
            </p:cNvSpPr>
            <p:nvPr/>
          </p:nvSpPr>
          <p:spPr bwMode="auto">
            <a:xfrm>
              <a:off x="1295" y="1488"/>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68" name="Freeform 27">
              <a:extLst>
                <a:ext uri="{FF2B5EF4-FFF2-40B4-BE49-F238E27FC236}">
                  <a16:creationId xmlns:a16="http://schemas.microsoft.com/office/drawing/2014/main" id="{36E574EF-DF01-03D6-9883-63B5A0FB7C58}"/>
                </a:ext>
              </a:extLst>
            </p:cNvPr>
            <p:cNvSpPr>
              <a:spLocks noChangeArrowheads="1"/>
            </p:cNvSpPr>
            <p:nvPr/>
          </p:nvSpPr>
          <p:spPr bwMode="auto">
            <a:xfrm>
              <a:off x="1464" y="1488"/>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2669" name="Rectangle 28">
            <a:extLst>
              <a:ext uri="{FF2B5EF4-FFF2-40B4-BE49-F238E27FC236}">
                <a16:creationId xmlns:a16="http://schemas.microsoft.com/office/drawing/2014/main" id="{2A4EFEBC-80E4-7EC8-E744-A701B0114BCE}"/>
              </a:ext>
            </a:extLst>
          </p:cNvPr>
          <p:cNvSpPr>
            <a:spLocks noChangeArrowheads="1"/>
          </p:cNvSpPr>
          <p:nvPr/>
        </p:nvSpPr>
        <p:spPr bwMode="auto">
          <a:xfrm>
            <a:off x="2762250" y="28067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12670" name="Freeform 29">
            <a:extLst>
              <a:ext uri="{FF2B5EF4-FFF2-40B4-BE49-F238E27FC236}">
                <a16:creationId xmlns:a16="http://schemas.microsoft.com/office/drawing/2014/main" id="{91F837DE-0121-4F10-8E4A-A6971CB88396}"/>
              </a:ext>
            </a:extLst>
          </p:cNvPr>
          <p:cNvSpPr>
            <a:spLocks noChangeArrowheads="1"/>
          </p:cNvSpPr>
          <p:nvPr/>
        </p:nvSpPr>
        <p:spPr bwMode="auto">
          <a:xfrm>
            <a:off x="2786063" y="2789238"/>
            <a:ext cx="236537"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71" name="Freeform 30">
            <a:extLst>
              <a:ext uri="{FF2B5EF4-FFF2-40B4-BE49-F238E27FC236}">
                <a16:creationId xmlns:a16="http://schemas.microsoft.com/office/drawing/2014/main" id="{2A6E2682-5004-9345-C4C7-40AF19E55148}"/>
              </a:ext>
            </a:extLst>
          </p:cNvPr>
          <p:cNvSpPr>
            <a:spLocks noChangeArrowheads="1"/>
          </p:cNvSpPr>
          <p:nvPr/>
        </p:nvSpPr>
        <p:spPr bwMode="auto">
          <a:xfrm>
            <a:off x="3021013" y="27892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72" name="Line 31">
            <a:extLst>
              <a:ext uri="{FF2B5EF4-FFF2-40B4-BE49-F238E27FC236}">
                <a16:creationId xmlns:a16="http://schemas.microsoft.com/office/drawing/2014/main" id="{CE23196A-7AE6-B0EE-E78D-8510070C5EFA}"/>
              </a:ext>
            </a:extLst>
          </p:cNvPr>
          <p:cNvSpPr>
            <a:spLocks noChangeShapeType="1"/>
          </p:cNvSpPr>
          <p:nvPr/>
        </p:nvSpPr>
        <p:spPr bwMode="auto">
          <a:xfrm>
            <a:off x="2597150" y="30178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73" name="Freeform 32">
            <a:extLst>
              <a:ext uri="{FF2B5EF4-FFF2-40B4-BE49-F238E27FC236}">
                <a16:creationId xmlns:a16="http://schemas.microsoft.com/office/drawing/2014/main" id="{E9C10D35-B1BA-A52C-C39E-3432A338EC96}"/>
              </a:ext>
            </a:extLst>
          </p:cNvPr>
          <p:cNvSpPr>
            <a:spLocks noChangeArrowheads="1"/>
          </p:cNvSpPr>
          <p:nvPr/>
        </p:nvSpPr>
        <p:spPr bwMode="auto">
          <a:xfrm>
            <a:off x="2701925" y="28654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74" name="Line 33">
            <a:extLst>
              <a:ext uri="{FF2B5EF4-FFF2-40B4-BE49-F238E27FC236}">
                <a16:creationId xmlns:a16="http://schemas.microsoft.com/office/drawing/2014/main" id="{9887B103-FD67-8671-D964-8A32A3BC37AB}"/>
              </a:ext>
            </a:extLst>
          </p:cNvPr>
          <p:cNvSpPr>
            <a:spLocks noChangeShapeType="1"/>
          </p:cNvSpPr>
          <p:nvPr/>
        </p:nvSpPr>
        <p:spPr bwMode="auto">
          <a:xfrm>
            <a:off x="3257550" y="28654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75" name="Rectangle 34">
            <a:extLst>
              <a:ext uri="{FF2B5EF4-FFF2-40B4-BE49-F238E27FC236}">
                <a16:creationId xmlns:a16="http://schemas.microsoft.com/office/drawing/2014/main" id="{5C7DF88F-BD0F-CECB-AEA2-F6BEDC78B5E6}"/>
              </a:ext>
            </a:extLst>
          </p:cNvPr>
          <p:cNvSpPr>
            <a:spLocks noChangeArrowheads="1"/>
          </p:cNvSpPr>
          <p:nvPr/>
        </p:nvSpPr>
        <p:spPr bwMode="auto">
          <a:xfrm>
            <a:off x="4110038" y="2865438"/>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sp>
        <p:nvSpPr>
          <p:cNvPr id="112676" name="Freeform 36">
            <a:extLst>
              <a:ext uri="{FF2B5EF4-FFF2-40B4-BE49-F238E27FC236}">
                <a16:creationId xmlns:a16="http://schemas.microsoft.com/office/drawing/2014/main" id="{016AF01F-A59E-5EC7-FB44-E2123CF61E28}"/>
              </a:ext>
            </a:extLst>
          </p:cNvPr>
          <p:cNvSpPr>
            <a:spLocks noChangeArrowheads="1"/>
          </p:cNvSpPr>
          <p:nvPr/>
        </p:nvSpPr>
        <p:spPr bwMode="auto">
          <a:xfrm>
            <a:off x="4876800" y="278923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77" name="Freeform 37">
            <a:extLst>
              <a:ext uri="{FF2B5EF4-FFF2-40B4-BE49-F238E27FC236}">
                <a16:creationId xmlns:a16="http://schemas.microsoft.com/office/drawing/2014/main" id="{4122921A-993C-D0F4-351E-1CE256F001C3}"/>
              </a:ext>
            </a:extLst>
          </p:cNvPr>
          <p:cNvSpPr>
            <a:spLocks noChangeArrowheads="1"/>
          </p:cNvSpPr>
          <p:nvPr/>
        </p:nvSpPr>
        <p:spPr bwMode="auto">
          <a:xfrm>
            <a:off x="5100638" y="2789238"/>
            <a:ext cx="227012"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78" name="Line 38">
            <a:extLst>
              <a:ext uri="{FF2B5EF4-FFF2-40B4-BE49-F238E27FC236}">
                <a16:creationId xmlns:a16="http://schemas.microsoft.com/office/drawing/2014/main" id="{52B293E2-A495-C373-455E-8C5D8CC45242}"/>
              </a:ext>
            </a:extLst>
          </p:cNvPr>
          <p:cNvSpPr>
            <a:spLocks noChangeShapeType="1"/>
          </p:cNvSpPr>
          <p:nvPr/>
        </p:nvSpPr>
        <p:spPr bwMode="auto">
          <a:xfrm>
            <a:off x="4637088" y="30178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79" name="Line 39">
            <a:extLst>
              <a:ext uri="{FF2B5EF4-FFF2-40B4-BE49-F238E27FC236}">
                <a16:creationId xmlns:a16="http://schemas.microsoft.com/office/drawing/2014/main" id="{37686BFD-35F0-5064-87B1-83BE0CCDA798}"/>
              </a:ext>
            </a:extLst>
          </p:cNvPr>
          <p:cNvSpPr>
            <a:spLocks noChangeShapeType="1"/>
          </p:cNvSpPr>
          <p:nvPr/>
        </p:nvSpPr>
        <p:spPr bwMode="auto">
          <a:xfrm>
            <a:off x="3868738" y="30178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80" name="Freeform 40">
            <a:extLst>
              <a:ext uri="{FF2B5EF4-FFF2-40B4-BE49-F238E27FC236}">
                <a16:creationId xmlns:a16="http://schemas.microsoft.com/office/drawing/2014/main" id="{8AC05DB6-55AF-3E0F-2584-0D792A45E5A1}"/>
              </a:ext>
            </a:extLst>
          </p:cNvPr>
          <p:cNvSpPr>
            <a:spLocks noChangeArrowheads="1"/>
          </p:cNvSpPr>
          <p:nvPr/>
        </p:nvSpPr>
        <p:spPr bwMode="auto">
          <a:xfrm>
            <a:off x="4067175" y="30178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81" name="Line 41">
            <a:extLst>
              <a:ext uri="{FF2B5EF4-FFF2-40B4-BE49-F238E27FC236}">
                <a16:creationId xmlns:a16="http://schemas.microsoft.com/office/drawing/2014/main" id="{1710D793-F993-D664-13C8-8E4C51BC5221}"/>
              </a:ext>
            </a:extLst>
          </p:cNvPr>
          <p:cNvSpPr>
            <a:spLocks noChangeShapeType="1"/>
          </p:cNvSpPr>
          <p:nvPr/>
        </p:nvSpPr>
        <p:spPr bwMode="auto">
          <a:xfrm>
            <a:off x="3257550" y="31702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82" name="Freeform 42">
            <a:extLst>
              <a:ext uri="{FF2B5EF4-FFF2-40B4-BE49-F238E27FC236}">
                <a16:creationId xmlns:a16="http://schemas.microsoft.com/office/drawing/2014/main" id="{0259671A-2986-2753-C929-E5742435783C}"/>
              </a:ext>
            </a:extLst>
          </p:cNvPr>
          <p:cNvSpPr>
            <a:spLocks noChangeArrowheads="1"/>
          </p:cNvSpPr>
          <p:nvPr/>
        </p:nvSpPr>
        <p:spPr bwMode="auto">
          <a:xfrm>
            <a:off x="3436938" y="30099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12683" name="Group 43">
            <a:extLst>
              <a:ext uri="{FF2B5EF4-FFF2-40B4-BE49-F238E27FC236}">
                <a16:creationId xmlns:a16="http://schemas.microsoft.com/office/drawing/2014/main" id="{BC2A7A4B-33A2-6580-6053-CD6A6B9C8B82}"/>
              </a:ext>
            </a:extLst>
          </p:cNvPr>
          <p:cNvGrpSpPr>
            <a:grpSpLocks/>
          </p:cNvGrpSpPr>
          <p:nvPr/>
        </p:nvGrpSpPr>
        <p:grpSpPr bwMode="auto">
          <a:xfrm>
            <a:off x="4189413" y="3348038"/>
            <a:ext cx="352425" cy="763587"/>
            <a:chOff x="2639" y="1840"/>
            <a:chExt cx="222" cy="481"/>
          </a:xfrm>
        </p:grpSpPr>
        <p:sp>
          <p:nvSpPr>
            <p:cNvPr id="112684" name="Freeform 44">
              <a:extLst>
                <a:ext uri="{FF2B5EF4-FFF2-40B4-BE49-F238E27FC236}">
                  <a16:creationId xmlns:a16="http://schemas.microsoft.com/office/drawing/2014/main" id="{D9BC962C-8796-1D46-CDFE-D68E9CE3BC7B}"/>
                </a:ext>
              </a:extLst>
            </p:cNvPr>
            <p:cNvSpPr>
              <a:spLocks noChangeArrowheads="1"/>
            </p:cNvSpPr>
            <p:nvPr/>
          </p:nvSpPr>
          <p:spPr bwMode="auto">
            <a:xfrm>
              <a:off x="2648" y="1840"/>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85" name="Rectangle 45">
              <a:extLst>
                <a:ext uri="{FF2B5EF4-FFF2-40B4-BE49-F238E27FC236}">
                  <a16:creationId xmlns:a16="http://schemas.microsoft.com/office/drawing/2014/main" id="{52D2167F-BC1C-7C44-EDB0-0BC5231DC3A3}"/>
                </a:ext>
              </a:extLst>
            </p:cNvPr>
            <p:cNvSpPr>
              <a:spLocks noChangeArrowheads="1"/>
            </p:cNvSpPr>
            <p:nvPr/>
          </p:nvSpPr>
          <p:spPr bwMode="auto">
            <a:xfrm rot="5400000">
              <a:off x="2546" y="1957"/>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12686" name="Group 46">
            <a:extLst>
              <a:ext uri="{FF2B5EF4-FFF2-40B4-BE49-F238E27FC236}">
                <a16:creationId xmlns:a16="http://schemas.microsoft.com/office/drawing/2014/main" id="{D1F7D53B-35F7-C639-5976-87732D738DB9}"/>
              </a:ext>
            </a:extLst>
          </p:cNvPr>
          <p:cNvGrpSpPr>
            <a:grpSpLocks/>
          </p:cNvGrpSpPr>
          <p:nvPr/>
        </p:nvGrpSpPr>
        <p:grpSpPr bwMode="auto">
          <a:xfrm>
            <a:off x="2709863" y="3500438"/>
            <a:ext cx="563562" cy="458787"/>
            <a:chOff x="1707" y="1936"/>
            <a:chExt cx="355" cy="289"/>
          </a:xfrm>
        </p:grpSpPr>
        <p:sp>
          <p:nvSpPr>
            <p:cNvPr id="112687" name="Rectangle 47">
              <a:extLst>
                <a:ext uri="{FF2B5EF4-FFF2-40B4-BE49-F238E27FC236}">
                  <a16:creationId xmlns:a16="http://schemas.microsoft.com/office/drawing/2014/main" id="{440DB2F3-E6E1-5006-9990-007CAFC843B5}"/>
                </a:ext>
              </a:extLst>
            </p:cNvPr>
            <p:cNvSpPr>
              <a:spLocks noChangeArrowheads="1"/>
            </p:cNvSpPr>
            <p:nvPr/>
          </p:nvSpPr>
          <p:spPr bwMode="auto">
            <a:xfrm>
              <a:off x="1707" y="1942"/>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12688" name="Group 48">
              <a:extLst>
                <a:ext uri="{FF2B5EF4-FFF2-40B4-BE49-F238E27FC236}">
                  <a16:creationId xmlns:a16="http://schemas.microsoft.com/office/drawing/2014/main" id="{2F527A42-AE66-1C56-0838-AACE1CCEE741}"/>
                </a:ext>
              </a:extLst>
            </p:cNvPr>
            <p:cNvGrpSpPr>
              <a:grpSpLocks/>
            </p:cNvGrpSpPr>
            <p:nvPr/>
          </p:nvGrpSpPr>
          <p:grpSpPr bwMode="auto">
            <a:xfrm>
              <a:off x="1722" y="1936"/>
              <a:ext cx="340" cy="289"/>
              <a:chOff x="1722" y="1936"/>
              <a:chExt cx="340" cy="289"/>
            </a:xfrm>
          </p:grpSpPr>
          <p:sp>
            <p:nvSpPr>
              <p:cNvPr id="112689" name="Freeform 49">
                <a:extLst>
                  <a:ext uri="{FF2B5EF4-FFF2-40B4-BE49-F238E27FC236}">
                    <a16:creationId xmlns:a16="http://schemas.microsoft.com/office/drawing/2014/main" id="{E27EA7E9-4A49-9D10-8CDD-17B671D3AA1B}"/>
                  </a:ext>
                </a:extLst>
              </p:cNvPr>
              <p:cNvSpPr>
                <a:spLocks noChangeArrowheads="1"/>
              </p:cNvSpPr>
              <p:nvPr/>
            </p:nvSpPr>
            <p:spPr bwMode="auto">
              <a:xfrm>
                <a:off x="1722" y="1936"/>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90" name="Freeform 50">
                <a:extLst>
                  <a:ext uri="{FF2B5EF4-FFF2-40B4-BE49-F238E27FC236}">
                    <a16:creationId xmlns:a16="http://schemas.microsoft.com/office/drawing/2014/main" id="{39F40DDA-0121-EEF8-AC26-C9E4DB4C5146}"/>
                  </a:ext>
                </a:extLst>
              </p:cNvPr>
              <p:cNvSpPr>
                <a:spLocks noChangeArrowheads="1"/>
              </p:cNvSpPr>
              <p:nvPr/>
            </p:nvSpPr>
            <p:spPr bwMode="auto">
              <a:xfrm>
                <a:off x="1891" y="1936"/>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12691" name="Rectangle 51">
            <a:extLst>
              <a:ext uri="{FF2B5EF4-FFF2-40B4-BE49-F238E27FC236}">
                <a16:creationId xmlns:a16="http://schemas.microsoft.com/office/drawing/2014/main" id="{5FE40BB3-95EF-DBC0-9979-A9A01B3D178B}"/>
              </a:ext>
            </a:extLst>
          </p:cNvPr>
          <p:cNvSpPr>
            <a:spLocks noChangeArrowheads="1"/>
          </p:cNvSpPr>
          <p:nvPr/>
        </p:nvSpPr>
        <p:spPr bwMode="auto">
          <a:xfrm>
            <a:off x="3440113" y="351790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2692" name="Group 52">
            <a:extLst>
              <a:ext uri="{FF2B5EF4-FFF2-40B4-BE49-F238E27FC236}">
                <a16:creationId xmlns:a16="http://schemas.microsoft.com/office/drawing/2014/main" id="{F89327C8-8781-07BE-B154-1CE520B2FE59}"/>
              </a:ext>
            </a:extLst>
          </p:cNvPr>
          <p:cNvGrpSpPr>
            <a:grpSpLocks/>
          </p:cNvGrpSpPr>
          <p:nvPr/>
        </p:nvGrpSpPr>
        <p:grpSpPr bwMode="auto">
          <a:xfrm>
            <a:off x="3463925" y="3500438"/>
            <a:ext cx="469900" cy="458787"/>
            <a:chOff x="2182" y="1936"/>
            <a:chExt cx="296" cy="289"/>
          </a:xfrm>
        </p:grpSpPr>
        <p:sp>
          <p:nvSpPr>
            <p:cNvPr id="112693" name="Freeform 53">
              <a:extLst>
                <a:ext uri="{FF2B5EF4-FFF2-40B4-BE49-F238E27FC236}">
                  <a16:creationId xmlns:a16="http://schemas.microsoft.com/office/drawing/2014/main" id="{AD8B7CEC-4ED1-C68D-20FF-0EE28531AF0D}"/>
                </a:ext>
              </a:extLst>
            </p:cNvPr>
            <p:cNvSpPr>
              <a:spLocks noChangeArrowheads="1"/>
            </p:cNvSpPr>
            <p:nvPr/>
          </p:nvSpPr>
          <p:spPr bwMode="auto">
            <a:xfrm>
              <a:off x="2182" y="1936"/>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94" name="Freeform 54">
              <a:extLst>
                <a:ext uri="{FF2B5EF4-FFF2-40B4-BE49-F238E27FC236}">
                  <a16:creationId xmlns:a16="http://schemas.microsoft.com/office/drawing/2014/main" id="{9292FCEE-13C9-C962-51DC-076B1F1F1E9A}"/>
                </a:ext>
              </a:extLst>
            </p:cNvPr>
            <p:cNvSpPr>
              <a:spLocks noChangeArrowheads="1"/>
            </p:cNvSpPr>
            <p:nvPr/>
          </p:nvSpPr>
          <p:spPr bwMode="auto">
            <a:xfrm>
              <a:off x="2330" y="1936"/>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2695" name="Line 55">
            <a:extLst>
              <a:ext uri="{FF2B5EF4-FFF2-40B4-BE49-F238E27FC236}">
                <a16:creationId xmlns:a16="http://schemas.microsoft.com/office/drawing/2014/main" id="{B3C4EC61-E7CD-9BA6-B01B-C2C1B299B99B}"/>
              </a:ext>
            </a:extLst>
          </p:cNvPr>
          <p:cNvSpPr>
            <a:spLocks noChangeShapeType="1"/>
          </p:cNvSpPr>
          <p:nvPr/>
        </p:nvSpPr>
        <p:spPr bwMode="auto">
          <a:xfrm>
            <a:off x="3275013" y="37290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6" name="Freeform 56">
            <a:extLst>
              <a:ext uri="{FF2B5EF4-FFF2-40B4-BE49-F238E27FC236}">
                <a16:creationId xmlns:a16="http://schemas.microsoft.com/office/drawing/2014/main" id="{EEAEE5A9-B1C7-807F-044D-D0901C48F08B}"/>
              </a:ext>
            </a:extLst>
          </p:cNvPr>
          <p:cNvSpPr>
            <a:spLocks noChangeArrowheads="1"/>
          </p:cNvSpPr>
          <p:nvPr/>
        </p:nvSpPr>
        <p:spPr bwMode="auto">
          <a:xfrm>
            <a:off x="3379788" y="35766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697" name="Line 57">
            <a:extLst>
              <a:ext uri="{FF2B5EF4-FFF2-40B4-BE49-F238E27FC236}">
                <a16:creationId xmlns:a16="http://schemas.microsoft.com/office/drawing/2014/main" id="{CA6D9657-3883-DDAE-6CAE-8B12CB397B2F}"/>
              </a:ext>
            </a:extLst>
          </p:cNvPr>
          <p:cNvSpPr>
            <a:spLocks noChangeShapeType="1"/>
          </p:cNvSpPr>
          <p:nvPr/>
        </p:nvSpPr>
        <p:spPr bwMode="auto">
          <a:xfrm>
            <a:off x="3935413" y="35766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8" name="Rectangle 58">
            <a:extLst>
              <a:ext uri="{FF2B5EF4-FFF2-40B4-BE49-F238E27FC236}">
                <a16:creationId xmlns:a16="http://schemas.microsoft.com/office/drawing/2014/main" id="{6F050083-90A2-D2B6-9F24-8A13225CD1B6}"/>
              </a:ext>
            </a:extLst>
          </p:cNvPr>
          <p:cNvSpPr>
            <a:spLocks noChangeArrowheads="1"/>
          </p:cNvSpPr>
          <p:nvPr/>
        </p:nvSpPr>
        <p:spPr bwMode="auto">
          <a:xfrm>
            <a:off x="4737100" y="350996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12699" name="Group 59">
            <a:extLst>
              <a:ext uri="{FF2B5EF4-FFF2-40B4-BE49-F238E27FC236}">
                <a16:creationId xmlns:a16="http://schemas.microsoft.com/office/drawing/2014/main" id="{138F3F09-C112-BA51-2346-CF8436C0F3E8}"/>
              </a:ext>
            </a:extLst>
          </p:cNvPr>
          <p:cNvGrpSpPr>
            <a:grpSpLocks/>
          </p:cNvGrpSpPr>
          <p:nvPr/>
        </p:nvGrpSpPr>
        <p:grpSpPr bwMode="auto">
          <a:xfrm>
            <a:off x="4811713" y="3500438"/>
            <a:ext cx="515937" cy="458787"/>
            <a:chOff x="3031" y="1936"/>
            <a:chExt cx="325" cy="289"/>
          </a:xfrm>
        </p:grpSpPr>
        <p:sp>
          <p:nvSpPr>
            <p:cNvPr id="112700" name="Freeform 60">
              <a:extLst>
                <a:ext uri="{FF2B5EF4-FFF2-40B4-BE49-F238E27FC236}">
                  <a16:creationId xmlns:a16="http://schemas.microsoft.com/office/drawing/2014/main" id="{E39B0E1C-007E-19F7-3073-66E6DAEED9BD}"/>
                </a:ext>
              </a:extLst>
            </p:cNvPr>
            <p:cNvSpPr>
              <a:spLocks noChangeArrowheads="1"/>
            </p:cNvSpPr>
            <p:nvPr/>
          </p:nvSpPr>
          <p:spPr bwMode="auto">
            <a:xfrm>
              <a:off x="3031" y="1936"/>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01" name="Freeform 61">
              <a:extLst>
                <a:ext uri="{FF2B5EF4-FFF2-40B4-BE49-F238E27FC236}">
                  <a16:creationId xmlns:a16="http://schemas.microsoft.com/office/drawing/2014/main" id="{2E840F44-45DE-05B9-F22C-E1CE9B5A1680}"/>
                </a:ext>
              </a:extLst>
            </p:cNvPr>
            <p:cNvSpPr>
              <a:spLocks noChangeArrowheads="1"/>
            </p:cNvSpPr>
            <p:nvPr/>
          </p:nvSpPr>
          <p:spPr bwMode="auto">
            <a:xfrm>
              <a:off x="3192" y="1936"/>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nvGrpSpPr>
          <p:cNvPr id="112702" name="Group 63">
            <a:extLst>
              <a:ext uri="{FF2B5EF4-FFF2-40B4-BE49-F238E27FC236}">
                <a16:creationId xmlns:a16="http://schemas.microsoft.com/office/drawing/2014/main" id="{A71AAF27-6317-AC71-10B1-56A6D50AEBAD}"/>
              </a:ext>
            </a:extLst>
          </p:cNvPr>
          <p:cNvGrpSpPr>
            <a:grpSpLocks/>
          </p:cNvGrpSpPr>
          <p:nvPr/>
        </p:nvGrpSpPr>
        <p:grpSpPr bwMode="auto">
          <a:xfrm>
            <a:off x="5554663" y="3500438"/>
            <a:ext cx="450850" cy="458787"/>
            <a:chOff x="3499" y="1936"/>
            <a:chExt cx="284" cy="289"/>
          </a:xfrm>
        </p:grpSpPr>
        <p:sp>
          <p:nvSpPr>
            <p:cNvPr id="112703" name="Freeform 64">
              <a:extLst>
                <a:ext uri="{FF2B5EF4-FFF2-40B4-BE49-F238E27FC236}">
                  <a16:creationId xmlns:a16="http://schemas.microsoft.com/office/drawing/2014/main" id="{9EBEE9BE-65CA-5DF0-9A77-F8AF5512E70C}"/>
                </a:ext>
              </a:extLst>
            </p:cNvPr>
            <p:cNvSpPr>
              <a:spLocks noChangeArrowheads="1"/>
            </p:cNvSpPr>
            <p:nvPr/>
          </p:nvSpPr>
          <p:spPr bwMode="auto">
            <a:xfrm>
              <a:off x="3499" y="1936"/>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04" name="Freeform 65">
              <a:extLst>
                <a:ext uri="{FF2B5EF4-FFF2-40B4-BE49-F238E27FC236}">
                  <a16:creationId xmlns:a16="http://schemas.microsoft.com/office/drawing/2014/main" id="{B9EC7268-D52E-D5FF-CEAF-1EBEE3C3D729}"/>
                </a:ext>
              </a:extLst>
            </p:cNvPr>
            <p:cNvSpPr>
              <a:spLocks noChangeArrowheads="1"/>
            </p:cNvSpPr>
            <p:nvPr/>
          </p:nvSpPr>
          <p:spPr bwMode="auto">
            <a:xfrm>
              <a:off x="3640" y="1936"/>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2705" name="Line 66">
            <a:extLst>
              <a:ext uri="{FF2B5EF4-FFF2-40B4-BE49-F238E27FC236}">
                <a16:creationId xmlns:a16="http://schemas.microsoft.com/office/drawing/2014/main" id="{15E89767-23BD-34DB-1F0D-23DDA5E8E275}"/>
              </a:ext>
            </a:extLst>
          </p:cNvPr>
          <p:cNvSpPr>
            <a:spLocks noChangeShapeType="1"/>
          </p:cNvSpPr>
          <p:nvPr/>
        </p:nvSpPr>
        <p:spPr bwMode="auto">
          <a:xfrm>
            <a:off x="5314950" y="372903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06" name="Line 67">
            <a:extLst>
              <a:ext uri="{FF2B5EF4-FFF2-40B4-BE49-F238E27FC236}">
                <a16:creationId xmlns:a16="http://schemas.microsoft.com/office/drawing/2014/main" id="{5E7DC8F7-118F-7907-5C43-EF63CC8B4DC4}"/>
              </a:ext>
            </a:extLst>
          </p:cNvPr>
          <p:cNvSpPr>
            <a:spLocks noChangeShapeType="1"/>
          </p:cNvSpPr>
          <p:nvPr/>
        </p:nvSpPr>
        <p:spPr bwMode="auto">
          <a:xfrm>
            <a:off x="4546600" y="372903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07" name="Freeform 68">
            <a:extLst>
              <a:ext uri="{FF2B5EF4-FFF2-40B4-BE49-F238E27FC236}">
                <a16:creationId xmlns:a16="http://schemas.microsoft.com/office/drawing/2014/main" id="{5569D43C-FD93-03A1-F5DD-D050575685DE}"/>
              </a:ext>
            </a:extLst>
          </p:cNvPr>
          <p:cNvSpPr>
            <a:spLocks noChangeArrowheads="1"/>
          </p:cNvSpPr>
          <p:nvPr/>
        </p:nvSpPr>
        <p:spPr bwMode="auto">
          <a:xfrm>
            <a:off x="4745038" y="372903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08" name="Line 69">
            <a:extLst>
              <a:ext uri="{FF2B5EF4-FFF2-40B4-BE49-F238E27FC236}">
                <a16:creationId xmlns:a16="http://schemas.microsoft.com/office/drawing/2014/main" id="{34B921DF-B3C9-B976-94F5-24072386AD80}"/>
              </a:ext>
            </a:extLst>
          </p:cNvPr>
          <p:cNvSpPr>
            <a:spLocks noChangeShapeType="1"/>
          </p:cNvSpPr>
          <p:nvPr/>
        </p:nvSpPr>
        <p:spPr bwMode="auto">
          <a:xfrm>
            <a:off x="3935413" y="38814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09" name="Freeform 70">
            <a:extLst>
              <a:ext uri="{FF2B5EF4-FFF2-40B4-BE49-F238E27FC236}">
                <a16:creationId xmlns:a16="http://schemas.microsoft.com/office/drawing/2014/main" id="{4059602D-FE95-6AD9-3AD5-3E874A36C4BD}"/>
              </a:ext>
            </a:extLst>
          </p:cNvPr>
          <p:cNvSpPr>
            <a:spLocks noChangeArrowheads="1"/>
          </p:cNvSpPr>
          <p:nvPr/>
        </p:nvSpPr>
        <p:spPr bwMode="auto">
          <a:xfrm>
            <a:off x="4114800" y="372110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10" name="Freeform 71">
            <a:extLst>
              <a:ext uri="{FF2B5EF4-FFF2-40B4-BE49-F238E27FC236}">
                <a16:creationId xmlns:a16="http://schemas.microsoft.com/office/drawing/2014/main" id="{FA4C4B5C-7F3C-B114-C823-DAB20C046026}"/>
              </a:ext>
            </a:extLst>
          </p:cNvPr>
          <p:cNvSpPr>
            <a:spLocks noChangeArrowheads="1"/>
          </p:cNvSpPr>
          <p:nvPr/>
        </p:nvSpPr>
        <p:spPr bwMode="auto">
          <a:xfrm>
            <a:off x="5422900" y="44402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12711" name="Group 72">
            <a:extLst>
              <a:ext uri="{FF2B5EF4-FFF2-40B4-BE49-F238E27FC236}">
                <a16:creationId xmlns:a16="http://schemas.microsoft.com/office/drawing/2014/main" id="{BBA36175-E698-DEAD-5174-ED2749B0676E}"/>
              </a:ext>
            </a:extLst>
          </p:cNvPr>
          <p:cNvGrpSpPr>
            <a:grpSpLocks/>
          </p:cNvGrpSpPr>
          <p:nvPr/>
        </p:nvGrpSpPr>
        <p:grpSpPr bwMode="auto">
          <a:xfrm>
            <a:off x="4867275" y="4059238"/>
            <a:ext cx="352425" cy="763587"/>
            <a:chOff x="3066" y="2288"/>
            <a:chExt cx="222" cy="481"/>
          </a:xfrm>
        </p:grpSpPr>
        <p:sp>
          <p:nvSpPr>
            <p:cNvPr id="112712" name="Freeform 73">
              <a:extLst>
                <a:ext uri="{FF2B5EF4-FFF2-40B4-BE49-F238E27FC236}">
                  <a16:creationId xmlns:a16="http://schemas.microsoft.com/office/drawing/2014/main" id="{F7B063E5-C4FB-D342-CB32-B1CB75E0DE72}"/>
                </a:ext>
              </a:extLst>
            </p:cNvPr>
            <p:cNvSpPr>
              <a:spLocks noChangeArrowheads="1"/>
            </p:cNvSpPr>
            <p:nvPr/>
          </p:nvSpPr>
          <p:spPr bwMode="auto">
            <a:xfrm>
              <a:off x="3075" y="2288"/>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13" name="Rectangle 74">
              <a:extLst>
                <a:ext uri="{FF2B5EF4-FFF2-40B4-BE49-F238E27FC236}">
                  <a16:creationId xmlns:a16="http://schemas.microsoft.com/office/drawing/2014/main" id="{2E055BEF-D83B-9255-ACC7-90AFE0A8B9FC}"/>
                </a:ext>
              </a:extLst>
            </p:cNvPr>
            <p:cNvSpPr>
              <a:spLocks noChangeArrowheads="1"/>
            </p:cNvSpPr>
            <p:nvPr/>
          </p:nvSpPr>
          <p:spPr bwMode="auto">
            <a:xfrm rot="5400000">
              <a:off x="2973" y="2405"/>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12714" name="Group 75">
            <a:extLst>
              <a:ext uri="{FF2B5EF4-FFF2-40B4-BE49-F238E27FC236}">
                <a16:creationId xmlns:a16="http://schemas.microsoft.com/office/drawing/2014/main" id="{5427AF9E-04BD-7FEB-5149-9E055024D415}"/>
              </a:ext>
            </a:extLst>
          </p:cNvPr>
          <p:cNvGrpSpPr>
            <a:grpSpLocks/>
          </p:cNvGrpSpPr>
          <p:nvPr/>
        </p:nvGrpSpPr>
        <p:grpSpPr bwMode="auto">
          <a:xfrm>
            <a:off x="3387725" y="4211638"/>
            <a:ext cx="563563" cy="458787"/>
            <a:chOff x="2134" y="2384"/>
            <a:chExt cx="355" cy="289"/>
          </a:xfrm>
        </p:grpSpPr>
        <p:sp>
          <p:nvSpPr>
            <p:cNvPr id="112715" name="Rectangle 76">
              <a:extLst>
                <a:ext uri="{FF2B5EF4-FFF2-40B4-BE49-F238E27FC236}">
                  <a16:creationId xmlns:a16="http://schemas.microsoft.com/office/drawing/2014/main" id="{BA3BEBC4-BC14-D7C0-36D2-F6BBA11EFADA}"/>
                </a:ext>
              </a:extLst>
            </p:cNvPr>
            <p:cNvSpPr>
              <a:spLocks noChangeArrowheads="1"/>
            </p:cNvSpPr>
            <p:nvPr/>
          </p:nvSpPr>
          <p:spPr bwMode="auto">
            <a:xfrm>
              <a:off x="2134" y="2390"/>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12716" name="Group 77">
              <a:extLst>
                <a:ext uri="{FF2B5EF4-FFF2-40B4-BE49-F238E27FC236}">
                  <a16:creationId xmlns:a16="http://schemas.microsoft.com/office/drawing/2014/main" id="{E01428B0-BB3B-7A60-64BC-DEC2CD0B01BC}"/>
                </a:ext>
              </a:extLst>
            </p:cNvPr>
            <p:cNvGrpSpPr>
              <a:grpSpLocks/>
            </p:cNvGrpSpPr>
            <p:nvPr/>
          </p:nvGrpSpPr>
          <p:grpSpPr bwMode="auto">
            <a:xfrm>
              <a:off x="2149" y="2384"/>
              <a:ext cx="340" cy="289"/>
              <a:chOff x="2149" y="2384"/>
              <a:chExt cx="340" cy="289"/>
            </a:xfrm>
          </p:grpSpPr>
          <p:sp>
            <p:nvSpPr>
              <p:cNvPr id="112717" name="Freeform 78">
                <a:extLst>
                  <a:ext uri="{FF2B5EF4-FFF2-40B4-BE49-F238E27FC236}">
                    <a16:creationId xmlns:a16="http://schemas.microsoft.com/office/drawing/2014/main" id="{08F99F65-2B6A-B047-30E9-8CBC01C45836}"/>
                  </a:ext>
                </a:extLst>
              </p:cNvPr>
              <p:cNvSpPr>
                <a:spLocks noChangeArrowheads="1"/>
              </p:cNvSpPr>
              <p:nvPr/>
            </p:nvSpPr>
            <p:spPr bwMode="auto">
              <a:xfrm>
                <a:off x="2149" y="2384"/>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18" name="Freeform 79">
                <a:extLst>
                  <a:ext uri="{FF2B5EF4-FFF2-40B4-BE49-F238E27FC236}">
                    <a16:creationId xmlns:a16="http://schemas.microsoft.com/office/drawing/2014/main" id="{835BB086-0BCB-E8F0-CBBA-AF84620AC024}"/>
                  </a:ext>
                </a:extLst>
              </p:cNvPr>
              <p:cNvSpPr>
                <a:spLocks noChangeArrowheads="1"/>
              </p:cNvSpPr>
              <p:nvPr/>
            </p:nvSpPr>
            <p:spPr bwMode="auto">
              <a:xfrm>
                <a:off x="2318" y="2384"/>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12719" name="Rectangle 80">
            <a:extLst>
              <a:ext uri="{FF2B5EF4-FFF2-40B4-BE49-F238E27FC236}">
                <a16:creationId xmlns:a16="http://schemas.microsoft.com/office/drawing/2014/main" id="{51B64533-928A-DA95-E85B-D943941C9319}"/>
              </a:ext>
            </a:extLst>
          </p:cNvPr>
          <p:cNvSpPr>
            <a:spLocks noChangeArrowheads="1"/>
          </p:cNvSpPr>
          <p:nvPr/>
        </p:nvSpPr>
        <p:spPr bwMode="auto">
          <a:xfrm>
            <a:off x="4117975" y="42291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2720" name="Group 81">
            <a:extLst>
              <a:ext uri="{FF2B5EF4-FFF2-40B4-BE49-F238E27FC236}">
                <a16:creationId xmlns:a16="http://schemas.microsoft.com/office/drawing/2014/main" id="{EF33E46D-9F92-0ADB-14BC-39BE35673B7B}"/>
              </a:ext>
            </a:extLst>
          </p:cNvPr>
          <p:cNvGrpSpPr>
            <a:grpSpLocks/>
          </p:cNvGrpSpPr>
          <p:nvPr/>
        </p:nvGrpSpPr>
        <p:grpSpPr bwMode="auto">
          <a:xfrm>
            <a:off x="4141788" y="4211638"/>
            <a:ext cx="469900" cy="458787"/>
            <a:chOff x="2609" y="2384"/>
            <a:chExt cx="296" cy="289"/>
          </a:xfrm>
        </p:grpSpPr>
        <p:sp>
          <p:nvSpPr>
            <p:cNvPr id="112721" name="Freeform 82">
              <a:extLst>
                <a:ext uri="{FF2B5EF4-FFF2-40B4-BE49-F238E27FC236}">
                  <a16:creationId xmlns:a16="http://schemas.microsoft.com/office/drawing/2014/main" id="{CE1D0C50-53A0-E1CC-627D-57F404418346}"/>
                </a:ext>
              </a:extLst>
            </p:cNvPr>
            <p:cNvSpPr>
              <a:spLocks noChangeArrowheads="1"/>
            </p:cNvSpPr>
            <p:nvPr/>
          </p:nvSpPr>
          <p:spPr bwMode="auto">
            <a:xfrm>
              <a:off x="2609" y="2384"/>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22" name="Freeform 83">
              <a:extLst>
                <a:ext uri="{FF2B5EF4-FFF2-40B4-BE49-F238E27FC236}">
                  <a16:creationId xmlns:a16="http://schemas.microsoft.com/office/drawing/2014/main" id="{137EFBFC-6D6E-5547-5004-1852769AEA2C}"/>
                </a:ext>
              </a:extLst>
            </p:cNvPr>
            <p:cNvSpPr>
              <a:spLocks noChangeArrowheads="1"/>
            </p:cNvSpPr>
            <p:nvPr/>
          </p:nvSpPr>
          <p:spPr bwMode="auto">
            <a:xfrm>
              <a:off x="2757" y="2384"/>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2723" name="Line 84">
            <a:extLst>
              <a:ext uri="{FF2B5EF4-FFF2-40B4-BE49-F238E27FC236}">
                <a16:creationId xmlns:a16="http://schemas.microsoft.com/office/drawing/2014/main" id="{3F71916E-C1B5-91F7-F074-CA734C02F604}"/>
              </a:ext>
            </a:extLst>
          </p:cNvPr>
          <p:cNvSpPr>
            <a:spLocks noChangeShapeType="1"/>
          </p:cNvSpPr>
          <p:nvPr/>
        </p:nvSpPr>
        <p:spPr bwMode="auto">
          <a:xfrm>
            <a:off x="3952875" y="44402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24" name="Freeform 85">
            <a:extLst>
              <a:ext uri="{FF2B5EF4-FFF2-40B4-BE49-F238E27FC236}">
                <a16:creationId xmlns:a16="http://schemas.microsoft.com/office/drawing/2014/main" id="{9EE5E77C-9E82-D242-C472-16639028C353}"/>
              </a:ext>
            </a:extLst>
          </p:cNvPr>
          <p:cNvSpPr>
            <a:spLocks noChangeArrowheads="1"/>
          </p:cNvSpPr>
          <p:nvPr/>
        </p:nvSpPr>
        <p:spPr bwMode="auto">
          <a:xfrm>
            <a:off x="4057650" y="42878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25" name="Line 86">
            <a:extLst>
              <a:ext uri="{FF2B5EF4-FFF2-40B4-BE49-F238E27FC236}">
                <a16:creationId xmlns:a16="http://schemas.microsoft.com/office/drawing/2014/main" id="{642ABDB5-CD11-254B-56CA-23EE34510D0C}"/>
              </a:ext>
            </a:extLst>
          </p:cNvPr>
          <p:cNvSpPr>
            <a:spLocks noChangeShapeType="1"/>
          </p:cNvSpPr>
          <p:nvPr/>
        </p:nvSpPr>
        <p:spPr bwMode="auto">
          <a:xfrm>
            <a:off x="4613275" y="42878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26" name="Rectangle 87">
            <a:extLst>
              <a:ext uri="{FF2B5EF4-FFF2-40B4-BE49-F238E27FC236}">
                <a16:creationId xmlns:a16="http://schemas.microsoft.com/office/drawing/2014/main" id="{C8AB9D25-0DBD-AD8B-EA0A-45C12EE88248}"/>
              </a:ext>
            </a:extLst>
          </p:cNvPr>
          <p:cNvSpPr>
            <a:spLocks noChangeArrowheads="1"/>
          </p:cNvSpPr>
          <p:nvPr/>
        </p:nvSpPr>
        <p:spPr bwMode="auto">
          <a:xfrm>
            <a:off x="5414963" y="422116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12727" name="Group 88">
            <a:extLst>
              <a:ext uri="{FF2B5EF4-FFF2-40B4-BE49-F238E27FC236}">
                <a16:creationId xmlns:a16="http://schemas.microsoft.com/office/drawing/2014/main" id="{8498189F-8154-6224-3645-E6288A67BC4C}"/>
              </a:ext>
            </a:extLst>
          </p:cNvPr>
          <p:cNvGrpSpPr>
            <a:grpSpLocks/>
          </p:cNvGrpSpPr>
          <p:nvPr/>
        </p:nvGrpSpPr>
        <p:grpSpPr bwMode="auto">
          <a:xfrm>
            <a:off x="5489575" y="4211638"/>
            <a:ext cx="515938" cy="458787"/>
            <a:chOff x="3458" y="2384"/>
            <a:chExt cx="325" cy="289"/>
          </a:xfrm>
        </p:grpSpPr>
        <p:sp>
          <p:nvSpPr>
            <p:cNvPr id="112728" name="Freeform 89">
              <a:extLst>
                <a:ext uri="{FF2B5EF4-FFF2-40B4-BE49-F238E27FC236}">
                  <a16:creationId xmlns:a16="http://schemas.microsoft.com/office/drawing/2014/main" id="{D4B46506-F58B-E298-4C31-C25B58CBA64D}"/>
                </a:ext>
              </a:extLst>
            </p:cNvPr>
            <p:cNvSpPr>
              <a:spLocks noChangeArrowheads="1"/>
            </p:cNvSpPr>
            <p:nvPr/>
          </p:nvSpPr>
          <p:spPr bwMode="auto">
            <a:xfrm>
              <a:off x="3458" y="2384"/>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29" name="Freeform 90">
              <a:extLst>
                <a:ext uri="{FF2B5EF4-FFF2-40B4-BE49-F238E27FC236}">
                  <a16:creationId xmlns:a16="http://schemas.microsoft.com/office/drawing/2014/main" id="{D4A49352-34D0-3C10-0843-8F99043216BF}"/>
                </a:ext>
              </a:extLst>
            </p:cNvPr>
            <p:cNvSpPr>
              <a:spLocks noChangeArrowheads="1"/>
            </p:cNvSpPr>
            <p:nvPr/>
          </p:nvSpPr>
          <p:spPr bwMode="auto">
            <a:xfrm>
              <a:off x="3619" y="2384"/>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2730" name="Rectangle 91">
            <a:extLst>
              <a:ext uri="{FF2B5EF4-FFF2-40B4-BE49-F238E27FC236}">
                <a16:creationId xmlns:a16="http://schemas.microsoft.com/office/drawing/2014/main" id="{272826D7-77CD-04C6-618C-109E9D3C897D}"/>
              </a:ext>
            </a:extLst>
          </p:cNvPr>
          <p:cNvSpPr>
            <a:spLocks noChangeArrowheads="1"/>
          </p:cNvSpPr>
          <p:nvPr/>
        </p:nvSpPr>
        <p:spPr bwMode="auto">
          <a:xfrm>
            <a:off x="6196013" y="42211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2731" name="Group 92">
            <a:extLst>
              <a:ext uri="{FF2B5EF4-FFF2-40B4-BE49-F238E27FC236}">
                <a16:creationId xmlns:a16="http://schemas.microsoft.com/office/drawing/2014/main" id="{3E577859-E325-A3BE-6089-F6AE999272AA}"/>
              </a:ext>
            </a:extLst>
          </p:cNvPr>
          <p:cNvGrpSpPr>
            <a:grpSpLocks/>
          </p:cNvGrpSpPr>
          <p:nvPr/>
        </p:nvGrpSpPr>
        <p:grpSpPr bwMode="auto">
          <a:xfrm>
            <a:off x="6232525" y="4211638"/>
            <a:ext cx="450850" cy="458787"/>
            <a:chOff x="3926" y="2384"/>
            <a:chExt cx="284" cy="289"/>
          </a:xfrm>
        </p:grpSpPr>
        <p:sp>
          <p:nvSpPr>
            <p:cNvPr id="112732" name="Freeform 93">
              <a:extLst>
                <a:ext uri="{FF2B5EF4-FFF2-40B4-BE49-F238E27FC236}">
                  <a16:creationId xmlns:a16="http://schemas.microsoft.com/office/drawing/2014/main" id="{3F31B0F3-CF1E-BE9A-E68F-BE3691B65B01}"/>
                </a:ext>
              </a:extLst>
            </p:cNvPr>
            <p:cNvSpPr>
              <a:spLocks noChangeArrowheads="1"/>
            </p:cNvSpPr>
            <p:nvPr/>
          </p:nvSpPr>
          <p:spPr bwMode="auto">
            <a:xfrm>
              <a:off x="3926" y="2384"/>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33" name="Freeform 94">
              <a:extLst>
                <a:ext uri="{FF2B5EF4-FFF2-40B4-BE49-F238E27FC236}">
                  <a16:creationId xmlns:a16="http://schemas.microsoft.com/office/drawing/2014/main" id="{385AF2AB-8FFF-204E-D8A3-A5C3AF0953BC}"/>
                </a:ext>
              </a:extLst>
            </p:cNvPr>
            <p:cNvSpPr>
              <a:spLocks noChangeArrowheads="1"/>
            </p:cNvSpPr>
            <p:nvPr/>
          </p:nvSpPr>
          <p:spPr bwMode="auto">
            <a:xfrm>
              <a:off x="4067" y="2384"/>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2734" name="Line 95">
            <a:extLst>
              <a:ext uri="{FF2B5EF4-FFF2-40B4-BE49-F238E27FC236}">
                <a16:creationId xmlns:a16="http://schemas.microsoft.com/office/drawing/2014/main" id="{DC8897FF-3696-F7C1-1020-4367B4379519}"/>
              </a:ext>
            </a:extLst>
          </p:cNvPr>
          <p:cNvSpPr>
            <a:spLocks noChangeShapeType="1"/>
          </p:cNvSpPr>
          <p:nvPr/>
        </p:nvSpPr>
        <p:spPr bwMode="auto">
          <a:xfrm>
            <a:off x="5992813" y="44402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35" name="Line 96">
            <a:extLst>
              <a:ext uri="{FF2B5EF4-FFF2-40B4-BE49-F238E27FC236}">
                <a16:creationId xmlns:a16="http://schemas.microsoft.com/office/drawing/2014/main" id="{610E2368-600A-AE16-0807-83888CFC2295}"/>
              </a:ext>
            </a:extLst>
          </p:cNvPr>
          <p:cNvSpPr>
            <a:spLocks noChangeShapeType="1"/>
          </p:cNvSpPr>
          <p:nvPr/>
        </p:nvSpPr>
        <p:spPr bwMode="auto">
          <a:xfrm>
            <a:off x="5224463" y="44402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36" name="Line 97">
            <a:extLst>
              <a:ext uri="{FF2B5EF4-FFF2-40B4-BE49-F238E27FC236}">
                <a16:creationId xmlns:a16="http://schemas.microsoft.com/office/drawing/2014/main" id="{12B5913D-04BA-2BE5-C220-B47FDE9F0B4F}"/>
              </a:ext>
            </a:extLst>
          </p:cNvPr>
          <p:cNvSpPr>
            <a:spLocks noChangeShapeType="1"/>
          </p:cNvSpPr>
          <p:nvPr/>
        </p:nvSpPr>
        <p:spPr bwMode="auto">
          <a:xfrm>
            <a:off x="4613275" y="45926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37" name="Freeform 98">
            <a:extLst>
              <a:ext uri="{FF2B5EF4-FFF2-40B4-BE49-F238E27FC236}">
                <a16:creationId xmlns:a16="http://schemas.microsoft.com/office/drawing/2014/main" id="{0E74F9A1-B0F3-E383-2F5C-30379BEB8082}"/>
              </a:ext>
            </a:extLst>
          </p:cNvPr>
          <p:cNvSpPr>
            <a:spLocks noChangeArrowheads="1"/>
          </p:cNvSpPr>
          <p:nvPr/>
        </p:nvSpPr>
        <p:spPr bwMode="auto">
          <a:xfrm>
            <a:off x="4805363" y="44323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38" name="Freeform 99">
            <a:extLst>
              <a:ext uri="{FF2B5EF4-FFF2-40B4-BE49-F238E27FC236}">
                <a16:creationId xmlns:a16="http://schemas.microsoft.com/office/drawing/2014/main" id="{DC6FFECC-3C83-C716-0870-550027A46B87}"/>
              </a:ext>
            </a:extLst>
          </p:cNvPr>
          <p:cNvSpPr>
            <a:spLocks noChangeArrowheads="1"/>
          </p:cNvSpPr>
          <p:nvPr/>
        </p:nvSpPr>
        <p:spPr bwMode="auto">
          <a:xfrm>
            <a:off x="5559425" y="4770438"/>
            <a:ext cx="338138"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39" name="Freeform 100">
            <a:extLst>
              <a:ext uri="{FF2B5EF4-FFF2-40B4-BE49-F238E27FC236}">
                <a16:creationId xmlns:a16="http://schemas.microsoft.com/office/drawing/2014/main" id="{646ACDB9-D4B4-63A0-E862-FC0EBB85D859}"/>
              </a:ext>
            </a:extLst>
          </p:cNvPr>
          <p:cNvSpPr>
            <a:spLocks noChangeArrowheads="1"/>
          </p:cNvSpPr>
          <p:nvPr/>
        </p:nvSpPr>
        <p:spPr bwMode="auto">
          <a:xfrm>
            <a:off x="6100763" y="515143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40" name="Rectangle 104">
            <a:extLst>
              <a:ext uri="{FF2B5EF4-FFF2-40B4-BE49-F238E27FC236}">
                <a16:creationId xmlns:a16="http://schemas.microsoft.com/office/drawing/2014/main" id="{53FDBD63-52DB-7EFB-2950-79712658B52F}"/>
              </a:ext>
            </a:extLst>
          </p:cNvPr>
          <p:cNvSpPr>
            <a:spLocks noChangeArrowheads="1"/>
          </p:cNvSpPr>
          <p:nvPr/>
        </p:nvSpPr>
        <p:spPr bwMode="auto">
          <a:xfrm rot="5400000">
            <a:off x="5398295" y="4955381"/>
            <a:ext cx="6080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sp>
        <p:nvSpPr>
          <p:cNvPr id="112741" name="Rectangle 105">
            <a:extLst>
              <a:ext uri="{FF2B5EF4-FFF2-40B4-BE49-F238E27FC236}">
                <a16:creationId xmlns:a16="http://schemas.microsoft.com/office/drawing/2014/main" id="{581E3F6B-1E25-B84A-D02C-4CC76546C96E}"/>
              </a:ext>
            </a:extLst>
          </p:cNvPr>
          <p:cNvSpPr>
            <a:spLocks noChangeArrowheads="1"/>
          </p:cNvSpPr>
          <p:nvPr/>
        </p:nvSpPr>
        <p:spPr bwMode="auto">
          <a:xfrm>
            <a:off x="4795838" y="494030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12742" name="Freeform 106">
            <a:extLst>
              <a:ext uri="{FF2B5EF4-FFF2-40B4-BE49-F238E27FC236}">
                <a16:creationId xmlns:a16="http://schemas.microsoft.com/office/drawing/2014/main" id="{F769364F-025E-AE81-E93B-622302D95494}"/>
              </a:ext>
            </a:extLst>
          </p:cNvPr>
          <p:cNvSpPr>
            <a:spLocks noChangeArrowheads="1"/>
          </p:cNvSpPr>
          <p:nvPr/>
        </p:nvSpPr>
        <p:spPr bwMode="auto">
          <a:xfrm>
            <a:off x="4819650" y="492283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43" name="Freeform 107">
            <a:extLst>
              <a:ext uri="{FF2B5EF4-FFF2-40B4-BE49-F238E27FC236}">
                <a16:creationId xmlns:a16="http://schemas.microsoft.com/office/drawing/2014/main" id="{5EBF9026-CA8F-7815-2BCF-D2EA54B7C8B8}"/>
              </a:ext>
            </a:extLst>
          </p:cNvPr>
          <p:cNvSpPr>
            <a:spLocks noChangeArrowheads="1"/>
          </p:cNvSpPr>
          <p:nvPr/>
        </p:nvSpPr>
        <p:spPr bwMode="auto">
          <a:xfrm>
            <a:off x="5054600" y="49228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44" name="Line 108">
            <a:extLst>
              <a:ext uri="{FF2B5EF4-FFF2-40B4-BE49-F238E27FC236}">
                <a16:creationId xmlns:a16="http://schemas.microsoft.com/office/drawing/2014/main" id="{98FBE3F0-3559-2C55-87D4-A6FB81F674AD}"/>
              </a:ext>
            </a:extLst>
          </p:cNvPr>
          <p:cNvSpPr>
            <a:spLocks noChangeShapeType="1"/>
          </p:cNvSpPr>
          <p:nvPr/>
        </p:nvSpPr>
        <p:spPr bwMode="auto">
          <a:xfrm>
            <a:off x="4630738" y="51514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45" name="Freeform 109">
            <a:extLst>
              <a:ext uri="{FF2B5EF4-FFF2-40B4-BE49-F238E27FC236}">
                <a16:creationId xmlns:a16="http://schemas.microsoft.com/office/drawing/2014/main" id="{242C3EC4-0E98-D3EF-9417-A53799A20EB9}"/>
              </a:ext>
            </a:extLst>
          </p:cNvPr>
          <p:cNvSpPr>
            <a:spLocks noChangeArrowheads="1"/>
          </p:cNvSpPr>
          <p:nvPr/>
        </p:nvSpPr>
        <p:spPr bwMode="auto">
          <a:xfrm>
            <a:off x="4735513" y="49990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46" name="Line 110">
            <a:extLst>
              <a:ext uri="{FF2B5EF4-FFF2-40B4-BE49-F238E27FC236}">
                <a16:creationId xmlns:a16="http://schemas.microsoft.com/office/drawing/2014/main" id="{27A27F6D-99A3-045B-DD9B-9BBAFC780393}"/>
              </a:ext>
            </a:extLst>
          </p:cNvPr>
          <p:cNvSpPr>
            <a:spLocks noChangeShapeType="1"/>
          </p:cNvSpPr>
          <p:nvPr/>
        </p:nvSpPr>
        <p:spPr bwMode="auto">
          <a:xfrm>
            <a:off x="5291138" y="49990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47" name="Rectangle 111">
            <a:extLst>
              <a:ext uri="{FF2B5EF4-FFF2-40B4-BE49-F238E27FC236}">
                <a16:creationId xmlns:a16="http://schemas.microsoft.com/office/drawing/2014/main" id="{A09441EE-965E-4501-0223-AC5DE7F6904A}"/>
              </a:ext>
            </a:extLst>
          </p:cNvPr>
          <p:cNvSpPr>
            <a:spLocks noChangeArrowheads="1"/>
          </p:cNvSpPr>
          <p:nvPr/>
        </p:nvSpPr>
        <p:spPr bwMode="auto">
          <a:xfrm>
            <a:off x="6092825" y="493236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sp>
        <p:nvSpPr>
          <p:cNvPr id="112748" name="Freeform 112">
            <a:extLst>
              <a:ext uri="{FF2B5EF4-FFF2-40B4-BE49-F238E27FC236}">
                <a16:creationId xmlns:a16="http://schemas.microsoft.com/office/drawing/2014/main" id="{5907C13D-C0F3-6D1E-E063-9822B5594E2F}"/>
              </a:ext>
            </a:extLst>
          </p:cNvPr>
          <p:cNvSpPr>
            <a:spLocks noChangeArrowheads="1"/>
          </p:cNvSpPr>
          <p:nvPr/>
        </p:nvSpPr>
        <p:spPr bwMode="auto">
          <a:xfrm>
            <a:off x="6167438" y="492283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49" name="Freeform 113">
            <a:extLst>
              <a:ext uri="{FF2B5EF4-FFF2-40B4-BE49-F238E27FC236}">
                <a16:creationId xmlns:a16="http://schemas.microsoft.com/office/drawing/2014/main" id="{E2CE465D-0BE1-C2C4-8D55-73162179B63C}"/>
              </a:ext>
            </a:extLst>
          </p:cNvPr>
          <p:cNvSpPr>
            <a:spLocks noChangeArrowheads="1"/>
          </p:cNvSpPr>
          <p:nvPr/>
        </p:nvSpPr>
        <p:spPr bwMode="auto">
          <a:xfrm>
            <a:off x="6423025" y="492283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50" name="Rectangle 114">
            <a:extLst>
              <a:ext uri="{FF2B5EF4-FFF2-40B4-BE49-F238E27FC236}">
                <a16:creationId xmlns:a16="http://schemas.microsoft.com/office/drawing/2014/main" id="{11BD9656-4FAC-5287-E190-BCD5BAA6ABE5}"/>
              </a:ext>
            </a:extLst>
          </p:cNvPr>
          <p:cNvSpPr>
            <a:spLocks noChangeArrowheads="1"/>
          </p:cNvSpPr>
          <p:nvPr/>
        </p:nvSpPr>
        <p:spPr bwMode="auto">
          <a:xfrm>
            <a:off x="6873875" y="493236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12751" name="Freeform 115">
            <a:extLst>
              <a:ext uri="{FF2B5EF4-FFF2-40B4-BE49-F238E27FC236}">
                <a16:creationId xmlns:a16="http://schemas.microsoft.com/office/drawing/2014/main" id="{393BE3C6-6692-333E-F8D9-EC31B5DEFF27}"/>
              </a:ext>
            </a:extLst>
          </p:cNvPr>
          <p:cNvSpPr>
            <a:spLocks noChangeArrowheads="1"/>
          </p:cNvSpPr>
          <p:nvPr/>
        </p:nvSpPr>
        <p:spPr bwMode="auto">
          <a:xfrm>
            <a:off x="6910388" y="492283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52" name="Freeform 116">
            <a:extLst>
              <a:ext uri="{FF2B5EF4-FFF2-40B4-BE49-F238E27FC236}">
                <a16:creationId xmlns:a16="http://schemas.microsoft.com/office/drawing/2014/main" id="{5D509C54-F240-5D68-4CD4-11D6E1C96BF6}"/>
              </a:ext>
            </a:extLst>
          </p:cNvPr>
          <p:cNvSpPr>
            <a:spLocks noChangeArrowheads="1"/>
          </p:cNvSpPr>
          <p:nvPr/>
        </p:nvSpPr>
        <p:spPr bwMode="auto">
          <a:xfrm>
            <a:off x="7134225" y="4922838"/>
            <a:ext cx="227013"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53" name="Line 117">
            <a:extLst>
              <a:ext uri="{FF2B5EF4-FFF2-40B4-BE49-F238E27FC236}">
                <a16:creationId xmlns:a16="http://schemas.microsoft.com/office/drawing/2014/main" id="{31BDF987-D862-4FF5-BD77-447885EF4B5B}"/>
              </a:ext>
            </a:extLst>
          </p:cNvPr>
          <p:cNvSpPr>
            <a:spLocks noChangeShapeType="1"/>
          </p:cNvSpPr>
          <p:nvPr/>
        </p:nvSpPr>
        <p:spPr bwMode="auto">
          <a:xfrm>
            <a:off x="6670675" y="515143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54" name="Line 118">
            <a:extLst>
              <a:ext uri="{FF2B5EF4-FFF2-40B4-BE49-F238E27FC236}">
                <a16:creationId xmlns:a16="http://schemas.microsoft.com/office/drawing/2014/main" id="{FC01A31D-6B2E-29DB-F90B-266A3ACA16D3}"/>
              </a:ext>
            </a:extLst>
          </p:cNvPr>
          <p:cNvSpPr>
            <a:spLocks noChangeShapeType="1"/>
          </p:cNvSpPr>
          <p:nvPr/>
        </p:nvSpPr>
        <p:spPr bwMode="auto">
          <a:xfrm>
            <a:off x="5902325" y="515143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55" name="Line 119">
            <a:extLst>
              <a:ext uri="{FF2B5EF4-FFF2-40B4-BE49-F238E27FC236}">
                <a16:creationId xmlns:a16="http://schemas.microsoft.com/office/drawing/2014/main" id="{343AEC08-44B4-93F9-18EC-B78177CB3B35}"/>
              </a:ext>
            </a:extLst>
          </p:cNvPr>
          <p:cNvSpPr>
            <a:spLocks noChangeShapeType="1"/>
          </p:cNvSpPr>
          <p:nvPr/>
        </p:nvSpPr>
        <p:spPr bwMode="auto">
          <a:xfrm>
            <a:off x="5291138" y="53038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56" name="Freeform 120">
            <a:extLst>
              <a:ext uri="{FF2B5EF4-FFF2-40B4-BE49-F238E27FC236}">
                <a16:creationId xmlns:a16="http://schemas.microsoft.com/office/drawing/2014/main" id="{0ADCDE01-A0B7-D663-1218-87844C59135F}"/>
              </a:ext>
            </a:extLst>
          </p:cNvPr>
          <p:cNvSpPr>
            <a:spLocks noChangeArrowheads="1"/>
          </p:cNvSpPr>
          <p:nvPr/>
        </p:nvSpPr>
        <p:spPr bwMode="auto">
          <a:xfrm>
            <a:off x="5483225" y="514350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12757" name="Group 121">
            <a:extLst>
              <a:ext uri="{FF2B5EF4-FFF2-40B4-BE49-F238E27FC236}">
                <a16:creationId xmlns:a16="http://schemas.microsoft.com/office/drawing/2014/main" id="{AFA5C28F-E72E-C92A-2F0C-81BC82595616}"/>
              </a:ext>
            </a:extLst>
          </p:cNvPr>
          <p:cNvGrpSpPr>
            <a:grpSpLocks/>
          </p:cNvGrpSpPr>
          <p:nvPr/>
        </p:nvGrpSpPr>
        <p:grpSpPr bwMode="auto">
          <a:xfrm>
            <a:off x="6223000" y="5481638"/>
            <a:ext cx="352425" cy="763587"/>
            <a:chOff x="3920" y="3184"/>
            <a:chExt cx="222" cy="481"/>
          </a:xfrm>
        </p:grpSpPr>
        <p:sp>
          <p:nvSpPr>
            <p:cNvPr id="112758" name="Freeform 122">
              <a:extLst>
                <a:ext uri="{FF2B5EF4-FFF2-40B4-BE49-F238E27FC236}">
                  <a16:creationId xmlns:a16="http://schemas.microsoft.com/office/drawing/2014/main" id="{C1EFC71E-0E04-763A-6072-FE28F54803C5}"/>
                </a:ext>
              </a:extLst>
            </p:cNvPr>
            <p:cNvSpPr>
              <a:spLocks noChangeArrowheads="1"/>
            </p:cNvSpPr>
            <p:nvPr/>
          </p:nvSpPr>
          <p:spPr bwMode="auto">
            <a:xfrm>
              <a:off x="3929" y="3184"/>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59" name="Rectangle 123">
              <a:extLst>
                <a:ext uri="{FF2B5EF4-FFF2-40B4-BE49-F238E27FC236}">
                  <a16:creationId xmlns:a16="http://schemas.microsoft.com/office/drawing/2014/main" id="{BBBF55E0-C7FB-1DA6-FA9B-EFDF0AF0D45D}"/>
                </a:ext>
              </a:extLst>
            </p:cNvPr>
            <p:cNvSpPr>
              <a:spLocks noChangeArrowheads="1"/>
            </p:cNvSpPr>
            <p:nvPr/>
          </p:nvSpPr>
          <p:spPr bwMode="auto">
            <a:xfrm rot="5400000">
              <a:off x="3827" y="3301"/>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12760" name="Group 124">
            <a:extLst>
              <a:ext uri="{FF2B5EF4-FFF2-40B4-BE49-F238E27FC236}">
                <a16:creationId xmlns:a16="http://schemas.microsoft.com/office/drawing/2014/main" id="{EE22FA02-1440-E4CB-B363-66E1FA79DFDB}"/>
              </a:ext>
            </a:extLst>
          </p:cNvPr>
          <p:cNvGrpSpPr>
            <a:grpSpLocks/>
          </p:cNvGrpSpPr>
          <p:nvPr/>
        </p:nvGrpSpPr>
        <p:grpSpPr bwMode="auto">
          <a:xfrm>
            <a:off x="4743450" y="5634038"/>
            <a:ext cx="563563" cy="458787"/>
            <a:chOff x="2988" y="3280"/>
            <a:chExt cx="355" cy="289"/>
          </a:xfrm>
        </p:grpSpPr>
        <p:sp>
          <p:nvSpPr>
            <p:cNvPr id="112761" name="Rectangle 125">
              <a:extLst>
                <a:ext uri="{FF2B5EF4-FFF2-40B4-BE49-F238E27FC236}">
                  <a16:creationId xmlns:a16="http://schemas.microsoft.com/office/drawing/2014/main" id="{976CBDA6-9597-C97F-E938-C6EB81CDF804}"/>
                </a:ext>
              </a:extLst>
            </p:cNvPr>
            <p:cNvSpPr>
              <a:spLocks noChangeArrowheads="1"/>
            </p:cNvSpPr>
            <p:nvPr/>
          </p:nvSpPr>
          <p:spPr bwMode="auto">
            <a:xfrm>
              <a:off x="2988" y="3286"/>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12762" name="Group 126">
              <a:extLst>
                <a:ext uri="{FF2B5EF4-FFF2-40B4-BE49-F238E27FC236}">
                  <a16:creationId xmlns:a16="http://schemas.microsoft.com/office/drawing/2014/main" id="{C57D8FC7-2165-B7E6-A3E9-CEB69D0B67F6}"/>
                </a:ext>
              </a:extLst>
            </p:cNvPr>
            <p:cNvGrpSpPr>
              <a:grpSpLocks/>
            </p:cNvGrpSpPr>
            <p:nvPr/>
          </p:nvGrpSpPr>
          <p:grpSpPr bwMode="auto">
            <a:xfrm>
              <a:off x="3003" y="3280"/>
              <a:ext cx="340" cy="289"/>
              <a:chOff x="3003" y="3280"/>
              <a:chExt cx="340" cy="289"/>
            </a:xfrm>
          </p:grpSpPr>
          <p:sp>
            <p:nvSpPr>
              <p:cNvPr id="112763" name="Freeform 127">
                <a:extLst>
                  <a:ext uri="{FF2B5EF4-FFF2-40B4-BE49-F238E27FC236}">
                    <a16:creationId xmlns:a16="http://schemas.microsoft.com/office/drawing/2014/main" id="{6C4AAD4F-F6B8-C576-8449-96128C236947}"/>
                  </a:ext>
                </a:extLst>
              </p:cNvPr>
              <p:cNvSpPr>
                <a:spLocks noChangeArrowheads="1"/>
              </p:cNvSpPr>
              <p:nvPr/>
            </p:nvSpPr>
            <p:spPr bwMode="auto">
              <a:xfrm>
                <a:off x="3003" y="3280"/>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64" name="Freeform 128">
                <a:extLst>
                  <a:ext uri="{FF2B5EF4-FFF2-40B4-BE49-F238E27FC236}">
                    <a16:creationId xmlns:a16="http://schemas.microsoft.com/office/drawing/2014/main" id="{9D76330E-680E-851D-D627-6AAF03373A64}"/>
                  </a:ext>
                </a:extLst>
              </p:cNvPr>
              <p:cNvSpPr>
                <a:spLocks noChangeArrowheads="1"/>
              </p:cNvSpPr>
              <p:nvPr/>
            </p:nvSpPr>
            <p:spPr bwMode="auto">
              <a:xfrm>
                <a:off x="3172" y="3280"/>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12765" name="Rectangle 129">
            <a:extLst>
              <a:ext uri="{FF2B5EF4-FFF2-40B4-BE49-F238E27FC236}">
                <a16:creationId xmlns:a16="http://schemas.microsoft.com/office/drawing/2014/main" id="{7FB84C9D-4EBC-94E6-3DB5-F326CD3DB0C5}"/>
              </a:ext>
            </a:extLst>
          </p:cNvPr>
          <p:cNvSpPr>
            <a:spLocks noChangeArrowheads="1"/>
          </p:cNvSpPr>
          <p:nvPr/>
        </p:nvSpPr>
        <p:spPr bwMode="auto">
          <a:xfrm>
            <a:off x="5473700" y="56515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2766" name="Group 130">
            <a:extLst>
              <a:ext uri="{FF2B5EF4-FFF2-40B4-BE49-F238E27FC236}">
                <a16:creationId xmlns:a16="http://schemas.microsoft.com/office/drawing/2014/main" id="{75A68C08-7C65-6F1A-E227-083A5E2AB2CB}"/>
              </a:ext>
            </a:extLst>
          </p:cNvPr>
          <p:cNvGrpSpPr>
            <a:grpSpLocks/>
          </p:cNvGrpSpPr>
          <p:nvPr/>
        </p:nvGrpSpPr>
        <p:grpSpPr bwMode="auto">
          <a:xfrm>
            <a:off x="5497513" y="5634038"/>
            <a:ext cx="469900" cy="458787"/>
            <a:chOff x="3463" y="3280"/>
            <a:chExt cx="296" cy="289"/>
          </a:xfrm>
        </p:grpSpPr>
        <p:sp>
          <p:nvSpPr>
            <p:cNvPr id="112767" name="Freeform 131">
              <a:extLst>
                <a:ext uri="{FF2B5EF4-FFF2-40B4-BE49-F238E27FC236}">
                  <a16:creationId xmlns:a16="http://schemas.microsoft.com/office/drawing/2014/main" id="{73EE6149-BFB2-1936-CF15-22DB1E15818E}"/>
                </a:ext>
              </a:extLst>
            </p:cNvPr>
            <p:cNvSpPr>
              <a:spLocks noChangeArrowheads="1"/>
            </p:cNvSpPr>
            <p:nvPr/>
          </p:nvSpPr>
          <p:spPr bwMode="auto">
            <a:xfrm>
              <a:off x="3463" y="3280"/>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68" name="Freeform 132">
              <a:extLst>
                <a:ext uri="{FF2B5EF4-FFF2-40B4-BE49-F238E27FC236}">
                  <a16:creationId xmlns:a16="http://schemas.microsoft.com/office/drawing/2014/main" id="{D849D5F2-8229-184C-EF1A-5FD532B0B9FB}"/>
                </a:ext>
              </a:extLst>
            </p:cNvPr>
            <p:cNvSpPr>
              <a:spLocks noChangeArrowheads="1"/>
            </p:cNvSpPr>
            <p:nvPr/>
          </p:nvSpPr>
          <p:spPr bwMode="auto">
            <a:xfrm>
              <a:off x="3611" y="3280"/>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2769" name="Line 133">
            <a:extLst>
              <a:ext uri="{FF2B5EF4-FFF2-40B4-BE49-F238E27FC236}">
                <a16:creationId xmlns:a16="http://schemas.microsoft.com/office/drawing/2014/main" id="{B5589BC6-540D-3BD8-A165-A0B8B899691E}"/>
              </a:ext>
            </a:extLst>
          </p:cNvPr>
          <p:cNvSpPr>
            <a:spLocks noChangeShapeType="1"/>
          </p:cNvSpPr>
          <p:nvPr/>
        </p:nvSpPr>
        <p:spPr bwMode="auto">
          <a:xfrm>
            <a:off x="5308600" y="58626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70" name="Freeform 134">
            <a:extLst>
              <a:ext uri="{FF2B5EF4-FFF2-40B4-BE49-F238E27FC236}">
                <a16:creationId xmlns:a16="http://schemas.microsoft.com/office/drawing/2014/main" id="{4A46407F-5175-B146-8E83-A0407AFB80D5}"/>
              </a:ext>
            </a:extLst>
          </p:cNvPr>
          <p:cNvSpPr>
            <a:spLocks noChangeArrowheads="1"/>
          </p:cNvSpPr>
          <p:nvPr/>
        </p:nvSpPr>
        <p:spPr bwMode="auto">
          <a:xfrm>
            <a:off x="5413375" y="57102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71" name="Line 135">
            <a:extLst>
              <a:ext uri="{FF2B5EF4-FFF2-40B4-BE49-F238E27FC236}">
                <a16:creationId xmlns:a16="http://schemas.microsoft.com/office/drawing/2014/main" id="{5EBC50AB-E9FC-D07C-A2B6-BB990C6971AC}"/>
              </a:ext>
            </a:extLst>
          </p:cNvPr>
          <p:cNvSpPr>
            <a:spLocks noChangeShapeType="1"/>
          </p:cNvSpPr>
          <p:nvPr/>
        </p:nvSpPr>
        <p:spPr bwMode="auto">
          <a:xfrm>
            <a:off x="5969000" y="57102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72" name="Rectangle 136">
            <a:extLst>
              <a:ext uri="{FF2B5EF4-FFF2-40B4-BE49-F238E27FC236}">
                <a16:creationId xmlns:a16="http://schemas.microsoft.com/office/drawing/2014/main" id="{15A9E696-C643-229F-5A75-858806C95075}"/>
              </a:ext>
            </a:extLst>
          </p:cNvPr>
          <p:cNvSpPr>
            <a:spLocks noChangeArrowheads="1"/>
          </p:cNvSpPr>
          <p:nvPr/>
        </p:nvSpPr>
        <p:spPr bwMode="auto">
          <a:xfrm>
            <a:off x="6770688" y="564356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12773" name="Group 137">
            <a:extLst>
              <a:ext uri="{FF2B5EF4-FFF2-40B4-BE49-F238E27FC236}">
                <a16:creationId xmlns:a16="http://schemas.microsoft.com/office/drawing/2014/main" id="{1DAFB19C-AD6E-F752-6696-BA6A747C978E}"/>
              </a:ext>
            </a:extLst>
          </p:cNvPr>
          <p:cNvGrpSpPr>
            <a:grpSpLocks/>
          </p:cNvGrpSpPr>
          <p:nvPr/>
        </p:nvGrpSpPr>
        <p:grpSpPr bwMode="auto">
          <a:xfrm>
            <a:off x="6845300" y="5634038"/>
            <a:ext cx="515938" cy="458787"/>
            <a:chOff x="4312" y="3280"/>
            <a:chExt cx="325" cy="289"/>
          </a:xfrm>
        </p:grpSpPr>
        <p:sp>
          <p:nvSpPr>
            <p:cNvPr id="112774" name="Freeform 138">
              <a:extLst>
                <a:ext uri="{FF2B5EF4-FFF2-40B4-BE49-F238E27FC236}">
                  <a16:creationId xmlns:a16="http://schemas.microsoft.com/office/drawing/2014/main" id="{94497BA7-31D3-3EA5-6BB8-FBB20612D332}"/>
                </a:ext>
              </a:extLst>
            </p:cNvPr>
            <p:cNvSpPr>
              <a:spLocks noChangeArrowheads="1"/>
            </p:cNvSpPr>
            <p:nvPr/>
          </p:nvSpPr>
          <p:spPr bwMode="auto">
            <a:xfrm>
              <a:off x="4312" y="3280"/>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75" name="Freeform 139">
              <a:extLst>
                <a:ext uri="{FF2B5EF4-FFF2-40B4-BE49-F238E27FC236}">
                  <a16:creationId xmlns:a16="http://schemas.microsoft.com/office/drawing/2014/main" id="{F756CAE6-CD51-8F04-00BE-B08D187DC3E6}"/>
                </a:ext>
              </a:extLst>
            </p:cNvPr>
            <p:cNvSpPr>
              <a:spLocks noChangeArrowheads="1"/>
            </p:cNvSpPr>
            <p:nvPr/>
          </p:nvSpPr>
          <p:spPr bwMode="auto">
            <a:xfrm>
              <a:off x="4473" y="3280"/>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2776" name="Rectangle 140">
            <a:extLst>
              <a:ext uri="{FF2B5EF4-FFF2-40B4-BE49-F238E27FC236}">
                <a16:creationId xmlns:a16="http://schemas.microsoft.com/office/drawing/2014/main" id="{82B4BFFB-53A7-1B3B-4A94-7CC08E5AA594}"/>
              </a:ext>
            </a:extLst>
          </p:cNvPr>
          <p:cNvSpPr>
            <a:spLocks noChangeArrowheads="1"/>
          </p:cNvSpPr>
          <p:nvPr/>
        </p:nvSpPr>
        <p:spPr bwMode="auto">
          <a:xfrm>
            <a:off x="7551738" y="56435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12777" name="Group 141">
            <a:extLst>
              <a:ext uri="{FF2B5EF4-FFF2-40B4-BE49-F238E27FC236}">
                <a16:creationId xmlns:a16="http://schemas.microsoft.com/office/drawing/2014/main" id="{DEA9E357-5239-B848-DDD9-97E8F69EB223}"/>
              </a:ext>
            </a:extLst>
          </p:cNvPr>
          <p:cNvGrpSpPr>
            <a:grpSpLocks/>
          </p:cNvGrpSpPr>
          <p:nvPr/>
        </p:nvGrpSpPr>
        <p:grpSpPr bwMode="auto">
          <a:xfrm>
            <a:off x="7588250" y="5634038"/>
            <a:ext cx="450850" cy="458787"/>
            <a:chOff x="4780" y="3280"/>
            <a:chExt cx="284" cy="289"/>
          </a:xfrm>
        </p:grpSpPr>
        <p:sp>
          <p:nvSpPr>
            <p:cNvPr id="112778" name="Freeform 142">
              <a:extLst>
                <a:ext uri="{FF2B5EF4-FFF2-40B4-BE49-F238E27FC236}">
                  <a16:creationId xmlns:a16="http://schemas.microsoft.com/office/drawing/2014/main" id="{868E5DA1-7670-E7E9-3A02-5AAFC4D9FB65}"/>
                </a:ext>
              </a:extLst>
            </p:cNvPr>
            <p:cNvSpPr>
              <a:spLocks noChangeArrowheads="1"/>
            </p:cNvSpPr>
            <p:nvPr/>
          </p:nvSpPr>
          <p:spPr bwMode="auto">
            <a:xfrm>
              <a:off x="4780" y="3280"/>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79" name="Freeform 143">
              <a:extLst>
                <a:ext uri="{FF2B5EF4-FFF2-40B4-BE49-F238E27FC236}">
                  <a16:creationId xmlns:a16="http://schemas.microsoft.com/office/drawing/2014/main" id="{D8B0B5D7-5106-9C8D-7C4A-F0689132FDD1}"/>
                </a:ext>
              </a:extLst>
            </p:cNvPr>
            <p:cNvSpPr>
              <a:spLocks noChangeArrowheads="1"/>
            </p:cNvSpPr>
            <p:nvPr/>
          </p:nvSpPr>
          <p:spPr bwMode="auto">
            <a:xfrm>
              <a:off x="4921" y="3280"/>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2780" name="Line 144">
            <a:extLst>
              <a:ext uri="{FF2B5EF4-FFF2-40B4-BE49-F238E27FC236}">
                <a16:creationId xmlns:a16="http://schemas.microsoft.com/office/drawing/2014/main" id="{70E3BA9C-DA5D-E257-75B1-8913499A5F64}"/>
              </a:ext>
            </a:extLst>
          </p:cNvPr>
          <p:cNvSpPr>
            <a:spLocks noChangeShapeType="1"/>
          </p:cNvSpPr>
          <p:nvPr/>
        </p:nvSpPr>
        <p:spPr bwMode="auto">
          <a:xfrm>
            <a:off x="7348538" y="58626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81" name="Line 145">
            <a:extLst>
              <a:ext uri="{FF2B5EF4-FFF2-40B4-BE49-F238E27FC236}">
                <a16:creationId xmlns:a16="http://schemas.microsoft.com/office/drawing/2014/main" id="{C74D5B03-BD5D-4C27-C63E-6739E59406FA}"/>
              </a:ext>
            </a:extLst>
          </p:cNvPr>
          <p:cNvSpPr>
            <a:spLocks noChangeShapeType="1"/>
          </p:cNvSpPr>
          <p:nvPr/>
        </p:nvSpPr>
        <p:spPr bwMode="auto">
          <a:xfrm>
            <a:off x="6580188" y="58626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82" name="Freeform 146">
            <a:extLst>
              <a:ext uri="{FF2B5EF4-FFF2-40B4-BE49-F238E27FC236}">
                <a16:creationId xmlns:a16="http://schemas.microsoft.com/office/drawing/2014/main" id="{FD54BCC2-4CFB-1547-77F5-3673EB9E69DD}"/>
              </a:ext>
            </a:extLst>
          </p:cNvPr>
          <p:cNvSpPr>
            <a:spLocks noChangeArrowheads="1"/>
          </p:cNvSpPr>
          <p:nvPr/>
        </p:nvSpPr>
        <p:spPr bwMode="auto">
          <a:xfrm>
            <a:off x="6778625" y="58626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2783" name="Line 147">
            <a:extLst>
              <a:ext uri="{FF2B5EF4-FFF2-40B4-BE49-F238E27FC236}">
                <a16:creationId xmlns:a16="http://schemas.microsoft.com/office/drawing/2014/main" id="{F83E496C-20E1-18E4-5B56-65659CE3D2AC}"/>
              </a:ext>
            </a:extLst>
          </p:cNvPr>
          <p:cNvSpPr>
            <a:spLocks noChangeShapeType="1"/>
          </p:cNvSpPr>
          <p:nvPr/>
        </p:nvSpPr>
        <p:spPr bwMode="auto">
          <a:xfrm>
            <a:off x="5969000" y="60150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84" name="Freeform 148">
            <a:extLst>
              <a:ext uri="{FF2B5EF4-FFF2-40B4-BE49-F238E27FC236}">
                <a16:creationId xmlns:a16="http://schemas.microsoft.com/office/drawing/2014/main" id="{E1D200F6-E7F2-E311-F3B2-9887590B8E84}"/>
              </a:ext>
            </a:extLst>
          </p:cNvPr>
          <p:cNvSpPr>
            <a:spLocks noChangeArrowheads="1"/>
          </p:cNvSpPr>
          <p:nvPr/>
        </p:nvSpPr>
        <p:spPr bwMode="auto">
          <a:xfrm>
            <a:off x="6161088" y="58547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1765" name="Rectangle 149">
            <a:extLst>
              <a:ext uri="{FF2B5EF4-FFF2-40B4-BE49-F238E27FC236}">
                <a16:creationId xmlns:a16="http://schemas.microsoft.com/office/drawing/2014/main" id="{8DE363C2-EC6A-E53F-8C21-EDEA0EAB47E9}"/>
              </a:ext>
            </a:extLst>
          </p:cNvPr>
          <p:cNvSpPr>
            <a:spLocks noChangeArrowheads="1"/>
          </p:cNvSpPr>
          <p:nvPr/>
        </p:nvSpPr>
        <p:spPr bwMode="auto">
          <a:xfrm>
            <a:off x="506413" y="1320800"/>
            <a:ext cx="7507287"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zh-CN" altLang="en-US" sz="2000">
                <a:solidFill>
                  <a:srgbClr val="CC0000"/>
                </a:solidFill>
                <a:latin typeface="微软雅黑" panose="020B0503020204020204" pitchFamily="34" charset="-122"/>
                <a:ea typeface="微软雅黑" panose="020B0503020204020204" pitchFamily="34" charset="-122"/>
              </a:rPr>
              <a:t>将</a:t>
            </a:r>
            <a:r>
              <a:rPr lang="en-US" altLang="zh-CN" sz="2000">
                <a:solidFill>
                  <a:schemeClr val="accent2"/>
                </a:solidFill>
                <a:latin typeface="微软雅黑" panose="020B0503020204020204" pitchFamily="34" charset="-122"/>
                <a:ea typeface="微软雅黑" panose="020B0503020204020204" pitchFamily="34" charset="-122"/>
              </a:rPr>
              <a:t>Instruction Memory (Im)</a:t>
            </a:r>
            <a:r>
              <a:rPr lang="en-US" altLang="zh-CN" sz="2000">
                <a:solidFill>
                  <a:srgbClr val="CC0000"/>
                </a:solidFill>
                <a:latin typeface="微软雅黑" panose="020B0503020204020204" pitchFamily="34" charset="-122"/>
                <a:ea typeface="微软雅黑" panose="020B0503020204020204" pitchFamily="34" charset="-122"/>
              </a:rPr>
              <a:t> </a:t>
            </a:r>
            <a:r>
              <a:rPr lang="zh-CN" altLang="en-US" sz="2000">
                <a:solidFill>
                  <a:srgbClr val="CC0000"/>
                </a:solidFill>
                <a:latin typeface="微软雅黑" panose="020B0503020204020204" pitchFamily="34" charset="-122"/>
                <a:ea typeface="微软雅黑" panose="020B0503020204020204" pitchFamily="34" charset="-122"/>
              </a:rPr>
              <a:t>和 </a:t>
            </a:r>
            <a:r>
              <a:rPr lang="en-US" altLang="zh-CN" sz="2000">
                <a:solidFill>
                  <a:schemeClr val="accent2"/>
                </a:solidFill>
                <a:latin typeface="微软雅黑" panose="020B0503020204020204" pitchFamily="34" charset="-122"/>
                <a:ea typeface="微软雅黑" panose="020B0503020204020204" pitchFamily="34" charset="-122"/>
              </a:rPr>
              <a:t>Data Memory (Dm)</a:t>
            </a:r>
            <a:r>
              <a:rPr lang="zh-CN" altLang="en-US" sz="2000">
                <a:solidFill>
                  <a:srgbClr val="CC0000"/>
                </a:solidFill>
                <a:latin typeface="微软雅黑" panose="020B0503020204020204" pitchFamily="34" charset="-122"/>
                <a:ea typeface="微软雅黑" panose="020B0503020204020204" pitchFamily="34" charset="-122"/>
              </a:rPr>
              <a:t>分开</a:t>
            </a:r>
          </a:p>
          <a:p>
            <a:pPr eaLnBrk="0" hangingPunct="0"/>
            <a:r>
              <a:rPr lang="zh-CN" altLang="en-US" sz="2000">
                <a:solidFill>
                  <a:srgbClr val="CC0000"/>
                </a:solidFill>
                <a:latin typeface="微软雅黑" panose="020B0503020204020204" pitchFamily="34" charset="-122"/>
                <a:ea typeface="微软雅黑" panose="020B0503020204020204" pitchFamily="34" charset="-122"/>
              </a:rPr>
              <a:t>将</a:t>
            </a:r>
            <a:r>
              <a:rPr lang="zh-CN" altLang="en-US" sz="2000">
                <a:solidFill>
                  <a:schemeClr val="accent2"/>
                </a:solidFill>
                <a:latin typeface="微软雅黑" panose="020B0503020204020204" pitchFamily="34" charset="-122"/>
                <a:ea typeface="微软雅黑" panose="020B0503020204020204" pitchFamily="34" charset="-122"/>
              </a:rPr>
              <a:t>寄存器读口</a:t>
            </a:r>
            <a:r>
              <a:rPr lang="zh-CN" altLang="en-US" sz="2000">
                <a:solidFill>
                  <a:srgbClr val="CC0000"/>
                </a:solidFill>
                <a:latin typeface="微软雅黑" panose="020B0503020204020204" pitchFamily="34" charset="-122"/>
                <a:ea typeface="微软雅黑" panose="020B0503020204020204" pitchFamily="34" charset="-122"/>
              </a:rPr>
              <a:t>和</a:t>
            </a:r>
            <a:r>
              <a:rPr lang="zh-CN" altLang="en-US" sz="2000">
                <a:solidFill>
                  <a:schemeClr val="accent2"/>
                </a:solidFill>
                <a:latin typeface="微软雅黑" panose="020B0503020204020204" pitchFamily="34" charset="-122"/>
                <a:ea typeface="微软雅黑" panose="020B0503020204020204" pitchFamily="34" charset="-122"/>
              </a:rPr>
              <a:t>写口</a:t>
            </a:r>
            <a:r>
              <a:rPr lang="zh-CN" altLang="en-US" sz="2000">
                <a:solidFill>
                  <a:srgbClr val="CC0000"/>
                </a:solidFill>
                <a:latin typeface="微软雅黑" panose="020B0503020204020204" pitchFamily="34" charset="-122"/>
                <a:ea typeface="微软雅黑" panose="020B0503020204020204" pitchFamily="34" charset="-122"/>
              </a:rPr>
              <a:t>独立开来</a:t>
            </a:r>
          </a:p>
        </p:txBody>
      </p:sp>
      <p:sp>
        <p:nvSpPr>
          <p:cNvPr id="112786" name="Rectangle 150">
            <a:extLst>
              <a:ext uri="{FF2B5EF4-FFF2-40B4-BE49-F238E27FC236}">
                <a16:creationId xmlns:a16="http://schemas.microsoft.com/office/drawing/2014/main" id="{9CC6DA03-8814-1066-42D7-22E4C2EFA1F3}"/>
              </a:ext>
            </a:extLst>
          </p:cNvPr>
          <p:cNvSpPr>
            <a:spLocks noChangeArrowheads="1"/>
          </p:cNvSpPr>
          <p:nvPr/>
        </p:nvSpPr>
        <p:spPr bwMode="auto">
          <a:xfrm>
            <a:off x="4094163" y="4938713"/>
            <a:ext cx="527050" cy="438150"/>
          </a:xfrm>
          <a:prstGeom prst="rect">
            <a:avLst/>
          </a:prstGeom>
          <a:solidFill>
            <a:schemeClr val="accent1"/>
          </a:solidFill>
          <a:ln w="12700">
            <a:solidFill>
              <a:schemeClr val="tx1"/>
            </a:solidFill>
            <a:miter lim="800000"/>
            <a:headEnd/>
            <a:tailEnd/>
          </a:ln>
        </p:spPr>
        <p:txBody>
          <a:bodyPr lIns="90488" tIns="90000" rIns="90488" bIns="90000">
            <a:spAutoFit/>
          </a:bodyPr>
          <a:lstStyle/>
          <a:p>
            <a:pPr eaLnBrk="0" hangingPunct="0"/>
            <a:r>
              <a:rPr lang="en-US" altLang="zh-CN">
                <a:ea typeface="宋体" panose="02010600030101010101" pitchFamily="2" charset="-122"/>
              </a:rPr>
              <a:t>Im</a:t>
            </a:r>
          </a:p>
        </p:txBody>
      </p:sp>
      <p:sp>
        <p:nvSpPr>
          <p:cNvPr id="111767" name="Rectangle 151">
            <a:extLst>
              <a:ext uri="{FF2B5EF4-FFF2-40B4-BE49-F238E27FC236}">
                <a16:creationId xmlns:a16="http://schemas.microsoft.com/office/drawing/2014/main" id="{4F0F6C57-2C04-AA7D-5A11-F1205FB10015}"/>
              </a:ext>
            </a:extLst>
          </p:cNvPr>
          <p:cNvSpPr>
            <a:spLocks noChangeArrowheads="1"/>
          </p:cNvSpPr>
          <p:nvPr/>
        </p:nvSpPr>
        <p:spPr bwMode="auto">
          <a:xfrm>
            <a:off x="452438" y="649288"/>
            <a:ext cx="84026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2000">
                <a:solidFill>
                  <a:srgbClr val="008000"/>
                </a:solidFill>
                <a:latin typeface="微软雅黑" panose="020B0503020204020204" pitchFamily="34" charset="-122"/>
                <a:ea typeface="微软雅黑" panose="020B0503020204020204" pitchFamily="34" charset="-122"/>
              </a:rPr>
              <a:t>为了避免结构冒险，规定流水线数据通路中功能部件的设置原则为：</a:t>
            </a:r>
          </a:p>
          <a:p>
            <a:pPr eaLnBrk="0" hangingPunct="0"/>
            <a:r>
              <a:rPr lang="zh-CN" altLang="en-US" sz="2000">
                <a:solidFill>
                  <a:srgbClr val="CC0000"/>
                </a:solidFill>
                <a:latin typeface="微软雅黑" panose="020B0503020204020204" pitchFamily="34" charset="-122"/>
                <a:ea typeface="微软雅黑" panose="020B0503020204020204" pitchFamily="34" charset="-122"/>
              </a:rPr>
              <a:t>每个部件在特定的阶段被用！（如：</a:t>
            </a:r>
            <a:r>
              <a:rPr lang="en-US" altLang="zh-CN" sz="2000">
                <a:solidFill>
                  <a:srgbClr val="CC0000"/>
                </a:solidFill>
                <a:latin typeface="微软雅黑" panose="020B0503020204020204" pitchFamily="34" charset="-122"/>
                <a:ea typeface="微软雅黑" panose="020B0503020204020204" pitchFamily="34" charset="-122"/>
              </a:rPr>
              <a:t>ALU</a:t>
            </a:r>
            <a:r>
              <a:rPr lang="zh-CN" altLang="en-US" sz="2000">
                <a:solidFill>
                  <a:srgbClr val="CC0000"/>
                </a:solidFill>
                <a:latin typeface="微软雅黑" panose="020B0503020204020204" pitchFamily="34" charset="-122"/>
                <a:ea typeface="微软雅黑" panose="020B0503020204020204" pitchFamily="34" charset="-122"/>
              </a:rPr>
              <a:t>总在第三阶段被用！）</a:t>
            </a:r>
          </a:p>
        </p:txBody>
      </p:sp>
      <p:sp>
        <p:nvSpPr>
          <p:cNvPr id="112788" name="Freeform 153">
            <a:extLst>
              <a:ext uri="{FF2B5EF4-FFF2-40B4-BE49-F238E27FC236}">
                <a16:creationId xmlns:a16="http://schemas.microsoft.com/office/drawing/2014/main" id="{C1E3BF9C-94C1-7362-CF15-E3563703E46A}"/>
              </a:ext>
            </a:extLst>
          </p:cNvPr>
          <p:cNvSpPr>
            <a:spLocks noChangeArrowheads="1"/>
          </p:cNvSpPr>
          <p:nvPr/>
        </p:nvSpPr>
        <p:spPr bwMode="auto">
          <a:xfrm>
            <a:off x="5551488" y="3498850"/>
            <a:ext cx="225425" cy="458788"/>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2789" name="Rectangle 62">
            <a:extLst>
              <a:ext uri="{FF2B5EF4-FFF2-40B4-BE49-F238E27FC236}">
                <a16:creationId xmlns:a16="http://schemas.microsoft.com/office/drawing/2014/main" id="{45FB52C0-4576-1065-3815-FA5E6F93F518}"/>
              </a:ext>
            </a:extLst>
          </p:cNvPr>
          <p:cNvSpPr>
            <a:spLocks noChangeArrowheads="1"/>
          </p:cNvSpPr>
          <p:nvPr/>
        </p:nvSpPr>
        <p:spPr bwMode="auto">
          <a:xfrm>
            <a:off x="5518150" y="350996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11771" name="Text Box 155">
            <a:extLst>
              <a:ext uri="{FF2B5EF4-FFF2-40B4-BE49-F238E27FC236}">
                <a16:creationId xmlns:a16="http://schemas.microsoft.com/office/drawing/2014/main" id="{9806424B-FB63-1664-38D0-5C9FBE8795A6}"/>
              </a:ext>
            </a:extLst>
          </p:cNvPr>
          <p:cNvSpPr txBox="1">
            <a:spLocks noChangeArrowheads="1"/>
          </p:cNvSpPr>
          <p:nvPr/>
        </p:nvSpPr>
        <p:spPr bwMode="auto">
          <a:xfrm>
            <a:off x="7772400" y="3898900"/>
            <a:ext cx="1003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a:ea typeface="宋体" panose="02010600030101010101" pitchFamily="2" charset="-122"/>
                <a:hlinkClick r:id="rId3" action="ppaction://hlinksldjump"/>
              </a:rPr>
              <a:t>BACK</a:t>
            </a:r>
            <a:endParaRPr lang="en-US" altLang="zh-CN">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1767">
                                            <p:txEl>
                                              <p:pRg st="0" end="0"/>
                                            </p:txEl>
                                          </p:spTgt>
                                        </p:tgtEl>
                                        <p:attrNameLst>
                                          <p:attrName>style.visibility</p:attrName>
                                        </p:attrNameLst>
                                      </p:cBhvr>
                                      <p:to>
                                        <p:strVal val="visible"/>
                                      </p:to>
                                    </p:set>
                                    <p:animEffect transition="in" filter="blinds(horizontal)">
                                      <p:cBhvr>
                                        <p:cTn id="7" dur="500"/>
                                        <p:tgtEl>
                                          <p:spTgt spid="1117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11767">
                                            <p:txEl>
                                              <p:pRg st="1" end="1"/>
                                            </p:txEl>
                                          </p:spTgt>
                                        </p:tgtEl>
                                        <p:attrNameLst>
                                          <p:attrName>style.visibility</p:attrName>
                                        </p:attrNameLst>
                                      </p:cBhvr>
                                      <p:to>
                                        <p:strVal val="visible"/>
                                      </p:to>
                                    </p:set>
                                    <p:animEffect transition="in" filter="blinds(horizontal)">
                                      <p:cBhvr>
                                        <p:cTn id="12" dur="500"/>
                                        <p:tgtEl>
                                          <p:spTgt spid="1117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11765">
                                            <p:txEl>
                                              <p:pRg st="0" end="0"/>
                                            </p:txEl>
                                          </p:spTgt>
                                        </p:tgtEl>
                                        <p:attrNameLst>
                                          <p:attrName>style.visibility</p:attrName>
                                        </p:attrNameLst>
                                      </p:cBhvr>
                                      <p:to>
                                        <p:strVal val="visible"/>
                                      </p:to>
                                    </p:set>
                                    <p:animEffect transition="in" filter="blinds(horizontal)">
                                      <p:cBhvr>
                                        <p:cTn id="17" dur="500"/>
                                        <p:tgtEl>
                                          <p:spTgt spid="11176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11765">
                                            <p:txEl>
                                              <p:pRg st="1" end="1"/>
                                            </p:txEl>
                                          </p:spTgt>
                                        </p:tgtEl>
                                        <p:attrNameLst>
                                          <p:attrName>style.visibility</p:attrName>
                                        </p:attrNameLst>
                                      </p:cBhvr>
                                      <p:to>
                                        <p:strVal val="visible"/>
                                      </p:to>
                                    </p:set>
                                    <p:animEffect transition="in" filter="blinds(horizontal)">
                                      <p:cBhvr>
                                        <p:cTn id="22" dur="500"/>
                                        <p:tgtEl>
                                          <p:spTgt spid="111765">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1771"/>
                                        </p:tgtEl>
                                        <p:attrNameLst>
                                          <p:attrName>style.visibility</p:attrName>
                                        </p:attrNameLst>
                                      </p:cBhvr>
                                      <p:to>
                                        <p:strVal val="visible"/>
                                      </p:to>
                                    </p:set>
                                    <p:animEffect transition="in" filter="blinds(horizontal)">
                                      <p:cBhvr>
                                        <p:cTn id="27" dur="500"/>
                                        <p:tgtEl>
                                          <p:spTgt spid="111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77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33017348-055E-EB03-E676-F24ECFD3EA4D}"/>
              </a:ext>
            </a:extLst>
          </p:cNvPr>
          <p:cNvSpPr>
            <a:spLocks noGrp="1" noChangeArrowheads="1"/>
          </p:cNvSpPr>
          <p:nvPr>
            <p:ph type="title"/>
          </p:nvPr>
        </p:nvSpPr>
        <p:spPr>
          <a:xfrm>
            <a:off x="742950" y="185738"/>
            <a:ext cx="4973638" cy="368300"/>
          </a:xfrm>
        </p:spPr>
        <p:txBody>
          <a:bodyPr/>
          <a:lstStyle/>
          <a:p>
            <a:r>
              <a:rPr lang="en-US" altLang="zh-CN">
                <a:ea typeface="宋体" panose="02010600030101010101" pitchFamily="2" charset="-122"/>
              </a:rPr>
              <a:t>Data Hazard</a:t>
            </a:r>
            <a:r>
              <a:rPr lang="zh-CN" altLang="en-US">
                <a:ea typeface="宋体" panose="02010600030101010101" pitchFamily="2" charset="-122"/>
              </a:rPr>
              <a:t>现象</a:t>
            </a:r>
          </a:p>
        </p:txBody>
      </p:sp>
      <p:sp>
        <p:nvSpPr>
          <p:cNvPr id="114690" name="Rectangle 3">
            <a:extLst>
              <a:ext uri="{FF2B5EF4-FFF2-40B4-BE49-F238E27FC236}">
                <a16:creationId xmlns:a16="http://schemas.microsoft.com/office/drawing/2014/main" id="{95B8F32E-6C5C-74E0-6F0D-E037C6BAB1C8}"/>
              </a:ext>
            </a:extLst>
          </p:cNvPr>
          <p:cNvSpPr>
            <a:spLocks noChangeArrowheads="1"/>
          </p:cNvSpPr>
          <p:nvPr/>
        </p:nvSpPr>
        <p:spPr bwMode="auto">
          <a:xfrm>
            <a:off x="487363" y="1722438"/>
            <a:ext cx="19256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400">
                <a:latin typeface="Arial" panose="020B0604020202020204" pitchFamily="34" charset="0"/>
                <a:ea typeface="宋体" panose="02010600030101010101" pitchFamily="2" charset="-122"/>
              </a:rPr>
              <a:t>add </a:t>
            </a:r>
            <a:r>
              <a:rPr lang="en-US" altLang="zh-CN" sz="2400" u="sng">
                <a:solidFill>
                  <a:schemeClr val="accent1"/>
                </a:solidFill>
                <a:latin typeface="Arial" panose="020B0604020202020204" pitchFamily="34" charset="0"/>
                <a:ea typeface="宋体" panose="02010600030101010101" pitchFamily="2" charset="-122"/>
              </a:rPr>
              <a:t>r1</a:t>
            </a:r>
            <a:r>
              <a:rPr lang="en-US" altLang="zh-CN" sz="2400">
                <a:solidFill>
                  <a:schemeClr val="hlink"/>
                </a:solidFill>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,r2,r3</a:t>
            </a:r>
          </a:p>
        </p:txBody>
      </p:sp>
      <p:sp>
        <p:nvSpPr>
          <p:cNvPr id="114691" name="Rectangle 4">
            <a:extLst>
              <a:ext uri="{FF2B5EF4-FFF2-40B4-BE49-F238E27FC236}">
                <a16:creationId xmlns:a16="http://schemas.microsoft.com/office/drawing/2014/main" id="{5CD86235-C5A6-362D-2993-5C73041F4AD4}"/>
              </a:ext>
            </a:extLst>
          </p:cNvPr>
          <p:cNvSpPr>
            <a:spLocks noChangeArrowheads="1"/>
          </p:cNvSpPr>
          <p:nvPr/>
        </p:nvSpPr>
        <p:spPr bwMode="auto">
          <a:xfrm>
            <a:off x="461963" y="2293938"/>
            <a:ext cx="20097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400">
                <a:latin typeface="Arial" panose="020B0604020202020204" pitchFamily="34" charset="0"/>
                <a:ea typeface="宋体" panose="02010600030101010101" pitchFamily="2" charset="-122"/>
              </a:rPr>
              <a:t>sub r4, </a:t>
            </a:r>
            <a:r>
              <a:rPr lang="en-US" altLang="zh-CN" sz="2400" u="sng">
                <a:solidFill>
                  <a:schemeClr val="accent1"/>
                </a:solidFill>
                <a:latin typeface="Arial" panose="020B0604020202020204" pitchFamily="34" charset="0"/>
                <a:ea typeface="宋体" panose="02010600030101010101" pitchFamily="2" charset="-122"/>
              </a:rPr>
              <a:t>r1</a:t>
            </a:r>
            <a:r>
              <a:rPr lang="en-US" altLang="zh-CN" sz="2400">
                <a:solidFill>
                  <a:schemeClr val="hlink"/>
                </a:solidFill>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,r3</a:t>
            </a:r>
          </a:p>
        </p:txBody>
      </p:sp>
      <p:sp>
        <p:nvSpPr>
          <p:cNvPr id="114692" name="Rectangle 5">
            <a:extLst>
              <a:ext uri="{FF2B5EF4-FFF2-40B4-BE49-F238E27FC236}">
                <a16:creationId xmlns:a16="http://schemas.microsoft.com/office/drawing/2014/main" id="{3374C2B8-877A-989D-CCE0-F78ADE60F291}"/>
              </a:ext>
            </a:extLst>
          </p:cNvPr>
          <p:cNvSpPr>
            <a:spLocks noChangeArrowheads="1"/>
          </p:cNvSpPr>
          <p:nvPr/>
        </p:nvSpPr>
        <p:spPr bwMode="auto">
          <a:xfrm>
            <a:off x="436563" y="2903538"/>
            <a:ext cx="20097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400">
                <a:latin typeface="Arial" panose="020B0604020202020204" pitchFamily="34" charset="0"/>
                <a:ea typeface="宋体" panose="02010600030101010101" pitchFamily="2" charset="-122"/>
              </a:rPr>
              <a:t>and r6, </a:t>
            </a:r>
            <a:r>
              <a:rPr lang="en-US" altLang="zh-CN" sz="2400" u="sng">
                <a:solidFill>
                  <a:schemeClr val="accent1"/>
                </a:solidFill>
                <a:latin typeface="Arial" panose="020B0604020202020204" pitchFamily="34" charset="0"/>
                <a:ea typeface="宋体" panose="02010600030101010101" pitchFamily="2" charset="-122"/>
              </a:rPr>
              <a:t>r1</a:t>
            </a:r>
            <a:r>
              <a:rPr lang="en-US" altLang="zh-CN" sz="2400">
                <a:solidFill>
                  <a:schemeClr val="hlink"/>
                </a:solidFill>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,r7</a:t>
            </a:r>
          </a:p>
        </p:txBody>
      </p:sp>
      <p:sp>
        <p:nvSpPr>
          <p:cNvPr id="114693" name="Rectangle 6">
            <a:extLst>
              <a:ext uri="{FF2B5EF4-FFF2-40B4-BE49-F238E27FC236}">
                <a16:creationId xmlns:a16="http://schemas.microsoft.com/office/drawing/2014/main" id="{B349BA76-B323-23C8-4149-57DAB0BBCC2B}"/>
              </a:ext>
            </a:extLst>
          </p:cNvPr>
          <p:cNvSpPr>
            <a:spLocks noChangeArrowheads="1"/>
          </p:cNvSpPr>
          <p:nvPr/>
        </p:nvSpPr>
        <p:spPr bwMode="auto">
          <a:xfrm>
            <a:off x="461963" y="3475038"/>
            <a:ext cx="19415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400">
                <a:latin typeface="Arial" panose="020B0604020202020204" pitchFamily="34" charset="0"/>
                <a:ea typeface="宋体" panose="02010600030101010101" pitchFamily="2" charset="-122"/>
              </a:rPr>
              <a:t>or   r8, </a:t>
            </a:r>
            <a:r>
              <a:rPr lang="en-US" altLang="zh-CN" sz="2400" u="sng">
                <a:solidFill>
                  <a:schemeClr val="accent1"/>
                </a:solidFill>
                <a:latin typeface="Arial" panose="020B0604020202020204" pitchFamily="34" charset="0"/>
                <a:ea typeface="宋体" panose="02010600030101010101" pitchFamily="2" charset="-122"/>
              </a:rPr>
              <a:t>r1</a:t>
            </a:r>
            <a:r>
              <a:rPr lang="en-US" altLang="zh-CN" sz="2400">
                <a:solidFill>
                  <a:schemeClr val="hlink"/>
                </a:solidFill>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,r9</a:t>
            </a:r>
          </a:p>
        </p:txBody>
      </p:sp>
      <p:sp>
        <p:nvSpPr>
          <p:cNvPr id="114694" name="Rectangle 7">
            <a:extLst>
              <a:ext uri="{FF2B5EF4-FFF2-40B4-BE49-F238E27FC236}">
                <a16:creationId xmlns:a16="http://schemas.microsoft.com/office/drawing/2014/main" id="{FB65AE6B-B22A-2224-B528-A62E245E6612}"/>
              </a:ext>
            </a:extLst>
          </p:cNvPr>
          <p:cNvSpPr>
            <a:spLocks noChangeArrowheads="1"/>
          </p:cNvSpPr>
          <p:nvPr/>
        </p:nvSpPr>
        <p:spPr bwMode="auto">
          <a:xfrm>
            <a:off x="474663" y="4110038"/>
            <a:ext cx="236696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400">
                <a:latin typeface="Arial" panose="020B0604020202020204" pitchFamily="34" charset="0"/>
                <a:ea typeface="宋体" panose="02010600030101010101" pitchFamily="2" charset="-122"/>
              </a:rPr>
              <a:t>xor  r10, </a:t>
            </a:r>
            <a:r>
              <a:rPr lang="en-US" altLang="zh-CN" sz="2400" u="sng">
                <a:solidFill>
                  <a:schemeClr val="accent2"/>
                </a:solidFill>
                <a:latin typeface="Arial" panose="020B0604020202020204" pitchFamily="34" charset="0"/>
                <a:ea typeface="宋体" panose="02010600030101010101" pitchFamily="2" charset="-122"/>
              </a:rPr>
              <a:t>r1</a:t>
            </a:r>
            <a:r>
              <a:rPr lang="en-US" altLang="zh-CN" sz="2400">
                <a:solidFill>
                  <a:schemeClr val="accent1"/>
                </a:solidFill>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,r11</a:t>
            </a:r>
          </a:p>
        </p:txBody>
      </p:sp>
      <p:sp>
        <p:nvSpPr>
          <p:cNvPr id="113672" name="Text Box 8">
            <a:extLst>
              <a:ext uri="{FF2B5EF4-FFF2-40B4-BE49-F238E27FC236}">
                <a16:creationId xmlns:a16="http://schemas.microsoft.com/office/drawing/2014/main" id="{1735AAC0-22EB-54D5-42AE-FF687F9351B5}"/>
              </a:ext>
            </a:extLst>
          </p:cNvPr>
          <p:cNvSpPr txBox="1">
            <a:spLocks noChangeArrowheads="1"/>
          </p:cNvSpPr>
          <p:nvPr/>
        </p:nvSpPr>
        <p:spPr bwMode="auto">
          <a:xfrm>
            <a:off x="3752850" y="2112963"/>
            <a:ext cx="4019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20000"/>
              </a:spcBef>
            </a:pPr>
            <a:r>
              <a:rPr lang="zh-CN" altLang="en-US" sz="2000">
                <a:solidFill>
                  <a:srgbClr val="CC0000"/>
                </a:solidFill>
                <a:latin typeface="Arial" panose="020B0604020202020204" pitchFamily="34" charset="0"/>
                <a:ea typeface="黑体" panose="02010609060101010101" pitchFamily="49" charset="-122"/>
              </a:rPr>
              <a:t>想一下，哪条指令的</a:t>
            </a:r>
            <a:r>
              <a:rPr lang="en-US" altLang="zh-CN" sz="2000">
                <a:solidFill>
                  <a:srgbClr val="CC0000"/>
                </a:solidFill>
                <a:latin typeface="Arial" panose="020B0604020202020204" pitchFamily="34" charset="0"/>
                <a:ea typeface="黑体" panose="02010609060101010101" pitchFamily="49" charset="-122"/>
              </a:rPr>
              <a:t>r1</a:t>
            </a:r>
            <a:r>
              <a:rPr lang="zh-CN" altLang="en-US" sz="2000">
                <a:solidFill>
                  <a:srgbClr val="CC0000"/>
                </a:solidFill>
                <a:latin typeface="Arial" panose="020B0604020202020204" pitchFamily="34" charset="0"/>
                <a:ea typeface="黑体" panose="02010609060101010101" pitchFamily="49" charset="-122"/>
              </a:rPr>
              <a:t>是老的值？</a:t>
            </a:r>
          </a:p>
          <a:p>
            <a:pPr>
              <a:spcBef>
                <a:spcPct val="20000"/>
              </a:spcBef>
            </a:pPr>
            <a:r>
              <a:rPr lang="zh-CN" altLang="en-US" sz="2000">
                <a:solidFill>
                  <a:srgbClr val="CC0000"/>
                </a:solidFill>
                <a:latin typeface="Arial" panose="020B0604020202020204" pitchFamily="34" charset="0"/>
                <a:ea typeface="黑体" panose="02010609060101010101" pitchFamily="49" charset="-122"/>
              </a:rPr>
              <a:t>               哪条是新的值？</a:t>
            </a:r>
          </a:p>
        </p:txBody>
      </p:sp>
      <p:sp>
        <p:nvSpPr>
          <p:cNvPr id="113673" name="Text Box 9">
            <a:extLst>
              <a:ext uri="{FF2B5EF4-FFF2-40B4-BE49-F238E27FC236}">
                <a16:creationId xmlns:a16="http://schemas.microsoft.com/office/drawing/2014/main" id="{1C64D0A2-924A-6746-5697-2A7ADF9DEFD0}"/>
              </a:ext>
            </a:extLst>
          </p:cNvPr>
          <p:cNvSpPr txBox="1">
            <a:spLocks noChangeArrowheads="1"/>
          </p:cNvSpPr>
          <p:nvPr/>
        </p:nvSpPr>
        <p:spPr bwMode="auto">
          <a:xfrm>
            <a:off x="4002088" y="3081338"/>
            <a:ext cx="3921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ea typeface="黑体" panose="02010609060101010101" pitchFamily="49" charset="-122"/>
              </a:rPr>
              <a:t>画出流水线图能很清楚理解！</a:t>
            </a:r>
          </a:p>
        </p:txBody>
      </p:sp>
      <p:sp>
        <p:nvSpPr>
          <p:cNvPr id="114697" name="Text Box 10">
            <a:extLst>
              <a:ext uri="{FF2B5EF4-FFF2-40B4-BE49-F238E27FC236}">
                <a16:creationId xmlns:a16="http://schemas.microsoft.com/office/drawing/2014/main" id="{0840EB24-E8DA-B812-7B0D-A72AE00B9E6D}"/>
              </a:ext>
            </a:extLst>
          </p:cNvPr>
          <p:cNvSpPr txBox="1">
            <a:spLocks noChangeArrowheads="1"/>
          </p:cNvSpPr>
          <p:nvPr/>
        </p:nvSpPr>
        <p:spPr bwMode="auto">
          <a:xfrm>
            <a:off x="566738" y="782638"/>
            <a:ext cx="7464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latin typeface="微软雅黑" panose="020B0503020204020204" pitchFamily="34" charset="-122"/>
                <a:ea typeface="微软雅黑" panose="020B0503020204020204" pitchFamily="34" charset="-122"/>
              </a:rPr>
              <a:t>以下指令序列中，寄存器</a:t>
            </a:r>
            <a:r>
              <a:rPr lang="en-US" altLang="zh-CN" sz="2000">
                <a:latin typeface="微软雅黑" panose="020B0503020204020204" pitchFamily="34" charset="-122"/>
                <a:ea typeface="微软雅黑" panose="020B0503020204020204" pitchFamily="34" charset="-122"/>
              </a:rPr>
              <a:t>r1</a:t>
            </a:r>
            <a:r>
              <a:rPr lang="zh-CN" altLang="en-US" sz="2000">
                <a:latin typeface="微软雅黑" panose="020B0503020204020204" pitchFamily="34" charset="-122"/>
                <a:ea typeface="微软雅黑" panose="020B0503020204020204" pitchFamily="34" charset="-122"/>
              </a:rPr>
              <a:t>会发生数据冒险</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3672"/>
                                        </p:tgtEl>
                                        <p:attrNameLst>
                                          <p:attrName>style.visibility</p:attrName>
                                        </p:attrNameLst>
                                      </p:cBhvr>
                                      <p:to>
                                        <p:strVal val="visible"/>
                                      </p:to>
                                    </p:set>
                                    <p:animEffect transition="in" filter="checkerboard(across)">
                                      <p:cBhvr>
                                        <p:cTn id="7" dur="500"/>
                                        <p:tgtEl>
                                          <p:spTgt spid="1136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3673"/>
                                        </p:tgtEl>
                                        <p:attrNameLst>
                                          <p:attrName>style.visibility</p:attrName>
                                        </p:attrNameLst>
                                      </p:cBhvr>
                                      <p:to>
                                        <p:strVal val="visible"/>
                                      </p:to>
                                    </p:set>
                                    <p:animEffect transition="in" filter="checkerboard(across)">
                                      <p:cBhvr>
                                        <p:cTn id="12" dur="500"/>
                                        <p:tgtEl>
                                          <p:spTgt spid="113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2" grpId="0"/>
      <p:bldP spid="11367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Freeform 2">
            <a:extLst>
              <a:ext uri="{FF2B5EF4-FFF2-40B4-BE49-F238E27FC236}">
                <a16:creationId xmlns:a16="http://schemas.microsoft.com/office/drawing/2014/main" id="{C0786904-2354-6EA7-301C-70917BF7C48F}"/>
              </a:ext>
            </a:extLst>
          </p:cNvPr>
          <p:cNvSpPr>
            <a:spLocks noChangeArrowheads="1"/>
          </p:cNvSpPr>
          <p:nvPr/>
        </p:nvSpPr>
        <p:spPr bwMode="auto">
          <a:xfrm>
            <a:off x="5892800" y="185578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6738" name="Freeform 3">
            <a:extLst>
              <a:ext uri="{FF2B5EF4-FFF2-40B4-BE49-F238E27FC236}">
                <a16:creationId xmlns:a16="http://schemas.microsoft.com/office/drawing/2014/main" id="{4536A516-B4D4-6F3C-945A-EA73421DFB18}"/>
              </a:ext>
            </a:extLst>
          </p:cNvPr>
          <p:cNvSpPr>
            <a:spLocks noChangeArrowheads="1"/>
          </p:cNvSpPr>
          <p:nvPr/>
        </p:nvSpPr>
        <p:spPr bwMode="auto">
          <a:xfrm>
            <a:off x="4714875" y="256698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6739" name="Freeform 4">
            <a:extLst>
              <a:ext uri="{FF2B5EF4-FFF2-40B4-BE49-F238E27FC236}">
                <a16:creationId xmlns:a16="http://schemas.microsoft.com/office/drawing/2014/main" id="{A3DF05F5-FB25-BAA4-0679-44DE4DFB17CA}"/>
              </a:ext>
            </a:extLst>
          </p:cNvPr>
          <p:cNvSpPr>
            <a:spLocks noChangeArrowheads="1"/>
          </p:cNvSpPr>
          <p:nvPr/>
        </p:nvSpPr>
        <p:spPr bwMode="auto">
          <a:xfrm>
            <a:off x="5392738" y="327818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6740" name="Freeform 5">
            <a:extLst>
              <a:ext uri="{FF2B5EF4-FFF2-40B4-BE49-F238E27FC236}">
                <a16:creationId xmlns:a16="http://schemas.microsoft.com/office/drawing/2014/main" id="{6C68DEAA-50F4-A127-2C94-E0DE28052CA2}"/>
              </a:ext>
            </a:extLst>
          </p:cNvPr>
          <p:cNvSpPr>
            <a:spLocks noChangeArrowheads="1"/>
          </p:cNvSpPr>
          <p:nvPr/>
        </p:nvSpPr>
        <p:spPr bwMode="auto">
          <a:xfrm>
            <a:off x="6070600" y="398938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16741" name="Rectangle 6">
            <a:extLst>
              <a:ext uri="{FF2B5EF4-FFF2-40B4-BE49-F238E27FC236}">
                <a16:creationId xmlns:a16="http://schemas.microsoft.com/office/drawing/2014/main" id="{438110FC-37ED-6382-A9AC-288799489ED8}"/>
              </a:ext>
            </a:extLst>
          </p:cNvPr>
          <p:cNvSpPr>
            <a:spLocks noGrp="1" noChangeArrowheads="1"/>
          </p:cNvSpPr>
          <p:nvPr>
            <p:ph type="title"/>
          </p:nvPr>
        </p:nvSpPr>
        <p:spPr>
          <a:xfrm>
            <a:off x="800100" y="228600"/>
            <a:ext cx="2719388" cy="368300"/>
          </a:xfrm>
        </p:spPr>
        <p:txBody>
          <a:bodyPr wrap="none"/>
          <a:lstStyle/>
          <a:p>
            <a:r>
              <a:rPr lang="en-US" altLang="zh-CN">
                <a:ea typeface="宋体" panose="02010600030101010101" pitchFamily="2" charset="-122"/>
              </a:rPr>
              <a:t>Data Hazard on r1</a:t>
            </a:r>
            <a:endParaRPr lang="en-US" altLang="zh-CN" sz="1200" i="1">
              <a:ea typeface="宋体" panose="02010600030101010101" pitchFamily="2" charset="-122"/>
            </a:endParaRPr>
          </a:p>
        </p:txBody>
      </p:sp>
      <p:sp>
        <p:nvSpPr>
          <p:cNvPr id="116742" name="Rectangle 7">
            <a:extLst>
              <a:ext uri="{FF2B5EF4-FFF2-40B4-BE49-F238E27FC236}">
                <a16:creationId xmlns:a16="http://schemas.microsoft.com/office/drawing/2014/main" id="{B465D725-694E-4BA6-1604-B6EA9B63A437}"/>
              </a:ext>
            </a:extLst>
          </p:cNvPr>
          <p:cNvSpPr>
            <a:spLocks noChangeArrowheads="1"/>
          </p:cNvSpPr>
          <p:nvPr/>
        </p:nvSpPr>
        <p:spPr bwMode="auto">
          <a:xfrm>
            <a:off x="366713" y="2041525"/>
            <a:ext cx="358775"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1800" b="0" i="1">
                <a:latin typeface="Arial" panose="020B0604020202020204" pitchFamily="34" charset="0"/>
                <a:ea typeface="宋体" panose="02010600030101010101" pitchFamily="2" charset="-122"/>
              </a:rPr>
              <a:t>I</a:t>
            </a:r>
          </a:p>
          <a:p>
            <a:pPr algn="ctr"/>
            <a:r>
              <a:rPr lang="en-US" altLang="zh-CN" sz="1800" b="0" i="1">
                <a:latin typeface="Arial" panose="020B0604020202020204" pitchFamily="34" charset="0"/>
                <a:ea typeface="宋体" panose="02010600030101010101" pitchFamily="2" charset="-122"/>
              </a:rPr>
              <a:t>n</a:t>
            </a:r>
          </a:p>
          <a:p>
            <a:pPr algn="ctr"/>
            <a:r>
              <a:rPr lang="en-US" altLang="zh-CN" sz="1800" b="0" i="1">
                <a:latin typeface="Arial" panose="020B0604020202020204" pitchFamily="34" charset="0"/>
                <a:ea typeface="宋体" panose="02010600030101010101" pitchFamily="2" charset="-122"/>
              </a:rPr>
              <a:t>s</a:t>
            </a:r>
          </a:p>
          <a:p>
            <a:pPr algn="ctr"/>
            <a:r>
              <a:rPr lang="en-US" altLang="zh-CN" sz="1800" b="0" i="1">
                <a:latin typeface="Arial" panose="020B0604020202020204" pitchFamily="34" charset="0"/>
                <a:ea typeface="宋体" panose="02010600030101010101" pitchFamily="2" charset="-122"/>
              </a:rPr>
              <a:t>t</a:t>
            </a:r>
          </a:p>
          <a:p>
            <a:pPr algn="ctr"/>
            <a:r>
              <a:rPr lang="en-US" altLang="zh-CN" sz="1800" b="0" i="1">
                <a:latin typeface="Arial" panose="020B0604020202020204" pitchFamily="34" charset="0"/>
                <a:ea typeface="宋体" panose="02010600030101010101" pitchFamily="2" charset="-122"/>
              </a:rPr>
              <a:t>r.</a:t>
            </a:r>
          </a:p>
          <a:p>
            <a:pPr algn="ctr"/>
            <a:endParaRPr lang="en-US" altLang="zh-CN" sz="1800" b="0" i="1">
              <a:latin typeface="Arial" panose="020B0604020202020204" pitchFamily="34" charset="0"/>
              <a:ea typeface="宋体" panose="02010600030101010101" pitchFamily="2" charset="-122"/>
            </a:endParaRPr>
          </a:p>
          <a:p>
            <a:pPr algn="ctr"/>
            <a:r>
              <a:rPr lang="en-US" altLang="zh-CN" sz="1800" b="0" i="1">
                <a:latin typeface="Arial" panose="020B0604020202020204" pitchFamily="34" charset="0"/>
                <a:ea typeface="宋体" panose="02010600030101010101" pitchFamily="2" charset="-122"/>
              </a:rPr>
              <a:t>O</a:t>
            </a:r>
          </a:p>
          <a:p>
            <a:pPr algn="ctr"/>
            <a:r>
              <a:rPr lang="en-US" altLang="zh-CN" sz="1800" b="0" i="1">
                <a:latin typeface="Arial" panose="020B0604020202020204" pitchFamily="34" charset="0"/>
                <a:ea typeface="宋体" panose="02010600030101010101" pitchFamily="2" charset="-122"/>
              </a:rPr>
              <a:t>r</a:t>
            </a:r>
          </a:p>
          <a:p>
            <a:pPr algn="ctr"/>
            <a:r>
              <a:rPr lang="en-US" altLang="zh-CN" sz="1800" b="0" i="1">
                <a:latin typeface="Arial" panose="020B0604020202020204" pitchFamily="34" charset="0"/>
                <a:ea typeface="宋体" panose="02010600030101010101" pitchFamily="2" charset="-122"/>
              </a:rPr>
              <a:t>d</a:t>
            </a:r>
          </a:p>
          <a:p>
            <a:pPr algn="ctr"/>
            <a:r>
              <a:rPr lang="en-US" altLang="zh-CN" sz="1800" b="0" i="1">
                <a:latin typeface="Arial" panose="020B0604020202020204" pitchFamily="34" charset="0"/>
                <a:ea typeface="宋体" panose="02010600030101010101" pitchFamily="2" charset="-122"/>
              </a:rPr>
              <a:t>e</a:t>
            </a:r>
          </a:p>
          <a:p>
            <a:pPr algn="ctr"/>
            <a:r>
              <a:rPr lang="en-US" altLang="zh-CN" sz="1800" b="0" i="1">
                <a:latin typeface="Arial" panose="020B0604020202020204" pitchFamily="34" charset="0"/>
                <a:ea typeface="宋体" panose="02010600030101010101" pitchFamily="2" charset="-122"/>
              </a:rPr>
              <a:t>r</a:t>
            </a:r>
          </a:p>
        </p:txBody>
      </p:sp>
      <p:sp>
        <p:nvSpPr>
          <p:cNvPr id="116743" name="Line 8">
            <a:extLst>
              <a:ext uri="{FF2B5EF4-FFF2-40B4-BE49-F238E27FC236}">
                <a16:creationId xmlns:a16="http://schemas.microsoft.com/office/drawing/2014/main" id="{692A51EA-72F7-FF0D-DD08-4036DBE27632}"/>
              </a:ext>
            </a:extLst>
          </p:cNvPr>
          <p:cNvSpPr>
            <a:spLocks noChangeShapeType="1"/>
          </p:cNvSpPr>
          <p:nvPr/>
        </p:nvSpPr>
        <p:spPr bwMode="auto">
          <a:xfrm>
            <a:off x="850900" y="2032000"/>
            <a:ext cx="0" cy="323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6744" name="Line 9">
            <a:extLst>
              <a:ext uri="{FF2B5EF4-FFF2-40B4-BE49-F238E27FC236}">
                <a16:creationId xmlns:a16="http://schemas.microsoft.com/office/drawing/2014/main" id="{58243B2C-A312-B0C5-B02A-C2DDBBA583E4}"/>
              </a:ext>
            </a:extLst>
          </p:cNvPr>
          <p:cNvSpPr>
            <a:spLocks noChangeShapeType="1"/>
          </p:cNvSpPr>
          <p:nvPr/>
        </p:nvSpPr>
        <p:spPr bwMode="auto">
          <a:xfrm>
            <a:off x="2662238" y="1292225"/>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6745" name="Rectangle 10">
            <a:extLst>
              <a:ext uri="{FF2B5EF4-FFF2-40B4-BE49-F238E27FC236}">
                <a16:creationId xmlns:a16="http://schemas.microsoft.com/office/drawing/2014/main" id="{E3BAC34B-425D-A692-03FA-093E4CDD8B10}"/>
              </a:ext>
            </a:extLst>
          </p:cNvPr>
          <p:cNvSpPr>
            <a:spLocks noChangeArrowheads="1"/>
          </p:cNvSpPr>
          <p:nvPr/>
        </p:nvSpPr>
        <p:spPr bwMode="auto">
          <a:xfrm>
            <a:off x="2425700" y="901700"/>
            <a:ext cx="21240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800" b="0" i="1">
                <a:latin typeface="Arial" panose="020B0604020202020204" pitchFamily="34" charset="0"/>
                <a:ea typeface="宋体" panose="02010600030101010101" pitchFamily="2" charset="-122"/>
              </a:rPr>
              <a:t>Time (clock cycles)</a:t>
            </a:r>
          </a:p>
        </p:txBody>
      </p:sp>
      <p:sp>
        <p:nvSpPr>
          <p:cNvPr id="116746" name="Rectangle 11">
            <a:extLst>
              <a:ext uri="{FF2B5EF4-FFF2-40B4-BE49-F238E27FC236}">
                <a16:creationId xmlns:a16="http://schemas.microsoft.com/office/drawing/2014/main" id="{042CB3CE-B556-ADAC-2D5D-B9EDF3DE844B}"/>
              </a:ext>
            </a:extLst>
          </p:cNvPr>
          <p:cNvSpPr>
            <a:spLocks noChangeArrowheads="1"/>
          </p:cNvSpPr>
          <p:nvPr/>
        </p:nvSpPr>
        <p:spPr bwMode="auto">
          <a:xfrm>
            <a:off x="887413" y="185102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latin typeface="Arial" panose="020B0604020202020204" pitchFamily="34" charset="0"/>
                <a:ea typeface="宋体" panose="02010600030101010101" pitchFamily="2" charset="-122"/>
              </a:rPr>
              <a:t>add </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,r2,r3</a:t>
            </a:r>
          </a:p>
        </p:txBody>
      </p:sp>
      <p:sp>
        <p:nvSpPr>
          <p:cNvPr id="116747" name="Rectangle 12">
            <a:extLst>
              <a:ext uri="{FF2B5EF4-FFF2-40B4-BE49-F238E27FC236}">
                <a16:creationId xmlns:a16="http://schemas.microsoft.com/office/drawing/2014/main" id="{18062DA1-84BA-AA13-E758-0C545A1C565D}"/>
              </a:ext>
            </a:extLst>
          </p:cNvPr>
          <p:cNvSpPr>
            <a:spLocks noChangeArrowheads="1"/>
          </p:cNvSpPr>
          <p:nvPr/>
        </p:nvSpPr>
        <p:spPr bwMode="auto">
          <a:xfrm>
            <a:off x="862013" y="257492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latin typeface="Arial" panose="020B0604020202020204" pitchFamily="34" charset="0"/>
                <a:ea typeface="宋体" panose="02010600030101010101" pitchFamily="2" charset="-122"/>
              </a:rPr>
              <a:t>sub r4,</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,r3</a:t>
            </a:r>
          </a:p>
        </p:txBody>
      </p:sp>
      <p:sp>
        <p:nvSpPr>
          <p:cNvPr id="116748" name="Rectangle 13">
            <a:extLst>
              <a:ext uri="{FF2B5EF4-FFF2-40B4-BE49-F238E27FC236}">
                <a16:creationId xmlns:a16="http://schemas.microsoft.com/office/drawing/2014/main" id="{F572FA4F-B94F-2DD2-13C3-E6598C2E52C5}"/>
              </a:ext>
            </a:extLst>
          </p:cNvPr>
          <p:cNvSpPr>
            <a:spLocks noChangeArrowheads="1"/>
          </p:cNvSpPr>
          <p:nvPr/>
        </p:nvSpPr>
        <p:spPr bwMode="auto">
          <a:xfrm>
            <a:off x="836613" y="329882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latin typeface="Arial" panose="020B0604020202020204" pitchFamily="34" charset="0"/>
                <a:ea typeface="宋体" panose="02010600030101010101" pitchFamily="2" charset="-122"/>
              </a:rPr>
              <a:t>and r6,</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,r7</a:t>
            </a:r>
          </a:p>
        </p:txBody>
      </p:sp>
      <p:sp>
        <p:nvSpPr>
          <p:cNvPr id="116749" name="Rectangle 14">
            <a:extLst>
              <a:ext uri="{FF2B5EF4-FFF2-40B4-BE49-F238E27FC236}">
                <a16:creationId xmlns:a16="http://schemas.microsoft.com/office/drawing/2014/main" id="{96B18E78-E849-05B0-FFC8-2510D4E089BF}"/>
              </a:ext>
            </a:extLst>
          </p:cNvPr>
          <p:cNvSpPr>
            <a:spLocks noChangeArrowheads="1"/>
          </p:cNvSpPr>
          <p:nvPr/>
        </p:nvSpPr>
        <p:spPr bwMode="auto">
          <a:xfrm>
            <a:off x="811213" y="4022725"/>
            <a:ext cx="20383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latin typeface="Arial" panose="020B0604020202020204" pitchFamily="34" charset="0"/>
                <a:ea typeface="宋体" panose="02010600030101010101" pitchFamily="2" charset="-122"/>
              </a:rPr>
              <a:t>or   r8,</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,r9</a:t>
            </a:r>
          </a:p>
        </p:txBody>
      </p:sp>
      <p:sp>
        <p:nvSpPr>
          <p:cNvPr id="116750" name="Rectangle 15">
            <a:extLst>
              <a:ext uri="{FF2B5EF4-FFF2-40B4-BE49-F238E27FC236}">
                <a16:creationId xmlns:a16="http://schemas.microsoft.com/office/drawing/2014/main" id="{0EBCA0FA-5002-447E-321F-2FD04A60755D}"/>
              </a:ext>
            </a:extLst>
          </p:cNvPr>
          <p:cNvSpPr>
            <a:spLocks noChangeArrowheads="1"/>
          </p:cNvSpPr>
          <p:nvPr/>
        </p:nvSpPr>
        <p:spPr bwMode="auto">
          <a:xfrm>
            <a:off x="836613" y="4746625"/>
            <a:ext cx="24368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latin typeface="Arial" panose="020B0604020202020204" pitchFamily="34" charset="0"/>
                <a:ea typeface="宋体" panose="02010600030101010101" pitchFamily="2" charset="-122"/>
              </a:rPr>
              <a:t>xor r10,</a:t>
            </a:r>
            <a:r>
              <a:rPr lang="en-US" altLang="zh-CN" sz="2800" u="sng">
                <a:solidFill>
                  <a:schemeClr val="accent2"/>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,r11</a:t>
            </a:r>
          </a:p>
        </p:txBody>
      </p:sp>
      <p:sp>
        <p:nvSpPr>
          <p:cNvPr id="116751" name="Rectangle 16">
            <a:extLst>
              <a:ext uri="{FF2B5EF4-FFF2-40B4-BE49-F238E27FC236}">
                <a16:creationId xmlns:a16="http://schemas.microsoft.com/office/drawing/2014/main" id="{F77DAF95-4F64-4D06-E559-CF37E0CA6BED}"/>
              </a:ext>
            </a:extLst>
          </p:cNvPr>
          <p:cNvSpPr>
            <a:spLocks noChangeArrowheads="1"/>
          </p:cNvSpPr>
          <p:nvPr/>
        </p:nvSpPr>
        <p:spPr bwMode="auto">
          <a:xfrm>
            <a:off x="3135313" y="1392238"/>
            <a:ext cx="4286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IF</a:t>
            </a:r>
          </a:p>
        </p:txBody>
      </p:sp>
      <p:sp>
        <p:nvSpPr>
          <p:cNvPr id="116752" name="Rectangle 17">
            <a:extLst>
              <a:ext uri="{FF2B5EF4-FFF2-40B4-BE49-F238E27FC236}">
                <a16:creationId xmlns:a16="http://schemas.microsoft.com/office/drawing/2014/main" id="{604540CB-3ACE-295D-CD07-0FC49A8365E8}"/>
              </a:ext>
            </a:extLst>
          </p:cNvPr>
          <p:cNvSpPr>
            <a:spLocks noChangeArrowheads="1"/>
          </p:cNvSpPr>
          <p:nvPr/>
        </p:nvSpPr>
        <p:spPr bwMode="auto">
          <a:xfrm>
            <a:off x="3673475" y="1392238"/>
            <a:ext cx="85725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   ID</a:t>
            </a:r>
          </a:p>
        </p:txBody>
      </p:sp>
      <p:sp>
        <p:nvSpPr>
          <p:cNvPr id="116753" name="Rectangle 18">
            <a:extLst>
              <a:ext uri="{FF2B5EF4-FFF2-40B4-BE49-F238E27FC236}">
                <a16:creationId xmlns:a16="http://schemas.microsoft.com/office/drawing/2014/main" id="{D4F75A79-AA26-4008-F73B-96B7B60889C6}"/>
              </a:ext>
            </a:extLst>
          </p:cNvPr>
          <p:cNvSpPr>
            <a:spLocks noChangeArrowheads="1"/>
          </p:cNvSpPr>
          <p:nvPr/>
        </p:nvSpPr>
        <p:spPr bwMode="auto">
          <a:xfrm>
            <a:off x="4583113" y="1392238"/>
            <a:ext cx="5746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EX</a:t>
            </a:r>
          </a:p>
        </p:txBody>
      </p:sp>
      <p:sp>
        <p:nvSpPr>
          <p:cNvPr id="116754" name="Rectangle 19">
            <a:extLst>
              <a:ext uri="{FF2B5EF4-FFF2-40B4-BE49-F238E27FC236}">
                <a16:creationId xmlns:a16="http://schemas.microsoft.com/office/drawing/2014/main" id="{53268D5A-E47B-3EA8-59E4-079BDF16D19F}"/>
              </a:ext>
            </a:extLst>
          </p:cNvPr>
          <p:cNvSpPr>
            <a:spLocks noChangeArrowheads="1"/>
          </p:cNvSpPr>
          <p:nvPr/>
        </p:nvSpPr>
        <p:spPr bwMode="auto">
          <a:xfrm>
            <a:off x="5026025" y="1392238"/>
            <a:ext cx="74453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   M</a:t>
            </a:r>
          </a:p>
        </p:txBody>
      </p:sp>
      <p:sp>
        <p:nvSpPr>
          <p:cNvPr id="116755" name="Rectangle 20">
            <a:extLst>
              <a:ext uri="{FF2B5EF4-FFF2-40B4-BE49-F238E27FC236}">
                <a16:creationId xmlns:a16="http://schemas.microsoft.com/office/drawing/2014/main" id="{FCA2ABCD-22BA-F328-977D-BDB021040CDF}"/>
              </a:ext>
            </a:extLst>
          </p:cNvPr>
          <p:cNvSpPr>
            <a:spLocks noChangeArrowheads="1"/>
          </p:cNvSpPr>
          <p:nvPr/>
        </p:nvSpPr>
        <p:spPr bwMode="auto">
          <a:xfrm>
            <a:off x="5830888" y="1392238"/>
            <a:ext cx="71596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WB</a:t>
            </a:r>
          </a:p>
        </p:txBody>
      </p:sp>
      <p:sp>
        <p:nvSpPr>
          <p:cNvPr id="116756" name="Line 21">
            <a:extLst>
              <a:ext uri="{FF2B5EF4-FFF2-40B4-BE49-F238E27FC236}">
                <a16:creationId xmlns:a16="http://schemas.microsoft.com/office/drawing/2014/main" id="{A48A907C-85CB-1676-1819-28FEF7C7FA14}"/>
              </a:ext>
            </a:extLst>
          </p:cNvPr>
          <p:cNvSpPr>
            <a:spLocks noChangeShapeType="1"/>
          </p:cNvSpPr>
          <p:nvPr/>
        </p:nvSpPr>
        <p:spPr bwMode="auto">
          <a:xfrm>
            <a:off x="3683000" y="13287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7" name="Line 22">
            <a:extLst>
              <a:ext uri="{FF2B5EF4-FFF2-40B4-BE49-F238E27FC236}">
                <a16:creationId xmlns:a16="http://schemas.microsoft.com/office/drawing/2014/main" id="{C0E4C40E-54EA-C52B-FDE0-35C9D59C698C}"/>
              </a:ext>
            </a:extLst>
          </p:cNvPr>
          <p:cNvSpPr>
            <a:spLocks noChangeShapeType="1"/>
          </p:cNvSpPr>
          <p:nvPr/>
        </p:nvSpPr>
        <p:spPr bwMode="auto">
          <a:xfrm>
            <a:off x="4368800" y="13287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8" name="Line 23">
            <a:extLst>
              <a:ext uri="{FF2B5EF4-FFF2-40B4-BE49-F238E27FC236}">
                <a16:creationId xmlns:a16="http://schemas.microsoft.com/office/drawing/2014/main" id="{DE35952F-29BF-8B1B-FE87-B6E1471E17DC}"/>
              </a:ext>
            </a:extLst>
          </p:cNvPr>
          <p:cNvSpPr>
            <a:spLocks noChangeShapeType="1"/>
          </p:cNvSpPr>
          <p:nvPr/>
        </p:nvSpPr>
        <p:spPr bwMode="auto">
          <a:xfrm>
            <a:off x="5054600" y="13287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9" name="Line 24">
            <a:extLst>
              <a:ext uri="{FF2B5EF4-FFF2-40B4-BE49-F238E27FC236}">
                <a16:creationId xmlns:a16="http://schemas.microsoft.com/office/drawing/2014/main" id="{B53D6DA3-88E7-4A2B-779B-76116DB7094F}"/>
              </a:ext>
            </a:extLst>
          </p:cNvPr>
          <p:cNvSpPr>
            <a:spLocks noChangeShapeType="1"/>
          </p:cNvSpPr>
          <p:nvPr/>
        </p:nvSpPr>
        <p:spPr bwMode="auto">
          <a:xfrm>
            <a:off x="5740400" y="13287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60" name="Line 25">
            <a:extLst>
              <a:ext uri="{FF2B5EF4-FFF2-40B4-BE49-F238E27FC236}">
                <a16:creationId xmlns:a16="http://schemas.microsoft.com/office/drawing/2014/main" id="{ED433F12-2021-D783-BDB0-DBE2327E7753}"/>
              </a:ext>
            </a:extLst>
          </p:cNvPr>
          <p:cNvSpPr>
            <a:spLocks noChangeShapeType="1"/>
          </p:cNvSpPr>
          <p:nvPr/>
        </p:nvSpPr>
        <p:spPr bwMode="auto">
          <a:xfrm>
            <a:off x="6426200" y="13287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61" name="Line 26">
            <a:extLst>
              <a:ext uri="{FF2B5EF4-FFF2-40B4-BE49-F238E27FC236}">
                <a16:creationId xmlns:a16="http://schemas.microsoft.com/office/drawing/2014/main" id="{3E28A418-28A2-FF4F-6C52-B6E52929EFE2}"/>
              </a:ext>
            </a:extLst>
          </p:cNvPr>
          <p:cNvSpPr>
            <a:spLocks noChangeShapeType="1"/>
          </p:cNvSpPr>
          <p:nvPr/>
        </p:nvSpPr>
        <p:spPr bwMode="auto">
          <a:xfrm>
            <a:off x="7112000" y="13287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62" name="Line 27">
            <a:extLst>
              <a:ext uri="{FF2B5EF4-FFF2-40B4-BE49-F238E27FC236}">
                <a16:creationId xmlns:a16="http://schemas.microsoft.com/office/drawing/2014/main" id="{FDF2B0D1-22FF-25D2-C75A-93A936BF42D8}"/>
              </a:ext>
            </a:extLst>
          </p:cNvPr>
          <p:cNvSpPr>
            <a:spLocks noChangeShapeType="1"/>
          </p:cNvSpPr>
          <p:nvPr/>
        </p:nvSpPr>
        <p:spPr bwMode="auto">
          <a:xfrm>
            <a:off x="7797800" y="13287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63" name="Line 28">
            <a:extLst>
              <a:ext uri="{FF2B5EF4-FFF2-40B4-BE49-F238E27FC236}">
                <a16:creationId xmlns:a16="http://schemas.microsoft.com/office/drawing/2014/main" id="{FACAF425-AED3-B70A-0B8D-AA63659B083D}"/>
              </a:ext>
            </a:extLst>
          </p:cNvPr>
          <p:cNvSpPr>
            <a:spLocks noChangeShapeType="1"/>
          </p:cNvSpPr>
          <p:nvPr/>
        </p:nvSpPr>
        <p:spPr bwMode="auto">
          <a:xfrm>
            <a:off x="8483600" y="13287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64" name="Freeform 29">
            <a:extLst>
              <a:ext uri="{FF2B5EF4-FFF2-40B4-BE49-F238E27FC236}">
                <a16:creationId xmlns:a16="http://schemas.microsoft.com/office/drawing/2014/main" id="{0B26CB8E-64F4-653B-48FD-0ECB80773B99}"/>
              </a:ext>
            </a:extLst>
          </p:cNvPr>
          <p:cNvSpPr>
            <a:spLocks noChangeArrowheads="1"/>
          </p:cNvSpPr>
          <p:nvPr/>
        </p:nvSpPr>
        <p:spPr bwMode="auto">
          <a:xfrm>
            <a:off x="5149850" y="185578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65" name="Freeform 30">
            <a:extLst>
              <a:ext uri="{FF2B5EF4-FFF2-40B4-BE49-F238E27FC236}">
                <a16:creationId xmlns:a16="http://schemas.microsoft.com/office/drawing/2014/main" id="{F8B04CA3-FED7-40CB-C2BC-4D9553D7E4FA}"/>
              </a:ext>
            </a:extLst>
          </p:cNvPr>
          <p:cNvSpPr>
            <a:spLocks noChangeArrowheads="1"/>
          </p:cNvSpPr>
          <p:nvPr/>
        </p:nvSpPr>
        <p:spPr bwMode="auto">
          <a:xfrm>
            <a:off x="5405438" y="185578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66" name="Freeform 31">
            <a:extLst>
              <a:ext uri="{FF2B5EF4-FFF2-40B4-BE49-F238E27FC236}">
                <a16:creationId xmlns:a16="http://schemas.microsoft.com/office/drawing/2014/main" id="{8ABABDDD-2098-9AAB-3211-FCC4052D3C0F}"/>
              </a:ext>
            </a:extLst>
          </p:cNvPr>
          <p:cNvSpPr>
            <a:spLocks noChangeArrowheads="1"/>
          </p:cNvSpPr>
          <p:nvPr/>
        </p:nvSpPr>
        <p:spPr bwMode="auto">
          <a:xfrm>
            <a:off x="4541838" y="1703388"/>
            <a:ext cx="338137"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67" name="Rectangle 32">
            <a:extLst>
              <a:ext uri="{FF2B5EF4-FFF2-40B4-BE49-F238E27FC236}">
                <a16:creationId xmlns:a16="http://schemas.microsoft.com/office/drawing/2014/main" id="{C95CBC6A-80FF-0190-6535-1F9033620BEF}"/>
              </a:ext>
            </a:extLst>
          </p:cNvPr>
          <p:cNvSpPr>
            <a:spLocks noChangeArrowheads="1"/>
          </p:cNvSpPr>
          <p:nvPr/>
        </p:nvSpPr>
        <p:spPr bwMode="auto">
          <a:xfrm rot="5400000">
            <a:off x="4389438" y="1897063"/>
            <a:ext cx="6064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sp>
        <p:nvSpPr>
          <p:cNvPr id="116768" name="Rectangle 33">
            <a:extLst>
              <a:ext uri="{FF2B5EF4-FFF2-40B4-BE49-F238E27FC236}">
                <a16:creationId xmlns:a16="http://schemas.microsoft.com/office/drawing/2014/main" id="{38292D44-0717-0E83-15B1-A146927702E2}"/>
              </a:ext>
            </a:extLst>
          </p:cNvPr>
          <p:cNvSpPr>
            <a:spLocks noChangeArrowheads="1"/>
          </p:cNvSpPr>
          <p:nvPr/>
        </p:nvSpPr>
        <p:spPr bwMode="auto">
          <a:xfrm>
            <a:off x="3133725" y="1916113"/>
            <a:ext cx="4302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nvGrpSpPr>
          <p:cNvPr id="116769" name="Group 34">
            <a:extLst>
              <a:ext uri="{FF2B5EF4-FFF2-40B4-BE49-F238E27FC236}">
                <a16:creationId xmlns:a16="http://schemas.microsoft.com/office/drawing/2014/main" id="{8CC067D8-EB2F-DD4C-6184-6D27DEBEF21D}"/>
              </a:ext>
            </a:extLst>
          </p:cNvPr>
          <p:cNvGrpSpPr>
            <a:grpSpLocks/>
          </p:cNvGrpSpPr>
          <p:nvPr/>
        </p:nvGrpSpPr>
        <p:grpSpPr bwMode="auto">
          <a:xfrm>
            <a:off x="3071813" y="1855788"/>
            <a:ext cx="539750" cy="458787"/>
            <a:chOff x="1935" y="1349"/>
            <a:chExt cx="340" cy="289"/>
          </a:xfrm>
        </p:grpSpPr>
        <p:sp>
          <p:nvSpPr>
            <p:cNvPr id="116770" name="Freeform 35">
              <a:extLst>
                <a:ext uri="{FF2B5EF4-FFF2-40B4-BE49-F238E27FC236}">
                  <a16:creationId xmlns:a16="http://schemas.microsoft.com/office/drawing/2014/main" id="{CE61F5A2-7E21-08DB-A140-B3F105062B8A}"/>
                </a:ext>
              </a:extLst>
            </p:cNvPr>
            <p:cNvSpPr>
              <a:spLocks noChangeArrowheads="1"/>
            </p:cNvSpPr>
            <p:nvPr/>
          </p:nvSpPr>
          <p:spPr bwMode="auto">
            <a:xfrm>
              <a:off x="1935" y="1349"/>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71" name="Freeform 36">
              <a:extLst>
                <a:ext uri="{FF2B5EF4-FFF2-40B4-BE49-F238E27FC236}">
                  <a16:creationId xmlns:a16="http://schemas.microsoft.com/office/drawing/2014/main" id="{FADD77B7-EDD3-DB23-FEB6-7EBC0C2F903C}"/>
                </a:ext>
              </a:extLst>
            </p:cNvPr>
            <p:cNvSpPr>
              <a:spLocks noChangeArrowheads="1"/>
            </p:cNvSpPr>
            <p:nvPr/>
          </p:nvSpPr>
          <p:spPr bwMode="auto">
            <a:xfrm>
              <a:off x="2104" y="1349"/>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6772" name="Rectangle 37">
            <a:extLst>
              <a:ext uri="{FF2B5EF4-FFF2-40B4-BE49-F238E27FC236}">
                <a16:creationId xmlns:a16="http://schemas.microsoft.com/office/drawing/2014/main" id="{59274FCE-2CB3-0C0C-1B07-E862E1292484}"/>
              </a:ext>
            </a:extLst>
          </p:cNvPr>
          <p:cNvSpPr>
            <a:spLocks noChangeArrowheads="1"/>
          </p:cNvSpPr>
          <p:nvPr/>
        </p:nvSpPr>
        <p:spPr bwMode="auto">
          <a:xfrm>
            <a:off x="3778250" y="187325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16773" name="Freeform 38">
            <a:extLst>
              <a:ext uri="{FF2B5EF4-FFF2-40B4-BE49-F238E27FC236}">
                <a16:creationId xmlns:a16="http://schemas.microsoft.com/office/drawing/2014/main" id="{27911D91-715A-6302-7E79-1369A9580874}"/>
              </a:ext>
            </a:extLst>
          </p:cNvPr>
          <p:cNvSpPr>
            <a:spLocks noChangeArrowheads="1"/>
          </p:cNvSpPr>
          <p:nvPr/>
        </p:nvSpPr>
        <p:spPr bwMode="auto">
          <a:xfrm>
            <a:off x="3802063" y="1855788"/>
            <a:ext cx="236537"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74" name="Freeform 39">
            <a:extLst>
              <a:ext uri="{FF2B5EF4-FFF2-40B4-BE49-F238E27FC236}">
                <a16:creationId xmlns:a16="http://schemas.microsoft.com/office/drawing/2014/main" id="{C862A59F-13BE-C96C-73AC-F78B3A0DFFD3}"/>
              </a:ext>
            </a:extLst>
          </p:cNvPr>
          <p:cNvSpPr>
            <a:spLocks noChangeArrowheads="1"/>
          </p:cNvSpPr>
          <p:nvPr/>
        </p:nvSpPr>
        <p:spPr bwMode="auto">
          <a:xfrm>
            <a:off x="4037013" y="185578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75" name="Line 40">
            <a:extLst>
              <a:ext uri="{FF2B5EF4-FFF2-40B4-BE49-F238E27FC236}">
                <a16:creationId xmlns:a16="http://schemas.microsoft.com/office/drawing/2014/main" id="{9B02E2C8-31D7-8E46-8039-4E9C2453B662}"/>
              </a:ext>
            </a:extLst>
          </p:cNvPr>
          <p:cNvSpPr>
            <a:spLocks noChangeShapeType="1"/>
          </p:cNvSpPr>
          <p:nvPr/>
        </p:nvSpPr>
        <p:spPr bwMode="auto">
          <a:xfrm>
            <a:off x="3613150" y="20843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76" name="Freeform 41">
            <a:extLst>
              <a:ext uri="{FF2B5EF4-FFF2-40B4-BE49-F238E27FC236}">
                <a16:creationId xmlns:a16="http://schemas.microsoft.com/office/drawing/2014/main" id="{80EB1938-6465-9FDB-1694-0A7B055B27B4}"/>
              </a:ext>
            </a:extLst>
          </p:cNvPr>
          <p:cNvSpPr>
            <a:spLocks noChangeArrowheads="1"/>
          </p:cNvSpPr>
          <p:nvPr/>
        </p:nvSpPr>
        <p:spPr bwMode="auto">
          <a:xfrm>
            <a:off x="3717925" y="19319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77" name="Line 42">
            <a:extLst>
              <a:ext uri="{FF2B5EF4-FFF2-40B4-BE49-F238E27FC236}">
                <a16:creationId xmlns:a16="http://schemas.microsoft.com/office/drawing/2014/main" id="{C7FE8B8C-71DD-8653-CF5A-86263D643CFD}"/>
              </a:ext>
            </a:extLst>
          </p:cNvPr>
          <p:cNvSpPr>
            <a:spLocks noChangeShapeType="1"/>
          </p:cNvSpPr>
          <p:nvPr/>
        </p:nvSpPr>
        <p:spPr bwMode="auto">
          <a:xfrm>
            <a:off x="4273550" y="19319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78" name="Rectangle 43">
            <a:extLst>
              <a:ext uri="{FF2B5EF4-FFF2-40B4-BE49-F238E27FC236}">
                <a16:creationId xmlns:a16="http://schemas.microsoft.com/office/drawing/2014/main" id="{406493F2-B0BC-AC92-B0AD-C8B1760CAF3B}"/>
              </a:ext>
            </a:extLst>
          </p:cNvPr>
          <p:cNvSpPr>
            <a:spLocks noChangeArrowheads="1"/>
          </p:cNvSpPr>
          <p:nvPr/>
        </p:nvSpPr>
        <p:spPr bwMode="auto">
          <a:xfrm>
            <a:off x="5126038" y="1931988"/>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sp>
        <p:nvSpPr>
          <p:cNvPr id="116779" name="Rectangle 44">
            <a:extLst>
              <a:ext uri="{FF2B5EF4-FFF2-40B4-BE49-F238E27FC236}">
                <a16:creationId xmlns:a16="http://schemas.microsoft.com/office/drawing/2014/main" id="{FA53AD10-FAF7-A200-1ABA-1D2388A8D6C8}"/>
              </a:ext>
            </a:extLst>
          </p:cNvPr>
          <p:cNvSpPr>
            <a:spLocks noChangeArrowheads="1"/>
          </p:cNvSpPr>
          <p:nvPr/>
        </p:nvSpPr>
        <p:spPr bwMode="auto">
          <a:xfrm>
            <a:off x="5856288" y="186531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16780" name="Freeform 45">
            <a:extLst>
              <a:ext uri="{FF2B5EF4-FFF2-40B4-BE49-F238E27FC236}">
                <a16:creationId xmlns:a16="http://schemas.microsoft.com/office/drawing/2014/main" id="{1174D025-8767-C26F-6321-6D5C14998A50}"/>
              </a:ext>
            </a:extLst>
          </p:cNvPr>
          <p:cNvSpPr>
            <a:spLocks noChangeArrowheads="1"/>
          </p:cNvSpPr>
          <p:nvPr/>
        </p:nvSpPr>
        <p:spPr bwMode="auto">
          <a:xfrm>
            <a:off x="6116638" y="1855788"/>
            <a:ext cx="227012"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81" name="Line 46">
            <a:extLst>
              <a:ext uri="{FF2B5EF4-FFF2-40B4-BE49-F238E27FC236}">
                <a16:creationId xmlns:a16="http://schemas.microsoft.com/office/drawing/2014/main" id="{7B20FB7D-95B9-00CD-3C4A-0296ACC696CF}"/>
              </a:ext>
            </a:extLst>
          </p:cNvPr>
          <p:cNvSpPr>
            <a:spLocks noChangeShapeType="1"/>
          </p:cNvSpPr>
          <p:nvPr/>
        </p:nvSpPr>
        <p:spPr bwMode="auto">
          <a:xfrm>
            <a:off x="5653088" y="208438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2" name="Line 47">
            <a:extLst>
              <a:ext uri="{FF2B5EF4-FFF2-40B4-BE49-F238E27FC236}">
                <a16:creationId xmlns:a16="http://schemas.microsoft.com/office/drawing/2014/main" id="{7C0E06AE-B0EB-393B-3282-1B0F93EBA5FA}"/>
              </a:ext>
            </a:extLst>
          </p:cNvPr>
          <p:cNvSpPr>
            <a:spLocks noChangeShapeType="1"/>
          </p:cNvSpPr>
          <p:nvPr/>
        </p:nvSpPr>
        <p:spPr bwMode="auto">
          <a:xfrm>
            <a:off x="4884738" y="208438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3" name="Freeform 48">
            <a:extLst>
              <a:ext uri="{FF2B5EF4-FFF2-40B4-BE49-F238E27FC236}">
                <a16:creationId xmlns:a16="http://schemas.microsoft.com/office/drawing/2014/main" id="{BEF266A2-F89C-C1BC-6177-1876D55D710F}"/>
              </a:ext>
            </a:extLst>
          </p:cNvPr>
          <p:cNvSpPr>
            <a:spLocks noChangeArrowheads="1"/>
          </p:cNvSpPr>
          <p:nvPr/>
        </p:nvSpPr>
        <p:spPr bwMode="auto">
          <a:xfrm>
            <a:off x="5083175" y="208438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84" name="Line 49">
            <a:extLst>
              <a:ext uri="{FF2B5EF4-FFF2-40B4-BE49-F238E27FC236}">
                <a16:creationId xmlns:a16="http://schemas.microsoft.com/office/drawing/2014/main" id="{8957205D-AD7F-8C3C-BD61-A9AF99D064F8}"/>
              </a:ext>
            </a:extLst>
          </p:cNvPr>
          <p:cNvSpPr>
            <a:spLocks noChangeShapeType="1"/>
          </p:cNvSpPr>
          <p:nvPr/>
        </p:nvSpPr>
        <p:spPr bwMode="auto">
          <a:xfrm>
            <a:off x="4273550" y="22367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5" name="Freeform 50">
            <a:extLst>
              <a:ext uri="{FF2B5EF4-FFF2-40B4-BE49-F238E27FC236}">
                <a16:creationId xmlns:a16="http://schemas.microsoft.com/office/drawing/2014/main" id="{003DD8FB-A5D6-33A6-E784-3A11CA16B556}"/>
              </a:ext>
            </a:extLst>
          </p:cNvPr>
          <p:cNvSpPr>
            <a:spLocks noChangeArrowheads="1"/>
          </p:cNvSpPr>
          <p:nvPr/>
        </p:nvSpPr>
        <p:spPr bwMode="auto">
          <a:xfrm>
            <a:off x="4452938" y="207645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16786" name="Group 51">
            <a:extLst>
              <a:ext uri="{FF2B5EF4-FFF2-40B4-BE49-F238E27FC236}">
                <a16:creationId xmlns:a16="http://schemas.microsoft.com/office/drawing/2014/main" id="{0EBA3826-5BDA-69D6-1E76-61F2B25BC4E1}"/>
              </a:ext>
            </a:extLst>
          </p:cNvPr>
          <p:cNvGrpSpPr>
            <a:grpSpLocks/>
          </p:cNvGrpSpPr>
          <p:nvPr/>
        </p:nvGrpSpPr>
        <p:grpSpPr bwMode="auto">
          <a:xfrm>
            <a:off x="5205413" y="2414588"/>
            <a:ext cx="352425" cy="763587"/>
            <a:chOff x="3279" y="1701"/>
            <a:chExt cx="222" cy="481"/>
          </a:xfrm>
        </p:grpSpPr>
        <p:sp>
          <p:nvSpPr>
            <p:cNvPr id="116787" name="Freeform 52">
              <a:extLst>
                <a:ext uri="{FF2B5EF4-FFF2-40B4-BE49-F238E27FC236}">
                  <a16:creationId xmlns:a16="http://schemas.microsoft.com/office/drawing/2014/main" id="{3137967E-D711-B145-249F-B5E3707D9FE1}"/>
                </a:ext>
              </a:extLst>
            </p:cNvPr>
            <p:cNvSpPr>
              <a:spLocks noChangeArrowheads="1"/>
            </p:cNvSpPr>
            <p:nvPr/>
          </p:nvSpPr>
          <p:spPr bwMode="auto">
            <a:xfrm>
              <a:off x="3288" y="1701"/>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88" name="Rectangle 53">
              <a:extLst>
                <a:ext uri="{FF2B5EF4-FFF2-40B4-BE49-F238E27FC236}">
                  <a16:creationId xmlns:a16="http://schemas.microsoft.com/office/drawing/2014/main" id="{0D2A145A-221C-934B-1D94-6808BD63BF92}"/>
                </a:ext>
              </a:extLst>
            </p:cNvPr>
            <p:cNvSpPr>
              <a:spLocks noChangeArrowheads="1"/>
            </p:cNvSpPr>
            <p:nvPr/>
          </p:nvSpPr>
          <p:spPr bwMode="auto">
            <a:xfrm rot="5400000">
              <a:off x="3188" y="1820"/>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grpSp>
      <p:grpSp>
        <p:nvGrpSpPr>
          <p:cNvPr id="116789" name="Group 54">
            <a:extLst>
              <a:ext uri="{FF2B5EF4-FFF2-40B4-BE49-F238E27FC236}">
                <a16:creationId xmlns:a16="http://schemas.microsoft.com/office/drawing/2014/main" id="{31F007F1-169F-1F61-D19F-C0B78796FE45}"/>
              </a:ext>
            </a:extLst>
          </p:cNvPr>
          <p:cNvGrpSpPr>
            <a:grpSpLocks/>
          </p:cNvGrpSpPr>
          <p:nvPr/>
        </p:nvGrpSpPr>
        <p:grpSpPr bwMode="auto">
          <a:xfrm>
            <a:off x="3725863" y="2566988"/>
            <a:ext cx="563562" cy="458787"/>
            <a:chOff x="2347" y="1797"/>
            <a:chExt cx="355" cy="289"/>
          </a:xfrm>
        </p:grpSpPr>
        <p:sp>
          <p:nvSpPr>
            <p:cNvPr id="116790" name="Rectangle 55">
              <a:extLst>
                <a:ext uri="{FF2B5EF4-FFF2-40B4-BE49-F238E27FC236}">
                  <a16:creationId xmlns:a16="http://schemas.microsoft.com/office/drawing/2014/main" id="{2FB1C200-2BA7-A93A-F417-A1E3ED221098}"/>
                </a:ext>
              </a:extLst>
            </p:cNvPr>
            <p:cNvSpPr>
              <a:spLocks noChangeArrowheads="1"/>
            </p:cNvSpPr>
            <p:nvPr/>
          </p:nvSpPr>
          <p:spPr bwMode="auto">
            <a:xfrm>
              <a:off x="2347" y="1803"/>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nvGrpSpPr>
            <p:cNvPr id="116791" name="Group 56">
              <a:extLst>
                <a:ext uri="{FF2B5EF4-FFF2-40B4-BE49-F238E27FC236}">
                  <a16:creationId xmlns:a16="http://schemas.microsoft.com/office/drawing/2014/main" id="{D438C977-7080-804D-C99B-0F51942C0E80}"/>
                </a:ext>
              </a:extLst>
            </p:cNvPr>
            <p:cNvGrpSpPr>
              <a:grpSpLocks/>
            </p:cNvGrpSpPr>
            <p:nvPr/>
          </p:nvGrpSpPr>
          <p:grpSpPr bwMode="auto">
            <a:xfrm>
              <a:off x="2362" y="1797"/>
              <a:ext cx="340" cy="289"/>
              <a:chOff x="2362" y="1797"/>
              <a:chExt cx="340" cy="289"/>
            </a:xfrm>
          </p:grpSpPr>
          <p:sp>
            <p:nvSpPr>
              <p:cNvPr id="116792" name="Freeform 57">
                <a:extLst>
                  <a:ext uri="{FF2B5EF4-FFF2-40B4-BE49-F238E27FC236}">
                    <a16:creationId xmlns:a16="http://schemas.microsoft.com/office/drawing/2014/main" id="{9A95B7A0-AD49-15EE-EAE3-AD6FFB2C4C76}"/>
                  </a:ext>
                </a:extLst>
              </p:cNvPr>
              <p:cNvSpPr>
                <a:spLocks noChangeArrowheads="1"/>
              </p:cNvSpPr>
              <p:nvPr/>
            </p:nvSpPr>
            <p:spPr bwMode="auto">
              <a:xfrm>
                <a:off x="2362" y="1797"/>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93" name="Freeform 58">
                <a:extLst>
                  <a:ext uri="{FF2B5EF4-FFF2-40B4-BE49-F238E27FC236}">
                    <a16:creationId xmlns:a16="http://schemas.microsoft.com/office/drawing/2014/main" id="{043FE793-2DF4-4408-F8B7-4E510458FD82}"/>
                  </a:ext>
                </a:extLst>
              </p:cNvPr>
              <p:cNvSpPr>
                <a:spLocks noChangeArrowheads="1"/>
              </p:cNvSpPr>
              <p:nvPr/>
            </p:nvSpPr>
            <p:spPr bwMode="auto">
              <a:xfrm>
                <a:off x="2531" y="1797"/>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16794" name="Rectangle 59">
            <a:extLst>
              <a:ext uri="{FF2B5EF4-FFF2-40B4-BE49-F238E27FC236}">
                <a16:creationId xmlns:a16="http://schemas.microsoft.com/office/drawing/2014/main" id="{48806DDB-1ABF-62DE-F9B1-F60D9FBCF434}"/>
              </a:ext>
            </a:extLst>
          </p:cNvPr>
          <p:cNvSpPr>
            <a:spLocks noChangeArrowheads="1"/>
          </p:cNvSpPr>
          <p:nvPr/>
        </p:nvSpPr>
        <p:spPr bwMode="auto">
          <a:xfrm>
            <a:off x="4456113" y="258445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16795" name="Freeform 60">
            <a:extLst>
              <a:ext uri="{FF2B5EF4-FFF2-40B4-BE49-F238E27FC236}">
                <a16:creationId xmlns:a16="http://schemas.microsoft.com/office/drawing/2014/main" id="{E1D65FAD-5CF2-AF91-36EE-5A1D6775B50A}"/>
              </a:ext>
            </a:extLst>
          </p:cNvPr>
          <p:cNvSpPr>
            <a:spLocks noChangeArrowheads="1"/>
          </p:cNvSpPr>
          <p:nvPr/>
        </p:nvSpPr>
        <p:spPr bwMode="auto">
          <a:xfrm>
            <a:off x="4479925" y="256698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96" name="Line 61">
            <a:extLst>
              <a:ext uri="{FF2B5EF4-FFF2-40B4-BE49-F238E27FC236}">
                <a16:creationId xmlns:a16="http://schemas.microsoft.com/office/drawing/2014/main" id="{5AD5C73F-A123-A311-1394-029290641372}"/>
              </a:ext>
            </a:extLst>
          </p:cNvPr>
          <p:cNvSpPr>
            <a:spLocks noChangeShapeType="1"/>
          </p:cNvSpPr>
          <p:nvPr/>
        </p:nvSpPr>
        <p:spPr bwMode="auto">
          <a:xfrm>
            <a:off x="4291013" y="27955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97" name="Freeform 62">
            <a:extLst>
              <a:ext uri="{FF2B5EF4-FFF2-40B4-BE49-F238E27FC236}">
                <a16:creationId xmlns:a16="http://schemas.microsoft.com/office/drawing/2014/main" id="{416585F7-6750-A61D-9B52-DF23D03F188C}"/>
              </a:ext>
            </a:extLst>
          </p:cNvPr>
          <p:cNvSpPr>
            <a:spLocks noChangeArrowheads="1"/>
          </p:cNvSpPr>
          <p:nvPr/>
        </p:nvSpPr>
        <p:spPr bwMode="auto">
          <a:xfrm>
            <a:off x="4395788" y="26431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798" name="Line 63">
            <a:extLst>
              <a:ext uri="{FF2B5EF4-FFF2-40B4-BE49-F238E27FC236}">
                <a16:creationId xmlns:a16="http://schemas.microsoft.com/office/drawing/2014/main" id="{D40B036B-7016-80F1-F950-4F5E263A518C}"/>
              </a:ext>
            </a:extLst>
          </p:cNvPr>
          <p:cNvSpPr>
            <a:spLocks noChangeShapeType="1"/>
          </p:cNvSpPr>
          <p:nvPr/>
        </p:nvSpPr>
        <p:spPr bwMode="auto">
          <a:xfrm>
            <a:off x="4951413" y="26431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99" name="Rectangle 64">
            <a:extLst>
              <a:ext uri="{FF2B5EF4-FFF2-40B4-BE49-F238E27FC236}">
                <a16:creationId xmlns:a16="http://schemas.microsoft.com/office/drawing/2014/main" id="{B1BA21FA-57F5-1BC4-3079-70CD9D458215}"/>
              </a:ext>
            </a:extLst>
          </p:cNvPr>
          <p:cNvSpPr>
            <a:spLocks noChangeArrowheads="1"/>
          </p:cNvSpPr>
          <p:nvPr/>
        </p:nvSpPr>
        <p:spPr bwMode="auto">
          <a:xfrm>
            <a:off x="5753100" y="257651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grpSp>
        <p:nvGrpSpPr>
          <p:cNvPr id="116800" name="Group 65">
            <a:extLst>
              <a:ext uri="{FF2B5EF4-FFF2-40B4-BE49-F238E27FC236}">
                <a16:creationId xmlns:a16="http://schemas.microsoft.com/office/drawing/2014/main" id="{F531D504-D98D-B4AB-9BFF-0EF0185B92D6}"/>
              </a:ext>
            </a:extLst>
          </p:cNvPr>
          <p:cNvGrpSpPr>
            <a:grpSpLocks/>
          </p:cNvGrpSpPr>
          <p:nvPr/>
        </p:nvGrpSpPr>
        <p:grpSpPr bwMode="auto">
          <a:xfrm>
            <a:off x="5827713" y="2566988"/>
            <a:ext cx="515937" cy="458787"/>
            <a:chOff x="3671" y="1797"/>
            <a:chExt cx="325" cy="289"/>
          </a:xfrm>
        </p:grpSpPr>
        <p:sp>
          <p:nvSpPr>
            <p:cNvPr id="116801" name="Freeform 66">
              <a:extLst>
                <a:ext uri="{FF2B5EF4-FFF2-40B4-BE49-F238E27FC236}">
                  <a16:creationId xmlns:a16="http://schemas.microsoft.com/office/drawing/2014/main" id="{A863C2DD-C48E-2F7C-69F8-DAFC36927CF1}"/>
                </a:ext>
              </a:extLst>
            </p:cNvPr>
            <p:cNvSpPr>
              <a:spLocks noChangeArrowheads="1"/>
            </p:cNvSpPr>
            <p:nvPr/>
          </p:nvSpPr>
          <p:spPr bwMode="auto">
            <a:xfrm>
              <a:off x="3671" y="1797"/>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02" name="Freeform 67">
              <a:extLst>
                <a:ext uri="{FF2B5EF4-FFF2-40B4-BE49-F238E27FC236}">
                  <a16:creationId xmlns:a16="http://schemas.microsoft.com/office/drawing/2014/main" id="{41A049F6-C479-DE1D-364B-67EF27718652}"/>
                </a:ext>
              </a:extLst>
            </p:cNvPr>
            <p:cNvSpPr>
              <a:spLocks noChangeArrowheads="1"/>
            </p:cNvSpPr>
            <p:nvPr/>
          </p:nvSpPr>
          <p:spPr bwMode="auto">
            <a:xfrm>
              <a:off x="3832" y="1797"/>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6803" name="Rectangle 68">
            <a:extLst>
              <a:ext uri="{FF2B5EF4-FFF2-40B4-BE49-F238E27FC236}">
                <a16:creationId xmlns:a16="http://schemas.microsoft.com/office/drawing/2014/main" id="{3E93A6E6-5816-DA76-0B1F-B3A2EDBC47D7}"/>
              </a:ext>
            </a:extLst>
          </p:cNvPr>
          <p:cNvSpPr>
            <a:spLocks noChangeArrowheads="1"/>
          </p:cNvSpPr>
          <p:nvPr/>
        </p:nvSpPr>
        <p:spPr bwMode="auto">
          <a:xfrm>
            <a:off x="6534150" y="257651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grpSp>
        <p:nvGrpSpPr>
          <p:cNvPr id="116804" name="Group 69">
            <a:extLst>
              <a:ext uri="{FF2B5EF4-FFF2-40B4-BE49-F238E27FC236}">
                <a16:creationId xmlns:a16="http://schemas.microsoft.com/office/drawing/2014/main" id="{E20E605B-3161-F090-572C-AF1F7B25A26D}"/>
              </a:ext>
            </a:extLst>
          </p:cNvPr>
          <p:cNvGrpSpPr>
            <a:grpSpLocks/>
          </p:cNvGrpSpPr>
          <p:nvPr/>
        </p:nvGrpSpPr>
        <p:grpSpPr bwMode="auto">
          <a:xfrm>
            <a:off x="6570663" y="2566988"/>
            <a:ext cx="450850" cy="458787"/>
            <a:chOff x="4139" y="1797"/>
            <a:chExt cx="284" cy="289"/>
          </a:xfrm>
        </p:grpSpPr>
        <p:sp>
          <p:nvSpPr>
            <p:cNvPr id="116805" name="Freeform 70">
              <a:extLst>
                <a:ext uri="{FF2B5EF4-FFF2-40B4-BE49-F238E27FC236}">
                  <a16:creationId xmlns:a16="http://schemas.microsoft.com/office/drawing/2014/main" id="{E8E5FB23-63CA-842D-AC44-810A4D2E4BFB}"/>
                </a:ext>
              </a:extLst>
            </p:cNvPr>
            <p:cNvSpPr>
              <a:spLocks noChangeArrowheads="1"/>
            </p:cNvSpPr>
            <p:nvPr/>
          </p:nvSpPr>
          <p:spPr bwMode="auto">
            <a:xfrm>
              <a:off x="4139" y="1797"/>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06" name="Freeform 71">
              <a:extLst>
                <a:ext uri="{FF2B5EF4-FFF2-40B4-BE49-F238E27FC236}">
                  <a16:creationId xmlns:a16="http://schemas.microsoft.com/office/drawing/2014/main" id="{C27E5CA0-1A73-7232-DA4F-E6DBBBAA3A36}"/>
                </a:ext>
              </a:extLst>
            </p:cNvPr>
            <p:cNvSpPr>
              <a:spLocks noChangeArrowheads="1"/>
            </p:cNvSpPr>
            <p:nvPr/>
          </p:nvSpPr>
          <p:spPr bwMode="auto">
            <a:xfrm>
              <a:off x="4280" y="1797"/>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6807" name="Line 72">
            <a:extLst>
              <a:ext uri="{FF2B5EF4-FFF2-40B4-BE49-F238E27FC236}">
                <a16:creationId xmlns:a16="http://schemas.microsoft.com/office/drawing/2014/main" id="{CB7C3004-A2FD-3B71-A3EC-7A1A2A0034C7}"/>
              </a:ext>
            </a:extLst>
          </p:cNvPr>
          <p:cNvSpPr>
            <a:spLocks noChangeShapeType="1"/>
          </p:cNvSpPr>
          <p:nvPr/>
        </p:nvSpPr>
        <p:spPr bwMode="auto">
          <a:xfrm>
            <a:off x="6330950" y="279558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08" name="Line 73">
            <a:extLst>
              <a:ext uri="{FF2B5EF4-FFF2-40B4-BE49-F238E27FC236}">
                <a16:creationId xmlns:a16="http://schemas.microsoft.com/office/drawing/2014/main" id="{65B91FBB-7B9A-A24A-88D3-7166E34873A3}"/>
              </a:ext>
            </a:extLst>
          </p:cNvPr>
          <p:cNvSpPr>
            <a:spLocks noChangeShapeType="1"/>
          </p:cNvSpPr>
          <p:nvPr/>
        </p:nvSpPr>
        <p:spPr bwMode="auto">
          <a:xfrm>
            <a:off x="5562600" y="279558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09" name="Freeform 74">
            <a:extLst>
              <a:ext uri="{FF2B5EF4-FFF2-40B4-BE49-F238E27FC236}">
                <a16:creationId xmlns:a16="http://schemas.microsoft.com/office/drawing/2014/main" id="{11F546BA-392B-34F3-B1C6-FB80AE682C9C}"/>
              </a:ext>
            </a:extLst>
          </p:cNvPr>
          <p:cNvSpPr>
            <a:spLocks noChangeArrowheads="1"/>
          </p:cNvSpPr>
          <p:nvPr/>
        </p:nvSpPr>
        <p:spPr bwMode="auto">
          <a:xfrm>
            <a:off x="5761038" y="279558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10" name="Line 75">
            <a:extLst>
              <a:ext uri="{FF2B5EF4-FFF2-40B4-BE49-F238E27FC236}">
                <a16:creationId xmlns:a16="http://schemas.microsoft.com/office/drawing/2014/main" id="{131BEE6C-23BC-9ADF-899F-A651C1EB9D12}"/>
              </a:ext>
            </a:extLst>
          </p:cNvPr>
          <p:cNvSpPr>
            <a:spLocks noChangeShapeType="1"/>
          </p:cNvSpPr>
          <p:nvPr/>
        </p:nvSpPr>
        <p:spPr bwMode="auto">
          <a:xfrm>
            <a:off x="4951413" y="29479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11" name="Freeform 76">
            <a:extLst>
              <a:ext uri="{FF2B5EF4-FFF2-40B4-BE49-F238E27FC236}">
                <a16:creationId xmlns:a16="http://schemas.microsoft.com/office/drawing/2014/main" id="{6EF1B775-13C7-39C2-A185-41B878ECC2A6}"/>
              </a:ext>
            </a:extLst>
          </p:cNvPr>
          <p:cNvSpPr>
            <a:spLocks noChangeArrowheads="1"/>
          </p:cNvSpPr>
          <p:nvPr/>
        </p:nvSpPr>
        <p:spPr bwMode="auto">
          <a:xfrm>
            <a:off x="5105400" y="278765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12" name="Freeform 77">
            <a:extLst>
              <a:ext uri="{FF2B5EF4-FFF2-40B4-BE49-F238E27FC236}">
                <a16:creationId xmlns:a16="http://schemas.microsoft.com/office/drawing/2014/main" id="{5EB26F73-F11D-9210-0B76-3009A04B0CD0}"/>
              </a:ext>
            </a:extLst>
          </p:cNvPr>
          <p:cNvSpPr>
            <a:spLocks noChangeArrowheads="1"/>
          </p:cNvSpPr>
          <p:nvPr/>
        </p:nvSpPr>
        <p:spPr bwMode="auto">
          <a:xfrm>
            <a:off x="6438900" y="350678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16813" name="Group 78">
            <a:extLst>
              <a:ext uri="{FF2B5EF4-FFF2-40B4-BE49-F238E27FC236}">
                <a16:creationId xmlns:a16="http://schemas.microsoft.com/office/drawing/2014/main" id="{2866C754-36DC-200B-3269-C8305E97FCC8}"/>
              </a:ext>
            </a:extLst>
          </p:cNvPr>
          <p:cNvGrpSpPr>
            <a:grpSpLocks/>
          </p:cNvGrpSpPr>
          <p:nvPr/>
        </p:nvGrpSpPr>
        <p:grpSpPr bwMode="auto">
          <a:xfrm>
            <a:off x="5883275" y="3125788"/>
            <a:ext cx="352425" cy="763587"/>
            <a:chOff x="3706" y="2149"/>
            <a:chExt cx="222" cy="481"/>
          </a:xfrm>
        </p:grpSpPr>
        <p:sp>
          <p:nvSpPr>
            <p:cNvPr id="116814" name="Freeform 79">
              <a:extLst>
                <a:ext uri="{FF2B5EF4-FFF2-40B4-BE49-F238E27FC236}">
                  <a16:creationId xmlns:a16="http://schemas.microsoft.com/office/drawing/2014/main" id="{CC597070-0179-91E2-E0DD-AD7A5C5DE033}"/>
                </a:ext>
              </a:extLst>
            </p:cNvPr>
            <p:cNvSpPr>
              <a:spLocks noChangeArrowheads="1"/>
            </p:cNvSpPr>
            <p:nvPr/>
          </p:nvSpPr>
          <p:spPr bwMode="auto">
            <a:xfrm>
              <a:off x="3715" y="2149"/>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15" name="Rectangle 80">
              <a:extLst>
                <a:ext uri="{FF2B5EF4-FFF2-40B4-BE49-F238E27FC236}">
                  <a16:creationId xmlns:a16="http://schemas.microsoft.com/office/drawing/2014/main" id="{44D5A5D0-094A-8663-8F2F-8E7ACBE1F063}"/>
                </a:ext>
              </a:extLst>
            </p:cNvPr>
            <p:cNvSpPr>
              <a:spLocks noChangeArrowheads="1"/>
            </p:cNvSpPr>
            <p:nvPr/>
          </p:nvSpPr>
          <p:spPr bwMode="auto">
            <a:xfrm rot="5400000">
              <a:off x="3615" y="2268"/>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grpSp>
      <p:grpSp>
        <p:nvGrpSpPr>
          <p:cNvPr id="116816" name="Group 81">
            <a:extLst>
              <a:ext uri="{FF2B5EF4-FFF2-40B4-BE49-F238E27FC236}">
                <a16:creationId xmlns:a16="http://schemas.microsoft.com/office/drawing/2014/main" id="{973F6442-99FD-40E4-2D65-F010BB8A77D3}"/>
              </a:ext>
            </a:extLst>
          </p:cNvPr>
          <p:cNvGrpSpPr>
            <a:grpSpLocks/>
          </p:cNvGrpSpPr>
          <p:nvPr/>
        </p:nvGrpSpPr>
        <p:grpSpPr bwMode="auto">
          <a:xfrm>
            <a:off x="4403725" y="3278188"/>
            <a:ext cx="563563" cy="458787"/>
            <a:chOff x="2774" y="2245"/>
            <a:chExt cx="355" cy="289"/>
          </a:xfrm>
        </p:grpSpPr>
        <p:sp>
          <p:nvSpPr>
            <p:cNvPr id="116817" name="Rectangle 82">
              <a:extLst>
                <a:ext uri="{FF2B5EF4-FFF2-40B4-BE49-F238E27FC236}">
                  <a16:creationId xmlns:a16="http://schemas.microsoft.com/office/drawing/2014/main" id="{1DA698AC-FBA3-9E94-17A7-A2EFEE36C64F}"/>
                </a:ext>
              </a:extLst>
            </p:cNvPr>
            <p:cNvSpPr>
              <a:spLocks noChangeArrowheads="1"/>
            </p:cNvSpPr>
            <p:nvPr/>
          </p:nvSpPr>
          <p:spPr bwMode="auto">
            <a:xfrm>
              <a:off x="2774" y="2251"/>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nvGrpSpPr>
            <p:cNvPr id="116818" name="Group 83">
              <a:extLst>
                <a:ext uri="{FF2B5EF4-FFF2-40B4-BE49-F238E27FC236}">
                  <a16:creationId xmlns:a16="http://schemas.microsoft.com/office/drawing/2014/main" id="{3C695706-8F48-F8CF-52A4-489CFDD70689}"/>
                </a:ext>
              </a:extLst>
            </p:cNvPr>
            <p:cNvGrpSpPr>
              <a:grpSpLocks/>
            </p:cNvGrpSpPr>
            <p:nvPr/>
          </p:nvGrpSpPr>
          <p:grpSpPr bwMode="auto">
            <a:xfrm>
              <a:off x="2789" y="2245"/>
              <a:ext cx="340" cy="289"/>
              <a:chOff x="2789" y="2245"/>
              <a:chExt cx="340" cy="289"/>
            </a:xfrm>
          </p:grpSpPr>
          <p:sp>
            <p:nvSpPr>
              <p:cNvPr id="116819" name="Freeform 84">
                <a:extLst>
                  <a:ext uri="{FF2B5EF4-FFF2-40B4-BE49-F238E27FC236}">
                    <a16:creationId xmlns:a16="http://schemas.microsoft.com/office/drawing/2014/main" id="{52781BD3-FE53-A41D-ADB2-8C2AE9B11F60}"/>
                  </a:ext>
                </a:extLst>
              </p:cNvPr>
              <p:cNvSpPr>
                <a:spLocks noChangeArrowheads="1"/>
              </p:cNvSpPr>
              <p:nvPr/>
            </p:nvSpPr>
            <p:spPr bwMode="auto">
              <a:xfrm>
                <a:off x="2789" y="2245"/>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20" name="Freeform 85">
                <a:extLst>
                  <a:ext uri="{FF2B5EF4-FFF2-40B4-BE49-F238E27FC236}">
                    <a16:creationId xmlns:a16="http://schemas.microsoft.com/office/drawing/2014/main" id="{ACF070AC-158B-F581-2810-D5C790C9840F}"/>
                  </a:ext>
                </a:extLst>
              </p:cNvPr>
              <p:cNvSpPr>
                <a:spLocks noChangeArrowheads="1"/>
              </p:cNvSpPr>
              <p:nvPr/>
            </p:nvSpPr>
            <p:spPr bwMode="auto">
              <a:xfrm>
                <a:off x="2958" y="2245"/>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16821" name="Rectangle 86">
            <a:extLst>
              <a:ext uri="{FF2B5EF4-FFF2-40B4-BE49-F238E27FC236}">
                <a16:creationId xmlns:a16="http://schemas.microsoft.com/office/drawing/2014/main" id="{B352D8F2-6EAC-AAF9-1C75-AD573D06483D}"/>
              </a:ext>
            </a:extLst>
          </p:cNvPr>
          <p:cNvSpPr>
            <a:spLocks noChangeArrowheads="1"/>
          </p:cNvSpPr>
          <p:nvPr/>
        </p:nvSpPr>
        <p:spPr bwMode="auto">
          <a:xfrm>
            <a:off x="5133975" y="329565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16822" name="Freeform 87">
            <a:extLst>
              <a:ext uri="{FF2B5EF4-FFF2-40B4-BE49-F238E27FC236}">
                <a16:creationId xmlns:a16="http://schemas.microsoft.com/office/drawing/2014/main" id="{FB1EE12A-1DEC-98A3-FBD0-6324049A9AF9}"/>
              </a:ext>
            </a:extLst>
          </p:cNvPr>
          <p:cNvSpPr>
            <a:spLocks noChangeArrowheads="1"/>
          </p:cNvSpPr>
          <p:nvPr/>
        </p:nvSpPr>
        <p:spPr bwMode="auto">
          <a:xfrm>
            <a:off x="5157788" y="3278188"/>
            <a:ext cx="236537"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23" name="Line 88">
            <a:extLst>
              <a:ext uri="{FF2B5EF4-FFF2-40B4-BE49-F238E27FC236}">
                <a16:creationId xmlns:a16="http://schemas.microsoft.com/office/drawing/2014/main" id="{B4F20B9A-79FE-8F9D-9CC4-4E9565947663}"/>
              </a:ext>
            </a:extLst>
          </p:cNvPr>
          <p:cNvSpPr>
            <a:spLocks noChangeShapeType="1"/>
          </p:cNvSpPr>
          <p:nvPr/>
        </p:nvSpPr>
        <p:spPr bwMode="auto">
          <a:xfrm>
            <a:off x="4968875" y="35067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24" name="Freeform 89">
            <a:extLst>
              <a:ext uri="{FF2B5EF4-FFF2-40B4-BE49-F238E27FC236}">
                <a16:creationId xmlns:a16="http://schemas.microsoft.com/office/drawing/2014/main" id="{99894C8B-00C0-67B3-901F-CA5451EAC258}"/>
              </a:ext>
            </a:extLst>
          </p:cNvPr>
          <p:cNvSpPr>
            <a:spLocks noChangeArrowheads="1"/>
          </p:cNvSpPr>
          <p:nvPr/>
        </p:nvSpPr>
        <p:spPr bwMode="auto">
          <a:xfrm>
            <a:off x="5073650" y="33543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25" name="Line 90">
            <a:extLst>
              <a:ext uri="{FF2B5EF4-FFF2-40B4-BE49-F238E27FC236}">
                <a16:creationId xmlns:a16="http://schemas.microsoft.com/office/drawing/2014/main" id="{84910FF1-59A1-263C-02DD-B93000385C40}"/>
              </a:ext>
            </a:extLst>
          </p:cNvPr>
          <p:cNvSpPr>
            <a:spLocks noChangeShapeType="1"/>
          </p:cNvSpPr>
          <p:nvPr/>
        </p:nvSpPr>
        <p:spPr bwMode="auto">
          <a:xfrm>
            <a:off x="5629275" y="33543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26" name="Rectangle 91">
            <a:extLst>
              <a:ext uri="{FF2B5EF4-FFF2-40B4-BE49-F238E27FC236}">
                <a16:creationId xmlns:a16="http://schemas.microsoft.com/office/drawing/2014/main" id="{502610AE-AEE5-2AE7-E412-E9FFE7726929}"/>
              </a:ext>
            </a:extLst>
          </p:cNvPr>
          <p:cNvSpPr>
            <a:spLocks noChangeArrowheads="1"/>
          </p:cNvSpPr>
          <p:nvPr/>
        </p:nvSpPr>
        <p:spPr bwMode="auto">
          <a:xfrm>
            <a:off x="6430963" y="328771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grpSp>
        <p:nvGrpSpPr>
          <p:cNvPr id="116827" name="Group 92">
            <a:extLst>
              <a:ext uri="{FF2B5EF4-FFF2-40B4-BE49-F238E27FC236}">
                <a16:creationId xmlns:a16="http://schemas.microsoft.com/office/drawing/2014/main" id="{4C3A0EB2-B301-6146-3063-B4CECE25A5C2}"/>
              </a:ext>
            </a:extLst>
          </p:cNvPr>
          <p:cNvGrpSpPr>
            <a:grpSpLocks/>
          </p:cNvGrpSpPr>
          <p:nvPr/>
        </p:nvGrpSpPr>
        <p:grpSpPr bwMode="auto">
          <a:xfrm>
            <a:off x="6505575" y="3278188"/>
            <a:ext cx="515938" cy="458787"/>
            <a:chOff x="4098" y="2245"/>
            <a:chExt cx="325" cy="289"/>
          </a:xfrm>
        </p:grpSpPr>
        <p:sp>
          <p:nvSpPr>
            <p:cNvPr id="116828" name="Freeform 93">
              <a:extLst>
                <a:ext uri="{FF2B5EF4-FFF2-40B4-BE49-F238E27FC236}">
                  <a16:creationId xmlns:a16="http://schemas.microsoft.com/office/drawing/2014/main" id="{8AD51E98-2687-4E58-5C5E-A08514CE8276}"/>
                </a:ext>
              </a:extLst>
            </p:cNvPr>
            <p:cNvSpPr>
              <a:spLocks noChangeArrowheads="1"/>
            </p:cNvSpPr>
            <p:nvPr/>
          </p:nvSpPr>
          <p:spPr bwMode="auto">
            <a:xfrm>
              <a:off x="4098" y="2245"/>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29" name="Freeform 94">
              <a:extLst>
                <a:ext uri="{FF2B5EF4-FFF2-40B4-BE49-F238E27FC236}">
                  <a16:creationId xmlns:a16="http://schemas.microsoft.com/office/drawing/2014/main" id="{E4B864DC-D35C-3871-1F17-B9BE4EA1A27F}"/>
                </a:ext>
              </a:extLst>
            </p:cNvPr>
            <p:cNvSpPr>
              <a:spLocks noChangeArrowheads="1"/>
            </p:cNvSpPr>
            <p:nvPr/>
          </p:nvSpPr>
          <p:spPr bwMode="auto">
            <a:xfrm>
              <a:off x="4259" y="2245"/>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6830" name="Rectangle 95">
            <a:extLst>
              <a:ext uri="{FF2B5EF4-FFF2-40B4-BE49-F238E27FC236}">
                <a16:creationId xmlns:a16="http://schemas.microsoft.com/office/drawing/2014/main" id="{60D1470D-D9C0-179A-BEF2-C0A4A8A317E4}"/>
              </a:ext>
            </a:extLst>
          </p:cNvPr>
          <p:cNvSpPr>
            <a:spLocks noChangeArrowheads="1"/>
          </p:cNvSpPr>
          <p:nvPr/>
        </p:nvSpPr>
        <p:spPr bwMode="auto">
          <a:xfrm>
            <a:off x="7212013" y="328771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grpSp>
        <p:nvGrpSpPr>
          <p:cNvPr id="116831" name="Group 96">
            <a:extLst>
              <a:ext uri="{FF2B5EF4-FFF2-40B4-BE49-F238E27FC236}">
                <a16:creationId xmlns:a16="http://schemas.microsoft.com/office/drawing/2014/main" id="{DA22A243-348A-BC2D-A7DB-0DFE2DB270CB}"/>
              </a:ext>
            </a:extLst>
          </p:cNvPr>
          <p:cNvGrpSpPr>
            <a:grpSpLocks/>
          </p:cNvGrpSpPr>
          <p:nvPr/>
        </p:nvGrpSpPr>
        <p:grpSpPr bwMode="auto">
          <a:xfrm>
            <a:off x="7248525" y="3278188"/>
            <a:ext cx="450850" cy="458787"/>
            <a:chOff x="4566" y="2245"/>
            <a:chExt cx="284" cy="289"/>
          </a:xfrm>
        </p:grpSpPr>
        <p:sp>
          <p:nvSpPr>
            <p:cNvPr id="116832" name="Freeform 97">
              <a:extLst>
                <a:ext uri="{FF2B5EF4-FFF2-40B4-BE49-F238E27FC236}">
                  <a16:creationId xmlns:a16="http://schemas.microsoft.com/office/drawing/2014/main" id="{EA8A9EA7-601F-46DF-E0E0-B76BA92C3011}"/>
                </a:ext>
              </a:extLst>
            </p:cNvPr>
            <p:cNvSpPr>
              <a:spLocks noChangeArrowheads="1"/>
            </p:cNvSpPr>
            <p:nvPr/>
          </p:nvSpPr>
          <p:spPr bwMode="auto">
            <a:xfrm>
              <a:off x="4566" y="2245"/>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33" name="Freeform 98">
              <a:extLst>
                <a:ext uri="{FF2B5EF4-FFF2-40B4-BE49-F238E27FC236}">
                  <a16:creationId xmlns:a16="http://schemas.microsoft.com/office/drawing/2014/main" id="{D288A62F-52CD-A089-5732-C99FE28661AF}"/>
                </a:ext>
              </a:extLst>
            </p:cNvPr>
            <p:cNvSpPr>
              <a:spLocks noChangeArrowheads="1"/>
            </p:cNvSpPr>
            <p:nvPr/>
          </p:nvSpPr>
          <p:spPr bwMode="auto">
            <a:xfrm>
              <a:off x="4707" y="2245"/>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6834" name="Line 99">
            <a:extLst>
              <a:ext uri="{FF2B5EF4-FFF2-40B4-BE49-F238E27FC236}">
                <a16:creationId xmlns:a16="http://schemas.microsoft.com/office/drawing/2014/main" id="{71E5E62A-8F90-5313-C470-A27585615377}"/>
              </a:ext>
            </a:extLst>
          </p:cNvPr>
          <p:cNvSpPr>
            <a:spLocks noChangeShapeType="1"/>
          </p:cNvSpPr>
          <p:nvPr/>
        </p:nvSpPr>
        <p:spPr bwMode="auto">
          <a:xfrm>
            <a:off x="7008813" y="350678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35" name="Line 100">
            <a:extLst>
              <a:ext uri="{FF2B5EF4-FFF2-40B4-BE49-F238E27FC236}">
                <a16:creationId xmlns:a16="http://schemas.microsoft.com/office/drawing/2014/main" id="{C225CCF3-C555-6210-6C6F-AEB292A8D1BE}"/>
              </a:ext>
            </a:extLst>
          </p:cNvPr>
          <p:cNvSpPr>
            <a:spLocks noChangeShapeType="1"/>
          </p:cNvSpPr>
          <p:nvPr/>
        </p:nvSpPr>
        <p:spPr bwMode="auto">
          <a:xfrm>
            <a:off x="6240463" y="350678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36" name="Line 101">
            <a:extLst>
              <a:ext uri="{FF2B5EF4-FFF2-40B4-BE49-F238E27FC236}">
                <a16:creationId xmlns:a16="http://schemas.microsoft.com/office/drawing/2014/main" id="{E23FC2FE-F6E2-A382-D124-A599B4232101}"/>
              </a:ext>
            </a:extLst>
          </p:cNvPr>
          <p:cNvSpPr>
            <a:spLocks noChangeShapeType="1"/>
          </p:cNvSpPr>
          <p:nvPr/>
        </p:nvSpPr>
        <p:spPr bwMode="auto">
          <a:xfrm>
            <a:off x="5629275" y="36591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37" name="Freeform 102">
            <a:extLst>
              <a:ext uri="{FF2B5EF4-FFF2-40B4-BE49-F238E27FC236}">
                <a16:creationId xmlns:a16="http://schemas.microsoft.com/office/drawing/2014/main" id="{256819A2-EAAE-7B77-945F-B652E04530E3}"/>
              </a:ext>
            </a:extLst>
          </p:cNvPr>
          <p:cNvSpPr>
            <a:spLocks noChangeArrowheads="1"/>
          </p:cNvSpPr>
          <p:nvPr/>
        </p:nvSpPr>
        <p:spPr bwMode="auto">
          <a:xfrm>
            <a:off x="5808663" y="349885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38" name="Freeform 103">
            <a:extLst>
              <a:ext uri="{FF2B5EF4-FFF2-40B4-BE49-F238E27FC236}">
                <a16:creationId xmlns:a16="http://schemas.microsoft.com/office/drawing/2014/main" id="{387DA354-2005-BBF0-2E6D-702599BF7795}"/>
              </a:ext>
            </a:extLst>
          </p:cNvPr>
          <p:cNvSpPr>
            <a:spLocks noChangeArrowheads="1"/>
          </p:cNvSpPr>
          <p:nvPr/>
        </p:nvSpPr>
        <p:spPr bwMode="auto">
          <a:xfrm>
            <a:off x="6575425" y="3836988"/>
            <a:ext cx="338138"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39" name="Freeform 104">
            <a:extLst>
              <a:ext uri="{FF2B5EF4-FFF2-40B4-BE49-F238E27FC236}">
                <a16:creationId xmlns:a16="http://schemas.microsoft.com/office/drawing/2014/main" id="{08D2BD39-DD03-A44B-A72B-1416FD930E65}"/>
              </a:ext>
            </a:extLst>
          </p:cNvPr>
          <p:cNvSpPr>
            <a:spLocks noChangeArrowheads="1"/>
          </p:cNvSpPr>
          <p:nvPr/>
        </p:nvSpPr>
        <p:spPr bwMode="auto">
          <a:xfrm>
            <a:off x="7116763" y="421798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40" name="Freeform 105">
            <a:extLst>
              <a:ext uri="{FF2B5EF4-FFF2-40B4-BE49-F238E27FC236}">
                <a16:creationId xmlns:a16="http://schemas.microsoft.com/office/drawing/2014/main" id="{E39D799C-2E38-2138-6008-3E4EE688FB8F}"/>
              </a:ext>
            </a:extLst>
          </p:cNvPr>
          <p:cNvSpPr>
            <a:spLocks noChangeArrowheads="1"/>
          </p:cNvSpPr>
          <p:nvPr/>
        </p:nvSpPr>
        <p:spPr bwMode="auto">
          <a:xfrm>
            <a:off x="5105400" y="3989388"/>
            <a:ext cx="269875" cy="458787"/>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41" name="Freeform 106">
            <a:extLst>
              <a:ext uri="{FF2B5EF4-FFF2-40B4-BE49-F238E27FC236}">
                <a16:creationId xmlns:a16="http://schemas.microsoft.com/office/drawing/2014/main" id="{1480DB1C-C2B3-A367-17E3-1BB93D0F8185}"/>
              </a:ext>
            </a:extLst>
          </p:cNvPr>
          <p:cNvSpPr>
            <a:spLocks noChangeArrowheads="1"/>
          </p:cNvSpPr>
          <p:nvPr/>
        </p:nvSpPr>
        <p:spPr bwMode="auto">
          <a:xfrm>
            <a:off x="5373688" y="3989388"/>
            <a:ext cx="271462" cy="458787"/>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42" name="Rectangle 107">
            <a:extLst>
              <a:ext uri="{FF2B5EF4-FFF2-40B4-BE49-F238E27FC236}">
                <a16:creationId xmlns:a16="http://schemas.microsoft.com/office/drawing/2014/main" id="{5B7D1555-FEAB-C63F-FD66-3F47E940AA78}"/>
              </a:ext>
            </a:extLst>
          </p:cNvPr>
          <p:cNvSpPr>
            <a:spLocks noChangeArrowheads="1"/>
          </p:cNvSpPr>
          <p:nvPr/>
        </p:nvSpPr>
        <p:spPr bwMode="auto">
          <a:xfrm>
            <a:off x="5081588" y="3998913"/>
            <a:ext cx="4302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Im</a:t>
            </a:r>
          </a:p>
        </p:txBody>
      </p:sp>
      <p:sp>
        <p:nvSpPr>
          <p:cNvPr id="116843" name="Rectangle 108">
            <a:extLst>
              <a:ext uri="{FF2B5EF4-FFF2-40B4-BE49-F238E27FC236}">
                <a16:creationId xmlns:a16="http://schemas.microsoft.com/office/drawing/2014/main" id="{6B97F76B-BC67-1EAB-4864-6920BE712989}"/>
              </a:ext>
            </a:extLst>
          </p:cNvPr>
          <p:cNvSpPr>
            <a:spLocks noChangeArrowheads="1"/>
          </p:cNvSpPr>
          <p:nvPr/>
        </p:nvSpPr>
        <p:spPr bwMode="auto">
          <a:xfrm rot="5400000">
            <a:off x="6417470" y="4025106"/>
            <a:ext cx="6080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sp>
        <p:nvSpPr>
          <p:cNvPr id="116844" name="Rectangle 109">
            <a:extLst>
              <a:ext uri="{FF2B5EF4-FFF2-40B4-BE49-F238E27FC236}">
                <a16:creationId xmlns:a16="http://schemas.microsoft.com/office/drawing/2014/main" id="{D10DD84E-0050-750E-CC7B-FC2759E46C26}"/>
              </a:ext>
            </a:extLst>
          </p:cNvPr>
          <p:cNvSpPr>
            <a:spLocks noChangeArrowheads="1"/>
          </p:cNvSpPr>
          <p:nvPr/>
        </p:nvSpPr>
        <p:spPr bwMode="auto">
          <a:xfrm>
            <a:off x="5811838" y="400685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16845" name="Freeform 110">
            <a:extLst>
              <a:ext uri="{FF2B5EF4-FFF2-40B4-BE49-F238E27FC236}">
                <a16:creationId xmlns:a16="http://schemas.microsoft.com/office/drawing/2014/main" id="{E42FC855-A6D5-72D2-40B4-7F61D85E9147}"/>
              </a:ext>
            </a:extLst>
          </p:cNvPr>
          <p:cNvSpPr>
            <a:spLocks noChangeArrowheads="1"/>
          </p:cNvSpPr>
          <p:nvPr/>
        </p:nvSpPr>
        <p:spPr bwMode="auto">
          <a:xfrm>
            <a:off x="5835650" y="398938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46" name="Line 111">
            <a:extLst>
              <a:ext uri="{FF2B5EF4-FFF2-40B4-BE49-F238E27FC236}">
                <a16:creationId xmlns:a16="http://schemas.microsoft.com/office/drawing/2014/main" id="{F46794B6-43AD-20C3-7D85-166FCC125B18}"/>
              </a:ext>
            </a:extLst>
          </p:cNvPr>
          <p:cNvSpPr>
            <a:spLocks noChangeShapeType="1"/>
          </p:cNvSpPr>
          <p:nvPr/>
        </p:nvSpPr>
        <p:spPr bwMode="auto">
          <a:xfrm>
            <a:off x="5646738" y="42179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47" name="Freeform 112">
            <a:extLst>
              <a:ext uri="{FF2B5EF4-FFF2-40B4-BE49-F238E27FC236}">
                <a16:creationId xmlns:a16="http://schemas.microsoft.com/office/drawing/2014/main" id="{834B2826-6106-7C94-7C31-9E9A1D8AEB1D}"/>
              </a:ext>
            </a:extLst>
          </p:cNvPr>
          <p:cNvSpPr>
            <a:spLocks noChangeArrowheads="1"/>
          </p:cNvSpPr>
          <p:nvPr/>
        </p:nvSpPr>
        <p:spPr bwMode="auto">
          <a:xfrm>
            <a:off x="5751513" y="40655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48" name="Line 113">
            <a:extLst>
              <a:ext uri="{FF2B5EF4-FFF2-40B4-BE49-F238E27FC236}">
                <a16:creationId xmlns:a16="http://schemas.microsoft.com/office/drawing/2014/main" id="{172F257F-AB9F-3A5C-CEA5-ECAC8A9B29BE}"/>
              </a:ext>
            </a:extLst>
          </p:cNvPr>
          <p:cNvSpPr>
            <a:spLocks noChangeShapeType="1"/>
          </p:cNvSpPr>
          <p:nvPr/>
        </p:nvSpPr>
        <p:spPr bwMode="auto">
          <a:xfrm>
            <a:off x="6307138" y="40655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49" name="Rectangle 114">
            <a:extLst>
              <a:ext uri="{FF2B5EF4-FFF2-40B4-BE49-F238E27FC236}">
                <a16:creationId xmlns:a16="http://schemas.microsoft.com/office/drawing/2014/main" id="{89233E15-CC7D-6F25-7E82-A6E60F5EEAB4}"/>
              </a:ext>
            </a:extLst>
          </p:cNvPr>
          <p:cNvSpPr>
            <a:spLocks noChangeArrowheads="1"/>
          </p:cNvSpPr>
          <p:nvPr/>
        </p:nvSpPr>
        <p:spPr bwMode="auto">
          <a:xfrm>
            <a:off x="7108825" y="399891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sp>
        <p:nvSpPr>
          <p:cNvPr id="116850" name="Freeform 115">
            <a:extLst>
              <a:ext uri="{FF2B5EF4-FFF2-40B4-BE49-F238E27FC236}">
                <a16:creationId xmlns:a16="http://schemas.microsoft.com/office/drawing/2014/main" id="{C80EAF21-B6B8-5B48-1841-0FCCEF74EF97}"/>
              </a:ext>
            </a:extLst>
          </p:cNvPr>
          <p:cNvSpPr>
            <a:spLocks noChangeArrowheads="1"/>
          </p:cNvSpPr>
          <p:nvPr/>
        </p:nvSpPr>
        <p:spPr bwMode="auto">
          <a:xfrm>
            <a:off x="7183438" y="398938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51" name="Freeform 116">
            <a:extLst>
              <a:ext uri="{FF2B5EF4-FFF2-40B4-BE49-F238E27FC236}">
                <a16:creationId xmlns:a16="http://schemas.microsoft.com/office/drawing/2014/main" id="{41EFAD4B-25DC-BB5B-EE34-70215442C30A}"/>
              </a:ext>
            </a:extLst>
          </p:cNvPr>
          <p:cNvSpPr>
            <a:spLocks noChangeArrowheads="1"/>
          </p:cNvSpPr>
          <p:nvPr/>
        </p:nvSpPr>
        <p:spPr bwMode="auto">
          <a:xfrm>
            <a:off x="7439025" y="398938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52" name="Rectangle 117">
            <a:extLst>
              <a:ext uri="{FF2B5EF4-FFF2-40B4-BE49-F238E27FC236}">
                <a16:creationId xmlns:a16="http://schemas.microsoft.com/office/drawing/2014/main" id="{420BF043-DAAB-7322-F81C-F48DEA4A3B7D}"/>
              </a:ext>
            </a:extLst>
          </p:cNvPr>
          <p:cNvSpPr>
            <a:spLocks noChangeArrowheads="1"/>
          </p:cNvSpPr>
          <p:nvPr/>
        </p:nvSpPr>
        <p:spPr bwMode="auto">
          <a:xfrm>
            <a:off x="7889875" y="399891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16853" name="Freeform 118">
            <a:extLst>
              <a:ext uri="{FF2B5EF4-FFF2-40B4-BE49-F238E27FC236}">
                <a16:creationId xmlns:a16="http://schemas.microsoft.com/office/drawing/2014/main" id="{AD6C5C7F-B359-4D9D-094C-BB53664DDB38}"/>
              </a:ext>
            </a:extLst>
          </p:cNvPr>
          <p:cNvSpPr>
            <a:spLocks noChangeArrowheads="1"/>
          </p:cNvSpPr>
          <p:nvPr/>
        </p:nvSpPr>
        <p:spPr bwMode="auto">
          <a:xfrm>
            <a:off x="7926388" y="398938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54" name="Freeform 119">
            <a:extLst>
              <a:ext uri="{FF2B5EF4-FFF2-40B4-BE49-F238E27FC236}">
                <a16:creationId xmlns:a16="http://schemas.microsoft.com/office/drawing/2014/main" id="{9A6BE552-0ADA-BAA4-2950-6C9946D73441}"/>
              </a:ext>
            </a:extLst>
          </p:cNvPr>
          <p:cNvSpPr>
            <a:spLocks noChangeArrowheads="1"/>
          </p:cNvSpPr>
          <p:nvPr/>
        </p:nvSpPr>
        <p:spPr bwMode="auto">
          <a:xfrm>
            <a:off x="8150225" y="3989388"/>
            <a:ext cx="227013"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55" name="Line 120">
            <a:extLst>
              <a:ext uri="{FF2B5EF4-FFF2-40B4-BE49-F238E27FC236}">
                <a16:creationId xmlns:a16="http://schemas.microsoft.com/office/drawing/2014/main" id="{977C32D3-2314-33A0-374A-73B1F115BFAE}"/>
              </a:ext>
            </a:extLst>
          </p:cNvPr>
          <p:cNvSpPr>
            <a:spLocks noChangeShapeType="1"/>
          </p:cNvSpPr>
          <p:nvPr/>
        </p:nvSpPr>
        <p:spPr bwMode="auto">
          <a:xfrm>
            <a:off x="7686675" y="421798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56" name="Line 121">
            <a:extLst>
              <a:ext uri="{FF2B5EF4-FFF2-40B4-BE49-F238E27FC236}">
                <a16:creationId xmlns:a16="http://schemas.microsoft.com/office/drawing/2014/main" id="{C200326D-3BF7-DA8B-5186-A04F5DB7AA02}"/>
              </a:ext>
            </a:extLst>
          </p:cNvPr>
          <p:cNvSpPr>
            <a:spLocks noChangeShapeType="1"/>
          </p:cNvSpPr>
          <p:nvPr/>
        </p:nvSpPr>
        <p:spPr bwMode="auto">
          <a:xfrm>
            <a:off x="6918325" y="421798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57" name="Line 122">
            <a:extLst>
              <a:ext uri="{FF2B5EF4-FFF2-40B4-BE49-F238E27FC236}">
                <a16:creationId xmlns:a16="http://schemas.microsoft.com/office/drawing/2014/main" id="{7201C63B-E00A-8B76-A4A3-32E6D6D05775}"/>
              </a:ext>
            </a:extLst>
          </p:cNvPr>
          <p:cNvSpPr>
            <a:spLocks noChangeShapeType="1"/>
          </p:cNvSpPr>
          <p:nvPr/>
        </p:nvSpPr>
        <p:spPr bwMode="auto">
          <a:xfrm>
            <a:off x="6307138" y="43703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58" name="Freeform 123">
            <a:extLst>
              <a:ext uri="{FF2B5EF4-FFF2-40B4-BE49-F238E27FC236}">
                <a16:creationId xmlns:a16="http://schemas.microsoft.com/office/drawing/2014/main" id="{6E831612-A844-41F6-703A-DEFDA9D03B38}"/>
              </a:ext>
            </a:extLst>
          </p:cNvPr>
          <p:cNvSpPr>
            <a:spLocks noChangeArrowheads="1"/>
          </p:cNvSpPr>
          <p:nvPr/>
        </p:nvSpPr>
        <p:spPr bwMode="auto">
          <a:xfrm>
            <a:off x="6486525" y="421005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16859" name="Group 124">
            <a:extLst>
              <a:ext uri="{FF2B5EF4-FFF2-40B4-BE49-F238E27FC236}">
                <a16:creationId xmlns:a16="http://schemas.microsoft.com/office/drawing/2014/main" id="{DC86BF74-673C-0606-921A-3E7F5CB76041}"/>
              </a:ext>
            </a:extLst>
          </p:cNvPr>
          <p:cNvGrpSpPr>
            <a:grpSpLocks/>
          </p:cNvGrpSpPr>
          <p:nvPr/>
        </p:nvGrpSpPr>
        <p:grpSpPr bwMode="auto">
          <a:xfrm>
            <a:off x="7239000" y="4548188"/>
            <a:ext cx="352425" cy="763587"/>
            <a:chOff x="4560" y="3045"/>
            <a:chExt cx="222" cy="481"/>
          </a:xfrm>
        </p:grpSpPr>
        <p:sp>
          <p:nvSpPr>
            <p:cNvPr id="116860" name="Freeform 125">
              <a:extLst>
                <a:ext uri="{FF2B5EF4-FFF2-40B4-BE49-F238E27FC236}">
                  <a16:creationId xmlns:a16="http://schemas.microsoft.com/office/drawing/2014/main" id="{1C126813-88DF-203D-4D34-819631231957}"/>
                </a:ext>
              </a:extLst>
            </p:cNvPr>
            <p:cNvSpPr>
              <a:spLocks noChangeArrowheads="1"/>
            </p:cNvSpPr>
            <p:nvPr/>
          </p:nvSpPr>
          <p:spPr bwMode="auto">
            <a:xfrm>
              <a:off x="4569" y="3045"/>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61" name="Rectangle 126">
              <a:extLst>
                <a:ext uri="{FF2B5EF4-FFF2-40B4-BE49-F238E27FC236}">
                  <a16:creationId xmlns:a16="http://schemas.microsoft.com/office/drawing/2014/main" id="{9D97AFAA-D41C-C9A4-1285-71940C7BE737}"/>
                </a:ext>
              </a:extLst>
            </p:cNvPr>
            <p:cNvSpPr>
              <a:spLocks noChangeArrowheads="1"/>
            </p:cNvSpPr>
            <p:nvPr/>
          </p:nvSpPr>
          <p:spPr bwMode="auto">
            <a:xfrm rot="5400000">
              <a:off x="4469" y="3164"/>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grpSp>
      <p:grpSp>
        <p:nvGrpSpPr>
          <p:cNvPr id="116862" name="Group 127">
            <a:extLst>
              <a:ext uri="{FF2B5EF4-FFF2-40B4-BE49-F238E27FC236}">
                <a16:creationId xmlns:a16="http://schemas.microsoft.com/office/drawing/2014/main" id="{B97D8E8E-AE38-263A-6F84-2451445EAE95}"/>
              </a:ext>
            </a:extLst>
          </p:cNvPr>
          <p:cNvGrpSpPr>
            <a:grpSpLocks/>
          </p:cNvGrpSpPr>
          <p:nvPr/>
        </p:nvGrpSpPr>
        <p:grpSpPr bwMode="auto">
          <a:xfrm>
            <a:off x="5759450" y="4700588"/>
            <a:ext cx="563563" cy="458787"/>
            <a:chOff x="3628" y="3141"/>
            <a:chExt cx="355" cy="289"/>
          </a:xfrm>
        </p:grpSpPr>
        <p:sp>
          <p:nvSpPr>
            <p:cNvPr id="116863" name="Rectangle 128">
              <a:extLst>
                <a:ext uri="{FF2B5EF4-FFF2-40B4-BE49-F238E27FC236}">
                  <a16:creationId xmlns:a16="http://schemas.microsoft.com/office/drawing/2014/main" id="{1E975252-CEDB-53F4-CB0A-92E96A4F2AD3}"/>
                </a:ext>
              </a:extLst>
            </p:cNvPr>
            <p:cNvSpPr>
              <a:spLocks noChangeArrowheads="1"/>
            </p:cNvSpPr>
            <p:nvPr/>
          </p:nvSpPr>
          <p:spPr bwMode="auto">
            <a:xfrm>
              <a:off x="3628" y="3147"/>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nvGrpSpPr>
            <p:cNvPr id="116864" name="Group 129">
              <a:extLst>
                <a:ext uri="{FF2B5EF4-FFF2-40B4-BE49-F238E27FC236}">
                  <a16:creationId xmlns:a16="http://schemas.microsoft.com/office/drawing/2014/main" id="{3057982C-0774-350F-7D32-CD67BA580868}"/>
                </a:ext>
              </a:extLst>
            </p:cNvPr>
            <p:cNvGrpSpPr>
              <a:grpSpLocks/>
            </p:cNvGrpSpPr>
            <p:nvPr/>
          </p:nvGrpSpPr>
          <p:grpSpPr bwMode="auto">
            <a:xfrm>
              <a:off x="3643" y="3141"/>
              <a:ext cx="340" cy="289"/>
              <a:chOff x="3643" y="3141"/>
              <a:chExt cx="340" cy="289"/>
            </a:xfrm>
          </p:grpSpPr>
          <p:sp>
            <p:nvSpPr>
              <p:cNvPr id="116865" name="Freeform 130">
                <a:extLst>
                  <a:ext uri="{FF2B5EF4-FFF2-40B4-BE49-F238E27FC236}">
                    <a16:creationId xmlns:a16="http://schemas.microsoft.com/office/drawing/2014/main" id="{F0397F4D-AE5C-D8A1-E146-E1F0C8765A46}"/>
                  </a:ext>
                </a:extLst>
              </p:cNvPr>
              <p:cNvSpPr>
                <a:spLocks noChangeArrowheads="1"/>
              </p:cNvSpPr>
              <p:nvPr/>
            </p:nvSpPr>
            <p:spPr bwMode="auto">
              <a:xfrm>
                <a:off x="3643" y="3141"/>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66" name="Freeform 131">
                <a:extLst>
                  <a:ext uri="{FF2B5EF4-FFF2-40B4-BE49-F238E27FC236}">
                    <a16:creationId xmlns:a16="http://schemas.microsoft.com/office/drawing/2014/main" id="{872129B0-5F43-6909-4469-EDD72111AACD}"/>
                  </a:ext>
                </a:extLst>
              </p:cNvPr>
              <p:cNvSpPr>
                <a:spLocks noChangeArrowheads="1"/>
              </p:cNvSpPr>
              <p:nvPr/>
            </p:nvSpPr>
            <p:spPr bwMode="auto">
              <a:xfrm>
                <a:off x="3812" y="3141"/>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16867" name="Rectangle 132">
            <a:extLst>
              <a:ext uri="{FF2B5EF4-FFF2-40B4-BE49-F238E27FC236}">
                <a16:creationId xmlns:a16="http://schemas.microsoft.com/office/drawing/2014/main" id="{00D3D1B7-EC90-CB82-DE19-9DD208BFD49E}"/>
              </a:ext>
            </a:extLst>
          </p:cNvPr>
          <p:cNvSpPr>
            <a:spLocks noChangeArrowheads="1"/>
          </p:cNvSpPr>
          <p:nvPr/>
        </p:nvSpPr>
        <p:spPr bwMode="auto">
          <a:xfrm>
            <a:off x="6489700" y="471805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grpSp>
        <p:nvGrpSpPr>
          <p:cNvPr id="116868" name="Group 133">
            <a:extLst>
              <a:ext uri="{FF2B5EF4-FFF2-40B4-BE49-F238E27FC236}">
                <a16:creationId xmlns:a16="http://schemas.microsoft.com/office/drawing/2014/main" id="{CB6A704B-6852-F0F0-5850-4633D8765CD9}"/>
              </a:ext>
            </a:extLst>
          </p:cNvPr>
          <p:cNvGrpSpPr>
            <a:grpSpLocks/>
          </p:cNvGrpSpPr>
          <p:nvPr/>
        </p:nvGrpSpPr>
        <p:grpSpPr bwMode="auto">
          <a:xfrm>
            <a:off x="6513513" y="4700588"/>
            <a:ext cx="469900" cy="458787"/>
            <a:chOff x="4103" y="3141"/>
            <a:chExt cx="296" cy="289"/>
          </a:xfrm>
        </p:grpSpPr>
        <p:sp>
          <p:nvSpPr>
            <p:cNvPr id="116869" name="Freeform 134">
              <a:extLst>
                <a:ext uri="{FF2B5EF4-FFF2-40B4-BE49-F238E27FC236}">
                  <a16:creationId xmlns:a16="http://schemas.microsoft.com/office/drawing/2014/main" id="{E081290A-F9F4-BF97-5939-2D5C9F174896}"/>
                </a:ext>
              </a:extLst>
            </p:cNvPr>
            <p:cNvSpPr>
              <a:spLocks noChangeArrowheads="1"/>
            </p:cNvSpPr>
            <p:nvPr/>
          </p:nvSpPr>
          <p:spPr bwMode="auto">
            <a:xfrm>
              <a:off x="4103" y="3141"/>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70" name="Freeform 135">
              <a:extLst>
                <a:ext uri="{FF2B5EF4-FFF2-40B4-BE49-F238E27FC236}">
                  <a16:creationId xmlns:a16="http://schemas.microsoft.com/office/drawing/2014/main" id="{D5EE806A-D1A2-28C9-4AA7-6F79E6A184D3}"/>
                </a:ext>
              </a:extLst>
            </p:cNvPr>
            <p:cNvSpPr>
              <a:spLocks noChangeArrowheads="1"/>
            </p:cNvSpPr>
            <p:nvPr/>
          </p:nvSpPr>
          <p:spPr bwMode="auto">
            <a:xfrm>
              <a:off x="4251" y="3141"/>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6871" name="Line 136">
            <a:extLst>
              <a:ext uri="{FF2B5EF4-FFF2-40B4-BE49-F238E27FC236}">
                <a16:creationId xmlns:a16="http://schemas.microsoft.com/office/drawing/2014/main" id="{63E285C2-8D6B-D8B0-F865-CEBA2EA6103D}"/>
              </a:ext>
            </a:extLst>
          </p:cNvPr>
          <p:cNvSpPr>
            <a:spLocks noChangeShapeType="1"/>
          </p:cNvSpPr>
          <p:nvPr/>
        </p:nvSpPr>
        <p:spPr bwMode="auto">
          <a:xfrm>
            <a:off x="6324600" y="49291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72" name="Freeform 137">
            <a:extLst>
              <a:ext uri="{FF2B5EF4-FFF2-40B4-BE49-F238E27FC236}">
                <a16:creationId xmlns:a16="http://schemas.microsoft.com/office/drawing/2014/main" id="{1266A8B9-5254-3D07-1BC5-9D102982EA05}"/>
              </a:ext>
            </a:extLst>
          </p:cNvPr>
          <p:cNvSpPr>
            <a:spLocks noChangeArrowheads="1"/>
          </p:cNvSpPr>
          <p:nvPr/>
        </p:nvSpPr>
        <p:spPr bwMode="auto">
          <a:xfrm>
            <a:off x="6429375" y="47767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73" name="Line 138">
            <a:extLst>
              <a:ext uri="{FF2B5EF4-FFF2-40B4-BE49-F238E27FC236}">
                <a16:creationId xmlns:a16="http://schemas.microsoft.com/office/drawing/2014/main" id="{F25B1B04-35B1-8CCC-08D5-838705BD3A1D}"/>
              </a:ext>
            </a:extLst>
          </p:cNvPr>
          <p:cNvSpPr>
            <a:spLocks noChangeShapeType="1"/>
          </p:cNvSpPr>
          <p:nvPr/>
        </p:nvSpPr>
        <p:spPr bwMode="auto">
          <a:xfrm>
            <a:off x="6985000" y="47767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74" name="Rectangle 139">
            <a:extLst>
              <a:ext uri="{FF2B5EF4-FFF2-40B4-BE49-F238E27FC236}">
                <a16:creationId xmlns:a16="http://schemas.microsoft.com/office/drawing/2014/main" id="{B1AAF012-E04E-F714-9B95-C69E9AED0A1F}"/>
              </a:ext>
            </a:extLst>
          </p:cNvPr>
          <p:cNvSpPr>
            <a:spLocks noChangeArrowheads="1"/>
          </p:cNvSpPr>
          <p:nvPr/>
        </p:nvSpPr>
        <p:spPr bwMode="auto">
          <a:xfrm>
            <a:off x="7786688" y="471011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grpSp>
        <p:nvGrpSpPr>
          <p:cNvPr id="116875" name="Group 140">
            <a:extLst>
              <a:ext uri="{FF2B5EF4-FFF2-40B4-BE49-F238E27FC236}">
                <a16:creationId xmlns:a16="http://schemas.microsoft.com/office/drawing/2014/main" id="{08318C45-69BB-DC42-E5F8-6C932941C41B}"/>
              </a:ext>
            </a:extLst>
          </p:cNvPr>
          <p:cNvGrpSpPr>
            <a:grpSpLocks/>
          </p:cNvGrpSpPr>
          <p:nvPr/>
        </p:nvGrpSpPr>
        <p:grpSpPr bwMode="auto">
          <a:xfrm>
            <a:off x="7861300" y="4700588"/>
            <a:ext cx="515938" cy="458787"/>
            <a:chOff x="4952" y="3141"/>
            <a:chExt cx="325" cy="289"/>
          </a:xfrm>
        </p:grpSpPr>
        <p:sp>
          <p:nvSpPr>
            <p:cNvPr id="116876" name="Freeform 141">
              <a:extLst>
                <a:ext uri="{FF2B5EF4-FFF2-40B4-BE49-F238E27FC236}">
                  <a16:creationId xmlns:a16="http://schemas.microsoft.com/office/drawing/2014/main" id="{1DEED583-EEB6-AE43-E02D-846524B17374}"/>
                </a:ext>
              </a:extLst>
            </p:cNvPr>
            <p:cNvSpPr>
              <a:spLocks noChangeArrowheads="1"/>
            </p:cNvSpPr>
            <p:nvPr/>
          </p:nvSpPr>
          <p:spPr bwMode="auto">
            <a:xfrm>
              <a:off x="4952" y="3141"/>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77" name="Freeform 142">
              <a:extLst>
                <a:ext uri="{FF2B5EF4-FFF2-40B4-BE49-F238E27FC236}">
                  <a16:creationId xmlns:a16="http://schemas.microsoft.com/office/drawing/2014/main" id="{F99CCDCB-14D1-81FA-C9B3-20452F9C51A5}"/>
                </a:ext>
              </a:extLst>
            </p:cNvPr>
            <p:cNvSpPr>
              <a:spLocks noChangeArrowheads="1"/>
            </p:cNvSpPr>
            <p:nvPr/>
          </p:nvSpPr>
          <p:spPr bwMode="auto">
            <a:xfrm>
              <a:off x="5113" y="3141"/>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6878" name="Rectangle 143">
            <a:extLst>
              <a:ext uri="{FF2B5EF4-FFF2-40B4-BE49-F238E27FC236}">
                <a16:creationId xmlns:a16="http://schemas.microsoft.com/office/drawing/2014/main" id="{31262912-ED30-4244-653F-403791414FE5}"/>
              </a:ext>
            </a:extLst>
          </p:cNvPr>
          <p:cNvSpPr>
            <a:spLocks noChangeArrowheads="1"/>
          </p:cNvSpPr>
          <p:nvPr/>
        </p:nvSpPr>
        <p:spPr bwMode="auto">
          <a:xfrm>
            <a:off x="8567738" y="471011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grpSp>
        <p:nvGrpSpPr>
          <p:cNvPr id="116879" name="Group 144">
            <a:extLst>
              <a:ext uri="{FF2B5EF4-FFF2-40B4-BE49-F238E27FC236}">
                <a16:creationId xmlns:a16="http://schemas.microsoft.com/office/drawing/2014/main" id="{22F21343-DD60-79CC-559E-5D5C2CAE40F9}"/>
              </a:ext>
            </a:extLst>
          </p:cNvPr>
          <p:cNvGrpSpPr>
            <a:grpSpLocks/>
          </p:cNvGrpSpPr>
          <p:nvPr/>
        </p:nvGrpSpPr>
        <p:grpSpPr bwMode="auto">
          <a:xfrm>
            <a:off x="8604250" y="4700588"/>
            <a:ext cx="450850" cy="458787"/>
            <a:chOff x="5420" y="3141"/>
            <a:chExt cx="284" cy="289"/>
          </a:xfrm>
        </p:grpSpPr>
        <p:sp>
          <p:nvSpPr>
            <p:cNvPr id="116880" name="Freeform 145">
              <a:extLst>
                <a:ext uri="{FF2B5EF4-FFF2-40B4-BE49-F238E27FC236}">
                  <a16:creationId xmlns:a16="http://schemas.microsoft.com/office/drawing/2014/main" id="{B2AB275E-0094-97EE-1F37-BDD31197C7D5}"/>
                </a:ext>
              </a:extLst>
            </p:cNvPr>
            <p:cNvSpPr>
              <a:spLocks noChangeArrowheads="1"/>
            </p:cNvSpPr>
            <p:nvPr/>
          </p:nvSpPr>
          <p:spPr bwMode="auto">
            <a:xfrm>
              <a:off x="5420" y="3141"/>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81" name="Freeform 146">
              <a:extLst>
                <a:ext uri="{FF2B5EF4-FFF2-40B4-BE49-F238E27FC236}">
                  <a16:creationId xmlns:a16="http://schemas.microsoft.com/office/drawing/2014/main" id="{E2150DFC-F777-97C8-D306-23DD274A6734}"/>
                </a:ext>
              </a:extLst>
            </p:cNvPr>
            <p:cNvSpPr>
              <a:spLocks noChangeArrowheads="1"/>
            </p:cNvSpPr>
            <p:nvPr/>
          </p:nvSpPr>
          <p:spPr bwMode="auto">
            <a:xfrm>
              <a:off x="5561" y="3141"/>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16882" name="Line 147">
            <a:extLst>
              <a:ext uri="{FF2B5EF4-FFF2-40B4-BE49-F238E27FC236}">
                <a16:creationId xmlns:a16="http://schemas.microsoft.com/office/drawing/2014/main" id="{78C6570C-FE54-A803-3CF0-F2A05A516C97}"/>
              </a:ext>
            </a:extLst>
          </p:cNvPr>
          <p:cNvSpPr>
            <a:spLocks noChangeShapeType="1"/>
          </p:cNvSpPr>
          <p:nvPr/>
        </p:nvSpPr>
        <p:spPr bwMode="auto">
          <a:xfrm>
            <a:off x="8364538" y="492918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83" name="Line 148">
            <a:extLst>
              <a:ext uri="{FF2B5EF4-FFF2-40B4-BE49-F238E27FC236}">
                <a16:creationId xmlns:a16="http://schemas.microsoft.com/office/drawing/2014/main" id="{A83346FA-F567-E549-7126-A1260F7E6261}"/>
              </a:ext>
            </a:extLst>
          </p:cNvPr>
          <p:cNvSpPr>
            <a:spLocks noChangeShapeType="1"/>
          </p:cNvSpPr>
          <p:nvPr/>
        </p:nvSpPr>
        <p:spPr bwMode="auto">
          <a:xfrm>
            <a:off x="7596188" y="492918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84" name="Freeform 149">
            <a:extLst>
              <a:ext uri="{FF2B5EF4-FFF2-40B4-BE49-F238E27FC236}">
                <a16:creationId xmlns:a16="http://schemas.microsoft.com/office/drawing/2014/main" id="{485C8315-F1C6-A6A2-DE0C-27AD76D92692}"/>
              </a:ext>
            </a:extLst>
          </p:cNvPr>
          <p:cNvSpPr>
            <a:spLocks noChangeArrowheads="1"/>
          </p:cNvSpPr>
          <p:nvPr/>
        </p:nvSpPr>
        <p:spPr bwMode="auto">
          <a:xfrm>
            <a:off x="7794625" y="492918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85" name="Line 150">
            <a:extLst>
              <a:ext uri="{FF2B5EF4-FFF2-40B4-BE49-F238E27FC236}">
                <a16:creationId xmlns:a16="http://schemas.microsoft.com/office/drawing/2014/main" id="{01010F12-965A-912C-FDA6-F5C748938B2C}"/>
              </a:ext>
            </a:extLst>
          </p:cNvPr>
          <p:cNvSpPr>
            <a:spLocks noChangeShapeType="1"/>
          </p:cNvSpPr>
          <p:nvPr/>
        </p:nvSpPr>
        <p:spPr bwMode="auto">
          <a:xfrm>
            <a:off x="6985000" y="50815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86" name="Freeform 151">
            <a:extLst>
              <a:ext uri="{FF2B5EF4-FFF2-40B4-BE49-F238E27FC236}">
                <a16:creationId xmlns:a16="http://schemas.microsoft.com/office/drawing/2014/main" id="{FBF3120B-D437-3B6F-A7E9-E6DF221BE091}"/>
              </a:ext>
            </a:extLst>
          </p:cNvPr>
          <p:cNvSpPr>
            <a:spLocks noChangeArrowheads="1"/>
          </p:cNvSpPr>
          <p:nvPr/>
        </p:nvSpPr>
        <p:spPr bwMode="auto">
          <a:xfrm>
            <a:off x="7164388" y="492125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16887" name="Line 152">
            <a:extLst>
              <a:ext uri="{FF2B5EF4-FFF2-40B4-BE49-F238E27FC236}">
                <a16:creationId xmlns:a16="http://schemas.microsoft.com/office/drawing/2014/main" id="{7E474725-F935-7614-DC48-D03E112781F4}"/>
              </a:ext>
            </a:extLst>
          </p:cNvPr>
          <p:cNvSpPr>
            <a:spLocks noChangeShapeType="1"/>
          </p:cNvSpPr>
          <p:nvPr/>
        </p:nvSpPr>
        <p:spPr bwMode="auto">
          <a:xfrm flipH="1">
            <a:off x="4724400" y="2152650"/>
            <a:ext cx="1752600" cy="4572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88" name="Line 153">
            <a:extLst>
              <a:ext uri="{FF2B5EF4-FFF2-40B4-BE49-F238E27FC236}">
                <a16:creationId xmlns:a16="http://schemas.microsoft.com/office/drawing/2014/main" id="{9C70C190-A714-D2EB-719A-0B16F6A1E412}"/>
              </a:ext>
            </a:extLst>
          </p:cNvPr>
          <p:cNvSpPr>
            <a:spLocks noChangeShapeType="1"/>
          </p:cNvSpPr>
          <p:nvPr/>
        </p:nvSpPr>
        <p:spPr bwMode="auto">
          <a:xfrm flipH="1">
            <a:off x="5486400" y="2152650"/>
            <a:ext cx="990600" cy="11430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89" name="Line 154">
            <a:extLst>
              <a:ext uri="{FF2B5EF4-FFF2-40B4-BE49-F238E27FC236}">
                <a16:creationId xmlns:a16="http://schemas.microsoft.com/office/drawing/2014/main" id="{C28B32D5-F5BB-3A8E-3640-9FCB6855DA24}"/>
              </a:ext>
            </a:extLst>
          </p:cNvPr>
          <p:cNvSpPr>
            <a:spLocks noChangeShapeType="1"/>
          </p:cNvSpPr>
          <p:nvPr/>
        </p:nvSpPr>
        <p:spPr bwMode="auto">
          <a:xfrm flipH="1">
            <a:off x="6172200" y="2152650"/>
            <a:ext cx="304800" cy="18288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90" name="Line 155">
            <a:extLst>
              <a:ext uri="{FF2B5EF4-FFF2-40B4-BE49-F238E27FC236}">
                <a16:creationId xmlns:a16="http://schemas.microsoft.com/office/drawing/2014/main" id="{49556DD8-B8F7-6B07-506A-8DB8A644BBDE}"/>
              </a:ext>
            </a:extLst>
          </p:cNvPr>
          <p:cNvSpPr>
            <a:spLocks noChangeShapeType="1"/>
          </p:cNvSpPr>
          <p:nvPr/>
        </p:nvSpPr>
        <p:spPr bwMode="auto">
          <a:xfrm>
            <a:off x="6477000" y="2076450"/>
            <a:ext cx="228600" cy="266700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891" name="Oval 156">
            <a:extLst>
              <a:ext uri="{FF2B5EF4-FFF2-40B4-BE49-F238E27FC236}">
                <a16:creationId xmlns:a16="http://schemas.microsoft.com/office/drawing/2014/main" id="{1F1CCF27-D64C-133D-2FD7-AFBB8F19DC03}"/>
              </a:ext>
            </a:extLst>
          </p:cNvPr>
          <p:cNvSpPr>
            <a:spLocks noChangeArrowheads="1"/>
          </p:cNvSpPr>
          <p:nvPr/>
        </p:nvSpPr>
        <p:spPr bwMode="auto">
          <a:xfrm>
            <a:off x="6440488" y="2049463"/>
            <a:ext cx="106362" cy="106362"/>
          </a:xfrm>
          <a:prstGeom prst="ellipse">
            <a:avLst/>
          </a:prstGeom>
          <a:solidFill>
            <a:schemeClr val="accent1"/>
          </a:solidFill>
          <a:ln w="12700">
            <a:solidFill>
              <a:schemeClr val="tx1"/>
            </a:solidFill>
            <a:round/>
            <a:headEnd/>
            <a:tailEnd/>
          </a:ln>
        </p:spPr>
        <p:txBody>
          <a:bodyPr wrap="none" anchor="ctr"/>
          <a:lstStyle/>
          <a:p>
            <a:endParaRPr lang="zh-CN" altLang="en-US">
              <a:ea typeface="宋体" panose="02010600030101010101" pitchFamily="2" charset="-122"/>
            </a:endParaRPr>
          </a:p>
        </p:txBody>
      </p:sp>
      <p:sp>
        <p:nvSpPr>
          <p:cNvPr id="159" name="Text Box 12">
            <a:extLst>
              <a:ext uri="{FF2B5EF4-FFF2-40B4-BE49-F238E27FC236}">
                <a16:creationId xmlns:a16="http://schemas.microsoft.com/office/drawing/2014/main" id="{E1B4397C-7873-9E88-5FC4-00DF28980DAC}"/>
              </a:ext>
            </a:extLst>
          </p:cNvPr>
          <p:cNvSpPr txBox="1">
            <a:spLocks noChangeArrowheads="1"/>
          </p:cNvSpPr>
          <p:nvPr/>
        </p:nvSpPr>
        <p:spPr bwMode="auto">
          <a:xfrm>
            <a:off x="6535738" y="1195388"/>
            <a:ext cx="21764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solidFill>
                  <a:schemeClr val="accent2"/>
                </a:solidFill>
                <a:latin typeface="Arial" panose="020B0604020202020204" pitchFamily="34" charset="0"/>
                <a:ea typeface="黑体" panose="02010609060101010101" pitchFamily="49" charset="-122"/>
              </a:rPr>
              <a:t>读</a:t>
            </a:r>
            <a:r>
              <a:rPr lang="en-US" altLang="zh-CN" sz="2000">
                <a:solidFill>
                  <a:schemeClr val="accent2"/>
                </a:solidFill>
                <a:latin typeface="Arial" panose="020B0604020202020204" pitchFamily="34" charset="0"/>
                <a:ea typeface="黑体" panose="02010609060101010101" pitchFamily="49" charset="-122"/>
              </a:rPr>
              <a:t>r1</a:t>
            </a:r>
            <a:r>
              <a:rPr lang="zh-CN" altLang="en-US" sz="2000">
                <a:solidFill>
                  <a:schemeClr val="accent2"/>
                </a:solidFill>
                <a:latin typeface="Arial" panose="020B0604020202020204" pitchFamily="34" charset="0"/>
                <a:ea typeface="黑体" panose="02010609060101010101" pitchFamily="49" charset="-122"/>
              </a:rPr>
              <a:t>时，</a:t>
            </a:r>
            <a:r>
              <a:rPr lang="en-US" altLang="zh-CN" sz="2000">
                <a:solidFill>
                  <a:schemeClr val="accent2"/>
                </a:solidFill>
                <a:latin typeface="Arial" panose="020B0604020202020204" pitchFamily="34" charset="0"/>
                <a:ea typeface="黑体" panose="02010609060101010101" pitchFamily="49" charset="-122"/>
              </a:rPr>
              <a:t>add</a:t>
            </a:r>
            <a:r>
              <a:rPr lang="zh-CN" altLang="en-US" sz="2000">
                <a:solidFill>
                  <a:schemeClr val="accent2"/>
                </a:solidFill>
                <a:latin typeface="Arial" panose="020B0604020202020204" pitchFamily="34" charset="0"/>
                <a:ea typeface="黑体" panose="02010609060101010101" pitchFamily="49" charset="-122"/>
              </a:rPr>
              <a:t>指令正在执行加法</a:t>
            </a:r>
            <a:r>
              <a:rPr lang="en-US" altLang="zh-CN" sz="2000">
                <a:solidFill>
                  <a:schemeClr val="accent2"/>
                </a:solidFill>
                <a:latin typeface="Arial" panose="020B0604020202020204" pitchFamily="34" charset="0"/>
                <a:ea typeface="黑体" panose="02010609060101010101" pitchFamily="49" charset="-122"/>
              </a:rPr>
              <a:t>(EX</a:t>
            </a:r>
            <a:r>
              <a:rPr lang="zh-CN" altLang="en-US" sz="2000">
                <a:solidFill>
                  <a:schemeClr val="accent2"/>
                </a:solidFill>
                <a:latin typeface="Arial" panose="020B0604020202020204" pitchFamily="34" charset="0"/>
                <a:ea typeface="黑体" panose="02010609060101010101" pitchFamily="49" charset="-122"/>
              </a:rPr>
              <a:t>段</a:t>
            </a:r>
            <a:r>
              <a:rPr lang="en-US" altLang="zh-CN" sz="2000">
                <a:solidFill>
                  <a:schemeClr val="accent2"/>
                </a:solidFill>
                <a:latin typeface="Arial" panose="020B0604020202020204" pitchFamily="34" charset="0"/>
                <a:ea typeface="黑体" panose="02010609060101010101" pitchFamily="49" charset="-122"/>
              </a:rPr>
              <a:t>)</a:t>
            </a:r>
            <a:r>
              <a:rPr lang="zh-CN" altLang="en-US" sz="2000">
                <a:solidFill>
                  <a:schemeClr val="accent2"/>
                </a:solidFill>
                <a:latin typeface="Arial" panose="020B0604020202020204" pitchFamily="34" charset="0"/>
                <a:ea typeface="黑体" panose="02010609060101010101" pitchFamily="49" charset="-122"/>
              </a:rPr>
              <a:t>，老值</a:t>
            </a:r>
            <a:r>
              <a:rPr lang="en-US" altLang="zh-CN" sz="2000">
                <a:solidFill>
                  <a:schemeClr val="accent2"/>
                </a:solidFill>
                <a:latin typeface="Arial" panose="020B0604020202020204" pitchFamily="34" charset="0"/>
                <a:ea typeface="黑体" panose="02010609060101010101" pitchFamily="49" charset="-122"/>
              </a:rPr>
              <a:t>!</a:t>
            </a:r>
          </a:p>
        </p:txBody>
      </p:sp>
      <p:sp>
        <p:nvSpPr>
          <p:cNvPr id="160" name="Text Box 13">
            <a:extLst>
              <a:ext uri="{FF2B5EF4-FFF2-40B4-BE49-F238E27FC236}">
                <a16:creationId xmlns:a16="http://schemas.microsoft.com/office/drawing/2014/main" id="{0DBE86B2-7521-1632-29D7-C20AA916191A}"/>
              </a:ext>
            </a:extLst>
          </p:cNvPr>
          <p:cNvSpPr txBox="1">
            <a:spLocks noChangeArrowheads="1"/>
          </p:cNvSpPr>
          <p:nvPr/>
        </p:nvSpPr>
        <p:spPr bwMode="auto">
          <a:xfrm>
            <a:off x="6811963" y="1512888"/>
            <a:ext cx="21780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solidFill>
                  <a:schemeClr val="accent2"/>
                </a:solidFill>
                <a:latin typeface="Arial" panose="020B0604020202020204" pitchFamily="34" charset="0"/>
                <a:ea typeface="黑体" panose="02010609060101010101" pitchFamily="49" charset="-122"/>
              </a:rPr>
              <a:t>读</a:t>
            </a:r>
            <a:r>
              <a:rPr lang="en-US" altLang="zh-CN" sz="2000">
                <a:solidFill>
                  <a:schemeClr val="accent2"/>
                </a:solidFill>
                <a:latin typeface="Arial" panose="020B0604020202020204" pitchFamily="34" charset="0"/>
                <a:ea typeface="黑体" panose="02010609060101010101" pitchFamily="49" charset="-122"/>
              </a:rPr>
              <a:t>r1</a:t>
            </a:r>
            <a:r>
              <a:rPr lang="zh-CN" altLang="en-US" sz="2000">
                <a:solidFill>
                  <a:schemeClr val="accent2"/>
                </a:solidFill>
                <a:latin typeface="Arial" panose="020B0604020202020204" pitchFamily="34" charset="0"/>
                <a:ea typeface="黑体" panose="02010609060101010101" pitchFamily="49" charset="-122"/>
              </a:rPr>
              <a:t>时，</a:t>
            </a:r>
            <a:r>
              <a:rPr lang="en-US" altLang="zh-CN" sz="2000">
                <a:solidFill>
                  <a:schemeClr val="accent2"/>
                </a:solidFill>
                <a:latin typeface="Arial" panose="020B0604020202020204" pitchFamily="34" charset="0"/>
                <a:ea typeface="黑体" panose="02010609060101010101" pitchFamily="49" charset="-122"/>
              </a:rPr>
              <a:t>add</a:t>
            </a:r>
            <a:r>
              <a:rPr lang="zh-CN" altLang="en-US" sz="2000">
                <a:solidFill>
                  <a:schemeClr val="accent2"/>
                </a:solidFill>
                <a:latin typeface="Arial" panose="020B0604020202020204" pitchFamily="34" charset="0"/>
                <a:ea typeface="黑体" panose="02010609060101010101" pitchFamily="49" charset="-122"/>
              </a:rPr>
              <a:t>指令正在传递加法结果</a:t>
            </a:r>
            <a:r>
              <a:rPr lang="en-US" altLang="zh-CN" sz="2000">
                <a:solidFill>
                  <a:schemeClr val="accent2"/>
                </a:solidFill>
                <a:latin typeface="Arial" panose="020B0604020202020204" pitchFamily="34" charset="0"/>
                <a:ea typeface="黑体" panose="02010609060101010101" pitchFamily="49" charset="-122"/>
              </a:rPr>
              <a:t>(M</a:t>
            </a:r>
            <a:r>
              <a:rPr lang="zh-CN" altLang="en-US" sz="2000">
                <a:solidFill>
                  <a:schemeClr val="accent2"/>
                </a:solidFill>
                <a:latin typeface="Arial" panose="020B0604020202020204" pitchFamily="34" charset="0"/>
                <a:ea typeface="黑体" panose="02010609060101010101" pitchFamily="49" charset="-122"/>
              </a:rPr>
              <a:t>段</a:t>
            </a:r>
            <a:r>
              <a:rPr lang="en-US" altLang="zh-CN" sz="2000">
                <a:solidFill>
                  <a:schemeClr val="accent2"/>
                </a:solidFill>
                <a:latin typeface="Arial" panose="020B0604020202020204" pitchFamily="34" charset="0"/>
                <a:ea typeface="黑体" panose="02010609060101010101" pitchFamily="49" charset="-122"/>
              </a:rPr>
              <a:t>), </a:t>
            </a:r>
            <a:r>
              <a:rPr lang="zh-CN" altLang="en-US" sz="2000">
                <a:solidFill>
                  <a:schemeClr val="accent2"/>
                </a:solidFill>
                <a:latin typeface="Arial" panose="020B0604020202020204" pitchFamily="34" charset="0"/>
                <a:ea typeface="黑体" panose="02010609060101010101" pitchFamily="49" charset="-122"/>
              </a:rPr>
              <a:t>老值</a:t>
            </a:r>
            <a:r>
              <a:rPr lang="en-US" altLang="zh-CN" sz="2000">
                <a:solidFill>
                  <a:schemeClr val="accent2"/>
                </a:solidFill>
                <a:latin typeface="Arial" panose="020B0604020202020204" pitchFamily="34" charset="0"/>
                <a:ea typeface="黑体" panose="02010609060101010101" pitchFamily="49" charset="-122"/>
              </a:rPr>
              <a:t>!</a:t>
            </a:r>
            <a:endParaRPr lang="zh-CN" altLang="en-US" sz="2000">
              <a:solidFill>
                <a:schemeClr val="accent2"/>
              </a:solidFill>
              <a:latin typeface="Arial" panose="020B0604020202020204" pitchFamily="34" charset="0"/>
              <a:ea typeface="黑体" panose="02010609060101010101" pitchFamily="49" charset="-122"/>
            </a:endParaRPr>
          </a:p>
        </p:txBody>
      </p:sp>
      <p:sp>
        <p:nvSpPr>
          <p:cNvPr id="161" name="Text Box 14">
            <a:extLst>
              <a:ext uri="{FF2B5EF4-FFF2-40B4-BE49-F238E27FC236}">
                <a16:creationId xmlns:a16="http://schemas.microsoft.com/office/drawing/2014/main" id="{E56BB936-6F25-8A50-5BD4-DAB5CA1E2F35}"/>
              </a:ext>
            </a:extLst>
          </p:cNvPr>
          <p:cNvSpPr txBox="1">
            <a:spLocks noChangeArrowheads="1"/>
          </p:cNvSpPr>
          <p:nvPr/>
        </p:nvSpPr>
        <p:spPr bwMode="auto">
          <a:xfrm>
            <a:off x="7110413" y="1909763"/>
            <a:ext cx="19526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solidFill>
                  <a:schemeClr val="accent2"/>
                </a:solidFill>
                <a:latin typeface="Arial" panose="020B0604020202020204" pitchFamily="34" charset="0"/>
                <a:ea typeface="黑体" panose="02010609060101010101" pitchFamily="49" charset="-122"/>
              </a:rPr>
              <a:t>读</a:t>
            </a:r>
            <a:r>
              <a:rPr lang="en-US" altLang="zh-CN" sz="2000">
                <a:solidFill>
                  <a:schemeClr val="accent2"/>
                </a:solidFill>
                <a:latin typeface="Arial" panose="020B0604020202020204" pitchFamily="34" charset="0"/>
                <a:ea typeface="黑体" panose="02010609060101010101" pitchFamily="49" charset="-122"/>
              </a:rPr>
              <a:t>r1</a:t>
            </a:r>
            <a:r>
              <a:rPr lang="zh-CN" altLang="en-US" sz="2000">
                <a:solidFill>
                  <a:schemeClr val="accent2"/>
                </a:solidFill>
                <a:latin typeface="Arial" panose="020B0604020202020204" pitchFamily="34" charset="0"/>
                <a:ea typeface="黑体" panose="02010609060101010101" pitchFamily="49" charset="-122"/>
              </a:rPr>
              <a:t>时，</a:t>
            </a:r>
            <a:r>
              <a:rPr lang="en-US" altLang="zh-CN" sz="2000">
                <a:solidFill>
                  <a:schemeClr val="accent2"/>
                </a:solidFill>
                <a:latin typeface="Arial" panose="020B0604020202020204" pitchFamily="34" charset="0"/>
                <a:ea typeface="黑体" panose="02010609060101010101" pitchFamily="49" charset="-122"/>
              </a:rPr>
              <a:t>add</a:t>
            </a:r>
            <a:r>
              <a:rPr lang="zh-CN" altLang="en-US" sz="2000">
                <a:solidFill>
                  <a:schemeClr val="accent2"/>
                </a:solidFill>
                <a:latin typeface="Arial" panose="020B0604020202020204" pitchFamily="34" charset="0"/>
                <a:ea typeface="黑体" panose="02010609060101010101" pitchFamily="49" charset="-122"/>
              </a:rPr>
              <a:t>指令正在写加法结果到</a:t>
            </a:r>
            <a:r>
              <a:rPr lang="en-US" altLang="zh-CN" sz="2000">
                <a:solidFill>
                  <a:schemeClr val="accent2"/>
                </a:solidFill>
                <a:latin typeface="Arial" panose="020B0604020202020204" pitchFamily="34" charset="0"/>
                <a:ea typeface="黑体" panose="02010609060101010101" pitchFamily="49" charset="-122"/>
              </a:rPr>
              <a:t>r1(WB</a:t>
            </a:r>
            <a:r>
              <a:rPr lang="zh-CN" altLang="en-US" sz="2000">
                <a:solidFill>
                  <a:schemeClr val="accent2"/>
                </a:solidFill>
                <a:latin typeface="Arial" panose="020B0604020202020204" pitchFamily="34" charset="0"/>
                <a:ea typeface="黑体" panose="02010609060101010101" pitchFamily="49" charset="-122"/>
              </a:rPr>
              <a:t>段</a:t>
            </a:r>
            <a:r>
              <a:rPr lang="en-US" altLang="zh-CN" sz="2000">
                <a:solidFill>
                  <a:schemeClr val="accent2"/>
                </a:solidFill>
                <a:latin typeface="Arial" panose="020B0604020202020204" pitchFamily="34" charset="0"/>
                <a:ea typeface="黑体" panose="02010609060101010101" pitchFamily="49" charset="-122"/>
              </a:rPr>
              <a:t>), </a:t>
            </a:r>
            <a:r>
              <a:rPr lang="zh-CN" altLang="en-US" sz="2000">
                <a:solidFill>
                  <a:schemeClr val="accent2"/>
                </a:solidFill>
                <a:latin typeface="Arial" panose="020B0604020202020204" pitchFamily="34" charset="0"/>
                <a:ea typeface="黑体" panose="02010609060101010101" pitchFamily="49" charset="-122"/>
              </a:rPr>
              <a:t>老值</a:t>
            </a:r>
            <a:r>
              <a:rPr lang="en-US" altLang="zh-CN" sz="2000">
                <a:solidFill>
                  <a:schemeClr val="accent2"/>
                </a:solidFill>
                <a:latin typeface="Arial" panose="020B0604020202020204" pitchFamily="34" charset="0"/>
                <a:ea typeface="黑体" panose="02010609060101010101" pitchFamily="49" charset="-122"/>
              </a:rPr>
              <a:t>!</a:t>
            </a:r>
          </a:p>
        </p:txBody>
      </p:sp>
      <p:sp>
        <p:nvSpPr>
          <p:cNvPr id="162" name="Text Box 15">
            <a:extLst>
              <a:ext uri="{FF2B5EF4-FFF2-40B4-BE49-F238E27FC236}">
                <a16:creationId xmlns:a16="http://schemas.microsoft.com/office/drawing/2014/main" id="{77E8C90F-F7E3-DB79-B80A-5426B0A206E0}"/>
              </a:ext>
            </a:extLst>
          </p:cNvPr>
          <p:cNvSpPr txBox="1">
            <a:spLocks noChangeArrowheads="1"/>
          </p:cNvSpPr>
          <p:nvPr/>
        </p:nvSpPr>
        <p:spPr bwMode="auto">
          <a:xfrm>
            <a:off x="5240338" y="5800725"/>
            <a:ext cx="34829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solidFill>
                  <a:schemeClr val="accent2"/>
                </a:solidFill>
                <a:latin typeface="Arial" panose="020B0604020202020204" pitchFamily="34" charset="0"/>
                <a:ea typeface="黑体" panose="02010609060101010101" pitchFamily="49" charset="-122"/>
              </a:rPr>
              <a:t>读</a:t>
            </a:r>
            <a:r>
              <a:rPr lang="en-US" altLang="zh-CN" sz="2000">
                <a:solidFill>
                  <a:schemeClr val="accent2"/>
                </a:solidFill>
                <a:latin typeface="Arial" panose="020B0604020202020204" pitchFamily="34" charset="0"/>
                <a:ea typeface="黑体" panose="02010609060101010101" pitchFamily="49" charset="-122"/>
              </a:rPr>
              <a:t>r1</a:t>
            </a:r>
            <a:r>
              <a:rPr lang="zh-CN" altLang="en-US" sz="2000">
                <a:solidFill>
                  <a:schemeClr val="accent2"/>
                </a:solidFill>
                <a:latin typeface="Arial" panose="020B0604020202020204" pitchFamily="34" charset="0"/>
                <a:ea typeface="黑体" panose="02010609060101010101" pitchFamily="49" charset="-122"/>
              </a:rPr>
              <a:t>时，</a:t>
            </a:r>
            <a:r>
              <a:rPr lang="en-US" altLang="zh-CN" sz="2000">
                <a:solidFill>
                  <a:schemeClr val="accent2"/>
                </a:solidFill>
                <a:latin typeface="Arial" panose="020B0604020202020204" pitchFamily="34" charset="0"/>
                <a:ea typeface="黑体" panose="02010609060101010101" pitchFamily="49" charset="-122"/>
              </a:rPr>
              <a:t>add</a:t>
            </a:r>
            <a:r>
              <a:rPr lang="zh-CN" altLang="en-US" sz="2000">
                <a:solidFill>
                  <a:schemeClr val="accent2"/>
                </a:solidFill>
                <a:latin typeface="Arial" panose="020B0604020202020204" pitchFamily="34" charset="0"/>
                <a:ea typeface="黑体" panose="02010609060101010101" pitchFamily="49" charset="-122"/>
              </a:rPr>
              <a:t>指令已经把加法结果写到</a:t>
            </a:r>
            <a:r>
              <a:rPr lang="en-US" altLang="zh-CN" sz="2000">
                <a:solidFill>
                  <a:schemeClr val="accent2"/>
                </a:solidFill>
                <a:latin typeface="Arial" panose="020B0604020202020204" pitchFamily="34" charset="0"/>
                <a:ea typeface="黑体" panose="02010609060101010101" pitchFamily="49" charset="-122"/>
              </a:rPr>
              <a:t>r1, </a:t>
            </a:r>
            <a:r>
              <a:rPr lang="zh-CN" altLang="en-US" sz="2000">
                <a:solidFill>
                  <a:schemeClr val="accent2"/>
                </a:solidFill>
                <a:latin typeface="Arial" panose="020B0604020202020204" pitchFamily="34" charset="0"/>
                <a:ea typeface="黑体" panose="02010609060101010101" pitchFamily="49" charset="-122"/>
              </a:rPr>
              <a:t>新值</a:t>
            </a:r>
          </a:p>
        </p:txBody>
      </p:sp>
      <p:sp>
        <p:nvSpPr>
          <p:cNvPr id="163" name="矩形 162">
            <a:extLst>
              <a:ext uri="{FF2B5EF4-FFF2-40B4-BE49-F238E27FC236}">
                <a16:creationId xmlns:a16="http://schemas.microsoft.com/office/drawing/2014/main" id="{0F3A4C60-BD4D-29CE-6587-E0D17B19E40C}"/>
              </a:ext>
            </a:extLst>
          </p:cNvPr>
          <p:cNvSpPr>
            <a:spLocks noChangeArrowheads="1"/>
          </p:cNvSpPr>
          <p:nvPr/>
        </p:nvSpPr>
        <p:spPr bwMode="auto">
          <a:xfrm>
            <a:off x="3533775" y="2455863"/>
            <a:ext cx="3698875" cy="698500"/>
          </a:xfrm>
          <a:prstGeom prst="rect">
            <a:avLst/>
          </a:prstGeom>
          <a:noFill/>
          <a:ln w="28575">
            <a:solidFill>
              <a:schemeClr val="accent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64" name="矩形 163">
            <a:extLst>
              <a:ext uri="{FF2B5EF4-FFF2-40B4-BE49-F238E27FC236}">
                <a16:creationId xmlns:a16="http://schemas.microsoft.com/office/drawing/2014/main" id="{A4955ED8-CF2E-C42A-B175-5A9EFDA59201}"/>
              </a:ext>
            </a:extLst>
          </p:cNvPr>
          <p:cNvSpPr>
            <a:spLocks noChangeArrowheads="1"/>
          </p:cNvSpPr>
          <p:nvPr/>
        </p:nvSpPr>
        <p:spPr bwMode="auto">
          <a:xfrm>
            <a:off x="4232275" y="3163888"/>
            <a:ext cx="3698875" cy="698500"/>
          </a:xfrm>
          <a:prstGeom prst="rect">
            <a:avLst/>
          </a:prstGeom>
          <a:noFill/>
          <a:ln w="28575">
            <a:solidFill>
              <a:schemeClr val="accent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65" name="矩形 164">
            <a:extLst>
              <a:ext uri="{FF2B5EF4-FFF2-40B4-BE49-F238E27FC236}">
                <a16:creationId xmlns:a16="http://schemas.microsoft.com/office/drawing/2014/main" id="{ECAC0CC0-8737-1546-F2BA-34659E839221}"/>
              </a:ext>
            </a:extLst>
          </p:cNvPr>
          <p:cNvSpPr>
            <a:spLocks noChangeArrowheads="1"/>
          </p:cNvSpPr>
          <p:nvPr/>
        </p:nvSpPr>
        <p:spPr bwMode="auto">
          <a:xfrm>
            <a:off x="5013325" y="3852863"/>
            <a:ext cx="3698875" cy="698500"/>
          </a:xfrm>
          <a:prstGeom prst="rect">
            <a:avLst/>
          </a:prstGeom>
          <a:noFill/>
          <a:ln w="28575">
            <a:solidFill>
              <a:schemeClr val="accent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66" name="矩形 165">
            <a:extLst>
              <a:ext uri="{FF2B5EF4-FFF2-40B4-BE49-F238E27FC236}">
                <a16:creationId xmlns:a16="http://schemas.microsoft.com/office/drawing/2014/main" id="{B5589776-DDBA-CA8D-1B73-9D504CD38B57}"/>
              </a:ext>
            </a:extLst>
          </p:cNvPr>
          <p:cNvSpPr>
            <a:spLocks noChangeArrowheads="1"/>
          </p:cNvSpPr>
          <p:nvPr/>
        </p:nvSpPr>
        <p:spPr bwMode="auto">
          <a:xfrm>
            <a:off x="5445125" y="4572000"/>
            <a:ext cx="3698875" cy="698500"/>
          </a:xfrm>
          <a:prstGeom prst="rect">
            <a:avLst/>
          </a:prstGeom>
          <a:noFill/>
          <a:ln w="28575">
            <a:solidFill>
              <a:srgbClr val="00B05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blinds(horizontal)">
                                      <p:cBhvr>
                                        <p:cTn id="7" dur="500"/>
                                        <p:tgtEl>
                                          <p:spTgt spid="163"/>
                                        </p:tgtEl>
                                      </p:cBhvr>
                                    </p:animEffect>
                                  </p:childTnLst>
                                  <p:subTnLst>
                                    <p:set>
                                      <p:cBhvr override="childStyle">
                                        <p:cTn dur="1" fill="hold" display="0" masterRel="nextClick" afterEffect="1"/>
                                        <p:tgtEl>
                                          <p:spTgt spid="163"/>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159"/>
                                        </p:tgtEl>
                                        <p:attrNameLst>
                                          <p:attrName>style.visibility</p:attrName>
                                        </p:attrNameLst>
                                      </p:cBhvr>
                                      <p:to>
                                        <p:strVal val="visible"/>
                                      </p:to>
                                    </p:set>
                                    <p:animEffect transition="in" filter="blinds(horizontal)">
                                      <p:cBhvr>
                                        <p:cTn id="10" dur="500"/>
                                        <p:tgtEl>
                                          <p:spTgt spid="159"/>
                                        </p:tgtEl>
                                      </p:cBhvr>
                                    </p:animEffect>
                                  </p:childTnLst>
                                  <p:subTnLst>
                                    <p:set>
                                      <p:cBhvr override="childStyle">
                                        <p:cTn dur="1" fill="hold" display="0" masterRel="nextClick" afterEffect="1"/>
                                        <p:tgtEl>
                                          <p:spTgt spid="159"/>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64"/>
                                        </p:tgtEl>
                                        <p:attrNameLst>
                                          <p:attrName>style.visibility</p:attrName>
                                        </p:attrNameLst>
                                      </p:cBhvr>
                                      <p:to>
                                        <p:strVal val="visible"/>
                                      </p:to>
                                    </p:set>
                                    <p:animEffect transition="in" filter="blinds(horizontal)">
                                      <p:cBhvr>
                                        <p:cTn id="15" dur="500"/>
                                        <p:tgtEl>
                                          <p:spTgt spid="164"/>
                                        </p:tgtEl>
                                      </p:cBhvr>
                                    </p:animEffect>
                                  </p:childTnLst>
                                  <p:subTnLst>
                                    <p:set>
                                      <p:cBhvr override="childStyle">
                                        <p:cTn dur="1" fill="hold" display="0" masterRel="nextClick" afterEffect="1"/>
                                        <p:tgtEl>
                                          <p:spTgt spid="164"/>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160"/>
                                        </p:tgtEl>
                                        <p:attrNameLst>
                                          <p:attrName>style.visibility</p:attrName>
                                        </p:attrNameLst>
                                      </p:cBhvr>
                                      <p:to>
                                        <p:strVal val="visible"/>
                                      </p:to>
                                    </p:set>
                                    <p:animEffect transition="in" filter="blinds(horizontal)">
                                      <p:cBhvr>
                                        <p:cTn id="18" dur="500"/>
                                        <p:tgtEl>
                                          <p:spTgt spid="160"/>
                                        </p:tgtEl>
                                      </p:cBhvr>
                                    </p:animEffect>
                                  </p:childTnLst>
                                  <p:subTnLst>
                                    <p:set>
                                      <p:cBhvr override="childStyle">
                                        <p:cTn dur="1" fill="hold" display="0" masterRel="nextClick" afterEffect="1"/>
                                        <p:tgtEl>
                                          <p:spTgt spid="160"/>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65"/>
                                        </p:tgtEl>
                                        <p:attrNameLst>
                                          <p:attrName>style.visibility</p:attrName>
                                        </p:attrNameLst>
                                      </p:cBhvr>
                                      <p:to>
                                        <p:strVal val="visible"/>
                                      </p:to>
                                    </p:set>
                                    <p:animEffect transition="in" filter="blinds(horizontal)">
                                      <p:cBhvr>
                                        <p:cTn id="23" dur="500"/>
                                        <p:tgtEl>
                                          <p:spTgt spid="165"/>
                                        </p:tgtEl>
                                      </p:cBhvr>
                                    </p:animEffect>
                                  </p:childTnLst>
                                  <p:subTnLst>
                                    <p:set>
                                      <p:cBhvr override="childStyle">
                                        <p:cTn dur="1" fill="hold" display="0" masterRel="nextClick" afterEffect="1"/>
                                        <p:tgtEl>
                                          <p:spTgt spid="165"/>
                                        </p:tgtEl>
                                        <p:attrNameLst>
                                          <p:attrName>style.visibility</p:attrName>
                                        </p:attrNameLst>
                                      </p:cBhvr>
                                      <p:to>
                                        <p:strVal val="hidden"/>
                                      </p:to>
                                    </p:set>
                                  </p:subTnLst>
                                </p:cTn>
                              </p:par>
                              <p:par>
                                <p:cTn id="24" presetID="3" presetClass="entr" presetSubtype="10" fill="hold" grpId="0" nodeType="withEffect">
                                  <p:stCondLst>
                                    <p:cond delay="0"/>
                                  </p:stCondLst>
                                  <p:childTnLst>
                                    <p:set>
                                      <p:cBhvr>
                                        <p:cTn id="25" dur="1" fill="hold">
                                          <p:stCondLst>
                                            <p:cond delay="0"/>
                                          </p:stCondLst>
                                        </p:cTn>
                                        <p:tgtEl>
                                          <p:spTgt spid="161"/>
                                        </p:tgtEl>
                                        <p:attrNameLst>
                                          <p:attrName>style.visibility</p:attrName>
                                        </p:attrNameLst>
                                      </p:cBhvr>
                                      <p:to>
                                        <p:strVal val="visible"/>
                                      </p:to>
                                    </p:set>
                                    <p:animEffect transition="in" filter="blinds(horizontal)">
                                      <p:cBhvr>
                                        <p:cTn id="26" dur="500"/>
                                        <p:tgtEl>
                                          <p:spTgt spid="161"/>
                                        </p:tgtEl>
                                      </p:cBhvr>
                                    </p:animEffect>
                                  </p:childTnLst>
                                  <p:subTnLst>
                                    <p:set>
                                      <p:cBhvr override="childStyle">
                                        <p:cTn dur="1" fill="hold" display="0" masterRel="nextClick" afterEffect="1"/>
                                        <p:tgtEl>
                                          <p:spTgt spid="161"/>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66"/>
                                        </p:tgtEl>
                                        <p:attrNameLst>
                                          <p:attrName>style.visibility</p:attrName>
                                        </p:attrNameLst>
                                      </p:cBhvr>
                                      <p:to>
                                        <p:strVal val="visible"/>
                                      </p:to>
                                    </p:set>
                                    <p:animEffect transition="in" filter="blinds(horizontal)">
                                      <p:cBhvr>
                                        <p:cTn id="31" dur="500"/>
                                        <p:tgtEl>
                                          <p:spTgt spid="166"/>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62"/>
                                        </p:tgtEl>
                                        <p:attrNameLst>
                                          <p:attrName>style.visibility</p:attrName>
                                        </p:attrNameLst>
                                      </p:cBhvr>
                                      <p:to>
                                        <p:strVal val="visible"/>
                                      </p:to>
                                    </p:set>
                                    <p:animEffect transition="in" filter="blinds(horizontal)">
                                      <p:cBhvr>
                                        <p:cTn id="34" dur="5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 grpId="0"/>
      <p:bldP spid="160" grpId="0"/>
      <p:bldP spid="161" grpId="0"/>
      <p:bldP spid="162" grpId="0"/>
      <p:bldP spid="163" grpId="0" bldLvl="0" animBg="1"/>
      <p:bldP spid="164" grpId="0" bldLvl="0" animBg="1"/>
      <p:bldP spid="165" grpId="0" bldLvl="0" animBg="1"/>
      <p:bldP spid="166"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a:extLst>
              <a:ext uri="{FF2B5EF4-FFF2-40B4-BE49-F238E27FC236}">
                <a16:creationId xmlns:a16="http://schemas.microsoft.com/office/drawing/2014/main" id="{F119ABDB-3341-06AD-518D-756C7553BBA7}"/>
              </a:ext>
            </a:extLst>
          </p:cNvPr>
          <p:cNvSpPr>
            <a:spLocks noGrp="1" noChangeArrowheads="1"/>
          </p:cNvSpPr>
          <p:nvPr>
            <p:ph type="title"/>
          </p:nvPr>
        </p:nvSpPr>
        <p:spPr>
          <a:xfrm>
            <a:off x="742950" y="185738"/>
            <a:ext cx="4973638" cy="368300"/>
          </a:xfrm>
        </p:spPr>
        <p:txBody>
          <a:bodyPr/>
          <a:lstStyle/>
          <a:p>
            <a:r>
              <a:rPr lang="en-US" altLang="zh-CN">
                <a:ea typeface="宋体" panose="02010600030101010101" pitchFamily="2" charset="-122"/>
              </a:rPr>
              <a:t>Data Hazard</a:t>
            </a:r>
            <a:r>
              <a:rPr lang="zh-CN" altLang="en-US">
                <a:ea typeface="宋体" panose="02010600030101010101" pitchFamily="2" charset="-122"/>
              </a:rPr>
              <a:t>现象</a:t>
            </a:r>
          </a:p>
        </p:txBody>
      </p:sp>
      <p:sp>
        <p:nvSpPr>
          <p:cNvPr id="118786" name="Rectangle 3">
            <a:extLst>
              <a:ext uri="{FF2B5EF4-FFF2-40B4-BE49-F238E27FC236}">
                <a16:creationId xmlns:a16="http://schemas.microsoft.com/office/drawing/2014/main" id="{DCE3F6A7-1248-9121-A358-F63123F2FEBC}"/>
              </a:ext>
            </a:extLst>
          </p:cNvPr>
          <p:cNvSpPr>
            <a:spLocks noChangeArrowheads="1"/>
          </p:cNvSpPr>
          <p:nvPr/>
        </p:nvSpPr>
        <p:spPr bwMode="auto">
          <a:xfrm>
            <a:off x="487363" y="1722438"/>
            <a:ext cx="19256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400">
                <a:latin typeface="Arial" panose="020B0604020202020204" pitchFamily="34" charset="0"/>
                <a:ea typeface="宋体" panose="02010600030101010101" pitchFamily="2" charset="-122"/>
              </a:rPr>
              <a:t>add </a:t>
            </a:r>
            <a:r>
              <a:rPr lang="en-US" altLang="zh-CN" sz="2400" u="sng">
                <a:solidFill>
                  <a:schemeClr val="accent1"/>
                </a:solidFill>
                <a:latin typeface="Arial" panose="020B0604020202020204" pitchFamily="34" charset="0"/>
                <a:ea typeface="宋体" panose="02010600030101010101" pitchFamily="2" charset="-122"/>
              </a:rPr>
              <a:t>r1</a:t>
            </a:r>
            <a:r>
              <a:rPr lang="en-US" altLang="zh-CN" sz="2400">
                <a:solidFill>
                  <a:schemeClr val="hlink"/>
                </a:solidFill>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,r2,r3</a:t>
            </a:r>
          </a:p>
        </p:txBody>
      </p:sp>
      <p:sp>
        <p:nvSpPr>
          <p:cNvPr id="118787" name="Rectangle 4">
            <a:extLst>
              <a:ext uri="{FF2B5EF4-FFF2-40B4-BE49-F238E27FC236}">
                <a16:creationId xmlns:a16="http://schemas.microsoft.com/office/drawing/2014/main" id="{794DBA60-EA58-84EC-1807-69116A414901}"/>
              </a:ext>
            </a:extLst>
          </p:cNvPr>
          <p:cNvSpPr>
            <a:spLocks noChangeArrowheads="1"/>
          </p:cNvSpPr>
          <p:nvPr/>
        </p:nvSpPr>
        <p:spPr bwMode="auto">
          <a:xfrm>
            <a:off x="461963" y="2293938"/>
            <a:ext cx="20097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400">
                <a:latin typeface="Arial" panose="020B0604020202020204" pitchFamily="34" charset="0"/>
                <a:ea typeface="宋体" panose="02010600030101010101" pitchFamily="2" charset="-122"/>
              </a:rPr>
              <a:t>sub r4, </a:t>
            </a:r>
            <a:r>
              <a:rPr lang="en-US" altLang="zh-CN" sz="2400" u="sng">
                <a:solidFill>
                  <a:schemeClr val="accent1"/>
                </a:solidFill>
                <a:latin typeface="Arial" panose="020B0604020202020204" pitchFamily="34" charset="0"/>
                <a:ea typeface="宋体" panose="02010600030101010101" pitchFamily="2" charset="-122"/>
              </a:rPr>
              <a:t>r1</a:t>
            </a:r>
            <a:r>
              <a:rPr lang="en-US" altLang="zh-CN" sz="2400">
                <a:solidFill>
                  <a:schemeClr val="hlink"/>
                </a:solidFill>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,r3</a:t>
            </a:r>
          </a:p>
        </p:txBody>
      </p:sp>
      <p:sp>
        <p:nvSpPr>
          <p:cNvPr id="118788" name="Rectangle 5">
            <a:extLst>
              <a:ext uri="{FF2B5EF4-FFF2-40B4-BE49-F238E27FC236}">
                <a16:creationId xmlns:a16="http://schemas.microsoft.com/office/drawing/2014/main" id="{AB70CA19-0283-4842-4DC0-F8F9E43A50CB}"/>
              </a:ext>
            </a:extLst>
          </p:cNvPr>
          <p:cNvSpPr>
            <a:spLocks noChangeArrowheads="1"/>
          </p:cNvSpPr>
          <p:nvPr/>
        </p:nvSpPr>
        <p:spPr bwMode="auto">
          <a:xfrm>
            <a:off x="436563" y="2903538"/>
            <a:ext cx="20097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400">
                <a:latin typeface="Arial" panose="020B0604020202020204" pitchFamily="34" charset="0"/>
                <a:ea typeface="宋体" panose="02010600030101010101" pitchFamily="2" charset="-122"/>
              </a:rPr>
              <a:t>and r6, </a:t>
            </a:r>
            <a:r>
              <a:rPr lang="en-US" altLang="zh-CN" sz="2400" u="sng">
                <a:solidFill>
                  <a:schemeClr val="accent1"/>
                </a:solidFill>
                <a:latin typeface="Arial" panose="020B0604020202020204" pitchFamily="34" charset="0"/>
                <a:ea typeface="宋体" panose="02010600030101010101" pitchFamily="2" charset="-122"/>
              </a:rPr>
              <a:t>r1</a:t>
            </a:r>
            <a:r>
              <a:rPr lang="en-US" altLang="zh-CN" sz="2400">
                <a:solidFill>
                  <a:schemeClr val="hlink"/>
                </a:solidFill>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,r7</a:t>
            </a:r>
          </a:p>
        </p:txBody>
      </p:sp>
      <p:sp>
        <p:nvSpPr>
          <p:cNvPr id="118789" name="Rectangle 6">
            <a:extLst>
              <a:ext uri="{FF2B5EF4-FFF2-40B4-BE49-F238E27FC236}">
                <a16:creationId xmlns:a16="http://schemas.microsoft.com/office/drawing/2014/main" id="{31B2707B-0080-915D-1061-C171E09565AB}"/>
              </a:ext>
            </a:extLst>
          </p:cNvPr>
          <p:cNvSpPr>
            <a:spLocks noChangeArrowheads="1"/>
          </p:cNvSpPr>
          <p:nvPr/>
        </p:nvSpPr>
        <p:spPr bwMode="auto">
          <a:xfrm>
            <a:off x="461963" y="3475038"/>
            <a:ext cx="19415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400">
                <a:latin typeface="Arial" panose="020B0604020202020204" pitchFamily="34" charset="0"/>
                <a:ea typeface="宋体" panose="02010600030101010101" pitchFamily="2" charset="-122"/>
              </a:rPr>
              <a:t>or   r8, </a:t>
            </a:r>
            <a:r>
              <a:rPr lang="en-US" altLang="zh-CN" sz="2400" u="sng">
                <a:solidFill>
                  <a:schemeClr val="accent1"/>
                </a:solidFill>
                <a:latin typeface="Arial" panose="020B0604020202020204" pitchFamily="34" charset="0"/>
                <a:ea typeface="宋体" panose="02010600030101010101" pitchFamily="2" charset="-122"/>
              </a:rPr>
              <a:t>r1</a:t>
            </a:r>
            <a:r>
              <a:rPr lang="en-US" altLang="zh-CN" sz="2400">
                <a:solidFill>
                  <a:schemeClr val="hlink"/>
                </a:solidFill>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,r9</a:t>
            </a:r>
          </a:p>
        </p:txBody>
      </p:sp>
      <p:sp>
        <p:nvSpPr>
          <p:cNvPr id="118790" name="Rectangle 7">
            <a:extLst>
              <a:ext uri="{FF2B5EF4-FFF2-40B4-BE49-F238E27FC236}">
                <a16:creationId xmlns:a16="http://schemas.microsoft.com/office/drawing/2014/main" id="{C0C035CC-FB87-AF79-6ADC-C05465E7E1A8}"/>
              </a:ext>
            </a:extLst>
          </p:cNvPr>
          <p:cNvSpPr>
            <a:spLocks noChangeArrowheads="1"/>
          </p:cNvSpPr>
          <p:nvPr/>
        </p:nvSpPr>
        <p:spPr bwMode="auto">
          <a:xfrm>
            <a:off x="474663" y="4110038"/>
            <a:ext cx="236696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400">
                <a:latin typeface="Arial" panose="020B0604020202020204" pitchFamily="34" charset="0"/>
                <a:ea typeface="宋体" panose="02010600030101010101" pitchFamily="2" charset="-122"/>
              </a:rPr>
              <a:t>xor  r10, </a:t>
            </a:r>
            <a:r>
              <a:rPr lang="en-US" altLang="zh-CN" sz="2400" u="sng">
                <a:solidFill>
                  <a:schemeClr val="accent2"/>
                </a:solidFill>
                <a:latin typeface="Arial" panose="020B0604020202020204" pitchFamily="34" charset="0"/>
                <a:ea typeface="宋体" panose="02010600030101010101" pitchFamily="2" charset="-122"/>
              </a:rPr>
              <a:t>r1</a:t>
            </a:r>
            <a:r>
              <a:rPr lang="en-US" altLang="zh-CN" sz="2400">
                <a:solidFill>
                  <a:schemeClr val="accent1"/>
                </a:solidFill>
                <a:latin typeface="Arial" panose="020B0604020202020204" pitchFamily="34" charset="0"/>
                <a:ea typeface="宋体" panose="02010600030101010101" pitchFamily="2" charset="-122"/>
              </a:rPr>
              <a:t> </a:t>
            </a:r>
            <a:r>
              <a:rPr lang="en-US" altLang="zh-CN" sz="2400">
                <a:latin typeface="Arial" panose="020B0604020202020204" pitchFamily="34" charset="0"/>
                <a:ea typeface="宋体" panose="02010600030101010101" pitchFamily="2" charset="-122"/>
              </a:rPr>
              <a:t>,r11</a:t>
            </a:r>
          </a:p>
        </p:txBody>
      </p:sp>
      <p:sp>
        <p:nvSpPr>
          <p:cNvPr id="118791" name="Text Box 10">
            <a:extLst>
              <a:ext uri="{FF2B5EF4-FFF2-40B4-BE49-F238E27FC236}">
                <a16:creationId xmlns:a16="http://schemas.microsoft.com/office/drawing/2014/main" id="{54B27D2A-09D2-AD12-D65A-377EC13A3154}"/>
              </a:ext>
            </a:extLst>
          </p:cNvPr>
          <p:cNvSpPr txBox="1">
            <a:spLocks noChangeArrowheads="1"/>
          </p:cNvSpPr>
          <p:nvPr/>
        </p:nvSpPr>
        <p:spPr bwMode="auto">
          <a:xfrm>
            <a:off x="2635250" y="782638"/>
            <a:ext cx="5395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latin typeface="微软雅黑" panose="020B0503020204020204" pitchFamily="34" charset="-122"/>
                <a:ea typeface="微软雅黑" panose="020B0503020204020204" pitchFamily="34" charset="-122"/>
              </a:rPr>
              <a:t>所以</a:t>
            </a:r>
            <a:r>
              <a:rPr lang="en-US" altLang="zh-CN" sz="2000">
                <a:latin typeface="微软雅黑" panose="020B0503020204020204" pitchFamily="34" charset="-122"/>
                <a:ea typeface="微软雅黑" panose="020B0503020204020204" pitchFamily="34" charset="-122"/>
              </a:rPr>
              <a:t>——</a:t>
            </a:r>
            <a:endParaRPr lang="zh-CN" altLang="en-US" sz="2000">
              <a:latin typeface="微软雅黑" panose="020B0503020204020204" pitchFamily="34" charset="-122"/>
              <a:ea typeface="微软雅黑" panose="020B0503020204020204" pitchFamily="34" charset="-122"/>
            </a:endParaRPr>
          </a:p>
        </p:txBody>
      </p:sp>
      <p:sp>
        <p:nvSpPr>
          <p:cNvPr id="113681" name="Text Box 17">
            <a:extLst>
              <a:ext uri="{FF2B5EF4-FFF2-40B4-BE49-F238E27FC236}">
                <a16:creationId xmlns:a16="http://schemas.microsoft.com/office/drawing/2014/main" id="{7BDF36D4-295E-C559-3DA3-63D10307F0E4}"/>
              </a:ext>
            </a:extLst>
          </p:cNvPr>
          <p:cNvSpPr txBox="1">
            <a:spLocks noChangeArrowheads="1"/>
          </p:cNvSpPr>
          <p:nvPr/>
        </p:nvSpPr>
        <p:spPr bwMode="auto">
          <a:xfrm>
            <a:off x="3354388" y="3238500"/>
            <a:ext cx="5553075" cy="241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10000"/>
              </a:lnSpc>
              <a:spcBef>
                <a:spcPct val="20000"/>
              </a:spcBef>
            </a:pPr>
            <a:r>
              <a:rPr lang="zh-CN" altLang="en-US" sz="1800">
                <a:solidFill>
                  <a:srgbClr val="CC0000"/>
                </a:solidFill>
                <a:latin typeface="微软雅黑" panose="020B0503020204020204" pitchFamily="34" charset="-122"/>
                <a:ea typeface="微软雅黑" panose="020B0503020204020204" pitchFamily="34" charset="-122"/>
              </a:rPr>
              <a:t>补充：三类数据冒险现象</a:t>
            </a:r>
          </a:p>
          <a:p>
            <a:pPr>
              <a:lnSpc>
                <a:spcPct val="110000"/>
              </a:lnSpc>
              <a:spcBef>
                <a:spcPct val="20000"/>
              </a:spcBef>
            </a:pPr>
            <a:r>
              <a:rPr lang="en-US" altLang="zh-CN" sz="1800">
                <a:solidFill>
                  <a:srgbClr val="008000"/>
                </a:solidFill>
                <a:latin typeface="微软雅黑" panose="020B0503020204020204" pitchFamily="34" charset="-122"/>
                <a:ea typeface="微软雅黑" panose="020B0503020204020204" pitchFamily="34" charset="-122"/>
              </a:rPr>
              <a:t>RAW:  </a:t>
            </a:r>
            <a:r>
              <a:rPr lang="zh-CN" altLang="en-US" sz="1800">
                <a:solidFill>
                  <a:srgbClr val="008000"/>
                </a:solidFill>
                <a:latin typeface="微软雅黑" panose="020B0503020204020204" pitchFamily="34" charset="-122"/>
                <a:ea typeface="微软雅黑" panose="020B0503020204020204" pitchFamily="34" charset="-122"/>
              </a:rPr>
              <a:t>写后读（基本流水线中经常发生，如上例）</a:t>
            </a:r>
          </a:p>
          <a:p>
            <a:pPr>
              <a:lnSpc>
                <a:spcPct val="110000"/>
              </a:lnSpc>
              <a:spcBef>
                <a:spcPct val="20000"/>
              </a:spcBef>
            </a:pPr>
            <a:r>
              <a:rPr lang="en-US" altLang="zh-CN" sz="1800">
                <a:solidFill>
                  <a:srgbClr val="008000"/>
                </a:solidFill>
                <a:latin typeface="微软雅黑" panose="020B0503020204020204" pitchFamily="34" charset="-122"/>
                <a:ea typeface="微软雅黑" panose="020B0503020204020204" pitchFamily="34" charset="-122"/>
              </a:rPr>
              <a:t>WAR</a:t>
            </a:r>
            <a:r>
              <a:rPr lang="zh-CN" altLang="en-US" sz="1800">
                <a:solidFill>
                  <a:srgbClr val="008000"/>
                </a:solidFill>
                <a:latin typeface="微软雅黑" panose="020B0503020204020204" pitchFamily="34" charset="-122"/>
                <a:ea typeface="微软雅黑" panose="020B0503020204020204" pitchFamily="34" charset="-122"/>
              </a:rPr>
              <a:t>：读后写（基本流水线中不会发生，乱序执行时会发生）</a:t>
            </a:r>
          </a:p>
          <a:p>
            <a:pPr>
              <a:lnSpc>
                <a:spcPct val="110000"/>
              </a:lnSpc>
              <a:spcBef>
                <a:spcPct val="20000"/>
              </a:spcBef>
            </a:pPr>
            <a:r>
              <a:rPr lang="en-US" altLang="zh-CN" sz="1800">
                <a:solidFill>
                  <a:srgbClr val="008000"/>
                </a:solidFill>
                <a:latin typeface="微软雅黑" panose="020B0503020204020204" pitchFamily="34" charset="-122"/>
                <a:ea typeface="微软雅黑" panose="020B0503020204020204" pitchFamily="34" charset="-122"/>
              </a:rPr>
              <a:t>WAW</a:t>
            </a:r>
            <a:r>
              <a:rPr lang="zh-CN" altLang="en-US" sz="1800">
                <a:solidFill>
                  <a:srgbClr val="008000"/>
                </a:solidFill>
                <a:latin typeface="微软雅黑" panose="020B0503020204020204" pitchFamily="34" charset="-122"/>
                <a:ea typeface="微软雅黑" panose="020B0503020204020204" pitchFamily="34" charset="-122"/>
              </a:rPr>
              <a:t>：写后写（基本流水线中不会发生，乱序执行时会发生）</a:t>
            </a:r>
          </a:p>
          <a:p>
            <a:pPr>
              <a:spcBef>
                <a:spcPct val="20000"/>
              </a:spcBef>
            </a:pPr>
            <a:endParaRPr lang="zh-CN" altLang="en-US" sz="1800">
              <a:solidFill>
                <a:srgbClr val="CC0000"/>
              </a:solidFill>
              <a:latin typeface="Arial" panose="020B0604020202020204" pitchFamily="34" charset="0"/>
              <a:ea typeface="黑体" panose="02010609060101010101" pitchFamily="49" charset="-122"/>
            </a:endParaRPr>
          </a:p>
        </p:txBody>
      </p:sp>
      <p:sp>
        <p:nvSpPr>
          <p:cNvPr id="113682" name="Text Box 18">
            <a:extLst>
              <a:ext uri="{FF2B5EF4-FFF2-40B4-BE49-F238E27FC236}">
                <a16:creationId xmlns:a16="http://schemas.microsoft.com/office/drawing/2014/main" id="{B612392B-AF45-238D-D199-64C48566359E}"/>
              </a:ext>
            </a:extLst>
          </p:cNvPr>
          <p:cNvSpPr txBox="1">
            <a:spLocks noChangeArrowheads="1"/>
          </p:cNvSpPr>
          <p:nvPr/>
        </p:nvSpPr>
        <p:spPr bwMode="auto">
          <a:xfrm>
            <a:off x="1978025" y="5749925"/>
            <a:ext cx="533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latin typeface="微软雅黑" panose="020B0503020204020204" pitchFamily="34" charset="-122"/>
                <a:ea typeface="微软雅黑" panose="020B0503020204020204" pitchFamily="34" charset="-122"/>
              </a:rPr>
              <a:t>本讲介绍基本流水线，所以仅考虑</a:t>
            </a:r>
            <a:r>
              <a:rPr lang="en-US" altLang="zh-CN" sz="2000">
                <a:latin typeface="微软雅黑" panose="020B0503020204020204" pitchFamily="34" charset="-122"/>
                <a:ea typeface="微软雅黑" panose="020B0503020204020204" pitchFamily="34" charset="-122"/>
              </a:rPr>
              <a:t>RAW</a:t>
            </a:r>
            <a:r>
              <a:rPr lang="zh-CN" altLang="en-US" sz="2000">
                <a:latin typeface="微软雅黑" panose="020B0503020204020204" pitchFamily="34" charset="-122"/>
                <a:ea typeface="微软雅黑" panose="020B0503020204020204" pitchFamily="34" charset="-122"/>
              </a:rPr>
              <a:t>冒险</a:t>
            </a:r>
          </a:p>
        </p:txBody>
      </p:sp>
      <p:sp>
        <p:nvSpPr>
          <p:cNvPr id="13" name="Text Box 159">
            <a:extLst>
              <a:ext uri="{FF2B5EF4-FFF2-40B4-BE49-F238E27FC236}">
                <a16:creationId xmlns:a16="http://schemas.microsoft.com/office/drawing/2014/main" id="{C41FDBE4-7C8E-9EEB-4204-7CB1B1F071B5}"/>
              </a:ext>
            </a:extLst>
          </p:cNvPr>
          <p:cNvSpPr txBox="1">
            <a:spLocks noChangeArrowheads="1"/>
          </p:cNvSpPr>
          <p:nvPr/>
        </p:nvSpPr>
        <p:spPr bwMode="auto">
          <a:xfrm>
            <a:off x="3059113" y="1443038"/>
            <a:ext cx="399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solidFill>
                  <a:schemeClr val="accent2"/>
                </a:solidFill>
                <a:latin typeface="Arial" panose="020B0604020202020204" pitchFamily="34" charset="0"/>
                <a:ea typeface="黑体" panose="02010609060101010101" pitchFamily="49" charset="-122"/>
              </a:rPr>
              <a:t>最后一条指令的</a:t>
            </a:r>
            <a:r>
              <a:rPr lang="en-US" altLang="zh-CN" sz="2000">
                <a:solidFill>
                  <a:schemeClr val="accent2"/>
                </a:solidFill>
                <a:latin typeface="Arial" panose="020B0604020202020204" pitchFamily="34" charset="0"/>
                <a:ea typeface="黑体" panose="02010609060101010101" pitchFamily="49" charset="-122"/>
              </a:rPr>
              <a:t>r1</a:t>
            </a:r>
            <a:r>
              <a:rPr lang="zh-CN" altLang="en-US" sz="2000">
                <a:solidFill>
                  <a:schemeClr val="accent2"/>
                </a:solidFill>
                <a:latin typeface="Arial" panose="020B0604020202020204" pitchFamily="34" charset="0"/>
                <a:ea typeface="黑体" panose="02010609060101010101" pitchFamily="49" charset="-122"/>
              </a:rPr>
              <a:t>才是新的值！</a:t>
            </a:r>
          </a:p>
        </p:txBody>
      </p:sp>
      <p:sp>
        <p:nvSpPr>
          <p:cNvPr id="14" name="Text Box 160">
            <a:extLst>
              <a:ext uri="{FF2B5EF4-FFF2-40B4-BE49-F238E27FC236}">
                <a16:creationId xmlns:a16="http://schemas.microsoft.com/office/drawing/2014/main" id="{12C6C1DA-3EBD-C229-D9BD-CCB3ED443261}"/>
              </a:ext>
            </a:extLst>
          </p:cNvPr>
          <p:cNvSpPr txBox="1">
            <a:spLocks noChangeArrowheads="1"/>
          </p:cNvSpPr>
          <p:nvPr/>
        </p:nvSpPr>
        <p:spPr bwMode="auto">
          <a:xfrm>
            <a:off x="3105150" y="2025650"/>
            <a:ext cx="3003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solidFill>
                  <a:srgbClr val="CC0000"/>
                </a:solidFill>
                <a:latin typeface="Arial" panose="020B0604020202020204" pitchFamily="34" charset="0"/>
                <a:ea typeface="黑体" panose="02010609060101010101" pitchFamily="49" charset="-122"/>
              </a:rPr>
              <a:t>如何解决这个问题？</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checkerboard(across)">
                                      <p:cBhvr>
                                        <p:cTn id="12" dur="500"/>
                                        <p:tgtEl>
                                          <p:spTgt spid="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3681"/>
                                        </p:tgtEl>
                                        <p:attrNameLst>
                                          <p:attrName>style.visibility</p:attrName>
                                        </p:attrNameLst>
                                      </p:cBhvr>
                                      <p:to>
                                        <p:strVal val="visible"/>
                                      </p:to>
                                    </p:set>
                                    <p:animEffect transition="in" filter="blinds(horizontal)">
                                      <p:cBhvr>
                                        <p:cTn id="17" dur="500"/>
                                        <p:tgtEl>
                                          <p:spTgt spid="1136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3682"/>
                                        </p:tgtEl>
                                        <p:attrNameLst>
                                          <p:attrName>style.visibility</p:attrName>
                                        </p:attrNameLst>
                                      </p:cBhvr>
                                      <p:to>
                                        <p:strVal val="visible"/>
                                      </p:to>
                                    </p:set>
                                    <p:animEffect transition="in" filter="blinds(horizontal)">
                                      <p:cBhvr>
                                        <p:cTn id="22" dur="500"/>
                                        <p:tgtEl>
                                          <p:spTgt spid="113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81" grpId="0"/>
      <p:bldP spid="113682" grpId="0"/>
      <p:bldP spid="13" grpId="0"/>
      <p:bldP spid="1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F50E1F1E-9D9E-974F-CBF2-EB6A3369A92C}"/>
              </a:ext>
            </a:extLst>
          </p:cNvPr>
          <p:cNvSpPr>
            <a:spLocks noGrp="1" noChangeArrowheads="1"/>
          </p:cNvSpPr>
          <p:nvPr>
            <p:ph type="title"/>
          </p:nvPr>
        </p:nvSpPr>
        <p:spPr>
          <a:xfrm>
            <a:off x="571500" y="203200"/>
            <a:ext cx="6862763" cy="368300"/>
          </a:xfrm>
        </p:spPr>
        <p:txBody>
          <a:bodyPr/>
          <a:lstStyle/>
          <a:p>
            <a:r>
              <a:rPr lang="zh-CN" altLang="en-US">
                <a:ea typeface="宋体" panose="02010600030101010101" pitchFamily="2" charset="-122"/>
              </a:rPr>
              <a:t>数据冒险的解决方法</a:t>
            </a:r>
          </a:p>
        </p:txBody>
      </p:sp>
      <p:sp>
        <p:nvSpPr>
          <p:cNvPr id="119810" name="Rectangle 4">
            <a:extLst>
              <a:ext uri="{FF2B5EF4-FFF2-40B4-BE49-F238E27FC236}">
                <a16:creationId xmlns:a16="http://schemas.microsoft.com/office/drawing/2014/main" id="{9D02A4E0-F4D7-AE62-F5B3-5C52BDD6E1CC}"/>
              </a:ext>
            </a:extLst>
          </p:cNvPr>
          <p:cNvSpPr>
            <a:spLocks noGrp="1" noChangeArrowheads="1"/>
          </p:cNvSpPr>
          <p:nvPr>
            <p:ph idx="1"/>
          </p:nvPr>
        </p:nvSpPr>
        <p:spPr>
          <a:xfrm>
            <a:off x="142875" y="688975"/>
            <a:ext cx="8607425" cy="3690938"/>
          </a:xfrm>
        </p:spPr>
        <p:txBody>
          <a:bodyPr/>
          <a:lstStyle/>
          <a:p>
            <a:pPr marL="342900" indent="-342900">
              <a:lnSpc>
                <a:spcPct val="105000"/>
              </a:lnSpc>
              <a:spcBef>
                <a:spcPct val="15000"/>
              </a:spcBef>
            </a:pPr>
            <a:r>
              <a:rPr lang="zh-CN" altLang="en-US" sz="2000">
                <a:latin typeface="微软雅黑" panose="020B0503020204020204" pitchFamily="34" charset="-122"/>
                <a:ea typeface="微软雅黑" panose="020B0503020204020204" pitchFamily="34" charset="-122"/>
              </a:rPr>
              <a:t>方法</a:t>
            </a:r>
            <a:r>
              <a:rPr lang="en-US" altLang="zh-CN"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：硬件阻塞（</a:t>
            </a:r>
            <a:r>
              <a:rPr lang="en-US" altLang="zh-CN" sz="2000">
                <a:latin typeface="微软雅黑" panose="020B0503020204020204" pitchFamily="34" charset="-122"/>
                <a:ea typeface="微软雅黑" panose="020B0503020204020204" pitchFamily="34" charset="-122"/>
              </a:rPr>
              <a:t>stall</a:t>
            </a:r>
            <a:r>
              <a:rPr lang="zh-CN" altLang="en-US" sz="2000">
                <a:latin typeface="微软雅黑" panose="020B0503020204020204" pitchFamily="34" charset="-122"/>
                <a:ea typeface="微软雅黑" panose="020B0503020204020204" pitchFamily="34" charset="-122"/>
              </a:rPr>
              <a:t>）</a:t>
            </a:r>
          </a:p>
          <a:p>
            <a:pPr marL="342900" indent="-342900">
              <a:lnSpc>
                <a:spcPct val="105000"/>
              </a:lnSpc>
              <a:spcBef>
                <a:spcPct val="15000"/>
              </a:spcBef>
            </a:pPr>
            <a:r>
              <a:rPr lang="zh-CN" altLang="en-US" sz="2000">
                <a:latin typeface="微软雅黑" panose="020B0503020204020204" pitchFamily="34" charset="-122"/>
                <a:ea typeface="微软雅黑" panose="020B0503020204020204" pitchFamily="34" charset="-122"/>
              </a:rPr>
              <a:t>方法</a:t>
            </a:r>
            <a:r>
              <a:rPr lang="en-US" altLang="zh-CN"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：软件插入“</a:t>
            </a:r>
            <a:r>
              <a:rPr lang="en-US" altLang="zh-CN" sz="2000">
                <a:latin typeface="微软雅黑" panose="020B0503020204020204" pitchFamily="34" charset="-122"/>
                <a:ea typeface="微软雅黑" panose="020B0503020204020204" pitchFamily="34" charset="-122"/>
              </a:rPr>
              <a:t>NOP”</a:t>
            </a:r>
            <a:r>
              <a:rPr lang="zh-CN" altLang="en-US" sz="2000">
                <a:latin typeface="微软雅黑" panose="020B0503020204020204" pitchFamily="34" charset="-122"/>
                <a:ea typeface="微软雅黑" panose="020B0503020204020204" pitchFamily="34" charset="-122"/>
              </a:rPr>
              <a:t>指令</a:t>
            </a:r>
          </a:p>
          <a:p>
            <a:pPr marL="342900" indent="-342900">
              <a:lnSpc>
                <a:spcPct val="105000"/>
              </a:lnSpc>
              <a:spcBef>
                <a:spcPct val="15000"/>
              </a:spcBef>
            </a:pPr>
            <a:r>
              <a:rPr lang="zh-CN" altLang="en-US" sz="2000">
                <a:latin typeface="微软雅黑" panose="020B0503020204020204" pitchFamily="34" charset="-122"/>
                <a:ea typeface="微软雅黑" panose="020B0503020204020204" pitchFamily="34" charset="-122"/>
              </a:rPr>
              <a:t>方法</a:t>
            </a:r>
            <a:r>
              <a:rPr lang="en-US" altLang="zh-CN" sz="2000">
                <a:latin typeface="微软雅黑" panose="020B0503020204020204" pitchFamily="34" charset="-122"/>
                <a:ea typeface="微软雅黑" panose="020B0503020204020204" pitchFamily="34" charset="-122"/>
              </a:rPr>
              <a:t>3</a:t>
            </a:r>
            <a:r>
              <a:rPr lang="zh-CN" altLang="en-US" sz="2000">
                <a:latin typeface="微软雅黑" panose="020B0503020204020204" pitchFamily="34" charset="-122"/>
                <a:ea typeface="微软雅黑" panose="020B0503020204020204" pitchFamily="34" charset="-122"/>
              </a:rPr>
              <a:t>：合理实现寄存器堆的读</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写操作</a:t>
            </a:r>
            <a:r>
              <a:rPr lang="zh-CN" altLang="en-US" sz="2000">
                <a:solidFill>
                  <a:srgbClr val="008000"/>
                </a:solidFill>
                <a:latin typeface="微软雅黑" panose="020B0503020204020204" pitchFamily="34" charset="-122"/>
                <a:ea typeface="微软雅黑" panose="020B0503020204020204" pitchFamily="34" charset="-122"/>
              </a:rPr>
              <a:t>（不能解决所有数据冒险）</a:t>
            </a:r>
          </a:p>
          <a:p>
            <a:pPr marL="342900" indent="-342900">
              <a:lnSpc>
                <a:spcPct val="105000"/>
              </a:lnSpc>
              <a:spcBef>
                <a:spcPct val="15000"/>
              </a:spcBef>
            </a:pPr>
            <a:r>
              <a:rPr lang="zh-CN" altLang="en-US" sz="2000">
                <a:latin typeface="微软雅黑" panose="020B0503020204020204" pitchFamily="34" charset="-122"/>
                <a:ea typeface="微软雅黑" panose="020B0503020204020204" pitchFamily="34" charset="-122"/>
              </a:rPr>
              <a:t>方法</a:t>
            </a:r>
            <a:r>
              <a:rPr lang="en-US" altLang="zh-CN" sz="2000">
                <a:latin typeface="微软雅黑" panose="020B0503020204020204" pitchFamily="34" charset="-122"/>
                <a:ea typeface="微软雅黑" panose="020B0503020204020204" pitchFamily="34" charset="-122"/>
              </a:rPr>
              <a:t>4</a:t>
            </a:r>
            <a:r>
              <a:rPr lang="zh-CN" altLang="en-US" sz="2000">
                <a:latin typeface="微软雅黑" panose="020B0503020204020204" pitchFamily="34" charset="-122"/>
                <a:ea typeface="微软雅黑" panose="020B0503020204020204" pitchFamily="34" charset="-122"/>
              </a:rPr>
              <a:t>：转发（</a:t>
            </a:r>
            <a:r>
              <a:rPr lang="en-US" altLang="zh-CN" sz="2000">
                <a:latin typeface="微软雅黑" panose="020B0503020204020204" pitchFamily="34" charset="-122"/>
                <a:ea typeface="微软雅黑" panose="020B0503020204020204" pitchFamily="34" charset="-122"/>
              </a:rPr>
              <a:t>Forwarding</a:t>
            </a:r>
            <a:r>
              <a:rPr lang="zh-CN" altLang="en-US" sz="2000">
                <a:latin typeface="微软雅黑" panose="020B0503020204020204" pitchFamily="34" charset="-122"/>
                <a:ea typeface="微软雅黑" panose="020B0503020204020204" pitchFamily="34" charset="-122"/>
              </a:rPr>
              <a:t>或</a:t>
            </a:r>
            <a:r>
              <a:rPr lang="en-US" altLang="zh-CN" sz="2000">
                <a:latin typeface="微软雅黑" panose="020B0503020204020204" pitchFamily="34" charset="-122"/>
                <a:ea typeface="微软雅黑" panose="020B0503020204020204" pitchFamily="34" charset="-122"/>
              </a:rPr>
              <a:t>Bypassing </a:t>
            </a:r>
            <a:r>
              <a:rPr lang="zh-CN" altLang="en-US" sz="2000">
                <a:latin typeface="微软雅黑" panose="020B0503020204020204" pitchFamily="34" charset="-122"/>
                <a:ea typeface="微软雅黑" panose="020B0503020204020204" pitchFamily="34" charset="-122"/>
              </a:rPr>
              <a:t>旁路）技术</a:t>
            </a:r>
          </a:p>
          <a:p>
            <a:pPr marL="1143000" lvl="2" indent="-228600">
              <a:lnSpc>
                <a:spcPct val="105000"/>
              </a:lnSpc>
              <a:spcBef>
                <a:spcPct val="15000"/>
              </a:spcBef>
            </a:pPr>
            <a:r>
              <a:rPr lang="zh-CN" altLang="en-US" sz="2000">
                <a:latin typeface="微软雅黑" panose="020B0503020204020204" pitchFamily="34" charset="-122"/>
                <a:ea typeface="微软雅黑" panose="020B0503020204020204" pitchFamily="34" charset="-122"/>
              </a:rPr>
              <a:t>若相关数据是</a:t>
            </a:r>
            <a:r>
              <a:rPr lang="en-US" altLang="zh-CN" sz="2000">
                <a:latin typeface="微软雅黑" panose="020B0503020204020204" pitchFamily="34" charset="-122"/>
                <a:ea typeface="微软雅黑" panose="020B0503020204020204" pitchFamily="34" charset="-122"/>
              </a:rPr>
              <a:t>ALU</a:t>
            </a:r>
            <a:r>
              <a:rPr lang="zh-CN" altLang="en-US" sz="2000">
                <a:latin typeface="微软雅黑" panose="020B0503020204020204" pitchFamily="34" charset="-122"/>
                <a:ea typeface="微软雅黑" panose="020B0503020204020204" pitchFamily="34" charset="-122"/>
              </a:rPr>
              <a:t>结果，则如何？</a:t>
            </a:r>
          </a:p>
          <a:p>
            <a:pPr marL="1143000" lvl="2" indent="-228600">
              <a:lnSpc>
                <a:spcPct val="105000"/>
              </a:lnSpc>
              <a:spcBef>
                <a:spcPct val="15000"/>
              </a:spcBef>
              <a:buFontTx/>
              <a:buNone/>
            </a:pPr>
            <a:r>
              <a:rPr lang="zh-CN" altLang="en-US" sz="2000" b="0">
                <a:solidFill>
                  <a:srgbClr val="008000"/>
                </a:solidFill>
                <a:latin typeface="微软雅黑" panose="020B0503020204020204" pitchFamily="34" charset="-122"/>
                <a:ea typeface="微软雅黑" panose="020B0503020204020204" pitchFamily="34" charset="-122"/>
              </a:rPr>
              <a:t>    </a:t>
            </a:r>
            <a:r>
              <a:rPr lang="zh-CN" altLang="en-US" sz="2000">
                <a:solidFill>
                  <a:srgbClr val="008000"/>
                </a:solidFill>
                <a:latin typeface="微软雅黑" panose="020B0503020204020204" pitchFamily="34" charset="-122"/>
                <a:ea typeface="微软雅黑" panose="020B0503020204020204" pitchFamily="34" charset="-122"/>
              </a:rPr>
              <a:t>可通过转发解决</a:t>
            </a:r>
          </a:p>
          <a:p>
            <a:pPr marL="1143000" lvl="2" indent="-228600">
              <a:lnSpc>
                <a:spcPct val="105000"/>
              </a:lnSpc>
              <a:spcBef>
                <a:spcPct val="15000"/>
              </a:spcBef>
            </a:pPr>
            <a:r>
              <a:rPr lang="zh-CN" altLang="en-US" sz="2000">
                <a:latin typeface="微软雅黑" panose="020B0503020204020204" pitchFamily="34" charset="-122"/>
                <a:ea typeface="微软雅黑" panose="020B0503020204020204" pitchFamily="34" charset="-122"/>
              </a:rPr>
              <a:t>若相关数据是上条指令</a:t>
            </a:r>
            <a:r>
              <a:rPr lang="en-US" altLang="zh-CN" sz="2000">
                <a:latin typeface="微软雅黑" panose="020B0503020204020204" pitchFamily="34" charset="-122"/>
                <a:ea typeface="微软雅黑" panose="020B0503020204020204" pitchFamily="34" charset="-122"/>
              </a:rPr>
              <a:t>DM</a:t>
            </a:r>
            <a:r>
              <a:rPr lang="zh-CN" altLang="en-US" sz="2000">
                <a:latin typeface="微软雅黑" panose="020B0503020204020204" pitchFamily="34" charset="-122"/>
                <a:ea typeface="微软雅黑" panose="020B0503020204020204" pitchFamily="34" charset="-122"/>
              </a:rPr>
              <a:t>读出内容，则如何？</a:t>
            </a:r>
          </a:p>
          <a:p>
            <a:pPr marL="1143000" lvl="2" indent="-228600">
              <a:lnSpc>
                <a:spcPct val="105000"/>
              </a:lnSpc>
              <a:spcBef>
                <a:spcPct val="15000"/>
              </a:spcBef>
              <a:buFontTx/>
              <a:buNone/>
            </a:pPr>
            <a:r>
              <a:rPr lang="zh-CN" altLang="en-US" sz="2000">
                <a:solidFill>
                  <a:srgbClr val="008000"/>
                </a:solidFill>
                <a:latin typeface="微软雅黑" panose="020B0503020204020204" pitchFamily="34" charset="-122"/>
                <a:ea typeface="微软雅黑" panose="020B0503020204020204" pitchFamily="34" charset="-122"/>
              </a:rPr>
              <a:t>    不能通过转发解决，随后指令需被阻塞一个时钟 或 加</a:t>
            </a:r>
            <a:r>
              <a:rPr lang="en-US" altLang="zh-CN" sz="2000">
                <a:solidFill>
                  <a:srgbClr val="008000"/>
                </a:solidFill>
                <a:latin typeface="微软雅黑" panose="020B0503020204020204" pitchFamily="34" charset="-122"/>
                <a:ea typeface="微软雅黑" panose="020B0503020204020204" pitchFamily="34" charset="-122"/>
              </a:rPr>
              <a:t>NOP</a:t>
            </a:r>
            <a:r>
              <a:rPr lang="zh-CN" altLang="en-US" sz="2000">
                <a:solidFill>
                  <a:srgbClr val="008000"/>
                </a:solidFill>
                <a:latin typeface="微软雅黑" panose="020B0503020204020204" pitchFamily="34" charset="-122"/>
                <a:ea typeface="微软雅黑" panose="020B0503020204020204" pitchFamily="34" charset="-122"/>
              </a:rPr>
              <a:t>指令</a:t>
            </a:r>
          </a:p>
          <a:p>
            <a:pPr marL="1143000" lvl="2" indent="-228600">
              <a:lnSpc>
                <a:spcPct val="105000"/>
              </a:lnSpc>
              <a:spcBef>
                <a:spcPct val="15000"/>
              </a:spcBef>
              <a:buFontTx/>
              <a:buNone/>
            </a:pPr>
            <a:r>
              <a:rPr lang="en-US" altLang="zh-CN" sz="2000">
                <a:solidFill>
                  <a:srgbClr val="CC0000"/>
                </a:solidFill>
                <a:ea typeface="黑体" panose="02010609060101010101" pitchFamily="49" charset="-122"/>
              </a:rPr>
              <a:t>    </a:t>
            </a:r>
            <a:r>
              <a:rPr lang="zh-CN" altLang="en-US" sz="2000">
                <a:solidFill>
                  <a:srgbClr val="CC0000"/>
                </a:solidFill>
                <a:ea typeface="黑体" panose="02010609060101010101" pitchFamily="49" charset="-122"/>
              </a:rPr>
              <a:t>称为</a:t>
            </a:r>
            <a:r>
              <a:rPr lang="en-US" altLang="zh-CN" sz="2000">
                <a:solidFill>
                  <a:srgbClr val="CC0000"/>
                </a:solidFill>
                <a:ea typeface="黑体" panose="02010609060101010101" pitchFamily="49" charset="-122"/>
              </a:rPr>
              <a:t>Load-use</a:t>
            </a:r>
            <a:r>
              <a:rPr lang="zh-CN" altLang="en-US" sz="2000">
                <a:solidFill>
                  <a:srgbClr val="CC0000"/>
                </a:solidFill>
                <a:ea typeface="黑体" panose="02010609060101010101" pitchFamily="49" charset="-122"/>
              </a:rPr>
              <a:t>数据冒险</a:t>
            </a:r>
            <a:r>
              <a:rPr lang="zh-CN" altLang="en-US" sz="2000">
                <a:solidFill>
                  <a:srgbClr val="CC0000"/>
                </a:solidFill>
                <a:ea typeface="宋体" panose="02010600030101010101" pitchFamily="2" charset="-122"/>
              </a:rPr>
              <a:t>！</a:t>
            </a:r>
            <a:endParaRPr lang="zh-CN" altLang="en-US" sz="2000">
              <a:solidFill>
                <a:srgbClr val="008000"/>
              </a:solidFill>
              <a:latin typeface="微软雅黑" panose="020B0503020204020204" pitchFamily="34" charset="-122"/>
              <a:ea typeface="微软雅黑" panose="020B0503020204020204" pitchFamily="34" charset="-122"/>
            </a:endParaRPr>
          </a:p>
          <a:p>
            <a:pPr marL="342900" indent="-342900">
              <a:lnSpc>
                <a:spcPct val="105000"/>
              </a:lnSpc>
              <a:spcBef>
                <a:spcPct val="15000"/>
              </a:spcBef>
            </a:pPr>
            <a:r>
              <a:rPr lang="zh-CN" altLang="en-US" sz="2000">
                <a:latin typeface="微软雅黑" panose="020B0503020204020204" pitchFamily="34" charset="-122"/>
                <a:ea typeface="微软雅黑" panose="020B0503020204020204" pitchFamily="34" charset="-122"/>
              </a:rPr>
              <a:t>方法</a:t>
            </a:r>
            <a:r>
              <a:rPr lang="en-US" altLang="zh-CN" sz="2000">
                <a:latin typeface="微软雅黑" panose="020B0503020204020204" pitchFamily="34" charset="-122"/>
                <a:ea typeface="微软雅黑" panose="020B0503020204020204" pitchFamily="34" charset="-122"/>
              </a:rPr>
              <a:t>5</a:t>
            </a:r>
            <a:r>
              <a:rPr lang="zh-CN" altLang="en-US" sz="2000">
                <a:latin typeface="微软雅黑" panose="020B0503020204020204" pitchFamily="34" charset="-122"/>
                <a:ea typeface="微软雅黑" panose="020B0503020204020204" pitchFamily="34" charset="-122"/>
              </a:rPr>
              <a:t>：编译优化：调整指令顺序</a:t>
            </a:r>
            <a:r>
              <a:rPr lang="zh-CN" altLang="en-US" sz="2000">
                <a:solidFill>
                  <a:srgbClr val="008000"/>
                </a:solidFill>
                <a:latin typeface="微软雅黑" panose="020B0503020204020204" pitchFamily="34" charset="-122"/>
                <a:ea typeface="微软雅黑" panose="020B0503020204020204" pitchFamily="34" charset="-122"/>
              </a:rPr>
              <a:t>（不能解决所有数据冒险）</a:t>
            </a:r>
            <a:endParaRPr lang="en-US" altLang="zh-CN">
              <a:solidFill>
                <a:srgbClr val="CC0000"/>
              </a:solidFill>
              <a:ea typeface="宋体" panose="02010600030101010101" pitchFamily="2" charset="-122"/>
            </a:endParaRPr>
          </a:p>
        </p:txBody>
      </p:sp>
      <p:sp>
        <p:nvSpPr>
          <p:cNvPr id="119811" name="Text Box 5">
            <a:extLst>
              <a:ext uri="{FF2B5EF4-FFF2-40B4-BE49-F238E27FC236}">
                <a16:creationId xmlns:a16="http://schemas.microsoft.com/office/drawing/2014/main" id="{D845CE6B-D013-B887-CCE9-762367031CA9}"/>
              </a:ext>
            </a:extLst>
          </p:cNvPr>
          <p:cNvSpPr txBox="1">
            <a:spLocks noChangeArrowheads="1"/>
          </p:cNvSpPr>
          <p:nvPr/>
        </p:nvSpPr>
        <p:spPr bwMode="auto">
          <a:xfrm>
            <a:off x="571500" y="4803775"/>
            <a:ext cx="7278688"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20000"/>
              </a:spcBef>
            </a:pPr>
            <a:r>
              <a:rPr lang="zh-CN" altLang="en-US" sz="2000">
                <a:latin typeface="微软雅黑" panose="020B0503020204020204" pitchFamily="34" charset="-122"/>
                <a:ea typeface="微软雅黑" panose="020B0503020204020204" pitchFamily="34" charset="-122"/>
              </a:rPr>
              <a:t>实现“转发”和“阻塞” 要修改数据通路：</a:t>
            </a:r>
            <a:endParaRPr lang="zh-CN" altLang="en-US" sz="2000">
              <a:solidFill>
                <a:schemeClr val="accent1"/>
              </a:solidFill>
              <a:latin typeface="微软雅黑" panose="020B0503020204020204" pitchFamily="34" charset="-122"/>
              <a:ea typeface="微软雅黑" panose="020B0503020204020204" pitchFamily="34" charset="-122"/>
            </a:endParaRPr>
          </a:p>
          <a:p>
            <a:pPr eaLnBrk="0" hangingPunct="0">
              <a:spcBef>
                <a:spcPct val="20000"/>
              </a:spcBef>
            </a:pPr>
            <a:r>
              <a:rPr lang="zh-CN" altLang="en-US" sz="2000">
                <a:solidFill>
                  <a:schemeClr val="accent2"/>
                </a:solidFill>
                <a:latin typeface="微软雅黑" panose="020B0503020204020204" pitchFamily="34" charset="-122"/>
                <a:ea typeface="微软雅黑" panose="020B0503020204020204" pitchFamily="34" charset="-122"/>
              </a:rPr>
              <a:t>（</a:t>
            </a:r>
            <a:r>
              <a:rPr lang="en-US" altLang="zh-CN" sz="2000">
                <a:solidFill>
                  <a:schemeClr val="accent2"/>
                </a:solidFill>
                <a:latin typeface="微软雅黑" panose="020B0503020204020204" pitchFamily="34" charset="-122"/>
                <a:ea typeface="微软雅黑" panose="020B0503020204020204" pitchFamily="34" charset="-122"/>
              </a:rPr>
              <a:t>1</a:t>
            </a:r>
            <a:r>
              <a:rPr lang="zh-CN" altLang="en-US" sz="2000">
                <a:solidFill>
                  <a:schemeClr val="accent2"/>
                </a:solidFill>
                <a:latin typeface="微软雅黑" panose="020B0503020204020204" pitchFamily="34" charset="-122"/>
                <a:ea typeface="微软雅黑" panose="020B0503020204020204" pitchFamily="34" charset="-122"/>
              </a:rPr>
              <a:t>）检测何时需要“转发”，并控制实现“转发”</a:t>
            </a:r>
          </a:p>
          <a:p>
            <a:pPr eaLnBrk="0" hangingPunct="0">
              <a:spcBef>
                <a:spcPct val="20000"/>
              </a:spcBef>
            </a:pPr>
            <a:r>
              <a:rPr lang="zh-CN" altLang="en-US" sz="2000">
                <a:solidFill>
                  <a:schemeClr val="accent2"/>
                </a:solidFill>
                <a:latin typeface="微软雅黑" panose="020B0503020204020204" pitchFamily="34" charset="-122"/>
                <a:ea typeface="微软雅黑" panose="020B0503020204020204" pitchFamily="34" charset="-122"/>
              </a:rPr>
              <a:t>（</a:t>
            </a:r>
            <a:r>
              <a:rPr lang="en-US" altLang="zh-CN" sz="2000">
                <a:solidFill>
                  <a:schemeClr val="accent2"/>
                </a:solidFill>
                <a:latin typeface="微软雅黑" panose="020B0503020204020204" pitchFamily="34" charset="-122"/>
                <a:ea typeface="微软雅黑" panose="020B0503020204020204" pitchFamily="34" charset="-122"/>
              </a:rPr>
              <a:t>2</a:t>
            </a:r>
            <a:r>
              <a:rPr lang="zh-CN" altLang="en-US" sz="2000">
                <a:solidFill>
                  <a:schemeClr val="accent2"/>
                </a:solidFill>
                <a:latin typeface="微软雅黑" panose="020B0503020204020204" pitchFamily="34" charset="-122"/>
                <a:ea typeface="微软雅黑" panose="020B0503020204020204" pitchFamily="34" charset="-122"/>
              </a:rPr>
              <a:t>）检测何时需要“阻塞”，并控制实现“阻塞”</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9810">
                                            <p:txEl>
                                              <p:pRg st="0" end="0"/>
                                            </p:txEl>
                                          </p:spTgt>
                                        </p:tgtEl>
                                        <p:attrNameLst>
                                          <p:attrName>style.visibility</p:attrName>
                                        </p:attrNameLst>
                                      </p:cBhvr>
                                      <p:to>
                                        <p:strVal val="visible"/>
                                      </p:to>
                                    </p:set>
                                    <p:animEffect transition="in" filter="blinds(horizontal)">
                                      <p:cBhvr>
                                        <p:cTn id="7" dur="500"/>
                                        <p:tgtEl>
                                          <p:spTgt spid="1198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19810">
                                            <p:txEl>
                                              <p:pRg st="1" end="1"/>
                                            </p:txEl>
                                          </p:spTgt>
                                        </p:tgtEl>
                                        <p:attrNameLst>
                                          <p:attrName>style.visibility</p:attrName>
                                        </p:attrNameLst>
                                      </p:cBhvr>
                                      <p:to>
                                        <p:strVal val="visible"/>
                                      </p:to>
                                    </p:set>
                                    <p:animEffect transition="in" filter="blinds(horizontal)">
                                      <p:cBhvr>
                                        <p:cTn id="12" dur="500"/>
                                        <p:tgtEl>
                                          <p:spTgt spid="1198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19810">
                                            <p:txEl>
                                              <p:pRg st="2" end="2"/>
                                            </p:txEl>
                                          </p:spTgt>
                                        </p:tgtEl>
                                        <p:attrNameLst>
                                          <p:attrName>style.visibility</p:attrName>
                                        </p:attrNameLst>
                                      </p:cBhvr>
                                      <p:to>
                                        <p:strVal val="visible"/>
                                      </p:to>
                                    </p:set>
                                    <p:animEffect transition="in" filter="blinds(horizontal)">
                                      <p:cBhvr>
                                        <p:cTn id="17" dur="500"/>
                                        <p:tgtEl>
                                          <p:spTgt spid="1198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19810">
                                            <p:txEl>
                                              <p:pRg st="3" end="3"/>
                                            </p:txEl>
                                          </p:spTgt>
                                        </p:tgtEl>
                                        <p:attrNameLst>
                                          <p:attrName>style.visibility</p:attrName>
                                        </p:attrNameLst>
                                      </p:cBhvr>
                                      <p:to>
                                        <p:strVal val="visible"/>
                                      </p:to>
                                    </p:set>
                                    <p:animEffect transition="in" filter="blinds(horizontal)">
                                      <p:cBhvr>
                                        <p:cTn id="22" dur="500"/>
                                        <p:tgtEl>
                                          <p:spTgt spid="1198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19810">
                                            <p:txEl>
                                              <p:pRg st="4" end="4"/>
                                            </p:txEl>
                                          </p:spTgt>
                                        </p:tgtEl>
                                        <p:attrNameLst>
                                          <p:attrName>style.visibility</p:attrName>
                                        </p:attrNameLst>
                                      </p:cBhvr>
                                      <p:to>
                                        <p:strVal val="visible"/>
                                      </p:to>
                                    </p:set>
                                    <p:animEffect transition="in" filter="blinds(horizontal)">
                                      <p:cBhvr>
                                        <p:cTn id="27" dur="500"/>
                                        <p:tgtEl>
                                          <p:spTgt spid="1198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19810">
                                            <p:txEl>
                                              <p:pRg st="5" end="5"/>
                                            </p:txEl>
                                          </p:spTgt>
                                        </p:tgtEl>
                                        <p:attrNameLst>
                                          <p:attrName>style.visibility</p:attrName>
                                        </p:attrNameLst>
                                      </p:cBhvr>
                                      <p:to>
                                        <p:strVal val="visible"/>
                                      </p:to>
                                    </p:set>
                                    <p:animEffect transition="in" filter="blinds(horizontal)">
                                      <p:cBhvr>
                                        <p:cTn id="32" dur="500"/>
                                        <p:tgtEl>
                                          <p:spTgt spid="11981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19810">
                                            <p:txEl>
                                              <p:pRg st="6" end="6"/>
                                            </p:txEl>
                                          </p:spTgt>
                                        </p:tgtEl>
                                        <p:attrNameLst>
                                          <p:attrName>style.visibility</p:attrName>
                                        </p:attrNameLst>
                                      </p:cBhvr>
                                      <p:to>
                                        <p:strVal val="visible"/>
                                      </p:to>
                                    </p:set>
                                    <p:animEffect transition="in" filter="blinds(horizontal)">
                                      <p:cBhvr>
                                        <p:cTn id="37" dur="500"/>
                                        <p:tgtEl>
                                          <p:spTgt spid="11981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19810">
                                            <p:txEl>
                                              <p:pRg st="7" end="7"/>
                                            </p:txEl>
                                          </p:spTgt>
                                        </p:tgtEl>
                                        <p:attrNameLst>
                                          <p:attrName>style.visibility</p:attrName>
                                        </p:attrNameLst>
                                      </p:cBhvr>
                                      <p:to>
                                        <p:strVal val="visible"/>
                                      </p:to>
                                    </p:set>
                                    <p:animEffect transition="in" filter="blinds(horizontal)">
                                      <p:cBhvr>
                                        <p:cTn id="42" dur="500"/>
                                        <p:tgtEl>
                                          <p:spTgt spid="119810">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19810">
                                            <p:txEl>
                                              <p:pRg st="8" end="8"/>
                                            </p:txEl>
                                          </p:spTgt>
                                        </p:tgtEl>
                                        <p:attrNameLst>
                                          <p:attrName>style.visibility</p:attrName>
                                        </p:attrNameLst>
                                      </p:cBhvr>
                                      <p:to>
                                        <p:strVal val="visible"/>
                                      </p:to>
                                    </p:set>
                                    <p:animEffect transition="in" filter="blinds(horizontal)">
                                      <p:cBhvr>
                                        <p:cTn id="47" dur="500"/>
                                        <p:tgtEl>
                                          <p:spTgt spid="119810">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119810">
                                            <p:txEl>
                                              <p:pRg st="9" end="9"/>
                                            </p:txEl>
                                          </p:spTgt>
                                        </p:tgtEl>
                                        <p:attrNameLst>
                                          <p:attrName>style.visibility</p:attrName>
                                        </p:attrNameLst>
                                      </p:cBhvr>
                                      <p:to>
                                        <p:strVal val="visible"/>
                                      </p:to>
                                    </p:set>
                                    <p:animEffect transition="in" filter="blinds(horizontal)">
                                      <p:cBhvr>
                                        <p:cTn id="52" dur="500"/>
                                        <p:tgtEl>
                                          <p:spTgt spid="119810">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19811"/>
                                        </p:tgtEl>
                                        <p:attrNameLst>
                                          <p:attrName>style.visibility</p:attrName>
                                        </p:attrNameLst>
                                      </p:cBhvr>
                                      <p:to>
                                        <p:strVal val="visible"/>
                                      </p:to>
                                    </p:set>
                                    <p:animEffect transition="in" filter="blinds(horizontal)">
                                      <p:cBhvr>
                                        <p:cTn id="57" dur="500"/>
                                        <p:tgtEl>
                                          <p:spTgt spid="119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Freeform 2">
            <a:extLst>
              <a:ext uri="{FF2B5EF4-FFF2-40B4-BE49-F238E27FC236}">
                <a16:creationId xmlns:a16="http://schemas.microsoft.com/office/drawing/2014/main" id="{18B96850-ED02-3FF3-F28C-1D0A78C83B9C}"/>
              </a:ext>
            </a:extLst>
          </p:cNvPr>
          <p:cNvSpPr>
            <a:spLocks noChangeArrowheads="1"/>
          </p:cNvSpPr>
          <p:nvPr/>
        </p:nvSpPr>
        <p:spPr bwMode="auto">
          <a:xfrm>
            <a:off x="5821363" y="2146300"/>
            <a:ext cx="225425" cy="458788"/>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21858" name="Rectangle 3">
            <a:extLst>
              <a:ext uri="{FF2B5EF4-FFF2-40B4-BE49-F238E27FC236}">
                <a16:creationId xmlns:a16="http://schemas.microsoft.com/office/drawing/2014/main" id="{CB33249E-5893-7055-636F-67364ADB9DD0}"/>
              </a:ext>
            </a:extLst>
          </p:cNvPr>
          <p:cNvSpPr>
            <a:spLocks noGrp="1" noChangeArrowheads="1"/>
          </p:cNvSpPr>
          <p:nvPr>
            <p:ph type="title"/>
          </p:nvPr>
        </p:nvSpPr>
        <p:spPr>
          <a:xfrm>
            <a:off x="563563" y="211138"/>
            <a:ext cx="7896225" cy="368300"/>
          </a:xfrm>
        </p:spPr>
        <p:txBody>
          <a:bodyPr/>
          <a:lstStyle/>
          <a:p>
            <a:r>
              <a:rPr lang="zh-CN" altLang="en-US">
                <a:ea typeface="宋体" panose="02010600030101010101" pitchFamily="2" charset="-122"/>
              </a:rPr>
              <a:t>方案</a:t>
            </a:r>
            <a:r>
              <a:rPr lang="en-US" altLang="zh-CN">
                <a:ea typeface="宋体" panose="02010600030101010101" pitchFamily="2" charset="-122"/>
              </a:rPr>
              <a:t>1: </a:t>
            </a:r>
            <a:r>
              <a:rPr lang="zh-CN" altLang="en-US">
                <a:ea typeface="宋体" panose="02010600030101010101" pitchFamily="2" charset="-122"/>
              </a:rPr>
              <a:t>在硬件上采取措施，使相关指令延迟执行</a:t>
            </a:r>
          </a:p>
        </p:txBody>
      </p:sp>
      <p:sp>
        <p:nvSpPr>
          <p:cNvPr id="121859" name="Rectangle 4">
            <a:extLst>
              <a:ext uri="{FF2B5EF4-FFF2-40B4-BE49-F238E27FC236}">
                <a16:creationId xmlns:a16="http://schemas.microsoft.com/office/drawing/2014/main" id="{8BB6D1C6-6961-BEF2-4CA4-6D4F3322CCFF}"/>
              </a:ext>
            </a:extLst>
          </p:cNvPr>
          <p:cNvSpPr>
            <a:spLocks noChangeArrowheads="1"/>
          </p:cNvSpPr>
          <p:nvPr/>
        </p:nvSpPr>
        <p:spPr bwMode="auto">
          <a:xfrm>
            <a:off x="295275" y="2332038"/>
            <a:ext cx="358775"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1800" b="0" i="1">
                <a:latin typeface="Arial" panose="020B0604020202020204" pitchFamily="34" charset="0"/>
                <a:ea typeface="宋体" panose="02010600030101010101" pitchFamily="2" charset="-122"/>
              </a:rPr>
              <a:t>I</a:t>
            </a:r>
          </a:p>
          <a:p>
            <a:pPr algn="ctr" eaLnBrk="0" hangingPunct="0"/>
            <a:r>
              <a:rPr lang="en-US" altLang="zh-CN" sz="1800" b="0" i="1">
                <a:latin typeface="Arial" panose="020B0604020202020204" pitchFamily="34" charset="0"/>
                <a:ea typeface="宋体" panose="02010600030101010101" pitchFamily="2" charset="-122"/>
              </a:rPr>
              <a:t>n</a:t>
            </a:r>
          </a:p>
          <a:p>
            <a:pPr algn="ctr" eaLnBrk="0" hangingPunct="0"/>
            <a:r>
              <a:rPr lang="en-US" altLang="zh-CN" sz="1800" b="0" i="1">
                <a:latin typeface="Arial" panose="020B0604020202020204" pitchFamily="34" charset="0"/>
                <a:ea typeface="宋体" panose="02010600030101010101" pitchFamily="2" charset="-122"/>
              </a:rPr>
              <a:t>s</a:t>
            </a:r>
          </a:p>
          <a:p>
            <a:pPr algn="ctr" eaLnBrk="0" hangingPunct="0"/>
            <a:r>
              <a:rPr lang="en-US" altLang="zh-CN" sz="1800" b="0" i="1">
                <a:latin typeface="Arial" panose="020B0604020202020204" pitchFamily="34" charset="0"/>
                <a:ea typeface="宋体" panose="02010600030101010101" pitchFamily="2" charset="-122"/>
              </a:rPr>
              <a:t>t</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O</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r>
              <a:rPr lang="en-US" altLang="zh-CN" sz="1800" b="0" i="1">
                <a:latin typeface="Arial" panose="020B0604020202020204" pitchFamily="34" charset="0"/>
                <a:ea typeface="宋体" panose="02010600030101010101" pitchFamily="2" charset="-122"/>
              </a:rPr>
              <a:t>d</a:t>
            </a:r>
          </a:p>
          <a:p>
            <a:pPr algn="ctr" eaLnBrk="0" hangingPunct="0"/>
            <a:r>
              <a:rPr lang="en-US" altLang="zh-CN" sz="1800" b="0" i="1">
                <a:latin typeface="Arial" panose="020B0604020202020204" pitchFamily="34" charset="0"/>
                <a:ea typeface="宋体" panose="02010600030101010101" pitchFamily="2" charset="-122"/>
              </a:rPr>
              <a:t>e</a:t>
            </a:r>
          </a:p>
          <a:p>
            <a:pPr algn="ctr" eaLnBrk="0" hangingPunct="0"/>
            <a:r>
              <a:rPr lang="en-US" altLang="zh-CN" sz="1800" b="0" i="1">
                <a:latin typeface="Arial" panose="020B0604020202020204" pitchFamily="34" charset="0"/>
                <a:ea typeface="宋体" panose="02010600030101010101" pitchFamily="2" charset="-122"/>
              </a:rPr>
              <a:t>r</a:t>
            </a:r>
          </a:p>
        </p:txBody>
      </p:sp>
      <p:sp>
        <p:nvSpPr>
          <p:cNvPr id="121860" name="Line 5">
            <a:extLst>
              <a:ext uri="{FF2B5EF4-FFF2-40B4-BE49-F238E27FC236}">
                <a16:creationId xmlns:a16="http://schemas.microsoft.com/office/drawing/2014/main" id="{85A2381F-4D02-F859-9FFD-88981A025EBD}"/>
              </a:ext>
            </a:extLst>
          </p:cNvPr>
          <p:cNvSpPr>
            <a:spLocks noChangeShapeType="1"/>
          </p:cNvSpPr>
          <p:nvPr/>
        </p:nvSpPr>
        <p:spPr bwMode="auto">
          <a:xfrm>
            <a:off x="779463" y="2322513"/>
            <a:ext cx="0" cy="323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861" name="Line 6">
            <a:extLst>
              <a:ext uri="{FF2B5EF4-FFF2-40B4-BE49-F238E27FC236}">
                <a16:creationId xmlns:a16="http://schemas.microsoft.com/office/drawing/2014/main" id="{01CE6AFA-1453-F59F-A9C2-81C92BC33D54}"/>
              </a:ext>
            </a:extLst>
          </p:cNvPr>
          <p:cNvSpPr>
            <a:spLocks noChangeShapeType="1"/>
          </p:cNvSpPr>
          <p:nvPr/>
        </p:nvSpPr>
        <p:spPr bwMode="auto">
          <a:xfrm>
            <a:off x="1433513" y="1897063"/>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862" name="Rectangle 7">
            <a:extLst>
              <a:ext uri="{FF2B5EF4-FFF2-40B4-BE49-F238E27FC236}">
                <a16:creationId xmlns:a16="http://schemas.microsoft.com/office/drawing/2014/main" id="{65CE56B6-8D0D-38DE-BA84-33E7DCB3357E}"/>
              </a:ext>
            </a:extLst>
          </p:cNvPr>
          <p:cNvSpPr>
            <a:spLocks noChangeArrowheads="1"/>
          </p:cNvSpPr>
          <p:nvPr/>
        </p:nvSpPr>
        <p:spPr bwMode="auto">
          <a:xfrm>
            <a:off x="1196975" y="1506538"/>
            <a:ext cx="21240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b="0" i="1">
                <a:latin typeface="Arial" panose="020B0604020202020204" pitchFamily="34" charset="0"/>
                <a:ea typeface="宋体" panose="02010600030101010101" pitchFamily="2" charset="-122"/>
              </a:rPr>
              <a:t>Time (clock cycles)</a:t>
            </a:r>
          </a:p>
        </p:txBody>
      </p:sp>
      <p:sp>
        <p:nvSpPr>
          <p:cNvPr id="121863" name="Rectangle 8">
            <a:extLst>
              <a:ext uri="{FF2B5EF4-FFF2-40B4-BE49-F238E27FC236}">
                <a16:creationId xmlns:a16="http://schemas.microsoft.com/office/drawing/2014/main" id="{D6C1E5A3-17BB-2BD2-9EA1-2B1F52FB2500}"/>
              </a:ext>
            </a:extLst>
          </p:cNvPr>
          <p:cNvSpPr>
            <a:spLocks noChangeArrowheads="1"/>
          </p:cNvSpPr>
          <p:nvPr/>
        </p:nvSpPr>
        <p:spPr bwMode="auto">
          <a:xfrm>
            <a:off x="815975" y="2141538"/>
            <a:ext cx="2119313"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add </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,r2,r3</a:t>
            </a:r>
          </a:p>
        </p:txBody>
      </p:sp>
      <p:sp>
        <p:nvSpPr>
          <p:cNvPr id="121864" name="Rectangle 9">
            <a:extLst>
              <a:ext uri="{FF2B5EF4-FFF2-40B4-BE49-F238E27FC236}">
                <a16:creationId xmlns:a16="http://schemas.microsoft.com/office/drawing/2014/main" id="{313721EF-FE84-1426-69F0-05075BA2E145}"/>
              </a:ext>
            </a:extLst>
          </p:cNvPr>
          <p:cNvSpPr>
            <a:spLocks noChangeArrowheads="1"/>
          </p:cNvSpPr>
          <p:nvPr/>
        </p:nvSpPr>
        <p:spPr bwMode="auto">
          <a:xfrm>
            <a:off x="806450" y="4884738"/>
            <a:ext cx="2119313"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sub r4,</a:t>
            </a:r>
            <a:r>
              <a:rPr lang="en-US" altLang="zh-CN" sz="2800" u="sng">
                <a:solidFill>
                  <a:schemeClr val="accent2"/>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,r3</a:t>
            </a:r>
          </a:p>
        </p:txBody>
      </p:sp>
      <p:sp>
        <p:nvSpPr>
          <p:cNvPr id="121865" name="Rectangle 10">
            <a:extLst>
              <a:ext uri="{FF2B5EF4-FFF2-40B4-BE49-F238E27FC236}">
                <a16:creationId xmlns:a16="http://schemas.microsoft.com/office/drawing/2014/main" id="{81911F11-4E86-A1B4-6A6D-DE879B57EFB9}"/>
              </a:ext>
            </a:extLst>
          </p:cNvPr>
          <p:cNvSpPr>
            <a:spLocks noChangeArrowheads="1"/>
          </p:cNvSpPr>
          <p:nvPr/>
        </p:nvSpPr>
        <p:spPr bwMode="auto">
          <a:xfrm>
            <a:off x="781050" y="5608638"/>
            <a:ext cx="2119313"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and r6,</a:t>
            </a:r>
            <a:r>
              <a:rPr lang="en-US" altLang="zh-CN" sz="2800" u="sng">
                <a:solidFill>
                  <a:schemeClr val="accent2"/>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,r7</a:t>
            </a:r>
          </a:p>
        </p:txBody>
      </p:sp>
      <p:sp>
        <p:nvSpPr>
          <p:cNvPr id="121866" name="Rectangle 11">
            <a:extLst>
              <a:ext uri="{FF2B5EF4-FFF2-40B4-BE49-F238E27FC236}">
                <a16:creationId xmlns:a16="http://schemas.microsoft.com/office/drawing/2014/main" id="{400BD376-72AE-5D61-E748-BE6A16A1C8A4}"/>
              </a:ext>
            </a:extLst>
          </p:cNvPr>
          <p:cNvSpPr>
            <a:spLocks noChangeArrowheads="1"/>
          </p:cNvSpPr>
          <p:nvPr/>
        </p:nvSpPr>
        <p:spPr bwMode="auto">
          <a:xfrm>
            <a:off x="3063875" y="1825625"/>
            <a:ext cx="4730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IF</a:t>
            </a:r>
          </a:p>
        </p:txBody>
      </p:sp>
      <p:sp>
        <p:nvSpPr>
          <p:cNvPr id="121867" name="Rectangle 12">
            <a:extLst>
              <a:ext uri="{FF2B5EF4-FFF2-40B4-BE49-F238E27FC236}">
                <a16:creationId xmlns:a16="http://schemas.microsoft.com/office/drawing/2014/main" id="{C4205046-5237-D248-B9F8-93A7DC6DED2C}"/>
              </a:ext>
            </a:extLst>
          </p:cNvPr>
          <p:cNvSpPr>
            <a:spLocks noChangeArrowheads="1"/>
          </p:cNvSpPr>
          <p:nvPr/>
        </p:nvSpPr>
        <p:spPr bwMode="auto">
          <a:xfrm>
            <a:off x="3544888" y="1825625"/>
            <a:ext cx="865187"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   ID</a:t>
            </a:r>
          </a:p>
        </p:txBody>
      </p:sp>
      <p:sp>
        <p:nvSpPr>
          <p:cNvPr id="121868" name="Rectangle 13">
            <a:extLst>
              <a:ext uri="{FF2B5EF4-FFF2-40B4-BE49-F238E27FC236}">
                <a16:creationId xmlns:a16="http://schemas.microsoft.com/office/drawing/2014/main" id="{F007F9C8-66F2-C7D0-B642-231802D36949}"/>
              </a:ext>
            </a:extLst>
          </p:cNvPr>
          <p:cNvSpPr>
            <a:spLocks noChangeArrowheads="1"/>
          </p:cNvSpPr>
          <p:nvPr/>
        </p:nvSpPr>
        <p:spPr bwMode="auto">
          <a:xfrm>
            <a:off x="4383088" y="1825625"/>
            <a:ext cx="5524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EX</a:t>
            </a:r>
          </a:p>
        </p:txBody>
      </p:sp>
      <p:sp>
        <p:nvSpPr>
          <p:cNvPr id="121869" name="Rectangle 14">
            <a:extLst>
              <a:ext uri="{FF2B5EF4-FFF2-40B4-BE49-F238E27FC236}">
                <a16:creationId xmlns:a16="http://schemas.microsoft.com/office/drawing/2014/main" id="{641828A9-5529-8FB8-F8DC-D7BBB27AB4E8}"/>
              </a:ext>
            </a:extLst>
          </p:cNvPr>
          <p:cNvSpPr>
            <a:spLocks noChangeArrowheads="1"/>
          </p:cNvSpPr>
          <p:nvPr/>
        </p:nvSpPr>
        <p:spPr bwMode="auto">
          <a:xfrm>
            <a:off x="4984750" y="1825625"/>
            <a:ext cx="7842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  M</a:t>
            </a:r>
          </a:p>
        </p:txBody>
      </p:sp>
      <p:sp>
        <p:nvSpPr>
          <p:cNvPr id="121870" name="Rectangle 15">
            <a:extLst>
              <a:ext uri="{FF2B5EF4-FFF2-40B4-BE49-F238E27FC236}">
                <a16:creationId xmlns:a16="http://schemas.microsoft.com/office/drawing/2014/main" id="{AC866960-1AA5-FE49-E61B-B2B183E34596}"/>
              </a:ext>
            </a:extLst>
          </p:cNvPr>
          <p:cNvSpPr>
            <a:spLocks noChangeArrowheads="1"/>
          </p:cNvSpPr>
          <p:nvPr/>
        </p:nvSpPr>
        <p:spPr bwMode="auto">
          <a:xfrm>
            <a:off x="5759450" y="1825625"/>
            <a:ext cx="59531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WB</a:t>
            </a:r>
          </a:p>
        </p:txBody>
      </p:sp>
      <p:sp>
        <p:nvSpPr>
          <p:cNvPr id="121871" name="Line 16">
            <a:extLst>
              <a:ext uri="{FF2B5EF4-FFF2-40B4-BE49-F238E27FC236}">
                <a16:creationId xmlns:a16="http://schemas.microsoft.com/office/drawing/2014/main" id="{CCF5D7B7-5E73-6986-9B8D-5D9B1453F3F2}"/>
              </a:ext>
            </a:extLst>
          </p:cNvPr>
          <p:cNvSpPr>
            <a:spLocks noChangeShapeType="1"/>
          </p:cNvSpPr>
          <p:nvPr/>
        </p:nvSpPr>
        <p:spPr bwMode="auto">
          <a:xfrm>
            <a:off x="3611563" y="161925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72" name="Line 17">
            <a:extLst>
              <a:ext uri="{FF2B5EF4-FFF2-40B4-BE49-F238E27FC236}">
                <a16:creationId xmlns:a16="http://schemas.microsoft.com/office/drawing/2014/main" id="{5FA91EE5-FC8E-2DAB-7AF1-8E5BAF0C061B}"/>
              </a:ext>
            </a:extLst>
          </p:cNvPr>
          <p:cNvSpPr>
            <a:spLocks noChangeShapeType="1"/>
          </p:cNvSpPr>
          <p:nvPr/>
        </p:nvSpPr>
        <p:spPr bwMode="auto">
          <a:xfrm>
            <a:off x="4297363" y="161925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73" name="Line 18">
            <a:extLst>
              <a:ext uri="{FF2B5EF4-FFF2-40B4-BE49-F238E27FC236}">
                <a16:creationId xmlns:a16="http://schemas.microsoft.com/office/drawing/2014/main" id="{5555A387-A584-851C-6714-6E31C1C23023}"/>
              </a:ext>
            </a:extLst>
          </p:cNvPr>
          <p:cNvSpPr>
            <a:spLocks noChangeShapeType="1"/>
          </p:cNvSpPr>
          <p:nvPr/>
        </p:nvSpPr>
        <p:spPr bwMode="auto">
          <a:xfrm>
            <a:off x="4983163" y="161925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74" name="Line 19">
            <a:extLst>
              <a:ext uri="{FF2B5EF4-FFF2-40B4-BE49-F238E27FC236}">
                <a16:creationId xmlns:a16="http://schemas.microsoft.com/office/drawing/2014/main" id="{53ED3B09-A52D-3B66-F83C-B46A400177CC}"/>
              </a:ext>
            </a:extLst>
          </p:cNvPr>
          <p:cNvSpPr>
            <a:spLocks noChangeShapeType="1"/>
          </p:cNvSpPr>
          <p:nvPr/>
        </p:nvSpPr>
        <p:spPr bwMode="auto">
          <a:xfrm>
            <a:off x="5668963" y="161925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75" name="Line 20">
            <a:extLst>
              <a:ext uri="{FF2B5EF4-FFF2-40B4-BE49-F238E27FC236}">
                <a16:creationId xmlns:a16="http://schemas.microsoft.com/office/drawing/2014/main" id="{AC1D4789-0643-9FA7-2DFC-51A1CB236F77}"/>
              </a:ext>
            </a:extLst>
          </p:cNvPr>
          <p:cNvSpPr>
            <a:spLocks noChangeShapeType="1"/>
          </p:cNvSpPr>
          <p:nvPr/>
        </p:nvSpPr>
        <p:spPr bwMode="auto">
          <a:xfrm>
            <a:off x="6354763" y="161925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76" name="Line 21">
            <a:extLst>
              <a:ext uri="{FF2B5EF4-FFF2-40B4-BE49-F238E27FC236}">
                <a16:creationId xmlns:a16="http://schemas.microsoft.com/office/drawing/2014/main" id="{FB600BC0-5A40-5246-BF5C-3AF08E069013}"/>
              </a:ext>
            </a:extLst>
          </p:cNvPr>
          <p:cNvSpPr>
            <a:spLocks noChangeShapeType="1"/>
          </p:cNvSpPr>
          <p:nvPr/>
        </p:nvSpPr>
        <p:spPr bwMode="auto">
          <a:xfrm>
            <a:off x="7040563" y="161925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77" name="Line 22">
            <a:extLst>
              <a:ext uri="{FF2B5EF4-FFF2-40B4-BE49-F238E27FC236}">
                <a16:creationId xmlns:a16="http://schemas.microsoft.com/office/drawing/2014/main" id="{5D801B20-1894-323A-48A9-9736F1F00E49}"/>
              </a:ext>
            </a:extLst>
          </p:cNvPr>
          <p:cNvSpPr>
            <a:spLocks noChangeShapeType="1"/>
          </p:cNvSpPr>
          <p:nvPr/>
        </p:nvSpPr>
        <p:spPr bwMode="auto">
          <a:xfrm>
            <a:off x="7726363" y="161925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78" name="Line 23">
            <a:extLst>
              <a:ext uri="{FF2B5EF4-FFF2-40B4-BE49-F238E27FC236}">
                <a16:creationId xmlns:a16="http://schemas.microsoft.com/office/drawing/2014/main" id="{A0BFB0D6-204A-7EEF-CD4D-4B2284F94AAF}"/>
              </a:ext>
            </a:extLst>
          </p:cNvPr>
          <p:cNvSpPr>
            <a:spLocks noChangeShapeType="1"/>
          </p:cNvSpPr>
          <p:nvPr/>
        </p:nvSpPr>
        <p:spPr bwMode="auto">
          <a:xfrm>
            <a:off x="8412163" y="161925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79" name="Freeform 24">
            <a:extLst>
              <a:ext uri="{FF2B5EF4-FFF2-40B4-BE49-F238E27FC236}">
                <a16:creationId xmlns:a16="http://schemas.microsoft.com/office/drawing/2014/main" id="{9331138A-EC3F-2BC7-ED21-95E989600AA1}"/>
              </a:ext>
            </a:extLst>
          </p:cNvPr>
          <p:cNvSpPr>
            <a:spLocks noChangeArrowheads="1"/>
          </p:cNvSpPr>
          <p:nvPr/>
        </p:nvSpPr>
        <p:spPr bwMode="auto">
          <a:xfrm>
            <a:off x="5078413" y="2146300"/>
            <a:ext cx="257175" cy="458788"/>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880" name="Freeform 25">
            <a:extLst>
              <a:ext uri="{FF2B5EF4-FFF2-40B4-BE49-F238E27FC236}">
                <a16:creationId xmlns:a16="http://schemas.microsoft.com/office/drawing/2014/main" id="{6D4F538B-2A75-7C1E-BDC6-83DF7C846C56}"/>
              </a:ext>
            </a:extLst>
          </p:cNvPr>
          <p:cNvSpPr>
            <a:spLocks noChangeArrowheads="1"/>
          </p:cNvSpPr>
          <p:nvPr/>
        </p:nvSpPr>
        <p:spPr bwMode="auto">
          <a:xfrm>
            <a:off x="5334000" y="2146300"/>
            <a:ext cx="260350" cy="458788"/>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881" name="Freeform 26">
            <a:extLst>
              <a:ext uri="{FF2B5EF4-FFF2-40B4-BE49-F238E27FC236}">
                <a16:creationId xmlns:a16="http://schemas.microsoft.com/office/drawing/2014/main" id="{67DAC2DC-3B94-B9E2-03BB-2E03FDDEA4CF}"/>
              </a:ext>
            </a:extLst>
          </p:cNvPr>
          <p:cNvSpPr>
            <a:spLocks noChangeArrowheads="1"/>
          </p:cNvSpPr>
          <p:nvPr/>
        </p:nvSpPr>
        <p:spPr bwMode="auto">
          <a:xfrm>
            <a:off x="4470400" y="1993900"/>
            <a:ext cx="338138" cy="763588"/>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882" name="Rectangle 27">
            <a:extLst>
              <a:ext uri="{FF2B5EF4-FFF2-40B4-BE49-F238E27FC236}">
                <a16:creationId xmlns:a16="http://schemas.microsoft.com/office/drawing/2014/main" id="{2115F7BA-C406-8311-D792-335D8AE1BFBA}"/>
              </a:ext>
            </a:extLst>
          </p:cNvPr>
          <p:cNvSpPr>
            <a:spLocks noChangeArrowheads="1"/>
          </p:cNvSpPr>
          <p:nvPr/>
        </p:nvSpPr>
        <p:spPr bwMode="auto">
          <a:xfrm rot="5400000">
            <a:off x="4316413" y="2185988"/>
            <a:ext cx="6064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sp>
        <p:nvSpPr>
          <p:cNvPr id="121883" name="Rectangle 28">
            <a:extLst>
              <a:ext uri="{FF2B5EF4-FFF2-40B4-BE49-F238E27FC236}">
                <a16:creationId xmlns:a16="http://schemas.microsoft.com/office/drawing/2014/main" id="{ACDD8C8B-78EF-3AD2-8A02-62077FAFDCB3}"/>
              </a:ext>
            </a:extLst>
          </p:cNvPr>
          <p:cNvSpPr>
            <a:spLocks noChangeArrowheads="1"/>
          </p:cNvSpPr>
          <p:nvPr/>
        </p:nvSpPr>
        <p:spPr bwMode="auto">
          <a:xfrm>
            <a:off x="3062288" y="2206625"/>
            <a:ext cx="4302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1884" name="Group 29">
            <a:extLst>
              <a:ext uri="{FF2B5EF4-FFF2-40B4-BE49-F238E27FC236}">
                <a16:creationId xmlns:a16="http://schemas.microsoft.com/office/drawing/2014/main" id="{E81D1645-4071-3D18-D143-3CBC6986E951}"/>
              </a:ext>
            </a:extLst>
          </p:cNvPr>
          <p:cNvGrpSpPr>
            <a:grpSpLocks/>
          </p:cNvGrpSpPr>
          <p:nvPr/>
        </p:nvGrpSpPr>
        <p:grpSpPr bwMode="auto">
          <a:xfrm>
            <a:off x="3000375" y="2146300"/>
            <a:ext cx="539750" cy="458788"/>
            <a:chOff x="1935" y="1349"/>
            <a:chExt cx="340" cy="289"/>
          </a:xfrm>
        </p:grpSpPr>
        <p:sp>
          <p:nvSpPr>
            <p:cNvPr id="121885" name="Freeform 30">
              <a:extLst>
                <a:ext uri="{FF2B5EF4-FFF2-40B4-BE49-F238E27FC236}">
                  <a16:creationId xmlns:a16="http://schemas.microsoft.com/office/drawing/2014/main" id="{C7BD098D-26CB-5C6D-386A-199A91A5FB39}"/>
                </a:ext>
              </a:extLst>
            </p:cNvPr>
            <p:cNvSpPr>
              <a:spLocks noChangeArrowheads="1"/>
            </p:cNvSpPr>
            <p:nvPr/>
          </p:nvSpPr>
          <p:spPr bwMode="auto">
            <a:xfrm>
              <a:off x="1935" y="1349"/>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886" name="Freeform 31">
              <a:extLst>
                <a:ext uri="{FF2B5EF4-FFF2-40B4-BE49-F238E27FC236}">
                  <a16:creationId xmlns:a16="http://schemas.microsoft.com/office/drawing/2014/main" id="{CED66A06-4FD8-AEC9-6DD1-B1F59FA50681}"/>
                </a:ext>
              </a:extLst>
            </p:cNvPr>
            <p:cNvSpPr>
              <a:spLocks noChangeArrowheads="1"/>
            </p:cNvSpPr>
            <p:nvPr/>
          </p:nvSpPr>
          <p:spPr bwMode="auto">
            <a:xfrm>
              <a:off x="2104" y="1349"/>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1887" name="Rectangle 32">
            <a:extLst>
              <a:ext uri="{FF2B5EF4-FFF2-40B4-BE49-F238E27FC236}">
                <a16:creationId xmlns:a16="http://schemas.microsoft.com/office/drawing/2014/main" id="{9B76443C-EBB4-6DF1-10B4-2C29C64D8E44}"/>
              </a:ext>
            </a:extLst>
          </p:cNvPr>
          <p:cNvSpPr>
            <a:spLocks noChangeArrowheads="1"/>
          </p:cNvSpPr>
          <p:nvPr/>
        </p:nvSpPr>
        <p:spPr bwMode="auto">
          <a:xfrm>
            <a:off x="3706813" y="21637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1888" name="Freeform 33">
            <a:extLst>
              <a:ext uri="{FF2B5EF4-FFF2-40B4-BE49-F238E27FC236}">
                <a16:creationId xmlns:a16="http://schemas.microsoft.com/office/drawing/2014/main" id="{AE5B59FE-EFF3-9028-ECE9-AC6E28B8CA9F}"/>
              </a:ext>
            </a:extLst>
          </p:cNvPr>
          <p:cNvSpPr>
            <a:spLocks noChangeArrowheads="1"/>
          </p:cNvSpPr>
          <p:nvPr/>
        </p:nvSpPr>
        <p:spPr bwMode="auto">
          <a:xfrm>
            <a:off x="3730625" y="2146300"/>
            <a:ext cx="236538" cy="458788"/>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889" name="Freeform 34">
            <a:extLst>
              <a:ext uri="{FF2B5EF4-FFF2-40B4-BE49-F238E27FC236}">
                <a16:creationId xmlns:a16="http://schemas.microsoft.com/office/drawing/2014/main" id="{5A9D96C7-0B82-ABC3-29D5-84FA4C15044B}"/>
              </a:ext>
            </a:extLst>
          </p:cNvPr>
          <p:cNvSpPr>
            <a:spLocks noChangeArrowheads="1"/>
          </p:cNvSpPr>
          <p:nvPr/>
        </p:nvSpPr>
        <p:spPr bwMode="auto">
          <a:xfrm>
            <a:off x="3965575" y="2146300"/>
            <a:ext cx="234950" cy="458788"/>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890" name="Line 35">
            <a:extLst>
              <a:ext uri="{FF2B5EF4-FFF2-40B4-BE49-F238E27FC236}">
                <a16:creationId xmlns:a16="http://schemas.microsoft.com/office/drawing/2014/main" id="{6C9D1EE9-C64C-C68C-E0A5-526E41916B76}"/>
              </a:ext>
            </a:extLst>
          </p:cNvPr>
          <p:cNvSpPr>
            <a:spLocks noChangeShapeType="1"/>
          </p:cNvSpPr>
          <p:nvPr/>
        </p:nvSpPr>
        <p:spPr bwMode="auto">
          <a:xfrm>
            <a:off x="3541713" y="2374900"/>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91" name="Freeform 36">
            <a:extLst>
              <a:ext uri="{FF2B5EF4-FFF2-40B4-BE49-F238E27FC236}">
                <a16:creationId xmlns:a16="http://schemas.microsoft.com/office/drawing/2014/main" id="{9FD1DCA0-BB5C-6119-BB0E-31B44E5C9872}"/>
              </a:ext>
            </a:extLst>
          </p:cNvPr>
          <p:cNvSpPr>
            <a:spLocks noChangeArrowheads="1"/>
          </p:cNvSpPr>
          <p:nvPr/>
        </p:nvSpPr>
        <p:spPr bwMode="auto">
          <a:xfrm>
            <a:off x="3646488" y="2222500"/>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892" name="Line 37">
            <a:extLst>
              <a:ext uri="{FF2B5EF4-FFF2-40B4-BE49-F238E27FC236}">
                <a16:creationId xmlns:a16="http://schemas.microsoft.com/office/drawing/2014/main" id="{56F4DE0F-7E19-EDFB-BA7D-19F69168A925}"/>
              </a:ext>
            </a:extLst>
          </p:cNvPr>
          <p:cNvSpPr>
            <a:spLocks noChangeShapeType="1"/>
          </p:cNvSpPr>
          <p:nvPr/>
        </p:nvSpPr>
        <p:spPr bwMode="auto">
          <a:xfrm>
            <a:off x="4202113" y="2222500"/>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93" name="Rectangle 38">
            <a:extLst>
              <a:ext uri="{FF2B5EF4-FFF2-40B4-BE49-F238E27FC236}">
                <a16:creationId xmlns:a16="http://schemas.microsoft.com/office/drawing/2014/main" id="{DEBCEF45-E6AD-2DC7-F802-7BE4361E47B9}"/>
              </a:ext>
            </a:extLst>
          </p:cNvPr>
          <p:cNvSpPr>
            <a:spLocks noChangeArrowheads="1"/>
          </p:cNvSpPr>
          <p:nvPr/>
        </p:nvSpPr>
        <p:spPr bwMode="auto">
          <a:xfrm>
            <a:off x="5054600" y="2222500"/>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sp>
        <p:nvSpPr>
          <p:cNvPr id="121894" name="Rectangle 39">
            <a:extLst>
              <a:ext uri="{FF2B5EF4-FFF2-40B4-BE49-F238E27FC236}">
                <a16:creationId xmlns:a16="http://schemas.microsoft.com/office/drawing/2014/main" id="{FEA3FE45-C21C-0176-786C-0AA38C29E2D4}"/>
              </a:ext>
            </a:extLst>
          </p:cNvPr>
          <p:cNvSpPr>
            <a:spLocks noChangeArrowheads="1"/>
          </p:cNvSpPr>
          <p:nvPr/>
        </p:nvSpPr>
        <p:spPr bwMode="auto">
          <a:xfrm>
            <a:off x="5784850" y="2155825"/>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1895" name="Freeform 40">
            <a:extLst>
              <a:ext uri="{FF2B5EF4-FFF2-40B4-BE49-F238E27FC236}">
                <a16:creationId xmlns:a16="http://schemas.microsoft.com/office/drawing/2014/main" id="{B6DB07AB-B816-A6CB-F1CC-5B2B1667CD83}"/>
              </a:ext>
            </a:extLst>
          </p:cNvPr>
          <p:cNvSpPr>
            <a:spLocks noChangeArrowheads="1"/>
          </p:cNvSpPr>
          <p:nvPr/>
        </p:nvSpPr>
        <p:spPr bwMode="auto">
          <a:xfrm>
            <a:off x="6045200" y="2146300"/>
            <a:ext cx="227013" cy="458788"/>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896" name="Line 41">
            <a:extLst>
              <a:ext uri="{FF2B5EF4-FFF2-40B4-BE49-F238E27FC236}">
                <a16:creationId xmlns:a16="http://schemas.microsoft.com/office/drawing/2014/main" id="{FAEA0627-E774-7C76-4857-B9CC5B880A9D}"/>
              </a:ext>
            </a:extLst>
          </p:cNvPr>
          <p:cNvSpPr>
            <a:spLocks noChangeShapeType="1"/>
          </p:cNvSpPr>
          <p:nvPr/>
        </p:nvSpPr>
        <p:spPr bwMode="auto">
          <a:xfrm>
            <a:off x="5581650" y="2374900"/>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97" name="Line 42">
            <a:extLst>
              <a:ext uri="{FF2B5EF4-FFF2-40B4-BE49-F238E27FC236}">
                <a16:creationId xmlns:a16="http://schemas.microsoft.com/office/drawing/2014/main" id="{A15937E5-CB56-1A8A-222D-A191728FBFD1}"/>
              </a:ext>
            </a:extLst>
          </p:cNvPr>
          <p:cNvSpPr>
            <a:spLocks noChangeShapeType="1"/>
          </p:cNvSpPr>
          <p:nvPr/>
        </p:nvSpPr>
        <p:spPr bwMode="auto">
          <a:xfrm>
            <a:off x="4813300" y="2374900"/>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98" name="Freeform 43">
            <a:extLst>
              <a:ext uri="{FF2B5EF4-FFF2-40B4-BE49-F238E27FC236}">
                <a16:creationId xmlns:a16="http://schemas.microsoft.com/office/drawing/2014/main" id="{4FE30768-DD3B-DCE4-58EB-23B1F04C394A}"/>
              </a:ext>
            </a:extLst>
          </p:cNvPr>
          <p:cNvSpPr>
            <a:spLocks noChangeArrowheads="1"/>
          </p:cNvSpPr>
          <p:nvPr/>
        </p:nvSpPr>
        <p:spPr bwMode="auto">
          <a:xfrm>
            <a:off x="5011738" y="2374900"/>
            <a:ext cx="684212"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899" name="Line 44">
            <a:extLst>
              <a:ext uri="{FF2B5EF4-FFF2-40B4-BE49-F238E27FC236}">
                <a16:creationId xmlns:a16="http://schemas.microsoft.com/office/drawing/2014/main" id="{AB1FEF16-3971-6191-60D8-48D6FDF21953}"/>
              </a:ext>
            </a:extLst>
          </p:cNvPr>
          <p:cNvSpPr>
            <a:spLocks noChangeShapeType="1"/>
          </p:cNvSpPr>
          <p:nvPr/>
        </p:nvSpPr>
        <p:spPr bwMode="auto">
          <a:xfrm>
            <a:off x="4202113" y="2527300"/>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900" name="Freeform 45">
            <a:extLst>
              <a:ext uri="{FF2B5EF4-FFF2-40B4-BE49-F238E27FC236}">
                <a16:creationId xmlns:a16="http://schemas.microsoft.com/office/drawing/2014/main" id="{753F896C-E3A5-279A-B631-2880E26323F2}"/>
              </a:ext>
            </a:extLst>
          </p:cNvPr>
          <p:cNvSpPr>
            <a:spLocks noChangeArrowheads="1"/>
          </p:cNvSpPr>
          <p:nvPr/>
        </p:nvSpPr>
        <p:spPr bwMode="auto">
          <a:xfrm>
            <a:off x="4381500" y="2366963"/>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21901" name="Group 46">
            <a:extLst>
              <a:ext uri="{FF2B5EF4-FFF2-40B4-BE49-F238E27FC236}">
                <a16:creationId xmlns:a16="http://schemas.microsoft.com/office/drawing/2014/main" id="{55C08D23-9E46-09B9-A195-6E23BB099C8D}"/>
              </a:ext>
            </a:extLst>
          </p:cNvPr>
          <p:cNvGrpSpPr>
            <a:grpSpLocks/>
          </p:cNvGrpSpPr>
          <p:nvPr/>
        </p:nvGrpSpPr>
        <p:grpSpPr bwMode="auto">
          <a:xfrm>
            <a:off x="7167563" y="4838700"/>
            <a:ext cx="352425" cy="763588"/>
            <a:chOff x="4560" y="3045"/>
            <a:chExt cx="222" cy="481"/>
          </a:xfrm>
        </p:grpSpPr>
        <p:sp>
          <p:nvSpPr>
            <p:cNvPr id="121902" name="Freeform 47">
              <a:extLst>
                <a:ext uri="{FF2B5EF4-FFF2-40B4-BE49-F238E27FC236}">
                  <a16:creationId xmlns:a16="http://schemas.microsoft.com/office/drawing/2014/main" id="{73452EA6-B865-6DE3-4A52-F3C793728698}"/>
                </a:ext>
              </a:extLst>
            </p:cNvPr>
            <p:cNvSpPr>
              <a:spLocks noChangeArrowheads="1"/>
            </p:cNvSpPr>
            <p:nvPr/>
          </p:nvSpPr>
          <p:spPr bwMode="auto">
            <a:xfrm>
              <a:off x="4569" y="3045"/>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03" name="Rectangle 48">
              <a:extLst>
                <a:ext uri="{FF2B5EF4-FFF2-40B4-BE49-F238E27FC236}">
                  <a16:creationId xmlns:a16="http://schemas.microsoft.com/office/drawing/2014/main" id="{BC303AEE-8593-E725-EA4B-3F6F179DF392}"/>
                </a:ext>
              </a:extLst>
            </p:cNvPr>
            <p:cNvSpPr>
              <a:spLocks noChangeArrowheads="1"/>
            </p:cNvSpPr>
            <p:nvPr/>
          </p:nvSpPr>
          <p:spPr bwMode="auto">
            <a:xfrm rot="5400000">
              <a:off x="4467" y="3162"/>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1904" name="Group 49">
            <a:extLst>
              <a:ext uri="{FF2B5EF4-FFF2-40B4-BE49-F238E27FC236}">
                <a16:creationId xmlns:a16="http://schemas.microsoft.com/office/drawing/2014/main" id="{4BB624EF-AC7A-60E1-8DBD-F0ED30DB10A1}"/>
              </a:ext>
            </a:extLst>
          </p:cNvPr>
          <p:cNvGrpSpPr>
            <a:grpSpLocks/>
          </p:cNvGrpSpPr>
          <p:nvPr/>
        </p:nvGrpSpPr>
        <p:grpSpPr bwMode="auto">
          <a:xfrm>
            <a:off x="5688013" y="4991100"/>
            <a:ext cx="563562" cy="458788"/>
            <a:chOff x="3628" y="3141"/>
            <a:chExt cx="355" cy="289"/>
          </a:xfrm>
        </p:grpSpPr>
        <p:sp>
          <p:nvSpPr>
            <p:cNvPr id="121905" name="Rectangle 50">
              <a:extLst>
                <a:ext uri="{FF2B5EF4-FFF2-40B4-BE49-F238E27FC236}">
                  <a16:creationId xmlns:a16="http://schemas.microsoft.com/office/drawing/2014/main" id="{CE026A32-E9C5-33BE-83BC-7F196C11095C}"/>
                </a:ext>
              </a:extLst>
            </p:cNvPr>
            <p:cNvSpPr>
              <a:spLocks noChangeArrowheads="1"/>
            </p:cNvSpPr>
            <p:nvPr/>
          </p:nvSpPr>
          <p:spPr bwMode="auto">
            <a:xfrm>
              <a:off x="3628" y="3147"/>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1906" name="Group 51">
              <a:extLst>
                <a:ext uri="{FF2B5EF4-FFF2-40B4-BE49-F238E27FC236}">
                  <a16:creationId xmlns:a16="http://schemas.microsoft.com/office/drawing/2014/main" id="{833220D6-0AC5-9606-6CBA-D058E1C9173D}"/>
                </a:ext>
              </a:extLst>
            </p:cNvPr>
            <p:cNvGrpSpPr>
              <a:grpSpLocks/>
            </p:cNvGrpSpPr>
            <p:nvPr/>
          </p:nvGrpSpPr>
          <p:grpSpPr bwMode="auto">
            <a:xfrm>
              <a:off x="3643" y="3141"/>
              <a:ext cx="340" cy="289"/>
              <a:chOff x="3643" y="3141"/>
              <a:chExt cx="340" cy="289"/>
            </a:xfrm>
          </p:grpSpPr>
          <p:sp>
            <p:nvSpPr>
              <p:cNvPr id="121907" name="Freeform 52">
                <a:extLst>
                  <a:ext uri="{FF2B5EF4-FFF2-40B4-BE49-F238E27FC236}">
                    <a16:creationId xmlns:a16="http://schemas.microsoft.com/office/drawing/2014/main" id="{24DCC933-1A6E-2A8A-60D0-76319B34E576}"/>
                  </a:ext>
                </a:extLst>
              </p:cNvPr>
              <p:cNvSpPr>
                <a:spLocks noChangeArrowheads="1"/>
              </p:cNvSpPr>
              <p:nvPr/>
            </p:nvSpPr>
            <p:spPr bwMode="auto">
              <a:xfrm>
                <a:off x="3643" y="3141"/>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08" name="Freeform 53">
                <a:extLst>
                  <a:ext uri="{FF2B5EF4-FFF2-40B4-BE49-F238E27FC236}">
                    <a16:creationId xmlns:a16="http://schemas.microsoft.com/office/drawing/2014/main" id="{08C512C1-E18D-4FE6-514E-9B5B21C456D9}"/>
                  </a:ext>
                </a:extLst>
              </p:cNvPr>
              <p:cNvSpPr>
                <a:spLocks noChangeArrowheads="1"/>
              </p:cNvSpPr>
              <p:nvPr/>
            </p:nvSpPr>
            <p:spPr bwMode="auto">
              <a:xfrm>
                <a:off x="3812" y="3141"/>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1909" name="Rectangle 54">
            <a:extLst>
              <a:ext uri="{FF2B5EF4-FFF2-40B4-BE49-F238E27FC236}">
                <a16:creationId xmlns:a16="http://schemas.microsoft.com/office/drawing/2014/main" id="{2FB88B51-A022-0359-1E8C-11BACFADABA9}"/>
              </a:ext>
            </a:extLst>
          </p:cNvPr>
          <p:cNvSpPr>
            <a:spLocks noChangeArrowheads="1"/>
          </p:cNvSpPr>
          <p:nvPr/>
        </p:nvSpPr>
        <p:spPr bwMode="auto">
          <a:xfrm>
            <a:off x="6418263" y="50085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1910" name="Group 55">
            <a:extLst>
              <a:ext uri="{FF2B5EF4-FFF2-40B4-BE49-F238E27FC236}">
                <a16:creationId xmlns:a16="http://schemas.microsoft.com/office/drawing/2014/main" id="{8FA89F0A-7E50-785C-0F16-D47312E88CFC}"/>
              </a:ext>
            </a:extLst>
          </p:cNvPr>
          <p:cNvGrpSpPr>
            <a:grpSpLocks/>
          </p:cNvGrpSpPr>
          <p:nvPr/>
        </p:nvGrpSpPr>
        <p:grpSpPr bwMode="auto">
          <a:xfrm>
            <a:off x="6442075" y="4991100"/>
            <a:ext cx="469900" cy="458788"/>
            <a:chOff x="4103" y="3141"/>
            <a:chExt cx="296" cy="289"/>
          </a:xfrm>
        </p:grpSpPr>
        <p:sp>
          <p:nvSpPr>
            <p:cNvPr id="121911" name="Freeform 56">
              <a:extLst>
                <a:ext uri="{FF2B5EF4-FFF2-40B4-BE49-F238E27FC236}">
                  <a16:creationId xmlns:a16="http://schemas.microsoft.com/office/drawing/2014/main" id="{E34E51B6-0E0F-E57F-F585-821262A98305}"/>
                </a:ext>
              </a:extLst>
            </p:cNvPr>
            <p:cNvSpPr>
              <a:spLocks noChangeArrowheads="1"/>
            </p:cNvSpPr>
            <p:nvPr/>
          </p:nvSpPr>
          <p:spPr bwMode="auto">
            <a:xfrm>
              <a:off x="4103" y="3141"/>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12" name="Freeform 57">
              <a:extLst>
                <a:ext uri="{FF2B5EF4-FFF2-40B4-BE49-F238E27FC236}">
                  <a16:creationId xmlns:a16="http://schemas.microsoft.com/office/drawing/2014/main" id="{001ADF68-3785-A7D3-12BE-04C76D86FAC2}"/>
                </a:ext>
              </a:extLst>
            </p:cNvPr>
            <p:cNvSpPr>
              <a:spLocks noChangeArrowheads="1"/>
            </p:cNvSpPr>
            <p:nvPr/>
          </p:nvSpPr>
          <p:spPr bwMode="auto">
            <a:xfrm>
              <a:off x="4251" y="3141"/>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1913" name="Line 58">
            <a:extLst>
              <a:ext uri="{FF2B5EF4-FFF2-40B4-BE49-F238E27FC236}">
                <a16:creationId xmlns:a16="http://schemas.microsoft.com/office/drawing/2014/main" id="{4BB10E5D-6A68-AE69-DAC6-5935273E6861}"/>
              </a:ext>
            </a:extLst>
          </p:cNvPr>
          <p:cNvSpPr>
            <a:spLocks noChangeShapeType="1"/>
          </p:cNvSpPr>
          <p:nvPr/>
        </p:nvSpPr>
        <p:spPr bwMode="auto">
          <a:xfrm>
            <a:off x="6253163" y="5219700"/>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914" name="Freeform 59">
            <a:extLst>
              <a:ext uri="{FF2B5EF4-FFF2-40B4-BE49-F238E27FC236}">
                <a16:creationId xmlns:a16="http://schemas.microsoft.com/office/drawing/2014/main" id="{62D92F68-2024-58B1-61A1-60621030F83A}"/>
              </a:ext>
            </a:extLst>
          </p:cNvPr>
          <p:cNvSpPr>
            <a:spLocks noChangeArrowheads="1"/>
          </p:cNvSpPr>
          <p:nvPr/>
        </p:nvSpPr>
        <p:spPr bwMode="auto">
          <a:xfrm>
            <a:off x="6357938" y="5067300"/>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15" name="Line 60">
            <a:extLst>
              <a:ext uri="{FF2B5EF4-FFF2-40B4-BE49-F238E27FC236}">
                <a16:creationId xmlns:a16="http://schemas.microsoft.com/office/drawing/2014/main" id="{DE523270-1740-76C0-1659-DE7856662942}"/>
              </a:ext>
            </a:extLst>
          </p:cNvPr>
          <p:cNvSpPr>
            <a:spLocks noChangeShapeType="1"/>
          </p:cNvSpPr>
          <p:nvPr/>
        </p:nvSpPr>
        <p:spPr bwMode="auto">
          <a:xfrm>
            <a:off x="6913563" y="5067300"/>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916" name="Rectangle 61">
            <a:extLst>
              <a:ext uri="{FF2B5EF4-FFF2-40B4-BE49-F238E27FC236}">
                <a16:creationId xmlns:a16="http://schemas.microsoft.com/office/drawing/2014/main" id="{E05FBB66-109F-3C30-22DB-B774A76D45C1}"/>
              </a:ext>
            </a:extLst>
          </p:cNvPr>
          <p:cNvSpPr>
            <a:spLocks noChangeArrowheads="1"/>
          </p:cNvSpPr>
          <p:nvPr/>
        </p:nvSpPr>
        <p:spPr bwMode="auto">
          <a:xfrm>
            <a:off x="7715250" y="5000625"/>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1917" name="Group 62">
            <a:extLst>
              <a:ext uri="{FF2B5EF4-FFF2-40B4-BE49-F238E27FC236}">
                <a16:creationId xmlns:a16="http://schemas.microsoft.com/office/drawing/2014/main" id="{DFF5CE6A-B7E3-172C-8166-629A24E580FA}"/>
              </a:ext>
            </a:extLst>
          </p:cNvPr>
          <p:cNvGrpSpPr>
            <a:grpSpLocks/>
          </p:cNvGrpSpPr>
          <p:nvPr/>
        </p:nvGrpSpPr>
        <p:grpSpPr bwMode="auto">
          <a:xfrm>
            <a:off x="7789863" y="4991100"/>
            <a:ext cx="515937" cy="458788"/>
            <a:chOff x="4952" y="3141"/>
            <a:chExt cx="325" cy="289"/>
          </a:xfrm>
        </p:grpSpPr>
        <p:sp>
          <p:nvSpPr>
            <p:cNvPr id="121918" name="Freeform 63">
              <a:extLst>
                <a:ext uri="{FF2B5EF4-FFF2-40B4-BE49-F238E27FC236}">
                  <a16:creationId xmlns:a16="http://schemas.microsoft.com/office/drawing/2014/main" id="{F71CF088-2F59-2BED-75D9-3D3E92324514}"/>
                </a:ext>
              </a:extLst>
            </p:cNvPr>
            <p:cNvSpPr>
              <a:spLocks noChangeArrowheads="1"/>
            </p:cNvSpPr>
            <p:nvPr/>
          </p:nvSpPr>
          <p:spPr bwMode="auto">
            <a:xfrm>
              <a:off x="4952" y="3141"/>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19" name="Freeform 64">
              <a:extLst>
                <a:ext uri="{FF2B5EF4-FFF2-40B4-BE49-F238E27FC236}">
                  <a16:creationId xmlns:a16="http://schemas.microsoft.com/office/drawing/2014/main" id="{B3E80AA9-2905-40C9-33A8-031433AB28EE}"/>
                </a:ext>
              </a:extLst>
            </p:cNvPr>
            <p:cNvSpPr>
              <a:spLocks noChangeArrowheads="1"/>
            </p:cNvSpPr>
            <p:nvPr/>
          </p:nvSpPr>
          <p:spPr bwMode="auto">
            <a:xfrm>
              <a:off x="5113" y="3141"/>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1920" name="Rectangle 65">
            <a:extLst>
              <a:ext uri="{FF2B5EF4-FFF2-40B4-BE49-F238E27FC236}">
                <a16:creationId xmlns:a16="http://schemas.microsoft.com/office/drawing/2014/main" id="{E69883F8-F4FE-94FE-2C4F-A126F74EDC70}"/>
              </a:ext>
            </a:extLst>
          </p:cNvPr>
          <p:cNvSpPr>
            <a:spLocks noChangeArrowheads="1"/>
          </p:cNvSpPr>
          <p:nvPr/>
        </p:nvSpPr>
        <p:spPr bwMode="auto">
          <a:xfrm>
            <a:off x="8496300" y="5000625"/>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1921" name="Group 66">
            <a:extLst>
              <a:ext uri="{FF2B5EF4-FFF2-40B4-BE49-F238E27FC236}">
                <a16:creationId xmlns:a16="http://schemas.microsoft.com/office/drawing/2014/main" id="{93EF230D-7CE5-10CA-0205-044A257A84A4}"/>
              </a:ext>
            </a:extLst>
          </p:cNvPr>
          <p:cNvGrpSpPr>
            <a:grpSpLocks/>
          </p:cNvGrpSpPr>
          <p:nvPr/>
        </p:nvGrpSpPr>
        <p:grpSpPr bwMode="auto">
          <a:xfrm>
            <a:off x="8532813" y="4991100"/>
            <a:ext cx="450850" cy="458788"/>
            <a:chOff x="5420" y="3141"/>
            <a:chExt cx="284" cy="289"/>
          </a:xfrm>
        </p:grpSpPr>
        <p:sp>
          <p:nvSpPr>
            <p:cNvPr id="121922" name="Freeform 67">
              <a:extLst>
                <a:ext uri="{FF2B5EF4-FFF2-40B4-BE49-F238E27FC236}">
                  <a16:creationId xmlns:a16="http://schemas.microsoft.com/office/drawing/2014/main" id="{6079EA17-9C60-7250-1DCC-C7571ED5AF4E}"/>
                </a:ext>
              </a:extLst>
            </p:cNvPr>
            <p:cNvSpPr>
              <a:spLocks noChangeArrowheads="1"/>
            </p:cNvSpPr>
            <p:nvPr/>
          </p:nvSpPr>
          <p:spPr bwMode="auto">
            <a:xfrm>
              <a:off x="5420" y="3141"/>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23" name="Freeform 68">
              <a:extLst>
                <a:ext uri="{FF2B5EF4-FFF2-40B4-BE49-F238E27FC236}">
                  <a16:creationId xmlns:a16="http://schemas.microsoft.com/office/drawing/2014/main" id="{47F97DD6-ADDF-F03D-E4AE-12ABBF71B9F3}"/>
                </a:ext>
              </a:extLst>
            </p:cNvPr>
            <p:cNvSpPr>
              <a:spLocks noChangeArrowheads="1"/>
            </p:cNvSpPr>
            <p:nvPr/>
          </p:nvSpPr>
          <p:spPr bwMode="auto">
            <a:xfrm>
              <a:off x="5561" y="3141"/>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1924" name="Line 69">
            <a:extLst>
              <a:ext uri="{FF2B5EF4-FFF2-40B4-BE49-F238E27FC236}">
                <a16:creationId xmlns:a16="http://schemas.microsoft.com/office/drawing/2014/main" id="{AE3A28B5-04AD-FC0D-1B0E-FB1019FB48E6}"/>
              </a:ext>
            </a:extLst>
          </p:cNvPr>
          <p:cNvSpPr>
            <a:spLocks noChangeShapeType="1"/>
          </p:cNvSpPr>
          <p:nvPr/>
        </p:nvSpPr>
        <p:spPr bwMode="auto">
          <a:xfrm>
            <a:off x="8293100" y="5219700"/>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925" name="Line 70">
            <a:extLst>
              <a:ext uri="{FF2B5EF4-FFF2-40B4-BE49-F238E27FC236}">
                <a16:creationId xmlns:a16="http://schemas.microsoft.com/office/drawing/2014/main" id="{038131D5-A88E-E76D-0592-A9CE20DB9C49}"/>
              </a:ext>
            </a:extLst>
          </p:cNvPr>
          <p:cNvSpPr>
            <a:spLocks noChangeShapeType="1"/>
          </p:cNvSpPr>
          <p:nvPr/>
        </p:nvSpPr>
        <p:spPr bwMode="auto">
          <a:xfrm>
            <a:off x="7524750" y="5219700"/>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926" name="Freeform 71">
            <a:extLst>
              <a:ext uri="{FF2B5EF4-FFF2-40B4-BE49-F238E27FC236}">
                <a16:creationId xmlns:a16="http://schemas.microsoft.com/office/drawing/2014/main" id="{6571D675-E301-1B87-7853-2778DB23B678}"/>
              </a:ext>
            </a:extLst>
          </p:cNvPr>
          <p:cNvSpPr>
            <a:spLocks noChangeArrowheads="1"/>
          </p:cNvSpPr>
          <p:nvPr/>
        </p:nvSpPr>
        <p:spPr bwMode="auto">
          <a:xfrm>
            <a:off x="7723188" y="5219700"/>
            <a:ext cx="684212"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27" name="Line 72">
            <a:extLst>
              <a:ext uri="{FF2B5EF4-FFF2-40B4-BE49-F238E27FC236}">
                <a16:creationId xmlns:a16="http://schemas.microsoft.com/office/drawing/2014/main" id="{86D26902-CC33-FAFB-703A-769196C89AE2}"/>
              </a:ext>
            </a:extLst>
          </p:cNvPr>
          <p:cNvSpPr>
            <a:spLocks noChangeShapeType="1"/>
          </p:cNvSpPr>
          <p:nvPr/>
        </p:nvSpPr>
        <p:spPr bwMode="auto">
          <a:xfrm>
            <a:off x="6913563" y="5372100"/>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928" name="Freeform 73">
            <a:extLst>
              <a:ext uri="{FF2B5EF4-FFF2-40B4-BE49-F238E27FC236}">
                <a16:creationId xmlns:a16="http://schemas.microsoft.com/office/drawing/2014/main" id="{0A7B68F2-1F98-3015-BC6F-17D0BA9B8E16}"/>
              </a:ext>
            </a:extLst>
          </p:cNvPr>
          <p:cNvSpPr>
            <a:spLocks noChangeArrowheads="1"/>
          </p:cNvSpPr>
          <p:nvPr/>
        </p:nvSpPr>
        <p:spPr bwMode="auto">
          <a:xfrm>
            <a:off x="7092950" y="5211763"/>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29" name="Line 74">
            <a:extLst>
              <a:ext uri="{FF2B5EF4-FFF2-40B4-BE49-F238E27FC236}">
                <a16:creationId xmlns:a16="http://schemas.microsoft.com/office/drawing/2014/main" id="{D7F22FBF-8403-43D6-F803-717CCC619717}"/>
              </a:ext>
            </a:extLst>
          </p:cNvPr>
          <p:cNvSpPr>
            <a:spLocks noChangeShapeType="1"/>
          </p:cNvSpPr>
          <p:nvPr/>
        </p:nvSpPr>
        <p:spPr bwMode="auto">
          <a:xfrm>
            <a:off x="6434138" y="2438400"/>
            <a:ext cx="204787" cy="2536825"/>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930" name="Oval 75">
            <a:extLst>
              <a:ext uri="{FF2B5EF4-FFF2-40B4-BE49-F238E27FC236}">
                <a16:creationId xmlns:a16="http://schemas.microsoft.com/office/drawing/2014/main" id="{1EA0CCE8-FC07-A1F8-9ABD-5FC9286F69BE}"/>
              </a:ext>
            </a:extLst>
          </p:cNvPr>
          <p:cNvSpPr>
            <a:spLocks noChangeArrowheads="1"/>
          </p:cNvSpPr>
          <p:nvPr/>
        </p:nvSpPr>
        <p:spPr bwMode="auto">
          <a:xfrm>
            <a:off x="6369050" y="2339975"/>
            <a:ext cx="106363" cy="106363"/>
          </a:xfrm>
          <a:prstGeom prst="ellipse">
            <a:avLst/>
          </a:prstGeom>
          <a:solidFill>
            <a:schemeClr val="accent1"/>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21931" name="Rectangle 76">
            <a:extLst>
              <a:ext uri="{FF2B5EF4-FFF2-40B4-BE49-F238E27FC236}">
                <a16:creationId xmlns:a16="http://schemas.microsoft.com/office/drawing/2014/main" id="{098C3E76-23FC-5128-FE68-1730915F3171}"/>
              </a:ext>
            </a:extLst>
          </p:cNvPr>
          <p:cNvSpPr>
            <a:spLocks noChangeArrowheads="1"/>
          </p:cNvSpPr>
          <p:nvPr/>
        </p:nvSpPr>
        <p:spPr bwMode="auto">
          <a:xfrm>
            <a:off x="876300" y="2897188"/>
            <a:ext cx="893763"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solidFill>
                  <a:schemeClr val="accent1"/>
                </a:solidFill>
                <a:latin typeface="Arial" panose="020B0604020202020204" pitchFamily="34" charset="0"/>
                <a:ea typeface="宋体" panose="02010600030101010101" pitchFamily="2" charset="-122"/>
              </a:rPr>
              <a:t>stall</a:t>
            </a:r>
          </a:p>
        </p:txBody>
      </p:sp>
      <p:sp>
        <p:nvSpPr>
          <p:cNvPr id="121932" name="Rectangle 77">
            <a:extLst>
              <a:ext uri="{FF2B5EF4-FFF2-40B4-BE49-F238E27FC236}">
                <a16:creationId xmlns:a16="http://schemas.microsoft.com/office/drawing/2014/main" id="{0E6A4A0F-3D94-114E-FC7D-242BFCD2D0C8}"/>
              </a:ext>
            </a:extLst>
          </p:cNvPr>
          <p:cNvSpPr>
            <a:spLocks noChangeArrowheads="1"/>
          </p:cNvSpPr>
          <p:nvPr/>
        </p:nvSpPr>
        <p:spPr bwMode="auto">
          <a:xfrm>
            <a:off x="876300" y="3570288"/>
            <a:ext cx="893763"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solidFill>
                  <a:schemeClr val="accent1"/>
                </a:solidFill>
                <a:latin typeface="Arial" panose="020B0604020202020204" pitchFamily="34" charset="0"/>
                <a:ea typeface="宋体" panose="02010600030101010101" pitchFamily="2" charset="-122"/>
              </a:rPr>
              <a:t>stall</a:t>
            </a:r>
          </a:p>
        </p:txBody>
      </p:sp>
      <p:sp>
        <p:nvSpPr>
          <p:cNvPr id="121933" name="Rectangle 78">
            <a:extLst>
              <a:ext uri="{FF2B5EF4-FFF2-40B4-BE49-F238E27FC236}">
                <a16:creationId xmlns:a16="http://schemas.microsoft.com/office/drawing/2014/main" id="{F065F1C4-4F7C-01AC-696B-C817D624789D}"/>
              </a:ext>
            </a:extLst>
          </p:cNvPr>
          <p:cNvSpPr>
            <a:spLocks noChangeArrowheads="1"/>
          </p:cNvSpPr>
          <p:nvPr/>
        </p:nvSpPr>
        <p:spPr bwMode="auto">
          <a:xfrm>
            <a:off x="876300" y="4217988"/>
            <a:ext cx="893763"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solidFill>
                  <a:schemeClr val="accent1"/>
                </a:solidFill>
                <a:latin typeface="Arial" panose="020B0604020202020204" pitchFamily="34" charset="0"/>
                <a:ea typeface="宋体" panose="02010600030101010101" pitchFamily="2" charset="-122"/>
              </a:rPr>
              <a:t>stall</a:t>
            </a:r>
          </a:p>
        </p:txBody>
      </p:sp>
      <p:grpSp>
        <p:nvGrpSpPr>
          <p:cNvPr id="121934" name="Group 79">
            <a:extLst>
              <a:ext uri="{FF2B5EF4-FFF2-40B4-BE49-F238E27FC236}">
                <a16:creationId xmlns:a16="http://schemas.microsoft.com/office/drawing/2014/main" id="{FA4FAD8B-BF7B-38ED-373F-F785C90A4734}"/>
              </a:ext>
            </a:extLst>
          </p:cNvPr>
          <p:cNvGrpSpPr>
            <a:grpSpLocks/>
          </p:cNvGrpSpPr>
          <p:nvPr/>
        </p:nvGrpSpPr>
        <p:grpSpPr bwMode="auto">
          <a:xfrm>
            <a:off x="7821613" y="5567363"/>
            <a:ext cx="352425" cy="763587"/>
            <a:chOff x="4972" y="3504"/>
            <a:chExt cx="222" cy="481"/>
          </a:xfrm>
        </p:grpSpPr>
        <p:sp>
          <p:nvSpPr>
            <p:cNvPr id="121935" name="Freeform 80">
              <a:extLst>
                <a:ext uri="{FF2B5EF4-FFF2-40B4-BE49-F238E27FC236}">
                  <a16:creationId xmlns:a16="http://schemas.microsoft.com/office/drawing/2014/main" id="{88E85A9F-C94A-7D00-8A4A-C8E291FB6B14}"/>
                </a:ext>
              </a:extLst>
            </p:cNvPr>
            <p:cNvSpPr>
              <a:spLocks noChangeArrowheads="1"/>
            </p:cNvSpPr>
            <p:nvPr/>
          </p:nvSpPr>
          <p:spPr bwMode="auto">
            <a:xfrm>
              <a:off x="4981" y="3504"/>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36" name="Rectangle 81">
              <a:extLst>
                <a:ext uri="{FF2B5EF4-FFF2-40B4-BE49-F238E27FC236}">
                  <a16:creationId xmlns:a16="http://schemas.microsoft.com/office/drawing/2014/main" id="{C64F8CFB-DD12-956D-CBA5-80EE6B6C008C}"/>
                </a:ext>
              </a:extLst>
            </p:cNvPr>
            <p:cNvSpPr>
              <a:spLocks noChangeArrowheads="1"/>
            </p:cNvSpPr>
            <p:nvPr/>
          </p:nvSpPr>
          <p:spPr bwMode="auto">
            <a:xfrm rot="5400000">
              <a:off x="4879" y="3621"/>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1937" name="Group 82">
            <a:extLst>
              <a:ext uri="{FF2B5EF4-FFF2-40B4-BE49-F238E27FC236}">
                <a16:creationId xmlns:a16="http://schemas.microsoft.com/office/drawing/2014/main" id="{F6A7E522-CC84-DA5B-B0A3-E6A78FCB8200}"/>
              </a:ext>
            </a:extLst>
          </p:cNvPr>
          <p:cNvGrpSpPr>
            <a:grpSpLocks/>
          </p:cNvGrpSpPr>
          <p:nvPr/>
        </p:nvGrpSpPr>
        <p:grpSpPr bwMode="auto">
          <a:xfrm>
            <a:off x="6367463" y="5719763"/>
            <a:ext cx="563562" cy="458787"/>
            <a:chOff x="4040" y="3600"/>
            <a:chExt cx="355" cy="289"/>
          </a:xfrm>
        </p:grpSpPr>
        <p:sp>
          <p:nvSpPr>
            <p:cNvPr id="121938" name="Rectangle 83">
              <a:extLst>
                <a:ext uri="{FF2B5EF4-FFF2-40B4-BE49-F238E27FC236}">
                  <a16:creationId xmlns:a16="http://schemas.microsoft.com/office/drawing/2014/main" id="{44638712-2D88-998D-9B8B-F0F472CF1577}"/>
                </a:ext>
              </a:extLst>
            </p:cNvPr>
            <p:cNvSpPr>
              <a:spLocks noChangeArrowheads="1"/>
            </p:cNvSpPr>
            <p:nvPr/>
          </p:nvSpPr>
          <p:spPr bwMode="auto">
            <a:xfrm>
              <a:off x="4040" y="3606"/>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1939" name="Group 84">
              <a:extLst>
                <a:ext uri="{FF2B5EF4-FFF2-40B4-BE49-F238E27FC236}">
                  <a16:creationId xmlns:a16="http://schemas.microsoft.com/office/drawing/2014/main" id="{4C66C0F2-1D53-8C95-5047-704D1474D908}"/>
                </a:ext>
              </a:extLst>
            </p:cNvPr>
            <p:cNvGrpSpPr>
              <a:grpSpLocks/>
            </p:cNvGrpSpPr>
            <p:nvPr/>
          </p:nvGrpSpPr>
          <p:grpSpPr bwMode="auto">
            <a:xfrm>
              <a:off x="4055" y="3600"/>
              <a:ext cx="340" cy="289"/>
              <a:chOff x="4055" y="3600"/>
              <a:chExt cx="340" cy="289"/>
            </a:xfrm>
          </p:grpSpPr>
          <p:sp>
            <p:nvSpPr>
              <p:cNvPr id="121940" name="Freeform 85">
                <a:extLst>
                  <a:ext uri="{FF2B5EF4-FFF2-40B4-BE49-F238E27FC236}">
                    <a16:creationId xmlns:a16="http://schemas.microsoft.com/office/drawing/2014/main" id="{999573BD-C6CC-F893-A3A4-A1498AFBCB4F}"/>
                  </a:ext>
                </a:extLst>
              </p:cNvPr>
              <p:cNvSpPr>
                <a:spLocks noChangeArrowheads="1"/>
              </p:cNvSpPr>
              <p:nvPr/>
            </p:nvSpPr>
            <p:spPr bwMode="auto">
              <a:xfrm>
                <a:off x="4055" y="3600"/>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41" name="Freeform 86">
                <a:extLst>
                  <a:ext uri="{FF2B5EF4-FFF2-40B4-BE49-F238E27FC236}">
                    <a16:creationId xmlns:a16="http://schemas.microsoft.com/office/drawing/2014/main" id="{990FC0C2-4582-EB1E-4E73-BC37ECF4DFE9}"/>
                  </a:ext>
                </a:extLst>
              </p:cNvPr>
              <p:cNvSpPr>
                <a:spLocks noChangeArrowheads="1"/>
              </p:cNvSpPr>
              <p:nvPr/>
            </p:nvSpPr>
            <p:spPr bwMode="auto">
              <a:xfrm>
                <a:off x="4224" y="3600"/>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1942" name="Rectangle 87">
            <a:extLst>
              <a:ext uri="{FF2B5EF4-FFF2-40B4-BE49-F238E27FC236}">
                <a16:creationId xmlns:a16="http://schemas.microsoft.com/office/drawing/2014/main" id="{8626EBB7-ED83-076C-CCFD-F6B433FB449F}"/>
              </a:ext>
            </a:extLst>
          </p:cNvPr>
          <p:cNvSpPr>
            <a:spLocks noChangeArrowheads="1"/>
          </p:cNvSpPr>
          <p:nvPr/>
        </p:nvSpPr>
        <p:spPr bwMode="auto">
          <a:xfrm>
            <a:off x="7097713" y="5737225"/>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1943" name="Group 88">
            <a:extLst>
              <a:ext uri="{FF2B5EF4-FFF2-40B4-BE49-F238E27FC236}">
                <a16:creationId xmlns:a16="http://schemas.microsoft.com/office/drawing/2014/main" id="{9C6B8E67-2433-1933-7A88-A9A2BD65A8ED}"/>
              </a:ext>
            </a:extLst>
          </p:cNvPr>
          <p:cNvGrpSpPr>
            <a:grpSpLocks/>
          </p:cNvGrpSpPr>
          <p:nvPr/>
        </p:nvGrpSpPr>
        <p:grpSpPr bwMode="auto">
          <a:xfrm>
            <a:off x="7121525" y="5719763"/>
            <a:ext cx="469900" cy="458787"/>
            <a:chOff x="4515" y="3600"/>
            <a:chExt cx="296" cy="289"/>
          </a:xfrm>
        </p:grpSpPr>
        <p:sp>
          <p:nvSpPr>
            <p:cNvPr id="121944" name="Freeform 89">
              <a:extLst>
                <a:ext uri="{FF2B5EF4-FFF2-40B4-BE49-F238E27FC236}">
                  <a16:creationId xmlns:a16="http://schemas.microsoft.com/office/drawing/2014/main" id="{56A3EE9D-1026-39F9-CC56-C9CFE05A9960}"/>
                </a:ext>
              </a:extLst>
            </p:cNvPr>
            <p:cNvSpPr>
              <a:spLocks noChangeArrowheads="1"/>
            </p:cNvSpPr>
            <p:nvPr/>
          </p:nvSpPr>
          <p:spPr bwMode="auto">
            <a:xfrm>
              <a:off x="4515" y="3600"/>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45" name="Freeform 90">
              <a:extLst>
                <a:ext uri="{FF2B5EF4-FFF2-40B4-BE49-F238E27FC236}">
                  <a16:creationId xmlns:a16="http://schemas.microsoft.com/office/drawing/2014/main" id="{15479829-8AF2-7C3C-AE81-87A11A32FE31}"/>
                </a:ext>
              </a:extLst>
            </p:cNvPr>
            <p:cNvSpPr>
              <a:spLocks noChangeArrowheads="1"/>
            </p:cNvSpPr>
            <p:nvPr/>
          </p:nvSpPr>
          <p:spPr bwMode="auto">
            <a:xfrm>
              <a:off x="4663" y="3600"/>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1946" name="Line 91">
            <a:extLst>
              <a:ext uri="{FF2B5EF4-FFF2-40B4-BE49-F238E27FC236}">
                <a16:creationId xmlns:a16="http://schemas.microsoft.com/office/drawing/2014/main" id="{27C86712-E015-67C8-BDBA-117A324768C8}"/>
              </a:ext>
            </a:extLst>
          </p:cNvPr>
          <p:cNvSpPr>
            <a:spLocks noChangeShapeType="1"/>
          </p:cNvSpPr>
          <p:nvPr/>
        </p:nvSpPr>
        <p:spPr bwMode="auto">
          <a:xfrm>
            <a:off x="6932613" y="5948363"/>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947" name="Freeform 92">
            <a:extLst>
              <a:ext uri="{FF2B5EF4-FFF2-40B4-BE49-F238E27FC236}">
                <a16:creationId xmlns:a16="http://schemas.microsoft.com/office/drawing/2014/main" id="{875C95BE-491E-3579-9CFA-4C6A5EA12C90}"/>
              </a:ext>
            </a:extLst>
          </p:cNvPr>
          <p:cNvSpPr>
            <a:spLocks noChangeArrowheads="1"/>
          </p:cNvSpPr>
          <p:nvPr/>
        </p:nvSpPr>
        <p:spPr bwMode="auto">
          <a:xfrm>
            <a:off x="7037388" y="5795963"/>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48" name="Line 93">
            <a:extLst>
              <a:ext uri="{FF2B5EF4-FFF2-40B4-BE49-F238E27FC236}">
                <a16:creationId xmlns:a16="http://schemas.microsoft.com/office/drawing/2014/main" id="{4751D387-05A8-6418-36CF-B871010CD391}"/>
              </a:ext>
            </a:extLst>
          </p:cNvPr>
          <p:cNvSpPr>
            <a:spLocks noChangeShapeType="1"/>
          </p:cNvSpPr>
          <p:nvPr/>
        </p:nvSpPr>
        <p:spPr bwMode="auto">
          <a:xfrm>
            <a:off x="7593013" y="5795963"/>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949" name="Rectangle 94">
            <a:extLst>
              <a:ext uri="{FF2B5EF4-FFF2-40B4-BE49-F238E27FC236}">
                <a16:creationId xmlns:a16="http://schemas.microsoft.com/office/drawing/2014/main" id="{C0304004-9F21-4CEB-D5E2-88717A6156D7}"/>
              </a:ext>
            </a:extLst>
          </p:cNvPr>
          <p:cNvSpPr>
            <a:spLocks noChangeArrowheads="1"/>
          </p:cNvSpPr>
          <p:nvPr/>
        </p:nvSpPr>
        <p:spPr bwMode="auto">
          <a:xfrm>
            <a:off x="8394700" y="5729288"/>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1950" name="Group 95">
            <a:extLst>
              <a:ext uri="{FF2B5EF4-FFF2-40B4-BE49-F238E27FC236}">
                <a16:creationId xmlns:a16="http://schemas.microsoft.com/office/drawing/2014/main" id="{6BBCC2F6-76BF-55DB-6437-B82385226774}"/>
              </a:ext>
            </a:extLst>
          </p:cNvPr>
          <p:cNvGrpSpPr>
            <a:grpSpLocks/>
          </p:cNvGrpSpPr>
          <p:nvPr/>
        </p:nvGrpSpPr>
        <p:grpSpPr bwMode="auto">
          <a:xfrm>
            <a:off x="8469313" y="5719763"/>
            <a:ext cx="515937" cy="458787"/>
            <a:chOff x="5364" y="3600"/>
            <a:chExt cx="325" cy="289"/>
          </a:xfrm>
        </p:grpSpPr>
        <p:sp>
          <p:nvSpPr>
            <p:cNvPr id="121951" name="Freeform 96">
              <a:extLst>
                <a:ext uri="{FF2B5EF4-FFF2-40B4-BE49-F238E27FC236}">
                  <a16:creationId xmlns:a16="http://schemas.microsoft.com/office/drawing/2014/main" id="{FB67B20F-065B-CC91-65C9-E5F7F09F106D}"/>
                </a:ext>
              </a:extLst>
            </p:cNvPr>
            <p:cNvSpPr>
              <a:spLocks noChangeArrowheads="1"/>
            </p:cNvSpPr>
            <p:nvPr/>
          </p:nvSpPr>
          <p:spPr bwMode="auto">
            <a:xfrm>
              <a:off x="5364" y="3600"/>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52" name="Freeform 97">
              <a:extLst>
                <a:ext uri="{FF2B5EF4-FFF2-40B4-BE49-F238E27FC236}">
                  <a16:creationId xmlns:a16="http://schemas.microsoft.com/office/drawing/2014/main" id="{9A259B4D-B486-451D-E072-50D66262261B}"/>
                </a:ext>
              </a:extLst>
            </p:cNvPr>
            <p:cNvSpPr>
              <a:spLocks noChangeArrowheads="1"/>
            </p:cNvSpPr>
            <p:nvPr/>
          </p:nvSpPr>
          <p:spPr bwMode="auto">
            <a:xfrm>
              <a:off x="5525" y="3600"/>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1953" name="Line 98">
            <a:extLst>
              <a:ext uri="{FF2B5EF4-FFF2-40B4-BE49-F238E27FC236}">
                <a16:creationId xmlns:a16="http://schemas.microsoft.com/office/drawing/2014/main" id="{5589C506-E3D2-1887-1393-3F721E1BB28E}"/>
              </a:ext>
            </a:extLst>
          </p:cNvPr>
          <p:cNvSpPr>
            <a:spLocks noChangeShapeType="1"/>
          </p:cNvSpPr>
          <p:nvPr/>
        </p:nvSpPr>
        <p:spPr bwMode="auto">
          <a:xfrm>
            <a:off x="8204200" y="5948363"/>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954" name="Freeform 99">
            <a:extLst>
              <a:ext uri="{FF2B5EF4-FFF2-40B4-BE49-F238E27FC236}">
                <a16:creationId xmlns:a16="http://schemas.microsoft.com/office/drawing/2014/main" id="{5F33FA8E-C43B-F660-9EB6-C1BDAB7E80EC}"/>
              </a:ext>
            </a:extLst>
          </p:cNvPr>
          <p:cNvSpPr>
            <a:spLocks noChangeArrowheads="1"/>
          </p:cNvSpPr>
          <p:nvPr/>
        </p:nvSpPr>
        <p:spPr bwMode="auto">
          <a:xfrm>
            <a:off x="8428038" y="5948363"/>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55" name="Line 100">
            <a:extLst>
              <a:ext uri="{FF2B5EF4-FFF2-40B4-BE49-F238E27FC236}">
                <a16:creationId xmlns:a16="http://schemas.microsoft.com/office/drawing/2014/main" id="{D2747222-6822-4DC4-AD59-82F3B2E6DAF9}"/>
              </a:ext>
            </a:extLst>
          </p:cNvPr>
          <p:cNvSpPr>
            <a:spLocks noChangeShapeType="1"/>
          </p:cNvSpPr>
          <p:nvPr/>
        </p:nvSpPr>
        <p:spPr bwMode="auto">
          <a:xfrm>
            <a:off x="7593013" y="6100763"/>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956" name="Freeform 101">
            <a:extLst>
              <a:ext uri="{FF2B5EF4-FFF2-40B4-BE49-F238E27FC236}">
                <a16:creationId xmlns:a16="http://schemas.microsoft.com/office/drawing/2014/main" id="{F02F4F46-266F-6BAC-E81A-2DC367A2C641}"/>
              </a:ext>
            </a:extLst>
          </p:cNvPr>
          <p:cNvSpPr>
            <a:spLocks noChangeArrowheads="1"/>
          </p:cNvSpPr>
          <p:nvPr/>
        </p:nvSpPr>
        <p:spPr bwMode="auto">
          <a:xfrm>
            <a:off x="7772400" y="5940425"/>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21957" name="Group 102">
            <a:extLst>
              <a:ext uri="{FF2B5EF4-FFF2-40B4-BE49-F238E27FC236}">
                <a16:creationId xmlns:a16="http://schemas.microsoft.com/office/drawing/2014/main" id="{7551E40E-1B22-B5DD-30F0-C6B1A133BF53}"/>
              </a:ext>
            </a:extLst>
          </p:cNvPr>
          <p:cNvGrpSpPr>
            <a:grpSpLocks/>
          </p:cNvGrpSpPr>
          <p:nvPr/>
        </p:nvGrpSpPr>
        <p:grpSpPr bwMode="auto">
          <a:xfrm>
            <a:off x="3627438" y="2841625"/>
            <a:ext cx="3462337" cy="542925"/>
            <a:chOff x="2330" y="1787"/>
            <a:chExt cx="2181" cy="342"/>
          </a:xfrm>
        </p:grpSpPr>
        <p:grpSp>
          <p:nvGrpSpPr>
            <p:cNvPr id="121958" name="Group 103">
              <a:extLst>
                <a:ext uri="{FF2B5EF4-FFF2-40B4-BE49-F238E27FC236}">
                  <a16:creationId xmlns:a16="http://schemas.microsoft.com/office/drawing/2014/main" id="{5180537E-0A95-3F38-7F91-A9964DA726DF}"/>
                </a:ext>
              </a:extLst>
            </p:cNvPr>
            <p:cNvGrpSpPr>
              <a:grpSpLocks/>
            </p:cNvGrpSpPr>
            <p:nvPr/>
          </p:nvGrpSpPr>
          <p:grpSpPr bwMode="auto">
            <a:xfrm>
              <a:off x="2736" y="1787"/>
              <a:ext cx="485" cy="342"/>
              <a:chOff x="2736" y="1787"/>
              <a:chExt cx="485" cy="342"/>
            </a:xfrm>
          </p:grpSpPr>
          <p:sp>
            <p:nvSpPr>
              <p:cNvPr id="121959" name="Freeform 104">
                <a:extLst>
                  <a:ext uri="{FF2B5EF4-FFF2-40B4-BE49-F238E27FC236}">
                    <a16:creationId xmlns:a16="http://schemas.microsoft.com/office/drawing/2014/main" id="{12A031D0-CFC5-1448-1527-25851F179E31}"/>
                  </a:ext>
                </a:extLst>
              </p:cNvPr>
              <p:cNvSpPr>
                <a:spLocks noChangeArrowheads="1"/>
              </p:cNvSpPr>
              <p:nvPr/>
            </p:nvSpPr>
            <p:spPr bwMode="auto">
              <a:xfrm>
                <a:off x="2762"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1960" name="Rectangle 105">
                <a:extLst>
                  <a:ext uri="{FF2B5EF4-FFF2-40B4-BE49-F238E27FC236}">
                    <a16:creationId xmlns:a16="http://schemas.microsoft.com/office/drawing/2014/main" id="{A13E3E88-8FAA-03FE-2732-813D1D8FF676}"/>
                  </a:ext>
                </a:extLst>
              </p:cNvPr>
              <p:cNvSpPr>
                <a:spLocks noChangeArrowheads="1"/>
              </p:cNvSpPr>
              <p:nvPr/>
            </p:nvSpPr>
            <p:spPr bwMode="auto">
              <a:xfrm>
                <a:off x="2736" y="1857"/>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grpSp>
          <p:nvGrpSpPr>
            <p:cNvPr id="121961" name="Group 106">
              <a:extLst>
                <a:ext uri="{FF2B5EF4-FFF2-40B4-BE49-F238E27FC236}">
                  <a16:creationId xmlns:a16="http://schemas.microsoft.com/office/drawing/2014/main" id="{BA339ED4-603A-CC41-1490-7BFB1416B7AD}"/>
                </a:ext>
              </a:extLst>
            </p:cNvPr>
            <p:cNvGrpSpPr>
              <a:grpSpLocks/>
            </p:cNvGrpSpPr>
            <p:nvPr/>
          </p:nvGrpSpPr>
          <p:grpSpPr bwMode="auto">
            <a:xfrm>
              <a:off x="3173" y="1787"/>
              <a:ext cx="485" cy="342"/>
              <a:chOff x="3173" y="1787"/>
              <a:chExt cx="485" cy="342"/>
            </a:xfrm>
          </p:grpSpPr>
          <p:sp>
            <p:nvSpPr>
              <p:cNvPr id="121962" name="Freeform 107">
                <a:extLst>
                  <a:ext uri="{FF2B5EF4-FFF2-40B4-BE49-F238E27FC236}">
                    <a16:creationId xmlns:a16="http://schemas.microsoft.com/office/drawing/2014/main" id="{99F5B58B-3046-406B-6957-EE0FD3ACB00F}"/>
                  </a:ext>
                </a:extLst>
              </p:cNvPr>
              <p:cNvSpPr>
                <a:spLocks noChangeArrowheads="1"/>
              </p:cNvSpPr>
              <p:nvPr/>
            </p:nvSpPr>
            <p:spPr bwMode="auto">
              <a:xfrm>
                <a:off x="3199"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1963" name="Rectangle 108">
                <a:extLst>
                  <a:ext uri="{FF2B5EF4-FFF2-40B4-BE49-F238E27FC236}">
                    <a16:creationId xmlns:a16="http://schemas.microsoft.com/office/drawing/2014/main" id="{B4FE4A82-47AA-410F-CC14-B40258BA4325}"/>
                  </a:ext>
                </a:extLst>
              </p:cNvPr>
              <p:cNvSpPr>
                <a:spLocks noChangeArrowheads="1"/>
              </p:cNvSpPr>
              <p:nvPr/>
            </p:nvSpPr>
            <p:spPr bwMode="auto">
              <a:xfrm>
                <a:off x="3173" y="1857"/>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grpSp>
          <p:nvGrpSpPr>
            <p:cNvPr id="121964" name="Group 109">
              <a:extLst>
                <a:ext uri="{FF2B5EF4-FFF2-40B4-BE49-F238E27FC236}">
                  <a16:creationId xmlns:a16="http://schemas.microsoft.com/office/drawing/2014/main" id="{E8558A63-D5A8-60D0-D7F1-166D71339A3A}"/>
                </a:ext>
              </a:extLst>
            </p:cNvPr>
            <p:cNvGrpSpPr>
              <a:grpSpLocks/>
            </p:cNvGrpSpPr>
            <p:nvPr/>
          </p:nvGrpSpPr>
          <p:grpSpPr bwMode="auto">
            <a:xfrm>
              <a:off x="3610" y="1787"/>
              <a:ext cx="485" cy="342"/>
              <a:chOff x="3610" y="1787"/>
              <a:chExt cx="485" cy="342"/>
            </a:xfrm>
          </p:grpSpPr>
          <p:sp>
            <p:nvSpPr>
              <p:cNvPr id="121965" name="Freeform 110">
                <a:extLst>
                  <a:ext uri="{FF2B5EF4-FFF2-40B4-BE49-F238E27FC236}">
                    <a16:creationId xmlns:a16="http://schemas.microsoft.com/office/drawing/2014/main" id="{6D80870A-4030-642F-463E-E57314B158BD}"/>
                  </a:ext>
                </a:extLst>
              </p:cNvPr>
              <p:cNvSpPr>
                <a:spLocks noChangeArrowheads="1"/>
              </p:cNvSpPr>
              <p:nvPr/>
            </p:nvSpPr>
            <p:spPr bwMode="auto">
              <a:xfrm>
                <a:off x="3636"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1966" name="Rectangle 111">
                <a:extLst>
                  <a:ext uri="{FF2B5EF4-FFF2-40B4-BE49-F238E27FC236}">
                    <a16:creationId xmlns:a16="http://schemas.microsoft.com/office/drawing/2014/main" id="{83DADB5D-F984-A6A5-7193-5FB88B55B5E9}"/>
                  </a:ext>
                </a:extLst>
              </p:cNvPr>
              <p:cNvSpPr>
                <a:spLocks noChangeArrowheads="1"/>
              </p:cNvSpPr>
              <p:nvPr/>
            </p:nvSpPr>
            <p:spPr bwMode="auto">
              <a:xfrm>
                <a:off x="3610" y="1857"/>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grpSp>
          <p:nvGrpSpPr>
            <p:cNvPr id="121967" name="Group 112">
              <a:extLst>
                <a:ext uri="{FF2B5EF4-FFF2-40B4-BE49-F238E27FC236}">
                  <a16:creationId xmlns:a16="http://schemas.microsoft.com/office/drawing/2014/main" id="{7394CD42-D15D-35E2-3DA0-235DFFA6FEB5}"/>
                </a:ext>
              </a:extLst>
            </p:cNvPr>
            <p:cNvGrpSpPr>
              <a:grpSpLocks/>
            </p:cNvGrpSpPr>
            <p:nvPr/>
          </p:nvGrpSpPr>
          <p:grpSpPr bwMode="auto">
            <a:xfrm>
              <a:off x="2330" y="1808"/>
              <a:ext cx="340" cy="289"/>
              <a:chOff x="2330" y="1808"/>
              <a:chExt cx="340" cy="289"/>
            </a:xfrm>
          </p:grpSpPr>
          <p:sp>
            <p:nvSpPr>
              <p:cNvPr id="121968" name="Freeform 113">
                <a:extLst>
                  <a:ext uri="{FF2B5EF4-FFF2-40B4-BE49-F238E27FC236}">
                    <a16:creationId xmlns:a16="http://schemas.microsoft.com/office/drawing/2014/main" id="{F40F8D37-CD3F-EA6A-7C3B-EA9847C85EA4}"/>
                  </a:ext>
                </a:extLst>
              </p:cNvPr>
              <p:cNvSpPr>
                <a:spLocks noChangeArrowheads="1"/>
              </p:cNvSpPr>
              <p:nvPr/>
            </p:nvSpPr>
            <p:spPr bwMode="auto">
              <a:xfrm>
                <a:off x="2330" y="1808"/>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69" name="Freeform 114">
                <a:extLst>
                  <a:ext uri="{FF2B5EF4-FFF2-40B4-BE49-F238E27FC236}">
                    <a16:creationId xmlns:a16="http://schemas.microsoft.com/office/drawing/2014/main" id="{2105A0CE-4490-9D84-DDC7-647EAABE47B0}"/>
                  </a:ext>
                </a:extLst>
              </p:cNvPr>
              <p:cNvSpPr>
                <a:spLocks noChangeArrowheads="1"/>
              </p:cNvSpPr>
              <p:nvPr/>
            </p:nvSpPr>
            <p:spPr bwMode="auto">
              <a:xfrm>
                <a:off x="2499" y="1808"/>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1970" name="Line 115">
              <a:extLst>
                <a:ext uri="{FF2B5EF4-FFF2-40B4-BE49-F238E27FC236}">
                  <a16:creationId xmlns:a16="http://schemas.microsoft.com/office/drawing/2014/main" id="{394BE642-C2F9-5E24-B423-0460B55C3346}"/>
                </a:ext>
              </a:extLst>
            </p:cNvPr>
            <p:cNvSpPr>
              <a:spLocks noChangeShapeType="1"/>
            </p:cNvSpPr>
            <p:nvPr/>
          </p:nvSpPr>
          <p:spPr bwMode="auto">
            <a:xfrm>
              <a:off x="2671" y="1952"/>
              <a:ext cx="10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1971" name="Group 116">
              <a:extLst>
                <a:ext uri="{FF2B5EF4-FFF2-40B4-BE49-F238E27FC236}">
                  <a16:creationId xmlns:a16="http://schemas.microsoft.com/office/drawing/2014/main" id="{5BD9F941-0987-7157-51BB-D925BCFEBAC2}"/>
                </a:ext>
              </a:extLst>
            </p:cNvPr>
            <p:cNvGrpSpPr>
              <a:grpSpLocks/>
            </p:cNvGrpSpPr>
            <p:nvPr/>
          </p:nvGrpSpPr>
          <p:grpSpPr bwMode="auto">
            <a:xfrm>
              <a:off x="4026" y="1787"/>
              <a:ext cx="485" cy="342"/>
              <a:chOff x="4026" y="1787"/>
              <a:chExt cx="485" cy="342"/>
            </a:xfrm>
          </p:grpSpPr>
          <p:sp>
            <p:nvSpPr>
              <p:cNvPr id="121972" name="Freeform 117">
                <a:extLst>
                  <a:ext uri="{FF2B5EF4-FFF2-40B4-BE49-F238E27FC236}">
                    <a16:creationId xmlns:a16="http://schemas.microsoft.com/office/drawing/2014/main" id="{CD622A81-388E-01EA-917D-7761FF54A893}"/>
                  </a:ext>
                </a:extLst>
              </p:cNvPr>
              <p:cNvSpPr>
                <a:spLocks noChangeArrowheads="1"/>
              </p:cNvSpPr>
              <p:nvPr/>
            </p:nvSpPr>
            <p:spPr bwMode="auto">
              <a:xfrm>
                <a:off x="4052"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1973" name="Rectangle 118">
                <a:extLst>
                  <a:ext uri="{FF2B5EF4-FFF2-40B4-BE49-F238E27FC236}">
                    <a16:creationId xmlns:a16="http://schemas.microsoft.com/office/drawing/2014/main" id="{FC7568FE-862B-1C35-5EE8-6CB34AD4BC63}"/>
                  </a:ext>
                </a:extLst>
              </p:cNvPr>
              <p:cNvSpPr>
                <a:spLocks noChangeArrowheads="1"/>
              </p:cNvSpPr>
              <p:nvPr/>
            </p:nvSpPr>
            <p:spPr bwMode="auto">
              <a:xfrm>
                <a:off x="4026" y="1857"/>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sp>
          <p:nvSpPr>
            <p:cNvPr id="121974" name="Rectangle 119">
              <a:extLst>
                <a:ext uri="{FF2B5EF4-FFF2-40B4-BE49-F238E27FC236}">
                  <a16:creationId xmlns:a16="http://schemas.microsoft.com/office/drawing/2014/main" id="{E2AA4BAD-274B-342C-A1EC-1FF9D22A5E4C}"/>
                </a:ext>
              </a:extLst>
            </p:cNvPr>
            <p:cNvSpPr>
              <a:spLocks noChangeArrowheads="1"/>
            </p:cNvSpPr>
            <p:nvPr/>
          </p:nvSpPr>
          <p:spPr bwMode="auto">
            <a:xfrm>
              <a:off x="2369" y="1846"/>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grpSp>
        <p:nvGrpSpPr>
          <p:cNvPr id="121975" name="Group 120">
            <a:extLst>
              <a:ext uri="{FF2B5EF4-FFF2-40B4-BE49-F238E27FC236}">
                <a16:creationId xmlns:a16="http://schemas.microsoft.com/office/drawing/2014/main" id="{785CC291-AE74-1684-ACD3-49448C1F21FE}"/>
              </a:ext>
            </a:extLst>
          </p:cNvPr>
          <p:cNvGrpSpPr>
            <a:grpSpLocks/>
          </p:cNvGrpSpPr>
          <p:nvPr/>
        </p:nvGrpSpPr>
        <p:grpSpPr bwMode="auto">
          <a:xfrm>
            <a:off x="4321175" y="3552825"/>
            <a:ext cx="3462338" cy="542925"/>
            <a:chOff x="2767" y="2235"/>
            <a:chExt cx="2181" cy="342"/>
          </a:xfrm>
        </p:grpSpPr>
        <p:grpSp>
          <p:nvGrpSpPr>
            <p:cNvPr id="121976" name="Group 121">
              <a:extLst>
                <a:ext uri="{FF2B5EF4-FFF2-40B4-BE49-F238E27FC236}">
                  <a16:creationId xmlns:a16="http://schemas.microsoft.com/office/drawing/2014/main" id="{189C7C01-12AE-D033-7E51-8DEAE9A1C8D6}"/>
                </a:ext>
              </a:extLst>
            </p:cNvPr>
            <p:cNvGrpSpPr>
              <a:grpSpLocks/>
            </p:cNvGrpSpPr>
            <p:nvPr/>
          </p:nvGrpSpPr>
          <p:grpSpPr bwMode="auto">
            <a:xfrm>
              <a:off x="3173" y="2235"/>
              <a:ext cx="485" cy="342"/>
              <a:chOff x="3173" y="2235"/>
              <a:chExt cx="485" cy="342"/>
            </a:xfrm>
          </p:grpSpPr>
          <p:sp>
            <p:nvSpPr>
              <p:cNvPr id="121977" name="Freeform 122">
                <a:extLst>
                  <a:ext uri="{FF2B5EF4-FFF2-40B4-BE49-F238E27FC236}">
                    <a16:creationId xmlns:a16="http://schemas.microsoft.com/office/drawing/2014/main" id="{5361EB2B-256D-AA8A-7C40-A6D0E3A5DF27}"/>
                  </a:ext>
                </a:extLst>
              </p:cNvPr>
              <p:cNvSpPr>
                <a:spLocks noChangeArrowheads="1"/>
              </p:cNvSpPr>
              <p:nvPr/>
            </p:nvSpPr>
            <p:spPr bwMode="auto">
              <a:xfrm>
                <a:off x="3199"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1978" name="Rectangle 123">
                <a:extLst>
                  <a:ext uri="{FF2B5EF4-FFF2-40B4-BE49-F238E27FC236}">
                    <a16:creationId xmlns:a16="http://schemas.microsoft.com/office/drawing/2014/main" id="{FF19B259-9A53-37DB-4F6B-0FA0C957038A}"/>
                  </a:ext>
                </a:extLst>
              </p:cNvPr>
              <p:cNvSpPr>
                <a:spLocks noChangeArrowheads="1"/>
              </p:cNvSpPr>
              <p:nvPr/>
            </p:nvSpPr>
            <p:spPr bwMode="auto">
              <a:xfrm>
                <a:off x="3173" y="2305"/>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grpSp>
          <p:nvGrpSpPr>
            <p:cNvPr id="121979" name="Group 124">
              <a:extLst>
                <a:ext uri="{FF2B5EF4-FFF2-40B4-BE49-F238E27FC236}">
                  <a16:creationId xmlns:a16="http://schemas.microsoft.com/office/drawing/2014/main" id="{5B06177E-4B72-EDD5-A905-0537CAFCF136}"/>
                </a:ext>
              </a:extLst>
            </p:cNvPr>
            <p:cNvGrpSpPr>
              <a:grpSpLocks/>
            </p:cNvGrpSpPr>
            <p:nvPr/>
          </p:nvGrpSpPr>
          <p:grpSpPr bwMode="auto">
            <a:xfrm>
              <a:off x="3610" y="2235"/>
              <a:ext cx="485" cy="342"/>
              <a:chOff x="3610" y="2235"/>
              <a:chExt cx="485" cy="342"/>
            </a:xfrm>
          </p:grpSpPr>
          <p:sp>
            <p:nvSpPr>
              <p:cNvPr id="121980" name="Freeform 125">
                <a:extLst>
                  <a:ext uri="{FF2B5EF4-FFF2-40B4-BE49-F238E27FC236}">
                    <a16:creationId xmlns:a16="http://schemas.microsoft.com/office/drawing/2014/main" id="{5FF55E37-0EDB-E707-E3BA-101DD10920B8}"/>
                  </a:ext>
                </a:extLst>
              </p:cNvPr>
              <p:cNvSpPr>
                <a:spLocks noChangeArrowheads="1"/>
              </p:cNvSpPr>
              <p:nvPr/>
            </p:nvSpPr>
            <p:spPr bwMode="auto">
              <a:xfrm>
                <a:off x="3636"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1981" name="Rectangle 126">
                <a:extLst>
                  <a:ext uri="{FF2B5EF4-FFF2-40B4-BE49-F238E27FC236}">
                    <a16:creationId xmlns:a16="http://schemas.microsoft.com/office/drawing/2014/main" id="{B2A0A791-D45D-A10E-25DE-094964B950B8}"/>
                  </a:ext>
                </a:extLst>
              </p:cNvPr>
              <p:cNvSpPr>
                <a:spLocks noChangeArrowheads="1"/>
              </p:cNvSpPr>
              <p:nvPr/>
            </p:nvSpPr>
            <p:spPr bwMode="auto">
              <a:xfrm>
                <a:off x="3610" y="2305"/>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grpSp>
          <p:nvGrpSpPr>
            <p:cNvPr id="121982" name="Group 127">
              <a:extLst>
                <a:ext uri="{FF2B5EF4-FFF2-40B4-BE49-F238E27FC236}">
                  <a16:creationId xmlns:a16="http://schemas.microsoft.com/office/drawing/2014/main" id="{FF99DBE7-DD9C-A12A-230A-06618A93D6EC}"/>
                </a:ext>
              </a:extLst>
            </p:cNvPr>
            <p:cNvGrpSpPr>
              <a:grpSpLocks/>
            </p:cNvGrpSpPr>
            <p:nvPr/>
          </p:nvGrpSpPr>
          <p:grpSpPr bwMode="auto">
            <a:xfrm>
              <a:off x="4047" y="2235"/>
              <a:ext cx="485" cy="342"/>
              <a:chOff x="4047" y="2235"/>
              <a:chExt cx="485" cy="342"/>
            </a:xfrm>
          </p:grpSpPr>
          <p:sp>
            <p:nvSpPr>
              <p:cNvPr id="121983" name="Freeform 128">
                <a:extLst>
                  <a:ext uri="{FF2B5EF4-FFF2-40B4-BE49-F238E27FC236}">
                    <a16:creationId xmlns:a16="http://schemas.microsoft.com/office/drawing/2014/main" id="{9DBD2D3C-3D6D-6322-7C9C-37DD2C6C5DA7}"/>
                  </a:ext>
                </a:extLst>
              </p:cNvPr>
              <p:cNvSpPr>
                <a:spLocks noChangeArrowheads="1"/>
              </p:cNvSpPr>
              <p:nvPr/>
            </p:nvSpPr>
            <p:spPr bwMode="auto">
              <a:xfrm>
                <a:off x="4073"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1984" name="Rectangle 129">
                <a:extLst>
                  <a:ext uri="{FF2B5EF4-FFF2-40B4-BE49-F238E27FC236}">
                    <a16:creationId xmlns:a16="http://schemas.microsoft.com/office/drawing/2014/main" id="{C9A7167B-8DDF-D374-52F1-455BDBE822EE}"/>
                  </a:ext>
                </a:extLst>
              </p:cNvPr>
              <p:cNvSpPr>
                <a:spLocks noChangeArrowheads="1"/>
              </p:cNvSpPr>
              <p:nvPr/>
            </p:nvSpPr>
            <p:spPr bwMode="auto">
              <a:xfrm>
                <a:off x="4047" y="2305"/>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grpSp>
          <p:nvGrpSpPr>
            <p:cNvPr id="121985" name="Group 130">
              <a:extLst>
                <a:ext uri="{FF2B5EF4-FFF2-40B4-BE49-F238E27FC236}">
                  <a16:creationId xmlns:a16="http://schemas.microsoft.com/office/drawing/2014/main" id="{1EE53D05-BD8C-F75C-36AD-A64A0C32B8EC}"/>
                </a:ext>
              </a:extLst>
            </p:cNvPr>
            <p:cNvGrpSpPr>
              <a:grpSpLocks/>
            </p:cNvGrpSpPr>
            <p:nvPr/>
          </p:nvGrpSpPr>
          <p:grpSpPr bwMode="auto">
            <a:xfrm>
              <a:off x="2767" y="2256"/>
              <a:ext cx="340" cy="289"/>
              <a:chOff x="2767" y="2256"/>
              <a:chExt cx="340" cy="289"/>
            </a:xfrm>
          </p:grpSpPr>
          <p:sp>
            <p:nvSpPr>
              <p:cNvPr id="121986" name="Freeform 131">
                <a:extLst>
                  <a:ext uri="{FF2B5EF4-FFF2-40B4-BE49-F238E27FC236}">
                    <a16:creationId xmlns:a16="http://schemas.microsoft.com/office/drawing/2014/main" id="{C67D921A-8BCF-A1D2-C760-55A9B404B2BF}"/>
                  </a:ext>
                </a:extLst>
              </p:cNvPr>
              <p:cNvSpPr>
                <a:spLocks noChangeArrowheads="1"/>
              </p:cNvSpPr>
              <p:nvPr/>
            </p:nvSpPr>
            <p:spPr bwMode="auto">
              <a:xfrm>
                <a:off x="2767" y="2256"/>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987" name="Freeform 132">
                <a:extLst>
                  <a:ext uri="{FF2B5EF4-FFF2-40B4-BE49-F238E27FC236}">
                    <a16:creationId xmlns:a16="http://schemas.microsoft.com/office/drawing/2014/main" id="{BAC6FB4D-1B8A-989A-0A1E-A6A4822DDAA0}"/>
                  </a:ext>
                </a:extLst>
              </p:cNvPr>
              <p:cNvSpPr>
                <a:spLocks noChangeArrowheads="1"/>
              </p:cNvSpPr>
              <p:nvPr/>
            </p:nvSpPr>
            <p:spPr bwMode="auto">
              <a:xfrm>
                <a:off x="2936" y="2256"/>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1988" name="Line 133">
              <a:extLst>
                <a:ext uri="{FF2B5EF4-FFF2-40B4-BE49-F238E27FC236}">
                  <a16:creationId xmlns:a16="http://schemas.microsoft.com/office/drawing/2014/main" id="{9D76AE2A-FA11-8C92-CC05-E1D5A790998C}"/>
                </a:ext>
              </a:extLst>
            </p:cNvPr>
            <p:cNvSpPr>
              <a:spLocks noChangeShapeType="1"/>
            </p:cNvSpPr>
            <p:nvPr/>
          </p:nvSpPr>
          <p:spPr bwMode="auto">
            <a:xfrm>
              <a:off x="3108" y="2400"/>
              <a:ext cx="10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1989" name="Group 134">
              <a:extLst>
                <a:ext uri="{FF2B5EF4-FFF2-40B4-BE49-F238E27FC236}">
                  <a16:creationId xmlns:a16="http://schemas.microsoft.com/office/drawing/2014/main" id="{6D652B63-68AF-4AC2-AC27-AF0BC5F13DC8}"/>
                </a:ext>
              </a:extLst>
            </p:cNvPr>
            <p:cNvGrpSpPr>
              <a:grpSpLocks/>
            </p:cNvGrpSpPr>
            <p:nvPr/>
          </p:nvGrpSpPr>
          <p:grpSpPr bwMode="auto">
            <a:xfrm>
              <a:off x="4463" y="2235"/>
              <a:ext cx="485" cy="342"/>
              <a:chOff x="4463" y="2235"/>
              <a:chExt cx="485" cy="342"/>
            </a:xfrm>
          </p:grpSpPr>
          <p:sp>
            <p:nvSpPr>
              <p:cNvPr id="121990" name="Freeform 135">
                <a:extLst>
                  <a:ext uri="{FF2B5EF4-FFF2-40B4-BE49-F238E27FC236}">
                    <a16:creationId xmlns:a16="http://schemas.microsoft.com/office/drawing/2014/main" id="{50595467-DD67-B63D-5ECB-F042E9BFB7D9}"/>
                  </a:ext>
                </a:extLst>
              </p:cNvPr>
              <p:cNvSpPr>
                <a:spLocks noChangeArrowheads="1"/>
              </p:cNvSpPr>
              <p:nvPr/>
            </p:nvSpPr>
            <p:spPr bwMode="auto">
              <a:xfrm>
                <a:off x="4489"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1991" name="Rectangle 136">
                <a:extLst>
                  <a:ext uri="{FF2B5EF4-FFF2-40B4-BE49-F238E27FC236}">
                    <a16:creationId xmlns:a16="http://schemas.microsoft.com/office/drawing/2014/main" id="{44805B92-4E05-E7B0-18B4-91BE2908E432}"/>
                  </a:ext>
                </a:extLst>
              </p:cNvPr>
              <p:cNvSpPr>
                <a:spLocks noChangeArrowheads="1"/>
              </p:cNvSpPr>
              <p:nvPr/>
            </p:nvSpPr>
            <p:spPr bwMode="auto">
              <a:xfrm>
                <a:off x="4463" y="2305"/>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sp>
          <p:nvSpPr>
            <p:cNvPr id="121992" name="Rectangle 137">
              <a:extLst>
                <a:ext uri="{FF2B5EF4-FFF2-40B4-BE49-F238E27FC236}">
                  <a16:creationId xmlns:a16="http://schemas.microsoft.com/office/drawing/2014/main" id="{4F15A595-FBF4-7E65-E94F-7DE7F75193AB}"/>
                </a:ext>
              </a:extLst>
            </p:cNvPr>
            <p:cNvSpPr>
              <a:spLocks noChangeArrowheads="1"/>
            </p:cNvSpPr>
            <p:nvPr/>
          </p:nvSpPr>
          <p:spPr bwMode="auto">
            <a:xfrm>
              <a:off x="2806" y="2294"/>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grpSp>
        <p:nvGrpSpPr>
          <p:cNvPr id="121993" name="Group 138">
            <a:extLst>
              <a:ext uri="{FF2B5EF4-FFF2-40B4-BE49-F238E27FC236}">
                <a16:creationId xmlns:a16="http://schemas.microsoft.com/office/drawing/2014/main" id="{CF0A093A-2A71-B44C-2B9D-5E90C906751A}"/>
              </a:ext>
            </a:extLst>
          </p:cNvPr>
          <p:cNvGrpSpPr>
            <a:grpSpLocks/>
          </p:cNvGrpSpPr>
          <p:nvPr/>
        </p:nvGrpSpPr>
        <p:grpSpPr bwMode="auto">
          <a:xfrm>
            <a:off x="5030788" y="4146550"/>
            <a:ext cx="3462337" cy="542925"/>
            <a:chOff x="3214" y="2609"/>
            <a:chExt cx="2181" cy="342"/>
          </a:xfrm>
        </p:grpSpPr>
        <p:grpSp>
          <p:nvGrpSpPr>
            <p:cNvPr id="121994" name="Group 139">
              <a:extLst>
                <a:ext uri="{FF2B5EF4-FFF2-40B4-BE49-F238E27FC236}">
                  <a16:creationId xmlns:a16="http://schemas.microsoft.com/office/drawing/2014/main" id="{CCD9F5D6-C8B0-8B8A-4291-9F653AB5F55B}"/>
                </a:ext>
              </a:extLst>
            </p:cNvPr>
            <p:cNvGrpSpPr>
              <a:grpSpLocks/>
            </p:cNvGrpSpPr>
            <p:nvPr/>
          </p:nvGrpSpPr>
          <p:grpSpPr bwMode="auto">
            <a:xfrm>
              <a:off x="3620" y="2609"/>
              <a:ext cx="485" cy="342"/>
              <a:chOff x="3620" y="2609"/>
              <a:chExt cx="485" cy="342"/>
            </a:xfrm>
          </p:grpSpPr>
          <p:sp>
            <p:nvSpPr>
              <p:cNvPr id="121995" name="Freeform 140">
                <a:extLst>
                  <a:ext uri="{FF2B5EF4-FFF2-40B4-BE49-F238E27FC236}">
                    <a16:creationId xmlns:a16="http://schemas.microsoft.com/office/drawing/2014/main" id="{DE841140-5009-8F62-F986-6B81C1967C41}"/>
                  </a:ext>
                </a:extLst>
              </p:cNvPr>
              <p:cNvSpPr>
                <a:spLocks noChangeArrowheads="1"/>
              </p:cNvSpPr>
              <p:nvPr/>
            </p:nvSpPr>
            <p:spPr bwMode="auto">
              <a:xfrm>
                <a:off x="3646" y="2609"/>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1996" name="Rectangle 141">
                <a:extLst>
                  <a:ext uri="{FF2B5EF4-FFF2-40B4-BE49-F238E27FC236}">
                    <a16:creationId xmlns:a16="http://schemas.microsoft.com/office/drawing/2014/main" id="{E9937A5F-986C-6FF8-0BD6-007724D845B4}"/>
                  </a:ext>
                </a:extLst>
              </p:cNvPr>
              <p:cNvSpPr>
                <a:spLocks noChangeArrowheads="1"/>
              </p:cNvSpPr>
              <p:nvPr/>
            </p:nvSpPr>
            <p:spPr bwMode="auto">
              <a:xfrm>
                <a:off x="3620" y="2679"/>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grpSp>
          <p:nvGrpSpPr>
            <p:cNvPr id="121997" name="Group 142">
              <a:extLst>
                <a:ext uri="{FF2B5EF4-FFF2-40B4-BE49-F238E27FC236}">
                  <a16:creationId xmlns:a16="http://schemas.microsoft.com/office/drawing/2014/main" id="{FBF742D5-5BF3-4EB3-477A-A251DA1FE820}"/>
                </a:ext>
              </a:extLst>
            </p:cNvPr>
            <p:cNvGrpSpPr>
              <a:grpSpLocks/>
            </p:cNvGrpSpPr>
            <p:nvPr/>
          </p:nvGrpSpPr>
          <p:grpSpPr bwMode="auto">
            <a:xfrm>
              <a:off x="4057" y="2609"/>
              <a:ext cx="485" cy="342"/>
              <a:chOff x="4057" y="2609"/>
              <a:chExt cx="485" cy="342"/>
            </a:xfrm>
          </p:grpSpPr>
          <p:sp>
            <p:nvSpPr>
              <p:cNvPr id="121998" name="Freeform 143">
                <a:extLst>
                  <a:ext uri="{FF2B5EF4-FFF2-40B4-BE49-F238E27FC236}">
                    <a16:creationId xmlns:a16="http://schemas.microsoft.com/office/drawing/2014/main" id="{8C5420F5-7A4C-8348-A830-6040B9365A9E}"/>
                  </a:ext>
                </a:extLst>
              </p:cNvPr>
              <p:cNvSpPr>
                <a:spLocks noChangeArrowheads="1"/>
              </p:cNvSpPr>
              <p:nvPr/>
            </p:nvSpPr>
            <p:spPr bwMode="auto">
              <a:xfrm>
                <a:off x="4083" y="2609"/>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1999" name="Rectangle 144">
                <a:extLst>
                  <a:ext uri="{FF2B5EF4-FFF2-40B4-BE49-F238E27FC236}">
                    <a16:creationId xmlns:a16="http://schemas.microsoft.com/office/drawing/2014/main" id="{60736E52-F41C-4963-173D-F83EC1AB2DFC}"/>
                  </a:ext>
                </a:extLst>
              </p:cNvPr>
              <p:cNvSpPr>
                <a:spLocks noChangeArrowheads="1"/>
              </p:cNvSpPr>
              <p:nvPr/>
            </p:nvSpPr>
            <p:spPr bwMode="auto">
              <a:xfrm>
                <a:off x="4057" y="2679"/>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grpSp>
          <p:nvGrpSpPr>
            <p:cNvPr id="122000" name="Group 145">
              <a:extLst>
                <a:ext uri="{FF2B5EF4-FFF2-40B4-BE49-F238E27FC236}">
                  <a16:creationId xmlns:a16="http://schemas.microsoft.com/office/drawing/2014/main" id="{16FEF84A-5C53-A853-2351-6DB3B6ECBBDC}"/>
                </a:ext>
              </a:extLst>
            </p:cNvPr>
            <p:cNvGrpSpPr>
              <a:grpSpLocks/>
            </p:cNvGrpSpPr>
            <p:nvPr/>
          </p:nvGrpSpPr>
          <p:grpSpPr bwMode="auto">
            <a:xfrm>
              <a:off x="4494" y="2609"/>
              <a:ext cx="485" cy="342"/>
              <a:chOff x="4494" y="2609"/>
              <a:chExt cx="485" cy="342"/>
            </a:xfrm>
          </p:grpSpPr>
          <p:sp>
            <p:nvSpPr>
              <p:cNvPr id="122001" name="Freeform 146">
                <a:extLst>
                  <a:ext uri="{FF2B5EF4-FFF2-40B4-BE49-F238E27FC236}">
                    <a16:creationId xmlns:a16="http://schemas.microsoft.com/office/drawing/2014/main" id="{4754A5D2-185E-CC35-202D-2EE76EF65FEB}"/>
                  </a:ext>
                </a:extLst>
              </p:cNvPr>
              <p:cNvSpPr>
                <a:spLocks noChangeArrowheads="1"/>
              </p:cNvSpPr>
              <p:nvPr/>
            </p:nvSpPr>
            <p:spPr bwMode="auto">
              <a:xfrm>
                <a:off x="4520" y="2609"/>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2002" name="Rectangle 147">
                <a:extLst>
                  <a:ext uri="{FF2B5EF4-FFF2-40B4-BE49-F238E27FC236}">
                    <a16:creationId xmlns:a16="http://schemas.microsoft.com/office/drawing/2014/main" id="{412C4EA1-3088-9C98-938F-FDCBD60EA2AC}"/>
                  </a:ext>
                </a:extLst>
              </p:cNvPr>
              <p:cNvSpPr>
                <a:spLocks noChangeArrowheads="1"/>
              </p:cNvSpPr>
              <p:nvPr/>
            </p:nvSpPr>
            <p:spPr bwMode="auto">
              <a:xfrm>
                <a:off x="4494" y="2679"/>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grpSp>
          <p:nvGrpSpPr>
            <p:cNvPr id="122003" name="Group 148">
              <a:extLst>
                <a:ext uri="{FF2B5EF4-FFF2-40B4-BE49-F238E27FC236}">
                  <a16:creationId xmlns:a16="http://schemas.microsoft.com/office/drawing/2014/main" id="{7FD2AD6D-48C6-601E-AE24-A5A24A77E529}"/>
                </a:ext>
              </a:extLst>
            </p:cNvPr>
            <p:cNvGrpSpPr>
              <a:grpSpLocks/>
            </p:cNvGrpSpPr>
            <p:nvPr/>
          </p:nvGrpSpPr>
          <p:grpSpPr bwMode="auto">
            <a:xfrm>
              <a:off x="3214" y="2630"/>
              <a:ext cx="340" cy="289"/>
              <a:chOff x="3214" y="2630"/>
              <a:chExt cx="340" cy="289"/>
            </a:xfrm>
          </p:grpSpPr>
          <p:sp>
            <p:nvSpPr>
              <p:cNvPr id="122004" name="Freeform 149">
                <a:extLst>
                  <a:ext uri="{FF2B5EF4-FFF2-40B4-BE49-F238E27FC236}">
                    <a16:creationId xmlns:a16="http://schemas.microsoft.com/office/drawing/2014/main" id="{8F81DA89-BF6A-9CC6-E6DD-759F6396FE89}"/>
                  </a:ext>
                </a:extLst>
              </p:cNvPr>
              <p:cNvSpPr>
                <a:spLocks noChangeArrowheads="1"/>
              </p:cNvSpPr>
              <p:nvPr/>
            </p:nvSpPr>
            <p:spPr bwMode="auto">
              <a:xfrm>
                <a:off x="3214" y="2630"/>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2005" name="Freeform 150">
                <a:extLst>
                  <a:ext uri="{FF2B5EF4-FFF2-40B4-BE49-F238E27FC236}">
                    <a16:creationId xmlns:a16="http://schemas.microsoft.com/office/drawing/2014/main" id="{2D6D05EE-8FD8-5D40-5924-6D7C6745B7AC}"/>
                  </a:ext>
                </a:extLst>
              </p:cNvPr>
              <p:cNvSpPr>
                <a:spLocks noChangeArrowheads="1"/>
              </p:cNvSpPr>
              <p:nvPr/>
            </p:nvSpPr>
            <p:spPr bwMode="auto">
              <a:xfrm>
                <a:off x="3383" y="2630"/>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2006" name="Line 151">
              <a:extLst>
                <a:ext uri="{FF2B5EF4-FFF2-40B4-BE49-F238E27FC236}">
                  <a16:creationId xmlns:a16="http://schemas.microsoft.com/office/drawing/2014/main" id="{7AEBFB9D-F17C-8D59-67EE-C4D703FEB1B8}"/>
                </a:ext>
              </a:extLst>
            </p:cNvPr>
            <p:cNvSpPr>
              <a:spLocks noChangeShapeType="1"/>
            </p:cNvSpPr>
            <p:nvPr/>
          </p:nvSpPr>
          <p:spPr bwMode="auto">
            <a:xfrm>
              <a:off x="3555" y="2774"/>
              <a:ext cx="10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2007" name="Group 152">
              <a:extLst>
                <a:ext uri="{FF2B5EF4-FFF2-40B4-BE49-F238E27FC236}">
                  <a16:creationId xmlns:a16="http://schemas.microsoft.com/office/drawing/2014/main" id="{0FF65DC5-4FFF-8C6F-4A8B-E42C4D0F013F}"/>
                </a:ext>
              </a:extLst>
            </p:cNvPr>
            <p:cNvGrpSpPr>
              <a:grpSpLocks/>
            </p:cNvGrpSpPr>
            <p:nvPr/>
          </p:nvGrpSpPr>
          <p:grpSpPr bwMode="auto">
            <a:xfrm>
              <a:off x="4910" y="2609"/>
              <a:ext cx="485" cy="342"/>
              <a:chOff x="4910" y="2609"/>
              <a:chExt cx="485" cy="342"/>
            </a:xfrm>
          </p:grpSpPr>
          <p:sp>
            <p:nvSpPr>
              <p:cNvPr id="122008" name="Freeform 153">
                <a:extLst>
                  <a:ext uri="{FF2B5EF4-FFF2-40B4-BE49-F238E27FC236}">
                    <a16:creationId xmlns:a16="http://schemas.microsoft.com/office/drawing/2014/main" id="{B5750330-CFF6-151B-8EBC-58B3F760E705}"/>
                  </a:ext>
                </a:extLst>
              </p:cNvPr>
              <p:cNvSpPr>
                <a:spLocks noChangeArrowheads="1"/>
              </p:cNvSpPr>
              <p:nvPr/>
            </p:nvSpPr>
            <p:spPr bwMode="auto">
              <a:xfrm>
                <a:off x="4936" y="2609"/>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22009" name="Rectangle 154">
                <a:extLst>
                  <a:ext uri="{FF2B5EF4-FFF2-40B4-BE49-F238E27FC236}">
                    <a16:creationId xmlns:a16="http://schemas.microsoft.com/office/drawing/2014/main" id="{5E718463-41C8-34F1-C7A8-73C036A66654}"/>
                  </a:ext>
                </a:extLst>
              </p:cNvPr>
              <p:cNvSpPr>
                <a:spLocks noChangeArrowheads="1"/>
              </p:cNvSpPr>
              <p:nvPr/>
            </p:nvSpPr>
            <p:spPr bwMode="auto">
              <a:xfrm>
                <a:off x="4910" y="2679"/>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i="1">
                    <a:solidFill>
                      <a:schemeClr val="accent1"/>
                    </a:solidFill>
                    <a:ea typeface="宋体" panose="02010600030101010101" pitchFamily="2" charset="-122"/>
                  </a:rPr>
                  <a:t>bubble</a:t>
                </a:r>
              </a:p>
            </p:txBody>
          </p:sp>
        </p:grpSp>
        <p:sp>
          <p:nvSpPr>
            <p:cNvPr id="122010" name="Rectangle 155">
              <a:extLst>
                <a:ext uri="{FF2B5EF4-FFF2-40B4-BE49-F238E27FC236}">
                  <a16:creationId xmlns:a16="http://schemas.microsoft.com/office/drawing/2014/main" id="{61E24BD2-72B0-317D-E526-5EB56FFCE1A9}"/>
                </a:ext>
              </a:extLst>
            </p:cNvPr>
            <p:cNvSpPr>
              <a:spLocks noChangeArrowheads="1"/>
            </p:cNvSpPr>
            <p:nvPr/>
          </p:nvSpPr>
          <p:spPr bwMode="auto">
            <a:xfrm>
              <a:off x="3253" y="2668"/>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sp>
        <p:nvSpPr>
          <p:cNvPr id="360604" name="Rectangle 156">
            <a:extLst>
              <a:ext uri="{FF2B5EF4-FFF2-40B4-BE49-F238E27FC236}">
                <a16:creationId xmlns:a16="http://schemas.microsoft.com/office/drawing/2014/main" id="{63C9F515-8B91-8A95-472C-E89F44C72A51}"/>
              </a:ext>
            </a:extLst>
          </p:cNvPr>
          <p:cNvSpPr>
            <a:spLocks noChangeArrowheads="1"/>
          </p:cNvSpPr>
          <p:nvPr/>
        </p:nvSpPr>
        <p:spPr bwMode="auto">
          <a:xfrm>
            <a:off x="238125" y="638175"/>
            <a:ext cx="793908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buFontTx/>
              <a:buChar char="•"/>
            </a:pPr>
            <a:r>
              <a:rPr lang="zh-CN" altLang="en-US" sz="2400">
                <a:ea typeface="宋体" panose="02010600030101010101" pitchFamily="2" charset="-122"/>
              </a:rPr>
              <a:t> </a:t>
            </a:r>
            <a:r>
              <a:rPr lang="zh-CN" altLang="en-US" sz="2000">
                <a:latin typeface="Arial" panose="020B0604020202020204" pitchFamily="34" charset="0"/>
                <a:ea typeface="黑体" panose="02010609060101010101" pitchFamily="49" charset="-122"/>
              </a:rPr>
              <a:t>硬件上通过阻塞</a:t>
            </a:r>
            <a:r>
              <a:rPr lang="en-US" altLang="zh-CN" sz="2000">
                <a:latin typeface="Arial" panose="020B0604020202020204" pitchFamily="34" charset="0"/>
                <a:ea typeface="黑体" panose="02010609060101010101" pitchFamily="49" charset="-122"/>
              </a:rPr>
              <a:t>(stall)</a:t>
            </a:r>
            <a:r>
              <a:rPr lang="zh-CN" altLang="en-US" sz="2000">
                <a:latin typeface="Arial" panose="020B0604020202020204" pitchFamily="34" charset="0"/>
                <a:ea typeface="黑体" panose="02010609060101010101" pitchFamily="49" charset="-122"/>
              </a:rPr>
              <a:t>方式阻止后续指令执行，延迟到有新值以后！</a:t>
            </a:r>
          </a:p>
        </p:txBody>
      </p:sp>
      <p:sp>
        <p:nvSpPr>
          <p:cNvPr id="360605" name="Text Box 157">
            <a:extLst>
              <a:ext uri="{FF2B5EF4-FFF2-40B4-BE49-F238E27FC236}">
                <a16:creationId xmlns:a16="http://schemas.microsoft.com/office/drawing/2014/main" id="{A2DBE5EB-51B7-AFC8-17B2-94EF0A5386BF}"/>
              </a:ext>
            </a:extLst>
          </p:cNvPr>
          <p:cNvSpPr txBox="1">
            <a:spLocks noChangeArrowheads="1"/>
          </p:cNvSpPr>
          <p:nvPr/>
        </p:nvSpPr>
        <p:spPr bwMode="auto">
          <a:xfrm>
            <a:off x="377825" y="1038225"/>
            <a:ext cx="7254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latin typeface="Arial" panose="020B0604020202020204" pitchFamily="34" charset="0"/>
                <a:ea typeface="黑体" panose="02010609060101010101" pitchFamily="49" charset="-122"/>
              </a:rPr>
              <a:t>这种做法称为流水线阻塞，也称为插入“气泡</a:t>
            </a:r>
            <a:r>
              <a:rPr lang="en-US" altLang="zh-CN" sz="2000">
                <a:solidFill>
                  <a:srgbClr val="CC0000"/>
                </a:solidFill>
                <a:latin typeface="Arial" panose="020B0604020202020204" pitchFamily="34" charset="0"/>
                <a:ea typeface="黑体" panose="02010609060101010101" pitchFamily="49" charset="-122"/>
              </a:rPr>
              <a:t>Bubble”</a:t>
            </a:r>
          </a:p>
        </p:txBody>
      </p:sp>
      <p:sp>
        <p:nvSpPr>
          <p:cNvPr id="360606" name="Rectangle 158">
            <a:extLst>
              <a:ext uri="{FF2B5EF4-FFF2-40B4-BE49-F238E27FC236}">
                <a16:creationId xmlns:a16="http://schemas.microsoft.com/office/drawing/2014/main" id="{873FC5AA-4DE1-2154-C33D-3AFAFA0498F9}"/>
              </a:ext>
            </a:extLst>
          </p:cNvPr>
          <p:cNvSpPr>
            <a:spLocks noChangeArrowheads="1"/>
          </p:cNvSpPr>
          <p:nvPr/>
        </p:nvSpPr>
        <p:spPr bwMode="auto">
          <a:xfrm>
            <a:off x="119063" y="6392863"/>
            <a:ext cx="82629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buFontTx/>
              <a:buChar char="•"/>
            </a:pPr>
            <a:r>
              <a:rPr lang="zh-CN" altLang="en-US" sz="2000">
                <a:solidFill>
                  <a:srgbClr val="CC0000"/>
                </a:solidFill>
                <a:latin typeface="Arial" panose="020B0604020202020204" pitchFamily="34" charset="0"/>
                <a:ea typeface="黑体" panose="02010609060101010101" pitchFamily="49" charset="-122"/>
              </a:rPr>
              <a:t> 缺点：控制比较复杂，需要改数据通路；指令被延迟三个时钟执行。</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0604"/>
                                        </p:tgtEl>
                                        <p:attrNameLst>
                                          <p:attrName>style.visibility</p:attrName>
                                        </p:attrNameLst>
                                      </p:cBhvr>
                                      <p:to>
                                        <p:strVal val="visible"/>
                                      </p:to>
                                    </p:set>
                                    <p:animEffect transition="in" filter="blinds(horizontal)">
                                      <p:cBhvr>
                                        <p:cTn id="7" dur="500"/>
                                        <p:tgtEl>
                                          <p:spTgt spid="3606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60605"/>
                                        </p:tgtEl>
                                        <p:attrNameLst>
                                          <p:attrName>style.visibility</p:attrName>
                                        </p:attrNameLst>
                                      </p:cBhvr>
                                      <p:to>
                                        <p:strVal val="visible"/>
                                      </p:to>
                                    </p:set>
                                    <p:animEffect transition="in" filter="blinds(horizontal)">
                                      <p:cBhvr>
                                        <p:cTn id="12" dur="500"/>
                                        <p:tgtEl>
                                          <p:spTgt spid="3606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0606"/>
                                        </p:tgtEl>
                                        <p:attrNameLst>
                                          <p:attrName>style.visibility</p:attrName>
                                        </p:attrNameLst>
                                      </p:cBhvr>
                                      <p:to>
                                        <p:strVal val="visible"/>
                                      </p:to>
                                    </p:set>
                                    <p:animEffect transition="in" filter="blinds(horizontal)">
                                      <p:cBhvr>
                                        <p:cTn id="17" dur="500"/>
                                        <p:tgtEl>
                                          <p:spTgt spid="360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604" grpId="0"/>
      <p:bldP spid="36060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Freeform 2">
            <a:extLst>
              <a:ext uri="{FF2B5EF4-FFF2-40B4-BE49-F238E27FC236}">
                <a16:creationId xmlns:a16="http://schemas.microsoft.com/office/drawing/2014/main" id="{F5B788AB-C459-EBC0-ED79-29DF7D80A2C2}"/>
              </a:ext>
            </a:extLst>
          </p:cNvPr>
          <p:cNvSpPr>
            <a:spLocks noChangeArrowheads="1"/>
          </p:cNvSpPr>
          <p:nvPr/>
        </p:nvSpPr>
        <p:spPr bwMode="auto">
          <a:xfrm>
            <a:off x="5892800" y="214153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23906" name="Rectangle 3">
            <a:extLst>
              <a:ext uri="{FF2B5EF4-FFF2-40B4-BE49-F238E27FC236}">
                <a16:creationId xmlns:a16="http://schemas.microsoft.com/office/drawing/2014/main" id="{9DC461C3-A663-A48C-1511-29893572209A}"/>
              </a:ext>
            </a:extLst>
          </p:cNvPr>
          <p:cNvSpPr>
            <a:spLocks noGrp="1" noChangeArrowheads="1"/>
          </p:cNvSpPr>
          <p:nvPr>
            <p:ph type="title"/>
          </p:nvPr>
        </p:nvSpPr>
        <p:spPr>
          <a:xfrm>
            <a:off x="563563" y="211138"/>
            <a:ext cx="5853112" cy="368300"/>
          </a:xfrm>
        </p:spPr>
        <p:txBody>
          <a:bodyPr/>
          <a:lstStyle/>
          <a:p>
            <a:r>
              <a:rPr lang="zh-CN" altLang="en-US">
                <a:ea typeface="宋体" panose="02010600030101010101" pitchFamily="2" charset="-122"/>
              </a:rPr>
              <a:t>方案 </a:t>
            </a:r>
            <a:r>
              <a:rPr lang="en-US" altLang="zh-CN">
                <a:ea typeface="宋体" panose="02010600030101010101" pitchFamily="2" charset="-122"/>
              </a:rPr>
              <a:t>2: </a:t>
            </a:r>
            <a:r>
              <a:rPr lang="zh-CN" altLang="en-US">
                <a:ea typeface="宋体" panose="02010600030101010101" pitchFamily="2" charset="-122"/>
              </a:rPr>
              <a:t>软件上插入无关指令</a:t>
            </a:r>
          </a:p>
        </p:txBody>
      </p:sp>
      <p:sp>
        <p:nvSpPr>
          <p:cNvPr id="123907" name="Rectangle 4">
            <a:extLst>
              <a:ext uri="{FF2B5EF4-FFF2-40B4-BE49-F238E27FC236}">
                <a16:creationId xmlns:a16="http://schemas.microsoft.com/office/drawing/2014/main" id="{8FCF03AF-B50F-7481-2374-A3B7AD696ED6}"/>
              </a:ext>
            </a:extLst>
          </p:cNvPr>
          <p:cNvSpPr>
            <a:spLocks noChangeArrowheads="1"/>
          </p:cNvSpPr>
          <p:nvPr/>
        </p:nvSpPr>
        <p:spPr bwMode="auto">
          <a:xfrm>
            <a:off x="366713" y="2327275"/>
            <a:ext cx="358775"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1800" b="0" i="1">
                <a:latin typeface="Arial" panose="020B0604020202020204" pitchFamily="34" charset="0"/>
                <a:ea typeface="宋体" panose="02010600030101010101" pitchFamily="2" charset="-122"/>
              </a:rPr>
              <a:t>I</a:t>
            </a:r>
          </a:p>
          <a:p>
            <a:pPr algn="ctr" eaLnBrk="0" hangingPunct="0"/>
            <a:r>
              <a:rPr lang="en-US" altLang="zh-CN" sz="1800" b="0" i="1">
                <a:latin typeface="Arial" panose="020B0604020202020204" pitchFamily="34" charset="0"/>
                <a:ea typeface="宋体" panose="02010600030101010101" pitchFamily="2" charset="-122"/>
              </a:rPr>
              <a:t>n</a:t>
            </a:r>
          </a:p>
          <a:p>
            <a:pPr algn="ctr" eaLnBrk="0" hangingPunct="0"/>
            <a:r>
              <a:rPr lang="en-US" altLang="zh-CN" sz="1800" b="0" i="1">
                <a:latin typeface="Arial" panose="020B0604020202020204" pitchFamily="34" charset="0"/>
                <a:ea typeface="宋体" panose="02010600030101010101" pitchFamily="2" charset="-122"/>
              </a:rPr>
              <a:t>s</a:t>
            </a:r>
          </a:p>
          <a:p>
            <a:pPr algn="ctr" eaLnBrk="0" hangingPunct="0"/>
            <a:r>
              <a:rPr lang="en-US" altLang="zh-CN" sz="1800" b="0" i="1">
                <a:latin typeface="Arial" panose="020B0604020202020204" pitchFamily="34" charset="0"/>
                <a:ea typeface="宋体" panose="02010600030101010101" pitchFamily="2" charset="-122"/>
              </a:rPr>
              <a:t>t</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O</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r>
              <a:rPr lang="en-US" altLang="zh-CN" sz="1800" b="0" i="1">
                <a:latin typeface="Arial" panose="020B0604020202020204" pitchFamily="34" charset="0"/>
                <a:ea typeface="宋体" panose="02010600030101010101" pitchFamily="2" charset="-122"/>
              </a:rPr>
              <a:t>d</a:t>
            </a:r>
          </a:p>
          <a:p>
            <a:pPr algn="ctr" eaLnBrk="0" hangingPunct="0"/>
            <a:r>
              <a:rPr lang="en-US" altLang="zh-CN" sz="1800" b="0" i="1">
                <a:latin typeface="Arial" panose="020B0604020202020204" pitchFamily="34" charset="0"/>
                <a:ea typeface="宋体" panose="02010600030101010101" pitchFamily="2" charset="-122"/>
              </a:rPr>
              <a:t>e</a:t>
            </a:r>
          </a:p>
          <a:p>
            <a:pPr algn="ctr" eaLnBrk="0" hangingPunct="0"/>
            <a:r>
              <a:rPr lang="en-US" altLang="zh-CN" sz="1800" b="0" i="1">
                <a:latin typeface="Arial" panose="020B0604020202020204" pitchFamily="34" charset="0"/>
                <a:ea typeface="宋体" panose="02010600030101010101" pitchFamily="2" charset="-122"/>
              </a:rPr>
              <a:t>r</a:t>
            </a:r>
          </a:p>
        </p:txBody>
      </p:sp>
      <p:sp>
        <p:nvSpPr>
          <p:cNvPr id="123908" name="Line 5">
            <a:extLst>
              <a:ext uri="{FF2B5EF4-FFF2-40B4-BE49-F238E27FC236}">
                <a16:creationId xmlns:a16="http://schemas.microsoft.com/office/drawing/2014/main" id="{D9005C85-B938-684C-49FC-F654D15B72BE}"/>
              </a:ext>
            </a:extLst>
          </p:cNvPr>
          <p:cNvSpPr>
            <a:spLocks noChangeShapeType="1"/>
          </p:cNvSpPr>
          <p:nvPr/>
        </p:nvSpPr>
        <p:spPr bwMode="auto">
          <a:xfrm>
            <a:off x="850900" y="2317750"/>
            <a:ext cx="0" cy="323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09" name="Line 6">
            <a:extLst>
              <a:ext uri="{FF2B5EF4-FFF2-40B4-BE49-F238E27FC236}">
                <a16:creationId xmlns:a16="http://schemas.microsoft.com/office/drawing/2014/main" id="{672A34CC-71F1-E74C-0BFE-2D3DEF2E4466}"/>
              </a:ext>
            </a:extLst>
          </p:cNvPr>
          <p:cNvSpPr>
            <a:spLocks noChangeShapeType="1"/>
          </p:cNvSpPr>
          <p:nvPr/>
        </p:nvSpPr>
        <p:spPr bwMode="auto">
          <a:xfrm>
            <a:off x="1504950" y="1892300"/>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10" name="Rectangle 7">
            <a:extLst>
              <a:ext uri="{FF2B5EF4-FFF2-40B4-BE49-F238E27FC236}">
                <a16:creationId xmlns:a16="http://schemas.microsoft.com/office/drawing/2014/main" id="{FBA693C9-0FFC-1762-5B1B-FDACAFC7E74D}"/>
              </a:ext>
            </a:extLst>
          </p:cNvPr>
          <p:cNvSpPr>
            <a:spLocks noChangeArrowheads="1"/>
          </p:cNvSpPr>
          <p:nvPr/>
        </p:nvSpPr>
        <p:spPr bwMode="auto">
          <a:xfrm>
            <a:off x="1268413" y="1501775"/>
            <a:ext cx="21240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b="0" i="1">
                <a:latin typeface="Arial" panose="020B0604020202020204" pitchFamily="34" charset="0"/>
                <a:ea typeface="宋体" panose="02010600030101010101" pitchFamily="2" charset="-122"/>
              </a:rPr>
              <a:t>Time (clock cycles)</a:t>
            </a:r>
          </a:p>
        </p:txBody>
      </p:sp>
      <p:sp>
        <p:nvSpPr>
          <p:cNvPr id="123911" name="Rectangle 8">
            <a:extLst>
              <a:ext uri="{FF2B5EF4-FFF2-40B4-BE49-F238E27FC236}">
                <a16:creationId xmlns:a16="http://schemas.microsoft.com/office/drawing/2014/main" id="{DA87B464-20D8-C0BE-002C-D4560D6A332A}"/>
              </a:ext>
            </a:extLst>
          </p:cNvPr>
          <p:cNvSpPr>
            <a:spLocks noChangeArrowheads="1"/>
          </p:cNvSpPr>
          <p:nvPr/>
        </p:nvSpPr>
        <p:spPr bwMode="auto">
          <a:xfrm>
            <a:off x="887413" y="213677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add </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,r2,r3</a:t>
            </a:r>
          </a:p>
        </p:txBody>
      </p:sp>
      <p:sp>
        <p:nvSpPr>
          <p:cNvPr id="123912" name="Rectangle 9">
            <a:extLst>
              <a:ext uri="{FF2B5EF4-FFF2-40B4-BE49-F238E27FC236}">
                <a16:creationId xmlns:a16="http://schemas.microsoft.com/office/drawing/2014/main" id="{1EB73301-5985-421C-A871-4D45BA058DF7}"/>
              </a:ext>
            </a:extLst>
          </p:cNvPr>
          <p:cNvSpPr>
            <a:spLocks noChangeArrowheads="1"/>
          </p:cNvSpPr>
          <p:nvPr/>
        </p:nvSpPr>
        <p:spPr bwMode="auto">
          <a:xfrm>
            <a:off x="877888" y="487997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sub r4,</a:t>
            </a:r>
            <a:r>
              <a:rPr lang="en-US" altLang="zh-CN" sz="2800" u="sng">
                <a:solidFill>
                  <a:schemeClr val="accent2"/>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,r3</a:t>
            </a:r>
          </a:p>
        </p:txBody>
      </p:sp>
      <p:sp>
        <p:nvSpPr>
          <p:cNvPr id="123913" name="Rectangle 10">
            <a:extLst>
              <a:ext uri="{FF2B5EF4-FFF2-40B4-BE49-F238E27FC236}">
                <a16:creationId xmlns:a16="http://schemas.microsoft.com/office/drawing/2014/main" id="{C3535D25-6456-9BFA-D391-DDE36689C410}"/>
              </a:ext>
            </a:extLst>
          </p:cNvPr>
          <p:cNvSpPr>
            <a:spLocks noChangeArrowheads="1"/>
          </p:cNvSpPr>
          <p:nvPr/>
        </p:nvSpPr>
        <p:spPr bwMode="auto">
          <a:xfrm>
            <a:off x="865188" y="568007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and r6,</a:t>
            </a:r>
            <a:r>
              <a:rPr lang="en-US" altLang="zh-CN" sz="2800" u="sng">
                <a:solidFill>
                  <a:schemeClr val="accent2"/>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,r7</a:t>
            </a:r>
          </a:p>
        </p:txBody>
      </p:sp>
      <p:sp>
        <p:nvSpPr>
          <p:cNvPr id="123914" name="Rectangle 11">
            <a:extLst>
              <a:ext uri="{FF2B5EF4-FFF2-40B4-BE49-F238E27FC236}">
                <a16:creationId xmlns:a16="http://schemas.microsoft.com/office/drawing/2014/main" id="{8F68A683-797D-321A-E703-CC44F216D27D}"/>
              </a:ext>
            </a:extLst>
          </p:cNvPr>
          <p:cNvSpPr>
            <a:spLocks noChangeArrowheads="1"/>
          </p:cNvSpPr>
          <p:nvPr/>
        </p:nvSpPr>
        <p:spPr bwMode="auto">
          <a:xfrm>
            <a:off x="3206750" y="1835150"/>
            <a:ext cx="44608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IF</a:t>
            </a:r>
          </a:p>
        </p:txBody>
      </p:sp>
      <p:sp>
        <p:nvSpPr>
          <p:cNvPr id="123915" name="Rectangle 12">
            <a:extLst>
              <a:ext uri="{FF2B5EF4-FFF2-40B4-BE49-F238E27FC236}">
                <a16:creationId xmlns:a16="http://schemas.microsoft.com/office/drawing/2014/main" id="{8CD2F847-325D-A3A7-F90A-A8266799C9EC}"/>
              </a:ext>
            </a:extLst>
          </p:cNvPr>
          <p:cNvSpPr>
            <a:spLocks noChangeArrowheads="1"/>
          </p:cNvSpPr>
          <p:nvPr/>
        </p:nvSpPr>
        <p:spPr bwMode="auto">
          <a:xfrm>
            <a:off x="3619500" y="1835150"/>
            <a:ext cx="8382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   ID</a:t>
            </a:r>
          </a:p>
        </p:txBody>
      </p:sp>
      <p:sp>
        <p:nvSpPr>
          <p:cNvPr id="123916" name="Rectangle 13">
            <a:extLst>
              <a:ext uri="{FF2B5EF4-FFF2-40B4-BE49-F238E27FC236}">
                <a16:creationId xmlns:a16="http://schemas.microsoft.com/office/drawing/2014/main" id="{08C5BD68-B818-2FC9-6D9B-301046ABC5BD}"/>
              </a:ext>
            </a:extLst>
          </p:cNvPr>
          <p:cNvSpPr>
            <a:spLocks noChangeArrowheads="1"/>
          </p:cNvSpPr>
          <p:nvPr/>
        </p:nvSpPr>
        <p:spPr bwMode="auto">
          <a:xfrm>
            <a:off x="4560888" y="1835150"/>
            <a:ext cx="625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EX</a:t>
            </a:r>
          </a:p>
        </p:txBody>
      </p:sp>
      <p:sp>
        <p:nvSpPr>
          <p:cNvPr id="123917" name="Rectangle 14">
            <a:extLst>
              <a:ext uri="{FF2B5EF4-FFF2-40B4-BE49-F238E27FC236}">
                <a16:creationId xmlns:a16="http://schemas.microsoft.com/office/drawing/2014/main" id="{62723F2B-5106-BB04-F082-8309ADE87191}"/>
              </a:ext>
            </a:extLst>
          </p:cNvPr>
          <p:cNvSpPr>
            <a:spLocks noChangeArrowheads="1"/>
          </p:cNvSpPr>
          <p:nvPr/>
        </p:nvSpPr>
        <p:spPr bwMode="auto">
          <a:xfrm>
            <a:off x="5040313" y="1835150"/>
            <a:ext cx="752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  M</a:t>
            </a:r>
          </a:p>
        </p:txBody>
      </p:sp>
      <p:sp>
        <p:nvSpPr>
          <p:cNvPr id="123918" name="Rectangle 15">
            <a:extLst>
              <a:ext uri="{FF2B5EF4-FFF2-40B4-BE49-F238E27FC236}">
                <a16:creationId xmlns:a16="http://schemas.microsoft.com/office/drawing/2014/main" id="{E27C79E2-93F4-AF1A-90E0-D01EC5B0DCE0}"/>
              </a:ext>
            </a:extLst>
          </p:cNvPr>
          <p:cNvSpPr>
            <a:spLocks noChangeArrowheads="1"/>
          </p:cNvSpPr>
          <p:nvPr/>
        </p:nvSpPr>
        <p:spPr bwMode="auto">
          <a:xfrm>
            <a:off x="5845175" y="1835150"/>
            <a:ext cx="5937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WB</a:t>
            </a:r>
          </a:p>
        </p:txBody>
      </p:sp>
      <p:sp>
        <p:nvSpPr>
          <p:cNvPr id="123919" name="Line 16">
            <a:extLst>
              <a:ext uri="{FF2B5EF4-FFF2-40B4-BE49-F238E27FC236}">
                <a16:creationId xmlns:a16="http://schemas.microsoft.com/office/drawing/2014/main" id="{50A74FA3-5B7A-FD01-3AA8-D538EB2D535C}"/>
              </a:ext>
            </a:extLst>
          </p:cNvPr>
          <p:cNvSpPr>
            <a:spLocks noChangeShapeType="1"/>
          </p:cNvSpPr>
          <p:nvPr/>
        </p:nvSpPr>
        <p:spPr bwMode="auto">
          <a:xfrm>
            <a:off x="36830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0" name="Line 17">
            <a:extLst>
              <a:ext uri="{FF2B5EF4-FFF2-40B4-BE49-F238E27FC236}">
                <a16:creationId xmlns:a16="http://schemas.microsoft.com/office/drawing/2014/main" id="{84377802-F630-1941-22C1-9D3B9A4D39A0}"/>
              </a:ext>
            </a:extLst>
          </p:cNvPr>
          <p:cNvSpPr>
            <a:spLocks noChangeShapeType="1"/>
          </p:cNvSpPr>
          <p:nvPr/>
        </p:nvSpPr>
        <p:spPr bwMode="auto">
          <a:xfrm>
            <a:off x="43688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1" name="Line 18">
            <a:extLst>
              <a:ext uri="{FF2B5EF4-FFF2-40B4-BE49-F238E27FC236}">
                <a16:creationId xmlns:a16="http://schemas.microsoft.com/office/drawing/2014/main" id="{5429A3B8-955B-3FC1-84C3-4DF8BA1AA4CE}"/>
              </a:ext>
            </a:extLst>
          </p:cNvPr>
          <p:cNvSpPr>
            <a:spLocks noChangeShapeType="1"/>
          </p:cNvSpPr>
          <p:nvPr/>
        </p:nvSpPr>
        <p:spPr bwMode="auto">
          <a:xfrm>
            <a:off x="50546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2" name="Line 19">
            <a:extLst>
              <a:ext uri="{FF2B5EF4-FFF2-40B4-BE49-F238E27FC236}">
                <a16:creationId xmlns:a16="http://schemas.microsoft.com/office/drawing/2014/main" id="{9D0BB6F5-06E8-B552-51CC-19135C273C76}"/>
              </a:ext>
            </a:extLst>
          </p:cNvPr>
          <p:cNvSpPr>
            <a:spLocks noChangeShapeType="1"/>
          </p:cNvSpPr>
          <p:nvPr/>
        </p:nvSpPr>
        <p:spPr bwMode="auto">
          <a:xfrm>
            <a:off x="57404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3" name="Line 20">
            <a:extLst>
              <a:ext uri="{FF2B5EF4-FFF2-40B4-BE49-F238E27FC236}">
                <a16:creationId xmlns:a16="http://schemas.microsoft.com/office/drawing/2014/main" id="{30F57244-E810-82E3-4674-90A94F6B0A85}"/>
              </a:ext>
            </a:extLst>
          </p:cNvPr>
          <p:cNvSpPr>
            <a:spLocks noChangeShapeType="1"/>
          </p:cNvSpPr>
          <p:nvPr/>
        </p:nvSpPr>
        <p:spPr bwMode="auto">
          <a:xfrm>
            <a:off x="64262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4" name="Line 21">
            <a:extLst>
              <a:ext uri="{FF2B5EF4-FFF2-40B4-BE49-F238E27FC236}">
                <a16:creationId xmlns:a16="http://schemas.microsoft.com/office/drawing/2014/main" id="{94338128-289E-079C-16A6-E1E3073F5D6D}"/>
              </a:ext>
            </a:extLst>
          </p:cNvPr>
          <p:cNvSpPr>
            <a:spLocks noChangeShapeType="1"/>
          </p:cNvSpPr>
          <p:nvPr/>
        </p:nvSpPr>
        <p:spPr bwMode="auto">
          <a:xfrm>
            <a:off x="71120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5" name="Line 22">
            <a:extLst>
              <a:ext uri="{FF2B5EF4-FFF2-40B4-BE49-F238E27FC236}">
                <a16:creationId xmlns:a16="http://schemas.microsoft.com/office/drawing/2014/main" id="{5242D08C-6A78-521E-B3B3-136BF9BB5044}"/>
              </a:ext>
            </a:extLst>
          </p:cNvPr>
          <p:cNvSpPr>
            <a:spLocks noChangeShapeType="1"/>
          </p:cNvSpPr>
          <p:nvPr/>
        </p:nvSpPr>
        <p:spPr bwMode="auto">
          <a:xfrm>
            <a:off x="77978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6" name="Line 23">
            <a:extLst>
              <a:ext uri="{FF2B5EF4-FFF2-40B4-BE49-F238E27FC236}">
                <a16:creationId xmlns:a16="http://schemas.microsoft.com/office/drawing/2014/main" id="{17431546-5003-D1E7-E407-97267549D23C}"/>
              </a:ext>
            </a:extLst>
          </p:cNvPr>
          <p:cNvSpPr>
            <a:spLocks noChangeShapeType="1"/>
          </p:cNvSpPr>
          <p:nvPr/>
        </p:nvSpPr>
        <p:spPr bwMode="auto">
          <a:xfrm>
            <a:off x="84836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7" name="Freeform 24">
            <a:extLst>
              <a:ext uri="{FF2B5EF4-FFF2-40B4-BE49-F238E27FC236}">
                <a16:creationId xmlns:a16="http://schemas.microsoft.com/office/drawing/2014/main" id="{D6231FE6-77BA-565C-BFC5-53BC54A3CDC9}"/>
              </a:ext>
            </a:extLst>
          </p:cNvPr>
          <p:cNvSpPr>
            <a:spLocks noChangeArrowheads="1"/>
          </p:cNvSpPr>
          <p:nvPr/>
        </p:nvSpPr>
        <p:spPr bwMode="auto">
          <a:xfrm>
            <a:off x="5149850" y="214153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28" name="Freeform 25">
            <a:extLst>
              <a:ext uri="{FF2B5EF4-FFF2-40B4-BE49-F238E27FC236}">
                <a16:creationId xmlns:a16="http://schemas.microsoft.com/office/drawing/2014/main" id="{8AD138DD-17C1-7608-0D83-7BD3858A8536}"/>
              </a:ext>
            </a:extLst>
          </p:cNvPr>
          <p:cNvSpPr>
            <a:spLocks noChangeArrowheads="1"/>
          </p:cNvSpPr>
          <p:nvPr/>
        </p:nvSpPr>
        <p:spPr bwMode="auto">
          <a:xfrm>
            <a:off x="5405438" y="214153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29" name="Freeform 26">
            <a:extLst>
              <a:ext uri="{FF2B5EF4-FFF2-40B4-BE49-F238E27FC236}">
                <a16:creationId xmlns:a16="http://schemas.microsoft.com/office/drawing/2014/main" id="{5C9D7263-45E9-9B50-3D61-36D5FB241BE7}"/>
              </a:ext>
            </a:extLst>
          </p:cNvPr>
          <p:cNvSpPr>
            <a:spLocks noChangeArrowheads="1"/>
          </p:cNvSpPr>
          <p:nvPr/>
        </p:nvSpPr>
        <p:spPr bwMode="auto">
          <a:xfrm>
            <a:off x="4541838" y="1989138"/>
            <a:ext cx="338137"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30" name="Rectangle 27">
            <a:extLst>
              <a:ext uri="{FF2B5EF4-FFF2-40B4-BE49-F238E27FC236}">
                <a16:creationId xmlns:a16="http://schemas.microsoft.com/office/drawing/2014/main" id="{C0688140-6450-B0BE-0EA2-F668C34A2F80}"/>
              </a:ext>
            </a:extLst>
          </p:cNvPr>
          <p:cNvSpPr>
            <a:spLocks noChangeArrowheads="1"/>
          </p:cNvSpPr>
          <p:nvPr/>
        </p:nvSpPr>
        <p:spPr bwMode="auto">
          <a:xfrm rot="5400000">
            <a:off x="4389438" y="2182813"/>
            <a:ext cx="6064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sp>
        <p:nvSpPr>
          <p:cNvPr id="123931" name="Rectangle 28">
            <a:extLst>
              <a:ext uri="{FF2B5EF4-FFF2-40B4-BE49-F238E27FC236}">
                <a16:creationId xmlns:a16="http://schemas.microsoft.com/office/drawing/2014/main" id="{1E2934CA-77D0-788E-56F8-A3DB1130B7FE}"/>
              </a:ext>
            </a:extLst>
          </p:cNvPr>
          <p:cNvSpPr>
            <a:spLocks noChangeArrowheads="1"/>
          </p:cNvSpPr>
          <p:nvPr/>
        </p:nvSpPr>
        <p:spPr bwMode="auto">
          <a:xfrm>
            <a:off x="3133725" y="2201863"/>
            <a:ext cx="4302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3932" name="Group 29">
            <a:extLst>
              <a:ext uri="{FF2B5EF4-FFF2-40B4-BE49-F238E27FC236}">
                <a16:creationId xmlns:a16="http://schemas.microsoft.com/office/drawing/2014/main" id="{B3B59B7F-E2EC-66A5-360F-2CF3624CFE18}"/>
              </a:ext>
            </a:extLst>
          </p:cNvPr>
          <p:cNvGrpSpPr>
            <a:grpSpLocks/>
          </p:cNvGrpSpPr>
          <p:nvPr/>
        </p:nvGrpSpPr>
        <p:grpSpPr bwMode="auto">
          <a:xfrm>
            <a:off x="3071813" y="2141538"/>
            <a:ext cx="539750" cy="458787"/>
            <a:chOff x="1935" y="1349"/>
            <a:chExt cx="340" cy="289"/>
          </a:xfrm>
        </p:grpSpPr>
        <p:sp>
          <p:nvSpPr>
            <p:cNvPr id="123933" name="Freeform 30">
              <a:extLst>
                <a:ext uri="{FF2B5EF4-FFF2-40B4-BE49-F238E27FC236}">
                  <a16:creationId xmlns:a16="http://schemas.microsoft.com/office/drawing/2014/main" id="{F40FE46E-22C3-2A19-3B1A-AC2461487014}"/>
                </a:ext>
              </a:extLst>
            </p:cNvPr>
            <p:cNvSpPr>
              <a:spLocks noChangeArrowheads="1"/>
            </p:cNvSpPr>
            <p:nvPr/>
          </p:nvSpPr>
          <p:spPr bwMode="auto">
            <a:xfrm>
              <a:off x="1935" y="1349"/>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34" name="Freeform 31">
              <a:extLst>
                <a:ext uri="{FF2B5EF4-FFF2-40B4-BE49-F238E27FC236}">
                  <a16:creationId xmlns:a16="http://schemas.microsoft.com/office/drawing/2014/main" id="{5AA22BD4-0B1C-2DE0-2F45-0F4244DD915D}"/>
                </a:ext>
              </a:extLst>
            </p:cNvPr>
            <p:cNvSpPr>
              <a:spLocks noChangeArrowheads="1"/>
            </p:cNvSpPr>
            <p:nvPr/>
          </p:nvSpPr>
          <p:spPr bwMode="auto">
            <a:xfrm>
              <a:off x="2104" y="1349"/>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3935" name="Rectangle 32">
            <a:extLst>
              <a:ext uri="{FF2B5EF4-FFF2-40B4-BE49-F238E27FC236}">
                <a16:creationId xmlns:a16="http://schemas.microsoft.com/office/drawing/2014/main" id="{F57847EC-445D-1AF5-9E24-D57B60E67208}"/>
              </a:ext>
            </a:extLst>
          </p:cNvPr>
          <p:cNvSpPr>
            <a:spLocks noChangeArrowheads="1"/>
          </p:cNvSpPr>
          <p:nvPr/>
        </p:nvSpPr>
        <p:spPr bwMode="auto">
          <a:xfrm>
            <a:off x="3778250" y="21590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3936" name="Freeform 33">
            <a:extLst>
              <a:ext uri="{FF2B5EF4-FFF2-40B4-BE49-F238E27FC236}">
                <a16:creationId xmlns:a16="http://schemas.microsoft.com/office/drawing/2014/main" id="{941606A0-EAFF-FF4F-7F72-0BE082824A08}"/>
              </a:ext>
            </a:extLst>
          </p:cNvPr>
          <p:cNvSpPr>
            <a:spLocks noChangeArrowheads="1"/>
          </p:cNvSpPr>
          <p:nvPr/>
        </p:nvSpPr>
        <p:spPr bwMode="auto">
          <a:xfrm>
            <a:off x="3802063" y="2141538"/>
            <a:ext cx="236537"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37" name="Freeform 34">
            <a:extLst>
              <a:ext uri="{FF2B5EF4-FFF2-40B4-BE49-F238E27FC236}">
                <a16:creationId xmlns:a16="http://schemas.microsoft.com/office/drawing/2014/main" id="{A1AF47EA-F394-DB08-5332-207B61FB0844}"/>
              </a:ext>
            </a:extLst>
          </p:cNvPr>
          <p:cNvSpPr>
            <a:spLocks noChangeArrowheads="1"/>
          </p:cNvSpPr>
          <p:nvPr/>
        </p:nvSpPr>
        <p:spPr bwMode="auto">
          <a:xfrm>
            <a:off x="4037013" y="21415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38" name="Line 35">
            <a:extLst>
              <a:ext uri="{FF2B5EF4-FFF2-40B4-BE49-F238E27FC236}">
                <a16:creationId xmlns:a16="http://schemas.microsoft.com/office/drawing/2014/main" id="{A293E536-3534-B2A1-174B-8386D548B28B}"/>
              </a:ext>
            </a:extLst>
          </p:cNvPr>
          <p:cNvSpPr>
            <a:spLocks noChangeShapeType="1"/>
          </p:cNvSpPr>
          <p:nvPr/>
        </p:nvSpPr>
        <p:spPr bwMode="auto">
          <a:xfrm>
            <a:off x="3613150" y="23701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39" name="Freeform 36">
            <a:extLst>
              <a:ext uri="{FF2B5EF4-FFF2-40B4-BE49-F238E27FC236}">
                <a16:creationId xmlns:a16="http://schemas.microsoft.com/office/drawing/2014/main" id="{11222033-DD5B-62F2-553C-9DAFA5806998}"/>
              </a:ext>
            </a:extLst>
          </p:cNvPr>
          <p:cNvSpPr>
            <a:spLocks noChangeArrowheads="1"/>
          </p:cNvSpPr>
          <p:nvPr/>
        </p:nvSpPr>
        <p:spPr bwMode="auto">
          <a:xfrm>
            <a:off x="3717925" y="22177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40" name="Line 37">
            <a:extLst>
              <a:ext uri="{FF2B5EF4-FFF2-40B4-BE49-F238E27FC236}">
                <a16:creationId xmlns:a16="http://schemas.microsoft.com/office/drawing/2014/main" id="{CD955817-0CCD-72CD-13D6-4CEF382F29AD}"/>
              </a:ext>
            </a:extLst>
          </p:cNvPr>
          <p:cNvSpPr>
            <a:spLocks noChangeShapeType="1"/>
          </p:cNvSpPr>
          <p:nvPr/>
        </p:nvSpPr>
        <p:spPr bwMode="auto">
          <a:xfrm>
            <a:off x="4273550" y="22177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41" name="Rectangle 38">
            <a:extLst>
              <a:ext uri="{FF2B5EF4-FFF2-40B4-BE49-F238E27FC236}">
                <a16:creationId xmlns:a16="http://schemas.microsoft.com/office/drawing/2014/main" id="{19C584D1-71D3-72FE-F591-F006DDB3B669}"/>
              </a:ext>
            </a:extLst>
          </p:cNvPr>
          <p:cNvSpPr>
            <a:spLocks noChangeArrowheads="1"/>
          </p:cNvSpPr>
          <p:nvPr/>
        </p:nvSpPr>
        <p:spPr bwMode="auto">
          <a:xfrm>
            <a:off x="5126038" y="2217738"/>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sp>
        <p:nvSpPr>
          <p:cNvPr id="123942" name="Rectangle 39">
            <a:extLst>
              <a:ext uri="{FF2B5EF4-FFF2-40B4-BE49-F238E27FC236}">
                <a16:creationId xmlns:a16="http://schemas.microsoft.com/office/drawing/2014/main" id="{CFCCB8C1-A7E6-D468-620A-E5E2419C6EA8}"/>
              </a:ext>
            </a:extLst>
          </p:cNvPr>
          <p:cNvSpPr>
            <a:spLocks noChangeArrowheads="1"/>
          </p:cNvSpPr>
          <p:nvPr/>
        </p:nvSpPr>
        <p:spPr bwMode="auto">
          <a:xfrm>
            <a:off x="5856288" y="21510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3943" name="Freeform 40">
            <a:extLst>
              <a:ext uri="{FF2B5EF4-FFF2-40B4-BE49-F238E27FC236}">
                <a16:creationId xmlns:a16="http://schemas.microsoft.com/office/drawing/2014/main" id="{E418C014-AEA5-6500-CDBC-44E46FA32BC7}"/>
              </a:ext>
            </a:extLst>
          </p:cNvPr>
          <p:cNvSpPr>
            <a:spLocks noChangeArrowheads="1"/>
          </p:cNvSpPr>
          <p:nvPr/>
        </p:nvSpPr>
        <p:spPr bwMode="auto">
          <a:xfrm>
            <a:off x="6116638" y="2141538"/>
            <a:ext cx="227012"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44" name="Line 41">
            <a:extLst>
              <a:ext uri="{FF2B5EF4-FFF2-40B4-BE49-F238E27FC236}">
                <a16:creationId xmlns:a16="http://schemas.microsoft.com/office/drawing/2014/main" id="{32CB5D2B-F80A-B30D-CC18-B63E4531ACFF}"/>
              </a:ext>
            </a:extLst>
          </p:cNvPr>
          <p:cNvSpPr>
            <a:spLocks noChangeShapeType="1"/>
          </p:cNvSpPr>
          <p:nvPr/>
        </p:nvSpPr>
        <p:spPr bwMode="auto">
          <a:xfrm>
            <a:off x="5653088" y="23701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45" name="Line 42">
            <a:extLst>
              <a:ext uri="{FF2B5EF4-FFF2-40B4-BE49-F238E27FC236}">
                <a16:creationId xmlns:a16="http://schemas.microsoft.com/office/drawing/2014/main" id="{94ACDAA9-3091-A950-54F7-1EFE6F669DE0}"/>
              </a:ext>
            </a:extLst>
          </p:cNvPr>
          <p:cNvSpPr>
            <a:spLocks noChangeShapeType="1"/>
          </p:cNvSpPr>
          <p:nvPr/>
        </p:nvSpPr>
        <p:spPr bwMode="auto">
          <a:xfrm>
            <a:off x="4884738" y="23701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46" name="Freeform 43">
            <a:extLst>
              <a:ext uri="{FF2B5EF4-FFF2-40B4-BE49-F238E27FC236}">
                <a16:creationId xmlns:a16="http://schemas.microsoft.com/office/drawing/2014/main" id="{86F03D0E-EF96-707B-26BA-E4EF7212AF26}"/>
              </a:ext>
            </a:extLst>
          </p:cNvPr>
          <p:cNvSpPr>
            <a:spLocks noChangeArrowheads="1"/>
          </p:cNvSpPr>
          <p:nvPr/>
        </p:nvSpPr>
        <p:spPr bwMode="auto">
          <a:xfrm>
            <a:off x="5083175" y="23701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47" name="Line 44">
            <a:extLst>
              <a:ext uri="{FF2B5EF4-FFF2-40B4-BE49-F238E27FC236}">
                <a16:creationId xmlns:a16="http://schemas.microsoft.com/office/drawing/2014/main" id="{1A36E801-A6CF-1C98-650A-1D4052D7DD4F}"/>
              </a:ext>
            </a:extLst>
          </p:cNvPr>
          <p:cNvSpPr>
            <a:spLocks noChangeShapeType="1"/>
          </p:cNvSpPr>
          <p:nvPr/>
        </p:nvSpPr>
        <p:spPr bwMode="auto">
          <a:xfrm>
            <a:off x="4273550" y="25225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48" name="Freeform 45">
            <a:extLst>
              <a:ext uri="{FF2B5EF4-FFF2-40B4-BE49-F238E27FC236}">
                <a16:creationId xmlns:a16="http://schemas.microsoft.com/office/drawing/2014/main" id="{FAE075D2-1E0F-77C6-BD49-2C0EDB12BED8}"/>
              </a:ext>
            </a:extLst>
          </p:cNvPr>
          <p:cNvSpPr>
            <a:spLocks noChangeArrowheads="1"/>
          </p:cNvSpPr>
          <p:nvPr/>
        </p:nvSpPr>
        <p:spPr bwMode="auto">
          <a:xfrm>
            <a:off x="4452938" y="23622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23949" name="Group 46">
            <a:extLst>
              <a:ext uri="{FF2B5EF4-FFF2-40B4-BE49-F238E27FC236}">
                <a16:creationId xmlns:a16="http://schemas.microsoft.com/office/drawing/2014/main" id="{908EB68B-E4CB-AED4-E8C2-FE0CACF256F4}"/>
              </a:ext>
            </a:extLst>
          </p:cNvPr>
          <p:cNvGrpSpPr>
            <a:grpSpLocks/>
          </p:cNvGrpSpPr>
          <p:nvPr/>
        </p:nvGrpSpPr>
        <p:grpSpPr bwMode="auto">
          <a:xfrm>
            <a:off x="7239000" y="4833938"/>
            <a:ext cx="352425" cy="763587"/>
            <a:chOff x="4560" y="3045"/>
            <a:chExt cx="222" cy="481"/>
          </a:xfrm>
        </p:grpSpPr>
        <p:sp>
          <p:nvSpPr>
            <p:cNvPr id="123950" name="Freeform 47">
              <a:extLst>
                <a:ext uri="{FF2B5EF4-FFF2-40B4-BE49-F238E27FC236}">
                  <a16:creationId xmlns:a16="http://schemas.microsoft.com/office/drawing/2014/main" id="{C0FD5BB3-7ABA-633C-A2D9-D79958EE8FFE}"/>
                </a:ext>
              </a:extLst>
            </p:cNvPr>
            <p:cNvSpPr>
              <a:spLocks noChangeArrowheads="1"/>
            </p:cNvSpPr>
            <p:nvPr/>
          </p:nvSpPr>
          <p:spPr bwMode="auto">
            <a:xfrm>
              <a:off x="4569" y="3045"/>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51" name="Rectangle 48">
              <a:extLst>
                <a:ext uri="{FF2B5EF4-FFF2-40B4-BE49-F238E27FC236}">
                  <a16:creationId xmlns:a16="http://schemas.microsoft.com/office/drawing/2014/main" id="{0876F85F-0E46-36FD-9102-4F30E0BACDC9}"/>
                </a:ext>
              </a:extLst>
            </p:cNvPr>
            <p:cNvSpPr>
              <a:spLocks noChangeArrowheads="1"/>
            </p:cNvSpPr>
            <p:nvPr/>
          </p:nvSpPr>
          <p:spPr bwMode="auto">
            <a:xfrm rot="5400000">
              <a:off x="4467" y="3162"/>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3952" name="Group 49">
            <a:extLst>
              <a:ext uri="{FF2B5EF4-FFF2-40B4-BE49-F238E27FC236}">
                <a16:creationId xmlns:a16="http://schemas.microsoft.com/office/drawing/2014/main" id="{0298DC4C-347E-787D-507A-275E5C5C3AE3}"/>
              </a:ext>
            </a:extLst>
          </p:cNvPr>
          <p:cNvGrpSpPr>
            <a:grpSpLocks/>
          </p:cNvGrpSpPr>
          <p:nvPr/>
        </p:nvGrpSpPr>
        <p:grpSpPr bwMode="auto">
          <a:xfrm>
            <a:off x="5759450" y="4986338"/>
            <a:ext cx="563563" cy="458787"/>
            <a:chOff x="3628" y="3141"/>
            <a:chExt cx="355" cy="289"/>
          </a:xfrm>
        </p:grpSpPr>
        <p:sp>
          <p:nvSpPr>
            <p:cNvPr id="123953" name="Rectangle 50">
              <a:extLst>
                <a:ext uri="{FF2B5EF4-FFF2-40B4-BE49-F238E27FC236}">
                  <a16:creationId xmlns:a16="http://schemas.microsoft.com/office/drawing/2014/main" id="{9F1772D1-E795-1744-D083-F52D8CA711D2}"/>
                </a:ext>
              </a:extLst>
            </p:cNvPr>
            <p:cNvSpPr>
              <a:spLocks noChangeArrowheads="1"/>
            </p:cNvSpPr>
            <p:nvPr/>
          </p:nvSpPr>
          <p:spPr bwMode="auto">
            <a:xfrm>
              <a:off x="3628" y="3147"/>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3954" name="Group 51">
              <a:extLst>
                <a:ext uri="{FF2B5EF4-FFF2-40B4-BE49-F238E27FC236}">
                  <a16:creationId xmlns:a16="http://schemas.microsoft.com/office/drawing/2014/main" id="{BE584460-9D1A-B43B-07D5-F07E89873D1D}"/>
                </a:ext>
              </a:extLst>
            </p:cNvPr>
            <p:cNvGrpSpPr>
              <a:grpSpLocks/>
            </p:cNvGrpSpPr>
            <p:nvPr/>
          </p:nvGrpSpPr>
          <p:grpSpPr bwMode="auto">
            <a:xfrm>
              <a:off x="3643" y="3141"/>
              <a:ext cx="340" cy="289"/>
              <a:chOff x="3643" y="3141"/>
              <a:chExt cx="340" cy="289"/>
            </a:xfrm>
          </p:grpSpPr>
          <p:sp>
            <p:nvSpPr>
              <p:cNvPr id="123955" name="Freeform 52">
                <a:extLst>
                  <a:ext uri="{FF2B5EF4-FFF2-40B4-BE49-F238E27FC236}">
                    <a16:creationId xmlns:a16="http://schemas.microsoft.com/office/drawing/2014/main" id="{683D1D35-7831-6418-A578-D563A9725DB5}"/>
                  </a:ext>
                </a:extLst>
              </p:cNvPr>
              <p:cNvSpPr>
                <a:spLocks noChangeArrowheads="1"/>
              </p:cNvSpPr>
              <p:nvPr/>
            </p:nvSpPr>
            <p:spPr bwMode="auto">
              <a:xfrm>
                <a:off x="3643" y="3141"/>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56" name="Freeform 53">
                <a:extLst>
                  <a:ext uri="{FF2B5EF4-FFF2-40B4-BE49-F238E27FC236}">
                    <a16:creationId xmlns:a16="http://schemas.microsoft.com/office/drawing/2014/main" id="{BBB2B30D-C6C5-5865-6398-C3A6CE85353F}"/>
                  </a:ext>
                </a:extLst>
              </p:cNvPr>
              <p:cNvSpPr>
                <a:spLocks noChangeArrowheads="1"/>
              </p:cNvSpPr>
              <p:nvPr/>
            </p:nvSpPr>
            <p:spPr bwMode="auto">
              <a:xfrm>
                <a:off x="3812" y="3141"/>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3957" name="Rectangle 54">
            <a:extLst>
              <a:ext uri="{FF2B5EF4-FFF2-40B4-BE49-F238E27FC236}">
                <a16:creationId xmlns:a16="http://schemas.microsoft.com/office/drawing/2014/main" id="{987053B5-1B8A-85E4-BD0A-B92EE2993EA0}"/>
              </a:ext>
            </a:extLst>
          </p:cNvPr>
          <p:cNvSpPr>
            <a:spLocks noChangeArrowheads="1"/>
          </p:cNvSpPr>
          <p:nvPr/>
        </p:nvSpPr>
        <p:spPr bwMode="auto">
          <a:xfrm>
            <a:off x="6489700" y="50038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3958" name="Group 55">
            <a:extLst>
              <a:ext uri="{FF2B5EF4-FFF2-40B4-BE49-F238E27FC236}">
                <a16:creationId xmlns:a16="http://schemas.microsoft.com/office/drawing/2014/main" id="{4E16F86F-6C7F-D247-B67F-1F7708BDF60A}"/>
              </a:ext>
            </a:extLst>
          </p:cNvPr>
          <p:cNvGrpSpPr>
            <a:grpSpLocks/>
          </p:cNvGrpSpPr>
          <p:nvPr/>
        </p:nvGrpSpPr>
        <p:grpSpPr bwMode="auto">
          <a:xfrm>
            <a:off x="6513513" y="4986338"/>
            <a:ext cx="469900" cy="458787"/>
            <a:chOff x="4103" y="3141"/>
            <a:chExt cx="296" cy="289"/>
          </a:xfrm>
        </p:grpSpPr>
        <p:sp>
          <p:nvSpPr>
            <p:cNvPr id="123959" name="Freeform 56">
              <a:extLst>
                <a:ext uri="{FF2B5EF4-FFF2-40B4-BE49-F238E27FC236}">
                  <a16:creationId xmlns:a16="http://schemas.microsoft.com/office/drawing/2014/main" id="{53117847-D12F-E54C-B998-0A7A91E50459}"/>
                </a:ext>
              </a:extLst>
            </p:cNvPr>
            <p:cNvSpPr>
              <a:spLocks noChangeArrowheads="1"/>
            </p:cNvSpPr>
            <p:nvPr/>
          </p:nvSpPr>
          <p:spPr bwMode="auto">
            <a:xfrm>
              <a:off x="4103" y="3141"/>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60" name="Freeform 57">
              <a:extLst>
                <a:ext uri="{FF2B5EF4-FFF2-40B4-BE49-F238E27FC236}">
                  <a16:creationId xmlns:a16="http://schemas.microsoft.com/office/drawing/2014/main" id="{A4D656C7-98F9-3E73-86C5-D79DDC9B0BB3}"/>
                </a:ext>
              </a:extLst>
            </p:cNvPr>
            <p:cNvSpPr>
              <a:spLocks noChangeArrowheads="1"/>
            </p:cNvSpPr>
            <p:nvPr/>
          </p:nvSpPr>
          <p:spPr bwMode="auto">
            <a:xfrm>
              <a:off x="4251" y="3141"/>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3961" name="Line 58">
            <a:extLst>
              <a:ext uri="{FF2B5EF4-FFF2-40B4-BE49-F238E27FC236}">
                <a16:creationId xmlns:a16="http://schemas.microsoft.com/office/drawing/2014/main" id="{503604A2-3CC6-4034-8C71-5DE13EE7FAF8}"/>
              </a:ext>
            </a:extLst>
          </p:cNvPr>
          <p:cNvSpPr>
            <a:spLocks noChangeShapeType="1"/>
          </p:cNvSpPr>
          <p:nvPr/>
        </p:nvSpPr>
        <p:spPr bwMode="auto">
          <a:xfrm>
            <a:off x="6324600" y="52149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62" name="Freeform 59">
            <a:extLst>
              <a:ext uri="{FF2B5EF4-FFF2-40B4-BE49-F238E27FC236}">
                <a16:creationId xmlns:a16="http://schemas.microsoft.com/office/drawing/2014/main" id="{D81E7059-AE6A-6988-1B17-8920E8CFBDFA}"/>
              </a:ext>
            </a:extLst>
          </p:cNvPr>
          <p:cNvSpPr>
            <a:spLocks noChangeArrowheads="1"/>
          </p:cNvSpPr>
          <p:nvPr/>
        </p:nvSpPr>
        <p:spPr bwMode="auto">
          <a:xfrm>
            <a:off x="6429375" y="50625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63" name="Line 60">
            <a:extLst>
              <a:ext uri="{FF2B5EF4-FFF2-40B4-BE49-F238E27FC236}">
                <a16:creationId xmlns:a16="http://schemas.microsoft.com/office/drawing/2014/main" id="{CD562108-CC01-D412-CE79-F86326E86B6B}"/>
              </a:ext>
            </a:extLst>
          </p:cNvPr>
          <p:cNvSpPr>
            <a:spLocks noChangeShapeType="1"/>
          </p:cNvSpPr>
          <p:nvPr/>
        </p:nvSpPr>
        <p:spPr bwMode="auto">
          <a:xfrm>
            <a:off x="6985000" y="50625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64" name="Rectangle 61">
            <a:extLst>
              <a:ext uri="{FF2B5EF4-FFF2-40B4-BE49-F238E27FC236}">
                <a16:creationId xmlns:a16="http://schemas.microsoft.com/office/drawing/2014/main" id="{0F40844A-AB6D-29E1-AEE1-B17C1CC40580}"/>
              </a:ext>
            </a:extLst>
          </p:cNvPr>
          <p:cNvSpPr>
            <a:spLocks noChangeArrowheads="1"/>
          </p:cNvSpPr>
          <p:nvPr/>
        </p:nvSpPr>
        <p:spPr bwMode="auto">
          <a:xfrm>
            <a:off x="7786688" y="499586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3965" name="Group 62">
            <a:extLst>
              <a:ext uri="{FF2B5EF4-FFF2-40B4-BE49-F238E27FC236}">
                <a16:creationId xmlns:a16="http://schemas.microsoft.com/office/drawing/2014/main" id="{8C56685D-30B1-3FB4-5215-285BBEF03FDE}"/>
              </a:ext>
            </a:extLst>
          </p:cNvPr>
          <p:cNvGrpSpPr>
            <a:grpSpLocks/>
          </p:cNvGrpSpPr>
          <p:nvPr/>
        </p:nvGrpSpPr>
        <p:grpSpPr bwMode="auto">
          <a:xfrm>
            <a:off x="7861300" y="4986338"/>
            <a:ext cx="515938" cy="458787"/>
            <a:chOff x="4952" y="3141"/>
            <a:chExt cx="325" cy="289"/>
          </a:xfrm>
        </p:grpSpPr>
        <p:sp>
          <p:nvSpPr>
            <p:cNvPr id="123966" name="Freeform 63">
              <a:extLst>
                <a:ext uri="{FF2B5EF4-FFF2-40B4-BE49-F238E27FC236}">
                  <a16:creationId xmlns:a16="http://schemas.microsoft.com/office/drawing/2014/main" id="{83CA3E4A-B6B5-0548-4AF2-0C0FD3BEEAB5}"/>
                </a:ext>
              </a:extLst>
            </p:cNvPr>
            <p:cNvSpPr>
              <a:spLocks noChangeArrowheads="1"/>
            </p:cNvSpPr>
            <p:nvPr/>
          </p:nvSpPr>
          <p:spPr bwMode="auto">
            <a:xfrm>
              <a:off x="4952" y="3141"/>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67" name="Freeform 64">
              <a:extLst>
                <a:ext uri="{FF2B5EF4-FFF2-40B4-BE49-F238E27FC236}">
                  <a16:creationId xmlns:a16="http://schemas.microsoft.com/office/drawing/2014/main" id="{FA2A58E3-5746-E319-B55A-D602DD7718A7}"/>
                </a:ext>
              </a:extLst>
            </p:cNvPr>
            <p:cNvSpPr>
              <a:spLocks noChangeArrowheads="1"/>
            </p:cNvSpPr>
            <p:nvPr/>
          </p:nvSpPr>
          <p:spPr bwMode="auto">
            <a:xfrm>
              <a:off x="5113" y="3141"/>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3968" name="Rectangle 65">
            <a:extLst>
              <a:ext uri="{FF2B5EF4-FFF2-40B4-BE49-F238E27FC236}">
                <a16:creationId xmlns:a16="http://schemas.microsoft.com/office/drawing/2014/main" id="{A916E972-61A1-2264-A68C-34ED8DA84D73}"/>
              </a:ext>
            </a:extLst>
          </p:cNvPr>
          <p:cNvSpPr>
            <a:spLocks noChangeArrowheads="1"/>
          </p:cNvSpPr>
          <p:nvPr/>
        </p:nvSpPr>
        <p:spPr bwMode="auto">
          <a:xfrm>
            <a:off x="8567738" y="49958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3969" name="Group 66">
            <a:extLst>
              <a:ext uri="{FF2B5EF4-FFF2-40B4-BE49-F238E27FC236}">
                <a16:creationId xmlns:a16="http://schemas.microsoft.com/office/drawing/2014/main" id="{83C5E1A2-9897-8C0B-23AA-F3B57FA03CB6}"/>
              </a:ext>
            </a:extLst>
          </p:cNvPr>
          <p:cNvGrpSpPr>
            <a:grpSpLocks/>
          </p:cNvGrpSpPr>
          <p:nvPr/>
        </p:nvGrpSpPr>
        <p:grpSpPr bwMode="auto">
          <a:xfrm>
            <a:off x="8604250" y="4986338"/>
            <a:ext cx="450850" cy="458787"/>
            <a:chOff x="5420" y="3141"/>
            <a:chExt cx="284" cy="289"/>
          </a:xfrm>
        </p:grpSpPr>
        <p:sp>
          <p:nvSpPr>
            <p:cNvPr id="123970" name="Freeform 67">
              <a:extLst>
                <a:ext uri="{FF2B5EF4-FFF2-40B4-BE49-F238E27FC236}">
                  <a16:creationId xmlns:a16="http://schemas.microsoft.com/office/drawing/2014/main" id="{05B3F7A8-461B-96C4-F01E-CB2057D3DDB6}"/>
                </a:ext>
              </a:extLst>
            </p:cNvPr>
            <p:cNvSpPr>
              <a:spLocks noChangeArrowheads="1"/>
            </p:cNvSpPr>
            <p:nvPr/>
          </p:nvSpPr>
          <p:spPr bwMode="auto">
            <a:xfrm>
              <a:off x="5420" y="3141"/>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71" name="Freeform 68">
              <a:extLst>
                <a:ext uri="{FF2B5EF4-FFF2-40B4-BE49-F238E27FC236}">
                  <a16:creationId xmlns:a16="http://schemas.microsoft.com/office/drawing/2014/main" id="{AF038393-9584-D25F-2556-0D410D3C63C9}"/>
                </a:ext>
              </a:extLst>
            </p:cNvPr>
            <p:cNvSpPr>
              <a:spLocks noChangeArrowheads="1"/>
            </p:cNvSpPr>
            <p:nvPr/>
          </p:nvSpPr>
          <p:spPr bwMode="auto">
            <a:xfrm>
              <a:off x="5561" y="3141"/>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3972" name="Line 69">
            <a:extLst>
              <a:ext uri="{FF2B5EF4-FFF2-40B4-BE49-F238E27FC236}">
                <a16:creationId xmlns:a16="http://schemas.microsoft.com/office/drawing/2014/main" id="{E66DCCB4-C8C9-70D5-BE05-BF14B41E66D0}"/>
              </a:ext>
            </a:extLst>
          </p:cNvPr>
          <p:cNvSpPr>
            <a:spLocks noChangeShapeType="1"/>
          </p:cNvSpPr>
          <p:nvPr/>
        </p:nvSpPr>
        <p:spPr bwMode="auto">
          <a:xfrm>
            <a:off x="8364538" y="52149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73" name="Line 70">
            <a:extLst>
              <a:ext uri="{FF2B5EF4-FFF2-40B4-BE49-F238E27FC236}">
                <a16:creationId xmlns:a16="http://schemas.microsoft.com/office/drawing/2014/main" id="{C64E3302-938A-D58C-6802-8B26A3EA85F1}"/>
              </a:ext>
            </a:extLst>
          </p:cNvPr>
          <p:cNvSpPr>
            <a:spLocks noChangeShapeType="1"/>
          </p:cNvSpPr>
          <p:nvPr/>
        </p:nvSpPr>
        <p:spPr bwMode="auto">
          <a:xfrm>
            <a:off x="7596188" y="52149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74" name="Freeform 71">
            <a:extLst>
              <a:ext uri="{FF2B5EF4-FFF2-40B4-BE49-F238E27FC236}">
                <a16:creationId xmlns:a16="http://schemas.microsoft.com/office/drawing/2014/main" id="{E0912C46-FC7A-0399-F3F5-AF866BCF742E}"/>
              </a:ext>
            </a:extLst>
          </p:cNvPr>
          <p:cNvSpPr>
            <a:spLocks noChangeArrowheads="1"/>
          </p:cNvSpPr>
          <p:nvPr/>
        </p:nvSpPr>
        <p:spPr bwMode="auto">
          <a:xfrm>
            <a:off x="7794625" y="52149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75" name="Line 72">
            <a:extLst>
              <a:ext uri="{FF2B5EF4-FFF2-40B4-BE49-F238E27FC236}">
                <a16:creationId xmlns:a16="http://schemas.microsoft.com/office/drawing/2014/main" id="{46DD74C8-C1AB-3895-5A51-675B724933DB}"/>
              </a:ext>
            </a:extLst>
          </p:cNvPr>
          <p:cNvSpPr>
            <a:spLocks noChangeShapeType="1"/>
          </p:cNvSpPr>
          <p:nvPr/>
        </p:nvSpPr>
        <p:spPr bwMode="auto">
          <a:xfrm>
            <a:off x="6985000" y="53673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76" name="Freeform 73">
            <a:extLst>
              <a:ext uri="{FF2B5EF4-FFF2-40B4-BE49-F238E27FC236}">
                <a16:creationId xmlns:a16="http://schemas.microsoft.com/office/drawing/2014/main" id="{840332E7-0795-13CC-BF09-B8FC8A2A0216}"/>
              </a:ext>
            </a:extLst>
          </p:cNvPr>
          <p:cNvSpPr>
            <a:spLocks noChangeArrowheads="1"/>
          </p:cNvSpPr>
          <p:nvPr/>
        </p:nvSpPr>
        <p:spPr bwMode="auto">
          <a:xfrm>
            <a:off x="7177088" y="52070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77" name="Line 74">
            <a:extLst>
              <a:ext uri="{FF2B5EF4-FFF2-40B4-BE49-F238E27FC236}">
                <a16:creationId xmlns:a16="http://schemas.microsoft.com/office/drawing/2014/main" id="{85107066-7B93-F9AA-DCE2-5FE157C7A972}"/>
              </a:ext>
            </a:extLst>
          </p:cNvPr>
          <p:cNvSpPr>
            <a:spLocks noChangeShapeType="1"/>
          </p:cNvSpPr>
          <p:nvPr/>
        </p:nvSpPr>
        <p:spPr bwMode="auto">
          <a:xfrm>
            <a:off x="6532563" y="2408238"/>
            <a:ext cx="177800" cy="2549525"/>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78" name="Oval 75">
            <a:extLst>
              <a:ext uri="{FF2B5EF4-FFF2-40B4-BE49-F238E27FC236}">
                <a16:creationId xmlns:a16="http://schemas.microsoft.com/office/drawing/2014/main" id="{14867088-0068-3A29-AFBF-34D3BDC71E25}"/>
              </a:ext>
            </a:extLst>
          </p:cNvPr>
          <p:cNvSpPr>
            <a:spLocks noChangeArrowheads="1"/>
          </p:cNvSpPr>
          <p:nvPr/>
        </p:nvSpPr>
        <p:spPr bwMode="auto">
          <a:xfrm>
            <a:off x="6440488" y="2335213"/>
            <a:ext cx="106362" cy="106362"/>
          </a:xfrm>
          <a:prstGeom prst="ellipse">
            <a:avLst/>
          </a:prstGeom>
          <a:solidFill>
            <a:schemeClr val="accent1"/>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23980" name="Rectangle 76">
            <a:extLst>
              <a:ext uri="{FF2B5EF4-FFF2-40B4-BE49-F238E27FC236}">
                <a16:creationId xmlns:a16="http://schemas.microsoft.com/office/drawing/2014/main" id="{49DB98C7-7A24-B176-817E-026C1DB51533}"/>
              </a:ext>
            </a:extLst>
          </p:cNvPr>
          <p:cNvSpPr>
            <a:spLocks noChangeArrowheads="1"/>
          </p:cNvSpPr>
          <p:nvPr/>
        </p:nvSpPr>
        <p:spPr bwMode="auto">
          <a:xfrm>
            <a:off x="85725" y="714375"/>
            <a:ext cx="890428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buFontTx/>
              <a:buChar char="•"/>
            </a:pPr>
            <a:r>
              <a:rPr lang="zh-CN" altLang="en-US" sz="2000">
                <a:solidFill>
                  <a:srgbClr val="CC0000"/>
                </a:solidFill>
                <a:latin typeface="Arial" panose="020B0604020202020204" pitchFamily="34" charset="0"/>
                <a:ea typeface="黑体" panose="02010609060101010101" pitchFamily="49" charset="-122"/>
              </a:rPr>
              <a:t> </a:t>
            </a:r>
            <a:r>
              <a:rPr lang="zh-CN" altLang="en-US" sz="2000">
                <a:solidFill>
                  <a:srgbClr val="CC0000"/>
                </a:solidFill>
                <a:latin typeface="微软雅黑" panose="020B0503020204020204" pitchFamily="34" charset="-122"/>
                <a:ea typeface="微软雅黑" panose="020B0503020204020204" pitchFamily="34" charset="-122"/>
              </a:rPr>
              <a:t>由编译器插入三条</a:t>
            </a:r>
            <a:r>
              <a:rPr lang="en-US" altLang="zh-CN" sz="2000">
                <a:solidFill>
                  <a:srgbClr val="CC0000"/>
                </a:solidFill>
                <a:latin typeface="微软雅黑" panose="020B0503020204020204" pitchFamily="34" charset="-122"/>
                <a:ea typeface="微软雅黑" panose="020B0503020204020204" pitchFamily="34" charset="-122"/>
              </a:rPr>
              <a:t>NOP</a:t>
            </a:r>
            <a:r>
              <a:rPr lang="zh-CN" altLang="en-US" sz="2000">
                <a:solidFill>
                  <a:srgbClr val="CC0000"/>
                </a:solidFill>
                <a:latin typeface="微软雅黑" panose="020B0503020204020204" pitchFamily="34" charset="-122"/>
                <a:ea typeface="微软雅黑" panose="020B0503020204020204" pitchFamily="34" charset="-122"/>
              </a:rPr>
              <a:t>指令，浪费三条指令的空间和时间，是最差的做法。</a:t>
            </a:r>
          </a:p>
          <a:p>
            <a:pPr eaLnBrk="0" hangingPunct="0"/>
            <a:r>
              <a:rPr lang="zh-CN" altLang="en-US" sz="2000">
                <a:solidFill>
                  <a:srgbClr val="CC0000"/>
                </a:solidFill>
                <a:latin typeface="微软雅黑" panose="020B0503020204020204" pitchFamily="34" charset="-122"/>
                <a:ea typeface="微软雅黑" panose="020B0503020204020204" pitchFamily="34" charset="-122"/>
              </a:rPr>
              <a:t>  好处：数据通路简单，即无需改数据通路。</a:t>
            </a:r>
          </a:p>
        </p:txBody>
      </p:sp>
      <p:sp>
        <p:nvSpPr>
          <p:cNvPr id="2" name="Rectangle 77">
            <a:extLst>
              <a:ext uri="{FF2B5EF4-FFF2-40B4-BE49-F238E27FC236}">
                <a16:creationId xmlns:a16="http://schemas.microsoft.com/office/drawing/2014/main" id="{C4BF33A6-CE13-EFC8-FBE3-9412F0D6F94B}"/>
              </a:ext>
            </a:extLst>
          </p:cNvPr>
          <p:cNvSpPr>
            <a:spLocks noChangeArrowheads="1"/>
          </p:cNvSpPr>
          <p:nvPr/>
        </p:nvSpPr>
        <p:spPr bwMode="auto">
          <a:xfrm>
            <a:off x="947738" y="2701925"/>
            <a:ext cx="833437"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solidFill>
                  <a:schemeClr val="accent1"/>
                </a:solidFill>
                <a:latin typeface="Arial" panose="020B0604020202020204" pitchFamily="34" charset="0"/>
                <a:ea typeface="宋体" panose="02010600030101010101" pitchFamily="2" charset="-122"/>
              </a:rPr>
              <a:t>nop</a:t>
            </a:r>
          </a:p>
        </p:txBody>
      </p:sp>
      <p:sp>
        <p:nvSpPr>
          <p:cNvPr id="123981" name="Rectangle 78">
            <a:extLst>
              <a:ext uri="{FF2B5EF4-FFF2-40B4-BE49-F238E27FC236}">
                <a16:creationId xmlns:a16="http://schemas.microsoft.com/office/drawing/2014/main" id="{E61AE846-1681-0158-649F-A6BF0579DDA6}"/>
              </a:ext>
            </a:extLst>
          </p:cNvPr>
          <p:cNvSpPr>
            <a:spLocks noChangeArrowheads="1"/>
          </p:cNvSpPr>
          <p:nvPr/>
        </p:nvSpPr>
        <p:spPr bwMode="auto">
          <a:xfrm>
            <a:off x="947738" y="3395663"/>
            <a:ext cx="833437"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solidFill>
                  <a:schemeClr val="accent1"/>
                </a:solidFill>
                <a:latin typeface="Arial" panose="020B0604020202020204" pitchFamily="34" charset="0"/>
                <a:ea typeface="宋体" panose="02010600030101010101" pitchFamily="2" charset="-122"/>
              </a:rPr>
              <a:t>nop</a:t>
            </a:r>
          </a:p>
        </p:txBody>
      </p:sp>
      <p:sp>
        <p:nvSpPr>
          <p:cNvPr id="123982" name="Rectangle 79">
            <a:extLst>
              <a:ext uri="{FF2B5EF4-FFF2-40B4-BE49-F238E27FC236}">
                <a16:creationId xmlns:a16="http://schemas.microsoft.com/office/drawing/2014/main" id="{93289D72-B3F9-85C9-0BAB-7FAA8AF7E1D1}"/>
              </a:ext>
            </a:extLst>
          </p:cNvPr>
          <p:cNvSpPr>
            <a:spLocks noChangeArrowheads="1"/>
          </p:cNvSpPr>
          <p:nvPr/>
        </p:nvSpPr>
        <p:spPr bwMode="auto">
          <a:xfrm>
            <a:off x="985838" y="4124325"/>
            <a:ext cx="833437"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solidFill>
                  <a:schemeClr val="accent1"/>
                </a:solidFill>
                <a:latin typeface="Arial" panose="020B0604020202020204" pitchFamily="34" charset="0"/>
                <a:ea typeface="宋体" panose="02010600030101010101" pitchFamily="2" charset="-122"/>
              </a:rPr>
              <a:t>nop</a:t>
            </a:r>
          </a:p>
        </p:txBody>
      </p:sp>
      <p:grpSp>
        <p:nvGrpSpPr>
          <p:cNvPr id="123983" name="Group 80">
            <a:extLst>
              <a:ext uri="{FF2B5EF4-FFF2-40B4-BE49-F238E27FC236}">
                <a16:creationId xmlns:a16="http://schemas.microsoft.com/office/drawing/2014/main" id="{D2EBF292-E422-7753-CBCB-AB31E89D1418}"/>
              </a:ext>
            </a:extLst>
          </p:cNvPr>
          <p:cNvGrpSpPr>
            <a:grpSpLocks/>
          </p:cNvGrpSpPr>
          <p:nvPr/>
        </p:nvGrpSpPr>
        <p:grpSpPr bwMode="auto">
          <a:xfrm>
            <a:off x="7918450" y="5562600"/>
            <a:ext cx="352425" cy="763588"/>
            <a:chOff x="4972" y="3504"/>
            <a:chExt cx="222" cy="481"/>
          </a:xfrm>
        </p:grpSpPr>
        <p:sp>
          <p:nvSpPr>
            <p:cNvPr id="123984" name="Freeform 81">
              <a:extLst>
                <a:ext uri="{FF2B5EF4-FFF2-40B4-BE49-F238E27FC236}">
                  <a16:creationId xmlns:a16="http://schemas.microsoft.com/office/drawing/2014/main" id="{22AFDF1D-BF66-C478-9BC9-D26B83BFBF4E}"/>
                </a:ext>
              </a:extLst>
            </p:cNvPr>
            <p:cNvSpPr>
              <a:spLocks noChangeArrowheads="1"/>
            </p:cNvSpPr>
            <p:nvPr/>
          </p:nvSpPr>
          <p:spPr bwMode="auto">
            <a:xfrm>
              <a:off x="4981" y="3504"/>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85" name="Rectangle 82">
              <a:extLst>
                <a:ext uri="{FF2B5EF4-FFF2-40B4-BE49-F238E27FC236}">
                  <a16:creationId xmlns:a16="http://schemas.microsoft.com/office/drawing/2014/main" id="{B4AE8D32-2BD3-5B5A-131C-C3C29EE7ADCE}"/>
                </a:ext>
              </a:extLst>
            </p:cNvPr>
            <p:cNvSpPr>
              <a:spLocks noChangeArrowheads="1"/>
            </p:cNvSpPr>
            <p:nvPr/>
          </p:nvSpPr>
          <p:spPr bwMode="auto">
            <a:xfrm rot="5400000">
              <a:off x="4879" y="3621"/>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3986" name="Group 83">
            <a:extLst>
              <a:ext uri="{FF2B5EF4-FFF2-40B4-BE49-F238E27FC236}">
                <a16:creationId xmlns:a16="http://schemas.microsoft.com/office/drawing/2014/main" id="{424FB3AB-5B0B-B612-7EAC-ADD92F38F66F}"/>
              </a:ext>
            </a:extLst>
          </p:cNvPr>
          <p:cNvGrpSpPr>
            <a:grpSpLocks/>
          </p:cNvGrpSpPr>
          <p:nvPr/>
        </p:nvGrpSpPr>
        <p:grpSpPr bwMode="auto">
          <a:xfrm>
            <a:off x="6438900" y="5715000"/>
            <a:ext cx="563563" cy="458788"/>
            <a:chOff x="4040" y="3600"/>
            <a:chExt cx="355" cy="289"/>
          </a:xfrm>
        </p:grpSpPr>
        <p:sp>
          <p:nvSpPr>
            <p:cNvPr id="123987" name="Rectangle 84">
              <a:extLst>
                <a:ext uri="{FF2B5EF4-FFF2-40B4-BE49-F238E27FC236}">
                  <a16:creationId xmlns:a16="http://schemas.microsoft.com/office/drawing/2014/main" id="{6A3DE527-413B-5D9F-6B37-9141F12B960F}"/>
                </a:ext>
              </a:extLst>
            </p:cNvPr>
            <p:cNvSpPr>
              <a:spLocks noChangeArrowheads="1"/>
            </p:cNvSpPr>
            <p:nvPr/>
          </p:nvSpPr>
          <p:spPr bwMode="auto">
            <a:xfrm>
              <a:off x="4040" y="3606"/>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3988" name="Group 85">
              <a:extLst>
                <a:ext uri="{FF2B5EF4-FFF2-40B4-BE49-F238E27FC236}">
                  <a16:creationId xmlns:a16="http://schemas.microsoft.com/office/drawing/2014/main" id="{0DC6E927-E893-1CAE-7D1A-A9E82037B104}"/>
                </a:ext>
              </a:extLst>
            </p:cNvPr>
            <p:cNvGrpSpPr>
              <a:grpSpLocks/>
            </p:cNvGrpSpPr>
            <p:nvPr/>
          </p:nvGrpSpPr>
          <p:grpSpPr bwMode="auto">
            <a:xfrm>
              <a:off x="4055" y="3600"/>
              <a:ext cx="340" cy="289"/>
              <a:chOff x="4055" y="3600"/>
              <a:chExt cx="340" cy="289"/>
            </a:xfrm>
          </p:grpSpPr>
          <p:sp>
            <p:nvSpPr>
              <p:cNvPr id="123989" name="Freeform 86">
                <a:extLst>
                  <a:ext uri="{FF2B5EF4-FFF2-40B4-BE49-F238E27FC236}">
                    <a16:creationId xmlns:a16="http://schemas.microsoft.com/office/drawing/2014/main" id="{2077E7F6-9CC7-84C0-0A2A-7AD557FD8203}"/>
                  </a:ext>
                </a:extLst>
              </p:cNvPr>
              <p:cNvSpPr>
                <a:spLocks noChangeArrowheads="1"/>
              </p:cNvSpPr>
              <p:nvPr/>
            </p:nvSpPr>
            <p:spPr bwMode="auto">
              <a:xfrm>
                <a:off x="4055" y="3600"/>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90" name="Freeform 87">
                <a:extLst>
                  <a:ext uri="{FF2B5EF4-FFF2-40B4-BE49-F238E27FC236}">
                    <a16:creationId xmlns:a16="http://schemas.microsoft.com/office/drawing/2014/main" id="{437BA603-3CBB-51B0-6B67-513E1A3BB2BB}"/>
                  </a:ext>
                </a:extLst>
              </p:cNvPr>
              <p:cNvSpPr>
                <a:spLocks noChangeArrowheads="1"/>
              </p:cNvSpPr>
              <p:nvPr/>
            </p:nvSpPr>
            <p:spPr bwMode="auto">
              <a:xfrm>
                <a:off x="4224" y="3600"/>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3991" name="Rectangle 88">
            <a:extLst>
              <a:ext uri="{FF2B5EF4-FFF2-40B4-BE49-F238E27FC236}">
                <a16:creationId xmlns:a16="http://schemas.microsoft.com/office/drawing/2014/main" id="{45D6C30C-2B3A-5625-CE97-414DEB4758C7}"/>
              </a:ext>
            </a:extLst>
          </p:cNvPr>
          <p:cNvSpPr>
            <a:spLocks noChangeArrowheads="1"/>
          </p:cNvSpPr>
          <p:nvPr/>
        </p:nvSpPr>
        <p:spPr bwMode="auto">
          <a:xfrm>
            <a:off x="7169150" y="573246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3992" name="Group 89">
            <a:extLst>
              <a:ext uri="{FF2B5EF4-FFF2-40B4-BE49-F238E27FC236}">
                <a16:creationId xmlns:a16="http://schemas.microsoft.com/office/drawing/2014/main" id="{DB3BB1FB-2710-DECB-8FAE-F238E2ED7549}"/>
              </a:ext>
            </a:extLst>
          </p:cNvPr>
          <p:cNvGrpSpPr>
            <a:grpSpLocks/>
          </p:cNvGrpSpPr>
          <p:nvPr/>
        </p:nvGrpSpPr>
        <p:grpSpPr bwMode="auto">
          <a:xfrm>
            <a:off x="7192963" y="5715000"/>
            <a:ext cx="469900" cy="458788"/>
            <a:chOff x="4515" y="3600"/>
            <a:chExt cx="296" cy="289"/>
          </a:xfrm>
        </p:grpSpPr>
        <p:sp>
          <p:nvSpPr>
            <p:cNvPr id="123993" name="Freeform 90">
              <a:extLst>
                <a:ext uri="{FF2B5EF4-FFF2-40B4-BE49-F238E27FC236}">
                  <a16:creationId xmlns:a16="http://schemas.microsoft.com/office/drawing/2014/main" id="{46B51B53-0D11-383C-5C86-65B83669A016}"/>
                </a:ext>
              </a:extLst>
            </p:cNvPr>
            <p:cNvSpPr>
              <a:spLocks noChangeArrowheads="1"/>
            </p:cNvSpPr>
            <p:nvPr/>
          </p:nvSpPr>
          <p:spPr bwMode="auto">
            <a:xfrm>
              <a:off x="4515" y="3600"/>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94" name="Freeform 91">
              <a:extLst>
                <a:ext uri="{FF2B5EF4-FFF2-40B4-BE49-F238E27FC236}">
                  <a16:creationId xmlns:a16="http://schemas.microsoft.com/office/drawing/2014/main" id="{0AA3747F-4BCF-18D8-06EC-E4490D51197A}"/>
                </a:ext>
              </a:extLst>
            </p:cNvPr>
            <p:cNvSpPr>
              <a:spLocks noChangeArrowheads="1"/>
            </p:cNvSpPr>
            <p:nvPr/>
          </p:nvSpPr>
          <p:spPr bwMode="auto">
            <a:xfrm>
              <a:off x="4663" y="3600"/>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3995" name="Line 92">
            <a:extLst>
              <a:ext uri="{FF2B5EF4-FFF2-40B4-BE49-F238E27FC236}">
                <a16:creationId xmlns:a16="http://schemas.microsoft.com/office/drawing/2014/main" id="{97623575-EDE7-303C-9CDD-C309291E642F}"/>
              </a:ext>
            </a:extLst>
          </p:cNvPr>
          <p:cNvSpPr>
            <a:spLocks noChangeShapeType="1"/>
          </p:cNvSpPr>
          <p:nvPr/>
        </p:nvSpPr>
        <p:spPr bwMode="auto">
          <a:xfrm>
            <a:off x="7004050" y="5943600"/>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96" name="Freeform 93">
            <a:extLst>
              <a:ext uri="{FF2B5EF4-FFF2-40B4-BE49-F238E27FC236}">
                <a16:creationId xmlns:a16="http://schemas.microsoft.com/office/drawing/2014/main" id="{B7772DBD-B60D-C240-ADAC-D939C2C35863}"/>
              </a:ext>
            </a:extLst>
          </p:cNvPr>
          <p:cNvSpPr>
            <a:spLocks noChangeArrowheads="1"/>
          </p:cNvSpPr>
          <p:nvPr/>
        </p:nvSpPr>
        <p:spPr bwMode="auto">
          <a:xfrm>
            <a:off x="7108825" y="5791200"/>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97" name="Line 94">
            <a:extLst>
              <a:ext uri="{FF2B5EF4-FFF2-40B4-BE49-F238E27FC236}">
                <a16:creationId xmlns:a16="http://schemas.microsoft.com/office/drawing/2014/main" id="{D9083B66-9FC6-5494-344D-A0092AE234E8}"/>
              </a:ext>
            </a:extLst>
          </p:cNvPr>
          <p:cNvSpPr>
            <a:spLocks noChangeShapeType="1"/>
          </p:cNvSpPr>
          <p:nvPr/>
        </p:nvSpPr>
        <p:spPr bwMode="auto">
          <a:xfrm>
            <a:off x="7664450" y="5791200"/>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98" name="Rectangle 95">
            <a:extLst>
              <a:ext uri="{FF2B5EF4-FFF2-40B4-BE49-F238E27FC236}">
                <a16:creationId xmlns:a16="http://schemas.microsoft.com/office/drawing/2014/main" id="{17F4C2B1-4B3A-8ECE-53AD-BAA1ADACC1D4}"/>
              </a:ext>
            </a:extLst>
          </p:cNvPr>
          <p:cNvSpPr>
            <a:spLocks noChangeArrowheads="1"/>
          </p:cNvSpPr>
          <p:nvPr/>
        </p:nvSpPr>
        <p:spPr bwMode="auto">
          <a:xfrm>
            <a:off x="8466138" y="5724525"/>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3999" name="Group 96">
            <a:extLst>
              <a:ext uri="{FF2B5EF4-FFF2-40B4-BE49-F238E27FC236}">
                <a16:creationId xmlns:a16="http://schemas.microsoft.com/office/drawing/2014/main" id="{120ABACE-179D-F815-822D-9842910C02EB}"/>
              </a:ext>
            </a:extLst>
          </p:cNvPr>
          <p:cNvGrpSpPr>
            <a:grpSpLocks/>
          </p:cNvGrpSpPr>
          <p:nvPr/>
        </p:nvGrpSpPr>
        <p:grpSpPr bwMode="auto">
          <a:xfrm>
            <a:off x="8540750" y="5715000"/>
            <a:ext cx="515938" cy="458788"/>
            <a:chOff x="5364" y="3600"/>
            <a:chExt cx="325" cy="289"/>
          </a:xfrm>
        </p:grpSpPr>
        <p:sp>
          <p:nvSpPr>
            <p:cNvPr id="124000" name="Freeform 97">
              <a:extLst>
                <a:ext uri="{FF2B5EF4-FFF2-40B4-BE49-F238E27FC236}">
                  <a16:creationId xmlns:a16="http://schemas.microsoft.com/office/drawing/2014/main" id="{FDD5C455-8E07-CDBB-FF77-C3915BFE5566}"/>
                </a:ext>
              </a:extLst>
            </p:cNvPr>
            <p:cNvSpPr>
              <a:spLocks noChangeArrowheads="1"/>
            </p:cNvSpPr>
            <p:nvPr/>
          </p:nvSpPr>
          <p:spPr bwMode="auto">
            <a:xfrm>
              <a:off x="5364" y="3600"/>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01" name="Freeform 98">
              <a:extLst>
                <a:ext uri="{FF2B5EF4-FFF2-40B4-BE49-F238E27FC236}">
                  <a16:creationId xmlns:a16="http://schemas.microsoft.com/office/drawing/2014/main" id="{7633608C-0FA7-0332-303E-DE7CD0AC4878}"/>
                </a:ext>
              </a:extLst>
            </p:cNvPr>
            <p:cNvSpPr>
              <a:spLocks noChangeArrowheads="1"/>
            </p:cNvSpPr>
            <p:nvPr/>
          </p:nvSpPr>
          <p:spPr bwMode="auto">
            <a:xfrm>
              <a:off x="5525" y="3600"/>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4002" name="Line 99">
            <a:extLst>
              <a:ext uri="{FF2B5EF4-FFF2-40B4-BE49-F238E27FC236}">
                <a16:creationId xmlns:a16="http://schemas.microsoft.com/office/drawing/2014/main" id="{1A49120B-07AF-6ACE-43B2-643A9BBF44F4}"/>
              </a:ext>
            </a:extLst>
          </p:cNvPr>
          <p:cNvSpPr>
            <a:spLocks noChangeShapeType="1"/>
          </p:cNvSpPr>
          <p:nvPr/>
        </p:nvSpPr>
        <p:spPr bwMode="auto">
          <a:xfrm>
            <a:off x="8275638" y="5943600"/>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03" name="Freeform 100">
            <a:extLst>
              <a:ext uri="{FF2B5EF4-FFF2-40B4-BE49-F238E27FC236}">
                <a16:creationId xmlns:a16="http://schemas.microsoft.com/office/drawing/2014/main" id="{829366D4-CFDD-F998-1013-373DC57C969B}"/>
              </a:ext>
            </a:extLst>
          </p:cNvPr>
          <p:cNvSpPr>
            <a:spLocks noChangeArrowheads="1"/>
          </p:cNvSpPr>
          <p:nvPr/>
        </p:nvSpPr>
        <p:spPr bwMode="auto">
          <a:xfrm>
            <a:off x="8486775" y="5943600"/>
            <a:ext cx="684213"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04" name="Line 101">
            <a:extLst>
              <a:ext uri="{FF2B5EF4-FFF2-40B4-BE49-F238E27FC236}">
                <a16:creationId xmlns:a16="http://schemas.microsoft.com/office/drawing/2014/main" id="{113A7AE8-5D6C-4E9A-CAB1-CF0A0552FF85}"/>
              </a:ext>
            </a:extLst>
          </p:cNvPr>
          <p:cNvSpPr>
            <a:spLocks noChangeShapeType="1"/>
          </p:cNvSpPr>
          <p:nvPr/>
        </p:nvSpPr>
        <p:spPr bwMode="auto">
          <a:xfrm>
            <a:off x="7664450" y="6096000"/>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05" name="Freeform 102">
            <a:extLst>
              <a:ext uri="{FF2B5EF4-FFF2-40B4-BE49-F238E27FC236}">
                <a16:creationId xmlns:a16="http://schemas.microsoft.com/office/drawing/2014/main" id="{D4964D69-A345-EACD-7182-D48159778BAC}"/>
              </a:ext>
            </a:extLst>
          </p:cNvPr>
          <p:cNvSpPr>
            <a:spLocks noChangeArrowheads="1"/>
          </p:cNvSpPr>
          <p:nvPr/>
        </p:nvSpPr>
        <p:spPr bwMode="auto">
          <a:xfrm>
            <a:off x="7856538" y="5935663"/>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06" name="Freeform 103">
            <a:extLst>
              <a:ext uri="{FF2B5EF4-FFF2-40B4-BE49-F238E27FC236}">
                <a16:creationId xmlns:a16="http://schemas.microsoft.com/office/drawing/2014/main" id="{A081D1CF-5B19-BC93-B7EC-54AAE3FFA708}"/>
              </a:ext>
            </a:extLst>
          </p:cNvPr>
          <p:cNvSpPr>
            <a:spLocks noChangeArrowheads="1"/>
          </p:cNvSpPr>
          <p:nvPr/>
        </p:nvSpPr>
        <p:spPr bwMode="auto">
          <a:xfrm>
            <a:off x="4714875" y="28527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07" name="Freeform 104">
            <a:extLst>
              <a:ext uri="{FF2B5EF4-FFF2-40B4-BE49-F238E27FC236}">
                <a16:creationId xmlns:a16="http://schemas.microsoft.com/office/drawing/2014/main" id="{12C13AB3-AC9A-E312-B0D5-2612D57B2143}"/>
              </a:ext>
            </a:extLst>
          </p:cNvPr>
          <p:cNvSpPr>
            <a:spLocks noChangeArrowheads="1"/>
          </p:cNvSpPr>
          <p:nvPr/>
        </p:nvSpPr>
        <p:spPr bwMode="auto">
          <a:xfrm>
            <a:off x="5392738" y="35639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08" name="Freeform 105">
            <a:extLst>
              <a:ext uri="{FF2B5EF4-FFF2-40B4-BE49-F238E27FC236}">
                <a16:creationId xmlns:a16="http://schemas.microsoft.com/office/drawing/2014/main" id="{D44568CE-28A7-FD41-75C9-2C011F637627}"/>
              </a:ext>
            </a:extLst>
          </p:cNvPr>
          <p:cNvSpPr>
            <a:spLocks noChangeArrowheads="1"/>
          </p:cNvSpPr>
          <p:nvPr/>
        </p:nvSpPr>
        <p:spPr bwMode="auto">
          <a:xfrm>
            <a:off x="6070600" y="42751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24009" name="Group 106">
            <a:extLst>
              <a:ext uri="{FF2B5EF4-FFF2-40B4-BE49-F238E27FC236}">
                <a16:creationId xmlns:a16="http://schemas.microsoft.com/office/drawing/2014/main" id="{63419F51-2AB8-5FBF-EC35-570490365D78}"/>
              </a:ext>
            </a:extLst>
          </p:cNvPr>
          <p:cNvGrpSpPr>
            <a:grpSpLocks/>
          </p:cNvGrpSpPr>
          <p:nvPr/>
        </p:nvGrpSpPr>
        <p:grpSpPr bwMode="auto">
          <a:xfrm>
            <a:off x="5205413" y="2700338"/>
            <a:ext cx="352425" cy="763587"/>
            <a:chOff x="3279" y="1701"/>
            <a:chExt cx="222" cy="481"/>
          </a:xfrm>
        </p:grpSpPr>
        <p:sp>
          <p:nvSpPr>
            <p:cNvPr id="124010" name="Freeform 107">
              <a:extLst>
                <a:ext uri="{FF2B5EF4-FFF2-40B4-BE49-F238E27FC236}">
                  <a16:creationId xmlns:a16="http://schemas.microsoft.com/office/drawing/2014/main" id="{C3975389-0FDF-EF31-1900-0821D99BEDD2}"/>
                </a:ext>
              </a:extLst>
            </p:cNvPr>
            <p:cNvSpPr>
              <a:spLocks noChangeArrowheads="1"/>
            </p:cNvSpPr>
            <p:nvPr/>
          </p:nvSpPr>
          <p:spPr bwMode="auto">
            <a:xfrm>
              <a:off x="3288" y="1701"/>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11" name="Rectangle 108">
              <a:extLst>
                <a:ext uri="{FF2B5EF4-FFF2-40B4-BE49-F238E27FC236}">
                  <a16:creationId xmlns:a16="http://schemas.microsoft.com/office/drawing/2014/main" id="{BC028CD6-2A71-C499-ACA8-B6C3C67FE8DB}"/>
                </a:ext>
              </a:extLst>
            </p:cNvPr>
            <p:cNvSpPr>
              <a:spLocks noChangeArrowheads="1"/>
            </p:cNvSpPr>
            <p:nvPr/>
          </p:nvSpPr>
          <p:spPr bwMode="auto">
            <a:xfrm rot="5400000">
              <a:off x="3186" y="1818"/>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4012" name="Group 109">
            <a:extLst>
              <a:ext uri="{FF2B5EF4-FFF2-40B4-BE49-F238E27FC236}">
                <a16:creationId xmlns:a16="http://schemas.microsoft.com/office/drawing/2014/main" id="{6A348511-BD60-DABD-EFD3-077748680FAB}"/>
              </a:ext>
            </a:extLst>
          </p:cNvPr>
          <p:cNvGrpSpPr>
            <a:grpSpLocks/>
          </p:cNvGrpSpPr>
          <p:nvPr/>
        </p:nvGrpSpPr>
        <p:grpSpPr bwMode="auto">
          <a:xfrm>
            <a:off x="3725863" y="2852738"/>
            <a:ext cx="563562" cy="458787"/>
            <a:chOff x="2347" y="1797"/>
            <a:chExt cx="355" cy="289"/>
          </a:xfrm>
        </p:grpSpPr>
        <p:sp>
          <p:nvSpPr>
            <p:cNvPr id="124013" name="Rectangle 110">
              <a:extLst>
                <a:ext uri="{FF2B5EF4-FFF2-40B4-BE49-F238E27FC236}">
                  <a16:creationId xmlns:a16="http://schemas.microsoft.com/office/drawing/2014/main" id="{F5DF5C48-4BE5-C9D2-C98C-5B4838E56CD1}"/>
                </a:ext>
              </a:extLst>
            </p:cNvPr>
            <p:cNvSpPr>
              <a:spLocks noChangeArrowheads="1"/>
            </p:cNvSpPr>
            <p:nvPr/>
          </p:nvSpPr>
          <p:spPr bwMode="auto">
            <a:xfrm>
              <a:off x="2347" y="1803"/>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4014" name="Group 111">
              <a:extLst>
                <a:ext uri="{FF2B5EF4-FFF2-40B4-BE49-F238E27FC236}">
                  <a16:creationId xmlns:a16="http://schemas.microsoft.com/office/drawing/2014/main" id="{3C63ACB2-55AD-2CAA-A6A8-E85255498D18}"/>
                </a:ext>
              </a:extLst>
            </p:cNvPr>
            <p:cNvGrpSpPr>
              <a:grpSpLocks/>
            </p:cNvGrpSpPr>
            <p:nvPr/>
          </p:nvGrpSpPr>
          <p:grpSpPr bwMode="auto">
            <a:xfrm>
              <a:off x="2362" y="1797"/>
              <a:ext cx="340" cy="289"/>
              <a:chOff x="2362" y="1797"/>
              <a:chExt cx="340" cy="289"/>
            </a:xfrm>
          </p:grpSpPr>
          <p:sp>
            <p:nvSpPr>
              <p:cNvPr id="124015" name="Freeform 112">
                <a:extLst>
                  <a:ext uri="{FF2B5EF4-FFF2-40B4-BE49-F238E27FC236}">
                    <a16:creationId xmlns:a16="http://schemas.microsoft.com/office/drawing/2014/main" id="{4C6FD7DF-CADA-DCB5-B191-E6A77CA829FE}"/>
                  </a:ext>
                </a:extLst>
              </p:cNvPr>
              <p:cNvSpPr>
                <a:spLocks noChangeArrowheads="1"/>
              </p:cNvSpPr>
              <p:nvPr/>
            </p:nvSpPr>
            <p:spPr bwMode="auto">
              <a:xfrm>
                <a:off x="2362" y="1797"/>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16" name="Freeform 113">
                <a:extLst>
                  <a:ext uri="{FF2B5EF4-FFF2-40B4-BE49-F238E27FC236}">
                    <a16:creationId xmlns:a16="http://schemas.microsoft.com/office/drawing/2014/main" id="{EE6C8862-2008-C511-3E41-20DA325DAD50}"/>
                  </a:ext>
                </a:extLst>
              </p:cNvPr>
              <p:cNvSpPr>
                <a:spLocks noChangeArrowheads="1"/>
              </p:cNvSpPr>
              <p:nvPr/>
            </p:nvSpPr>
            <p:spPr bwMode="auto">
              <a:xfrm>
                <a:off x="2531" y="1797"/>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4017" name="Rectangle 114">
            <a:extLst>
              <a:ext uri="{FF2B5EF4-FFF2-40B4-BE49-F238E27FC236}">
                <a16:creationId xmlns:a16="http://schemas.microsoft.com/office/drawing/2014/main" id="{DAF0B844-52FD-A20C-0F92-C08FA9169BC0}"/>
              </a:ext>
            </a:extLst>
          </p:cNvPr>
          <p:cNvSpPr>
            <a:spLocks noChangeArrowheads="1"/>
          </p:cNvSpPr>
          <p:nvPr/>
        </p:nvSpPr>
        <p:spPr bwMode="auto">
          <a:xfrm>
            <a:off x="4456113" y="287020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4018" name="Freeform 115">
            <a:extLst>
              <a:ext uri="{FF2B5EF4-FFF2-40B4-BE49-F238E27FC236}">
                <a16:creationId xmlns:a16="http://schemas.microsoft.com/office/drawing/2014/main" id="{A56AEE59-1D6D-ED4C-9422-AAA554B51E82}"/>
              </a:ext>
            </a:extLst>
          </p:cNvPr>
          <p:cNvSpPr>
            <a:spLocks noChangeArrowheads="1"/>
          </p:cNvSpPr>
          <p:nvPr/>
        </p:nvSpPr>
        <p:spPr bwMode="auto">
          <a:xfrm>
            <a:off x="4479925" y="285273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19" name="Line 116">
            <a:extLst>
              <a:ext uri="{FF2B5EF4-FFF2-40B4-BE49-F238E27FC236}">
                <a16:creationId xmlns:a16="http://schemas.microsoft.com/office/drawing/2014/main" id="{4AF9FFCA-7F91-B880-2E4F-9B6DDBA929A9}"/>
              </a:ext>
            </a:extLst>
          </p:cNvPr>
          <p:cNvSpPr>
            <a:spLocks noChangeShapeType="1"/>
          </p:cNvSpPr>
          <p:nvPr/>
        </p:nvSpPr>
        <p:spPr bwMode="auto">
          <a:xfrm>
            <a:off x="4291013" y="30813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20" name="Freeform 117">
            <a:extLst>
              <a:ext uri="{FF2B5EF4-FFF2-40B4-BE49-F238E27FC236}">
                <a16:creationId xmlns:a16="http://schemas.microsoft.com/office/drawing/2014/main" id="{BE72D7D0-DA04-95AE-4301-66DF2DF62828}"/>
              </a:ext>
            </a:extLst>
          </p:cNvPr>
          <p:cNvSpPr>
            <a:spLocks noChangeArrowheads="1"/>
          </p:cNvSpPr>
          <p:nvPr/>
        </p:nvSpPr>
        <p:spPr bwMode="auto">
          <a:xfrm>
            <a:off x="4395788" y="29289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21" name="Line 118">
            <a:extLst>
              <a:ext uri="{FF2B5EF4-FFF2-40B4-BE49-F238E27FC236}">
                <a16:creationId xmlns:a16="http://schemas.microsoft.com/office/drawing/2014/main" id="{520117A8-5B64-7CC7-3A00-E959B5AA712F}"/>
              </a:ext>
            </a:extLst>
          </p:cNvPr>
          <p:cNvSpPr>
            <a:spLocks noChangeShapeType="1"/>
          </p:cNvSpPr>
          <p:nvPr/>
        </p:nvSpPr>
        <p:spPr bwMode="auto">
          <a:xfrm>
            <a:off x="4951413" y="29289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22" name="Rectangle 119">
            <a:extLst>
              <a:ext uri="{FF2B5EF4-FFF2-40B4-BE49-F238E27FC236}">
                <a16:creationId xmlns:a16="http://schemas.microsoft.com/office/drawing/2014/main" id="{1144206D-D528-29CE-0D3F-91C1B3AE73FD}"/>
              </a:ext>
            </a:extLst>
          </p:cNvPr>
          <p:cNvSpPr>
            <a:spLocks noChangeArrowheads="1"/>
          </p:cNvSpPr>
          <p:nvPr/>
        </p:nvSpPr>
        <p:spPr bwMode="auto">
          <a:xfrm>
            <a:off x="5753100" y="286226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4023" name="Group 120">
            <a:extLst>
              <a:ext uri="{FF2B5EF4-FFF2-40B4-BE49-F238E27FC236}">
                <a16:creationId xmlns:a16="http://schemas.microsoft.com/office/drawing/2014/main" id="{CC3DAEDA-85A1-60DB-6DD3-852BC152ECFE}"/>
              </a:ext>
            </a:extLst>
          </p:cNvPr>
          <p:cNvGrpSpPr>
            <a:grpSpLocks/>
          </p:cNvGrpSpPr>
          <p:nvPr/>
        </p:nvGrpSpPr>
        <p:grpSpPr bwMode="auto">
          <a:xfrm>
            <a:off x="5827713" y="2852738"/>
            <a:ext cx="515937" cy="458787"/>
            <a:chOff x="3671" y="1797"/>
            <a:chExt cx="325" cy="289"/>
          </a:xfrm>
        </p:grpSpPr>
        <p:sp>
          <p:nvSpPr>
            <p:cNvPr id="124024" name="Freeform 121">
              <a:extLst>
                <a:ext uri="{FF2B5EF4-FFF2-40B4-BE49-F238E27FC236}">
                  <a16:creationId xmlns:a16="http://schemas.microsoft.com/office/drawing/2014/main" id="{F73E7E82-C6FE-1860-5A6E-9ECFA3F536A4}"/>
                </a:ext>
              </a:extLst>
            </p:cNvPr>
            <p:cNvSpPr>
              <a:spLocks noChangeArrowheads="1"/>
            </p:cNvSpPr>
            <p:nvPr/>
          </p:nvSpPr>
          <p:spPr bwMode="auto">
            <a:xfrm>
              <a:off x="3671" y="1797"/>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25" name="Freeform 122">
              <a:extLst>
                <a:ext uri="{FF2B5EF4-FFF2-40B4-BE49-F238E27FC236}">
                  <a16:creationId xmlns:a16="http://schemas.microsoft.com/office/drawing/2014/main" id="{78AE7AD8-721A-CEDF-E9FA-8369F97D966E}"/>
                </a:ext>
              </a:extLst>
            </p:cNvPr>
            <p:cNvSpPr>
              <a:spLocks noChangeArrowheads="1"/>
            </p:cNvSpPr>
            <p:nvPr/>
          </p:nvSpPr>
          <p:spPr bwMode="auto">
            <a:xfrm>
              <a:off x="3832" y="1797"/>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4026" name="Rectangle 123">
            <a:extLst>
              <a:ext uri="{FF2B5EF4-FFF2-40B4-BE49-F238E27FC236}">
                <a16:creationId xmlns:a16="http://schemas.microsoft.com/office/drawing/2014/main" id="{C94AEB44-82C4-C6ED-5F01-429C9B2F9AFA}"/>
              </a:ext>
            </a:extLst>
          </p:cNvPr>
          <p:cNvSpPr>
            <a:spLocks noChangeArrowheads="1"/>
          </p:cNvSpPr>
          <p:nvPr/>
        </p:nvSpPr>
        <p:spPr bwMode="auto">
          <a:xfrm>
            <a:off x="6534150" y="286226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4027" name="Group 124">
            <a:extLst>
              <a:ext uri="{FF2B5EF4-FFF2-40B4-BE49-F238E27FC236}">
                <a16:creationId xmlns:a16="http://schemas.microsoft.com/office/drawing/2014/main" id="{1B84738A-E97F-9F61-895F-522DF6ECA28F}"/>
              </a:ext>
            </a:extLst>
          </p:cNvPr>
          <p:cNvGrpSpPr>
            <a:grpSpLocks/>
          </p:cNvGrpSpPr>
          <p:nvPr/>
        </p:nvGrpSpPr>
        <p:grpSpPr bwMode="auto">
          <a:xfrm>
            <a:off x="6570663" y="2852738"/>
            <a:ext cx="450850" cy="458787"/>
            <a:chOff x="4139" y="1797"/>
            <a:chExt cx="284" cy="289"/>
          </a:xfrm>
        </p:grpSpPr>
        <p:sp>
          <p:nvSpPr>
            <p:cNvPr id="124028" name="Freeform 125">
              <a:extLst>
                <a:ext uri="{FF2B5EF4-FFF2-40B4-BE49-F238E27FC236}">
                  <a16:creationId xmlns:a16="http://schemas.microsoft.com/office/drawing/2014/main" id="{F0E9E269-0E0A-8F91-13AF-997375A9F421}"/>
                </a:ext>
              </a:extLst>
            </p:cNvPr>
            <p:cNvSpPr>
              <a:spLocks noChangeArrowheads="1"/>
            </p:cNvSpPr>
            <p:nvPr/>
          </p:nvSpPr>
          <p:spPr bwMode="auto">
            <a:xfrm>
              <a:off x="4139" y="1797"/>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29" name="Freeform 126">
              <a:extLst>
                <a:ext uri="{FF2B5EF4-FFF2-40B4-BE49-F238E27FC236}">
                  <a16:creationId xmlns:a16="http://schemas.microsoft.com/office/drawing/2014/main" id="{BD2A126A-D50C-4CBB-1934-C752D301F318}"/>
                </a:ext>
              </a:extLst>
            </p:cNvPr>
            <p:cNvSpPr>
              <a:spLocks noChangeArrowheads="1"/>
            </p:cNvSpPr>
            <p:nvPr/>
          </p:nvSpPr>
          <p:spPr bwMode="auto">
            <a:xfrm>
              <a:off x="4280" y="1797"/>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4030" name="Line 127">
            <a:extLst>
              <a:ext uri="{FF2B5EF4-FFF2-40B4-BE49-F238E27FC236}">
                <a16:creationId xmlns:a16="http://schemas.microsoft.com/office/drawing/2014/main" id="{8B72B461-8FC6-4A79-446F-7DAFB94EE7D6}"/>
              </a:ext>
            </a:extLst>
          </p:cNvPr>
          <p:cNvSpPr>
            <a:spLocks noChangeShapeType="1"/>
          </p:cNvSpPr>
          <p:nvPr/>
        </p:nvSpPr>
        <p:spPr bwMode="auto">
          <a:xfrm>
            <a:off x="6330950" y="308133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31" name="Line 128">
            <a:extLst>
              <a:ext uri="{FF2B5EF4-FFF2-40B4-BE49-F238E27FC236}">
                <a16:creationId xmlns:a16="http://schemas.microsoft.com/office/drawing/2014/main" id="{739A0049-59A5-56C0-6D0E-0C662EDAF175}"/>
              </a:ext>
            </a:extLst>
          </p:cNvPr>
          <p:cNvSpPr>
            <a:spLocks noChangeShapeType="1"/>
          </p:cNvSpPr>
          <p:nvPr/>
        </p:nvSpPr>
        <p:spPr bwMode="auto">
          <a:xfrm>
            <a:off x="5562600" y="308133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32" name="Freeform 129">
            <a:extLst>
              <a:ext uri="{FF2B5EF4-FFF2-40B4-BE49-F238E27FC236}">
                <a16:creationId xmlns:a16="http://schemas.microsoft.com/office/drawing/2014/main" id="{FE8F8D5D-516E-3E8C-39C9-2F6A239C6363}"/>
              </a:ext>
            </a:extLst>
          </p:cNvPr>
          <p:cNvSpPr>
            <a:spLocks noChangeArrowheads="1"/>
          </p:cNvSpPr>
          <p:nvPr/>
        </p:nvSpPr>
        <p:spPr bwMode="auto">
          <a:xfrm>
            <a:off x="5761038" y="308133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33" name="Line 130">
            <a:extLst>
              <a:ext uri="{FF2B5EF4-FFF2-40B4-BE49-F238E27FC236}">
                <a16:creationId xmlns:a16="http://schemas.microsoft.com/office/drawing/2014/main" id="{291CE975-B081-87D1-DEB0-3D4772255BED}"/>
              </a:ext>
            </a:extLst>
          </p:cNvPr>
          <p:cNvSpPr>
            <a:spLocks noChangeShapeType="1"/>
          </p:cNvSpPr>
          <p:nvPr/>
        </p:nvSpPr>
        <p:spPr bwMode="auto">
          <a:xfrm>
            <a:off x="4951413" y="32337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34" name="Freeform 131">
            <a:extLst>
              <a:ext uri="{FF2B5EF4-FFF2-40B4-BE49-F238E27FC236}">
                <a16:creationId xmlns:a16="http://schemas.microsoft.com/office/drawing/2014/main" id="{69D13035-C210-072D-83A7-4447559FF858}"/>
              </a:ext>
            </a:extLst>
          </p:cNvPr>
          <p:cNvSpPr>
            <a:spLocks noChangeArrowheads="1"/>
          </p:cNvSpPr>
          <p:nvPr/>
        </p:nvSpPr>
        <p:spPr bwMode="auto">
          <a:xfrm>
            <a:off x="5130800" y="307340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35" name="Freeform 132">
            <a:extLst>
              <a:ext uri="{FF2B5EF4-FFF2-40B4-BE49-F238E27FC236}">
                <a16:creationId xmlns:a16="http://schemas.microsoft.com/office/drawing/2014/main" id="{256471A8-FB02-15F1-8DE1-FDC458609FEA}"/>
              </a:ext>
            </a:extLst>
          </p:cNvPr>
          <p:cNvSpPr>
            <a:spLocks noChangeArrowheads="1"/>
          </p:cNvSpPr>
          <p:nvPr/>
        </p:nvSpPr>
        <p:spPr bwMode="auto">
          <a:xfrm>
            <a:off x="6438900" y="37925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24036" name="Group 133">
            <a:extLst>
              <a:ext uri="{FF2B5EF4-FFF2-40B4-BE49-F238E27FC236}">
                <a16:creationId xmlns:a16="http://schemas.microsoft.com/office/drawing/2014/main" id="{996C0480-0A9F-C195-5E1A-50653F97580C}"/>
              </a:ext>
            </a:extLst>
          </p:cNvPr>
          <p:cNvGrpSpPr>
            <a:grpSpLocks/>
          </p:cNvGrpSpPr>
          <p:nvPr/>
        </p:nvGrpSpPr>
        <p:grpSpPr bwMode="auto">
          <a:xfrm>
            <a:off x="5883275" y="3411538"/>
            <a:ext cx="352425" cy="763587"/>
            <a:chOff x="3706" y="2149"/>
            <a:chExt cx="222" cy="481"/>
          </a:xfrm>
        </p:grpSpPr>
        <p:sp>
          <p:nvSpPr>
            <p:cNvPr id="124037" name="Freeform 134">
              <a:extLst>
                <a:ext uri="{FF2B5EF4-FFF2-40B4-BE49-F238E27FC236}">
                  <a16:creationId xmlns:a16="http://schemas.microsoft.com/office/drawing/2014/main" id="{BF7C7D0D-5B22-14F4-D0DC-F6A925FDE548}"/>
                </a:ext>
              </a:extLst>
            </p:cNvPr>
            <p:cNvSpPr>
              <a:spLocks noChangeArrowheads="1"/>
            </p:cNvSpPr>
            <p:nvPr/>
          </p:nvSpPr>
          <p:spPr bwMode="auto">
            <a:xfrm>
              <a:off x="3715" y="2149"/>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38" name="Rectangle 135">
              <a:extLst>
                <a:ext uri="{FF2B5EF4-FFF2-40B4-BE49-F238E27FC236}">
                  <a16:creationId xmlns:a16="http://schemas.microsoft.com/office/drawing/2014/main" id="{E4ABA45D-0A99-64D6-D4B7-4CB8E24AD300}"/>
                </a:ext>
              </a:extLst>
            </p:cNvPr>
            <p:cNvSpPr>
              <a:spLocks noChangeArrowheads="1"/>
            </p:cNvSpPr>
            <p:nvPr/>
          </p:nvSpPr>
          <p:spPr bwMode="auto">
            <a:xfrm rot="5400000">
              <a:off x="3613" y="2266"/>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4039" name="Group 136">
            <a:extLst>
              <a:ext uri="{FF2B5EF4-FFF2-40B4-BE49-F238E27FC236}">
                <a16:creationId xmlns:a16="http://schemas.microsoft.com/office/drawing/2014/main" id="{5702F035-E79B-70A4-0C55-C1E71382380D}"/>
              </a:ext>
            </a:extLst>
          </p:cNvPr>
          <p:cNvGrpSpPr>
            <a:grpSpLocks/>
          </p:cNvGrpSpPr>
          <p:nvPr/>
        </p:nvGrpSpPr>
        <p:grpSpPr bwMode="auto">
          <a:xfrm>
            <a:off x="4403725" y="3563938"/>
            <a:ext cx="563563" cy="458787"/>
            <a:chOff x="2774" y="2245"/>
            <a:chExt cx="355" cy="289"/>
          </a:xfrm>
        </p:grpSpPr>
        <p:sp>
          <p:nvSpPr>
            <p:cNvPr id="124040" name="Rectangle 137">
              <a:extLst>
                <a:ext uri="{FF2B5EF4-FFF2-40B4-BE49-F238E27FC236}">
                  <a16:creationId xmlns:a16="http://schemas.microsoft.com/office/drawing/2014/main" id="{204C5E21-AE55-4202-07BC-9992583C64AA}"/>
                </a:ext>
              </a:extLst>
            </p:cNvPr>
            <p:cNvSpPr>
              <a:spLocks noChangeArrowheads="1"/>
            </p:cNvSpPr>
            <p:nvPr/>
          </p:nvSpPr>
          <p:spPr bwMode="auto">
            <a:xfrm>
              <a:off x="2774" y="2251"/>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4041" name="Group 138">
              <a:extLst>
                <a:ext uri="{FF2B5EF4-FFF2-40B4-BE49-F238E27FC236}">
                  <a16:creationId xmlns:a16="http://schemas.microsoft.com/office/drawing/2014/main" id="{6DFC6261-2420-853B-DC05-C257989F215A}"/>
                </a:ext>
              </a:extLst>
            </p:cNvPr>
            <p:cNvGrpSpPr>
              <a:grpSpLocks/>
            </p:cNvGrpSpPr>
            <p:nvPr/>
          </p:nvGrpSpPr>
          <p:grpSpPr bwMode="auto">
            <a:xfrm>
              <a:off x="2789" y="2245"/>
              <a:ext cx="340" cy="289"/>
              <a:chOff x="2789" y="2245"/>
              <a:chExt cx="340" cy="289"/>
            </a:xfrm>
          </p:grpSpPr>
          <p:sp>
            <p:nvSpPr>
              <p:cNvPr id="124042" name="Freeform 139">
                <a:extLst>
                  <a:ext uri="{FF2B5EF4-FFF2-40B4-BE49-F238E27FC236}">
                    <a16:creationId xmlns:a16="http://schemas.microsoft.com/office/drawing/2014/main" id="{12AA17E0-D561-B3EB-CED6-56D3A3A56BBD}"/>
                  </a:ext>
                </a:extLst>
              </p:cNvPr>
              <p:cNvSpPr>
                <a:spLocks noChangeArrowheads="1"/>
              </p:cNvSpPr>
              <p:nvPr/>
            </p:nvSpPr>
            <p:spPr bwMode="auto">
              <a:xfrm>
                <a:off x="2789" y="2245"/>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43" name="Freeform 140">
                <a:extLst>
                  <a:ext uri="{FF2B5EF4-FFF2-40B4-BE49-F238E27FC236}">
                    <a16:creationId xmlns:a16="http://schemas.microsoft.com/office/drawing/2014/main" id="{E9C4C4F3-5BEC-4CCE-78E5-80225918D4D9}"/>
                  </a:ext>
                </a:extLst>
              </p:cNvPr>
              <p:cNvSpPr>
                <a:spLocks noChangeArrowheads="1"/>
              </p:cNvSpPr>
              <p:nvPr/>
            </p:nvSpPr>
            <p:spPr bwMode="auto">
              <a:xfrm>
                <a:off x="2958" y="2245"/>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4044" name="Rectangle 141">
            <a:extLst>
              <a:ext uri="{FF2B5EF4-FFF2-40B4-BE49-F238E27FC236}">
                <a16:creationId xmlns:a16="http://schemas.microsoft.com/office/drawing/2014/main" id="{066B7FF1-91B2-774E-5B47-E14FFB34EC4E}"/>
              </a:ext>
            </a:extLst>
          </p:cNvPr>
          <p:cNvSpPr>
            <a:spLocks noChangeArrowheads="1"/>
          </p:cNvSpPr>
          <p:nvPr/>
        </p:nvSpPr>
        <p:spPr bwMode="auto">
          <a:xfrm>
            <a:off x="5133975" y="35814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4045" name="Freeform 142">
            <a:extLst>
              <a:ext uri="{FF2B5EF4-FFF2-40B4-BE49-F238E27FC236}">
                <a16:creationId xmlns:a16="http://schemas.microsoft.com/office/drawing/2014/main" id="{A98AA7E3-25D4-741B-B3A8-366B85708AF3}"/>
              </a:ext>
            </a:extLst>
          </p:cNvPr>
          <p:cNvSpPr>
            <a:spLocks noChangeArrowheads="1"/>
          </p:cNvSpPr>
          <p:nvPr/>
        </p:nvSpPr>
        <p:spPr bwMode="auto">
          <a:xfrm>
            <a:off x="5157788" y="3563938"/>
            <a:ext cx="236537"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46" name="Line 143">
            <a:extLst>
              <a:ext uri="{FF2B5EF4-FFF2-40B4-BE49-F238E27FC236}">
                <a16:creationId xmlns:a16="http://schemas.microsoft.com/office/drawing/2014/main" id="{43368605-6768-9B0E-2BF3-A77983B6E9D4}"/>
              </a:ext>
            </a:extLst>
          </p:cNvPr>
          <p:cNvSpPr>
            <a:spLocks noChangeShapeType="1"/>
          </p:cNvSpPr>
          <p:nvPr/>
        </p:nvSpPr>
        <p:spPr bwMode="auto">
          <a:xfrm>
            <a:off x="4968875" y="37925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47" name="Freeform 144">
            <a:extLst>
              <a:ext uri="{FF2B5EF4-FFF2-40B4-BE49-F238E27FC236}">
                <a16:creationId xmlns:a16="http://schemas.microsoft.com/office/drawing/2014/main" id="{EA8FCA41-AC21-9C8C-1BC5-EB04BDF4A31F}"/>
              </a:ext>
            </a:extLst>
          </p:cNvPr>
          <p:cNvSpPr>
            <a:spLocks noChangeArrowheads="1"/>
          </p:cNvSpPr>
          <p:nvPr/>
        </p:nvSpPr>
        <p:spPr bwMode="auto">
          <a:xfrm>
            <a:off x="5073650" y="36401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48" name="Line 145">
            <a:extLst>
              <a:ext uri="{FF2B5EF4-FFF2-40B4-BE49-F238E27FC236}">
                <a16:creationId xmlns:a16="http://schemas.microsoft.com/office/drawing/2014/main" id="{15BEA909-09FE-166A-C3F3-85244978851D}"/>
              </a:ext>
            </a:extLst>
          </p:cNvPr>
          <p:cNvSpPr>
            <a:spLocks noChangeShapeType="1"/>
          </p:cNvSpPr>
          <p:nvPr/>
        </p:nvSpPr>
        <p:spPr bwMode="auto">
          <a:xfrm>
            <a:off x="5629275" y="36401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49" name="Rectangle 146">
            <a:extLst>
              <a:ext uri="{FF2B5EF4-FFF2-40B4-BE49-F238E27FC236}">
                <a16:creationId xmlns:a16="http://schemas.microsoft.com/office/drawing/2014/main" id="{C1E613BE-3580-BF54-658B-EBC821210448}"/>
              </a:ext>
            </a:extLst>
          </p:cNvPr>
          <p:cNvSpPr>
            <a:spLocks noChangeArrowheads="1"/>
          </p:cNvSpPr>
          <p:nvPr/>
        </p:nvSpPr>
        <p:spPr bwMode="auto">
          <a:xfrm>
            <a:off x="6430963" y="357346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4050" name="Group 147">
            <a:extLst>
              <a:ext uri="{FF2B5EF4-FFF2-40B4-BE49-F238E27FC236}">
                <a16:creationId xmlns:a16="http://schemas.microsoft.com/office/drawing/2014/main" id="{36A64D1F-F44F-5BF0-D5F1-12610D5542ED}"/>
              </a:ext>
            </a:extLst>
          </p:cNvPr>
          <p:cNvGrpSpPr>
            <a:grpSpLocks/>
          </p:cNvGrpSpPr>
          <p:nvPr/>
        </p:nvGrpSpPr>
        <p:grpSpPr bwMode="auto">
          <a:xfrm>
            <a:off x="6505575" y="3563938"/>
            <a:ext cx="515938" cy="458787"/>
            <a:chOff x="4098" y="2245"/>
            <a:chExt cx="325" cy="289"/>
          </a:xfrm>
        </p:grpSpPr>
        <p:sp>
          <p:nvSpPr>
            <p:cNvPr id="124051" name="Freeform 148">
              <a:extLst>
                <a:ext uri="{FF2B5EF4-FFF2-40B4-BE49-F238E27FC236}">
                  <a16:creationId xmlns:a16="http://schemas.microsoft.com/office/drawing/2014/main" id="{3ADC1139-CF61-0FB3-F71A-5BB3C1EBC505}"/>
                </a:ext>
              </a:extLst>
            </p:cNvPr>
            <p:cNvSpPr>
              <a:spLocks noChangeArrowheads="1"/>
            </p:cNvSpPr>
            <p:nvPr/>
          </p:nvSpPr>
          <p:spPr bwMode="auto">
            <a:xfrm>
              <a:off x="4098" y="2245"/>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52" name="Freeform 149">
              <a:extLst>
                <a:ext uri="{FF2B5EF4-FFF2-40B4-BE49-F238E27FC236}">
                  <a16:creationId xmlns:a16="http://schemas.microsoft.com/office/drawing/2014/main" id="{D5DCA7D0-39CE-0740-11E2-243F5A7FB4F5}"/>
                </a:ext>
              </a:extLst>
            </p:cNvPr>
            <p:cNvSpPr>
              <a:spLocks noChangeArrowheads="1"/>
            </p:cNvSpPr>
            <p:nvPr/>
          </p:nvSpPr>
          <p:spPr bwMode="auto">
            <a:xfrm>
              <a:off x="4259" y="2245"/>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4053" name="Rectangle 150">
            <a:extLst>
              <a:ext uri="{FF2B5EF4-FFF2-40B4-BE49-F238E27FC236}">
                <a16:creationId xmlns:a16="http://schemas.microsoft.com/office/drawing/2014/main" id="{CE26D065-9C0C-BDE1-88BD-CCED419D26E9}"/>
              </a:ext>
            </a:extLst>
          </p:cNvPr>
          <p:cNvSpPr>
            <a:spLocks noChangeArrowheads="1"/>
          </p:cNvSpPr>
          <p:nvPr/>
        </p:nvSpPr>
        <p:spPr bwMode="auto">
          <a:xfrm>
            <a:off x="7212013" y="35734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4054" name="Group 151">
            <a:extLst>
              <a:ext uri="{FF2B5EF4-FFF2-40B4-BE49-F238E27FC236}">
                <a16:creationId xmlns:a16="http://schemas.microsoft.com/office/drawing/2014/main" id="{14749F16-5529-B1FF-42F8-CACF1CD1F23D}"/>
              </a:ext>
            </a:extLst>
          </p:cNvPr>
          <p:cNvGrpSpPr>
            <a:grpSpLocks/>
          </p:cNvGrpSpPr>
          <p:nvPr/>
        </p:nvGrpSpPr>
        <p:grpSpPr bwMode="auto">
          <a:xfrm>
            <a:off x="7248525" y="3563938"/>
            <a:ext cx="450850" cy="458787"/>
            <a:chOff x="4566" y="2245"/>
            <a:chExt cx="284" cy="289"/>
          </a:xfrm>
        </p:grpSpPr>
        <p:sp>
          <p:nvSpPr>
            <p:cNvPr id="124055" name="Freeform 152">
              <a:extLst>
                <a:ext uri="{FF2B5EF4-FFF2-40B4-BE49-F238E27FC236}">
                  <a16:creationId xmlns:a16="http://schemas.microsoft.com/office/drawing/2014/main" id="{406DF666-49A3-6A97-ACA7-21935C21C81F}"/>
                </a:ext>
              </a:extLst>
            </p:cNvPr>
            <p:cNvSpPr>
              <a:spLocks noChangeArrowheads="1"/>
            </p:cNvSpPr>
            <p:nvPr/>
          </p:nvSpPr>
          <p:spPr bwMode="auto">
            <a:xfrm>
              <a:off x="4566" y="2245"/>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56" name="Freeform 153">
              <a:extLst>
                <a:ext uri="{FF2B5EF4-FFF2-40B4-BE49-F238E27FC236}">
                  <a16:creationId xmlns:a16="http://schemas.microsoft.com/office/drawing/2014/main" id="{18774519-4147-5C9E-CD60-FB6358515450}"/>
                </a:ext>
              </a:extLst>
            </p:cNvPr>
            <p:cNvSpPr>
              <a:spLocks noChangeArrowheads="1"/>
            </p:cNvSpPr>
            <p:nvPr/>
          </p:nvSpPr>
          <p:spPr bwMode="auto">
            <a:xfrm>
              <a:off x="4707" y="2245"/>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4057" name="Line 154">
            <a:extLst>
              <a:ext uri="{FF2B5EF4-FFF2-40B4-BE49-F238E27FC236}">
                <a16:creationId xmlns:a16="http://schemas.microsoft.com/office/drawing/2014/main" id="{42B3C9CC-CA08-771B-E621-D2CF1A2E2851}"/>
              </a:ext>
            </a:extLst>
          </p:cNvPr>
          <p:cNvSpPr>
            <a:spLocks noChangeShapeType="1"/>
          </p:cNvSpPr>
          <p:nvPr/>
        </p:nvSpPr>
        <p:spPr bwMode="auto">
          <a:xfrm>
            <a:off x="7008813" y="37925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58" name="Line 155">
            <a:extLst>
              <a:ext uri="{FF2B5EF4-FFF2-40B4-BE49-F238E27FC236}">
                <a16:creationId xmlns:a16="http://schemas.microsoft.com/office/drawing/2014/main" id="{6360F9AC-0D3B-2887-AB5A-C886C7C84EEB}"/>
              </a:ext>
            </a:extLst>
          </p:cNvPr>
          <p:cNvSpPr>
            <a:spLocks noChangeShapeType="1"/>
          </p:cNvSpPr>
          <p:nvPr/>
        </p:nvSpPr>
        <p:spPr bwMode="auto">
          <a:xfrm>
            <a:off x="6240463" y="37925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59" name="Line 156">
            <a:extLst>
              <a:ext uri="{FF2B5EF4-FFF2-40B4-BE49-F238E27FC236}">
                <a16:creationId xmlns:a16="http://schemas.microsoft.com/office/drawing/2014/main" id="{716D8537-C149-E0DA-89A6-FC5BFE473E98}"/>
              </a:ext>
            </a:extLst>
          </p:cNvPr>
          <p:cNvSpPr>
            <a:spLocks noChangeShapeType="1"/>
          </p:cNvSpPr>
          <p:nvPr/>
        </p:nvSpPr>
        <p:spPr bwMode="auto">
          <a:xfrm>
            <a:off x="5629275" y="39449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60" name="Freeform 157">
            <a:extLst>
              <a:ext uri="{FF2B5EF4-FFF2-40B4-BE49-F238E27FC236}">
                <a16:creationId xmlns:a16="http://schemas.microsoft.com/office/drawing/2014/main" id="{EBA7BF63-32C0-12A3-2640-9AA6832BACAD}"/>
              </a:ext>
            </a:extLst>
          </p:cNvPr>
          <p:cNvSpPr>
            <a:spLocks noChangeArrowheads="1"/>
          </p:cNvSpPr>
          <p:nvPr/>
        </p:nvSpPr>
        <p:spPr bwMode="auto">
          <a:xfrm>
            <a:off x="5821363" y="37846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61" name="Freeform 158">
            <a:extLst>
              <a:ext uri="{FF2B5EF4-FFF2-40B4-BE49-F238E27FC236}">
                <a16:creationId xmlns:a16="http://schemas.microsoft.com/office/drawing/2014/main" id="{C4FC8405-4EB9-6341-0E42-020E6845A710}"/>
              </a:ext>
            </a:extLst>
          </p:cNvPr>
          <p:cNvSpPr>
            <a:spLocks noChangeArrowheads="1"/>
          </p:cNvSpPr>
          <p:nvPr/>
        </p:nvSpPr>
        <p:spPr bwMode="auto">
          <a:xfrm>
            <a:off x="7116763" y="450373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62" name="Freeform 159">
            <a:extLst>
              <a:ext uri="{FF2B5EF4-FFF2-40B4-BE49-F238E27FC236}">
                <a16:creationId xmlns:a16="http://schemas.microsoft.com/office/drawing/2014/main" id="{7D379F83-7714-652D-C8D3-2EAABEFCBFAF}"/>
              </a:ext>
            </a:extLst>
          </p:cNvPr>
          <p:cNvSpPr>
            <a:spLocks noChangeArrowheads="1"/>
          </p:cNvSpPr>
          <p:nvPr/>
        </p:nvSpPr>
        <p:spPr bwMode="auto">
          <a:xfrm>
            <a:off x="5105400" y="4275138"/>
            <a:ext cx="269875" cy="458787"/>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63" name="Freeform 160">
            <a:extLst>
              <a:ext uri="{FF2B5EF4-FFF2-40B4-BE49-F238E27FC236}">
                <a16:creationId xmlns:a16="http://schemas.microsoft.com/office/drawing/2014/main" id="{9A15AE07-276C-2C11-93EC-8DA45421A8B7}"/>
              </a:ext>
            </a:extLst>
          </p:cNvPr>
          <p:cNvSpPr>
            <a:spLocks noChangeArrowheads="1"/>
          </p:cNvSpPr>
          <p:nvPr/>
        </p:nvSpPr>
        <p:spPr bwMode="auto">
          <a:xfrm>
            <a:off x="5373688" y="4275138"/>
            <a:ext cx="271462" cy="458787"/>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64" name="Rectangle 161">
            <a:extLst>
              <a:ext uri="{FF2B5EF4-FFF2-40B4-BE49-F238E27FC236}">
                <a16:creationId xmlns:a16="http://schemas.microsoft.com/office/drawing/2014/main" id="{33664F96-7BF3-4934-D748-C6B40DCF3E7B}"/>
              </a:ext>
            </a:extLst>
          </p:cNvPr>
          <p:cNvSpPr>
            <a:spLocks noChangeArrowheads="1"/>
          </p:cNvSpPr>
          <p:nvPr/>
        </p:nvSpPr>
        <p:spPr bwMode="auto">
          <a:xfrm>
            <a:off x="5081588" y="4284663"/>
            <a:ext cx="4302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Im</a:t>
            </a:r>
          </a:p>
        </p:txBody>
      </p:sp>
      <p:sp>
        <p:nvSpPr>
          <p:cNvPr id="124065" name="Rectangle 162">
            <a:extLst>
              <a:ext uri="{FF2B5EF4-FFF2-40B4-BE49-F238E27FC236}">
                <a16:creationId xmlns:a16="http://schemas.microsoft.com/office/drawing/2014/main" id="{A2AAFBEB-0106-5496-FACD-6BD382D743A6}"/>
              </a:ext>
            </a:extLst>
          </p:cNvPr>
          <p:cNvSpPr>
            <a:spLocks noChangeArrowheads="1"/>
          </p:cNvSpPr>
          <p:nvPr/>
        </p:nvSpPr>
        <p:spPr bwMode="auto">
          <a:xfrm rot="5400000">
            <a:off x="6414295" y="4307681"/>
            <a:ext cx="6080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sp>
        <p:nvSpPr>
          <p:cNvPr id="124066" name="Rectangle 163">
            <a:extLst>
              <a:ext uri="{FF2B5EF4-FFF2-40B4-BE49-F238E27FC236}">
                <a16:creationId xmlns:a16="http://schemas.microsoft.com/office/drawing/2014/main" id="{26235338-97E7-54E1-336D-60255661457C}"/>
              </a:ext>
            </a:extLst>
          </p:cNvPr>
          <p:cNvSpPr>
            <a:spLocks noChangeArrowheads="1"/>
          </p:cNvSpPr>
          <p:nvPr/>
        </p:nvSpPr>
        <p:spPr bwMode="auto">
          <a:xfrm>
            <a:off x="5811838" y="429260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4067" name="Freeform 164">
            <a:extLst>
              <a:ext uri="{FF2B5EF4-FFF2-40B4-BE49-F238E27FC236}">
                <a16:creationId xmlns:a16="http://schemas.microsoft.com/office/drawing/2014/main" id="{CF404856-D8DD-8F19-1C7A-A501D32A4603}"/>
              </a:ext>
            </a:extLst>
          </p:cNvPr>
          <p:cNvSpPr>
            <a:spLocks noChangeArrowheads="1"/>
          </p:cNvSpPr>
          <p:nvPr/>
        </p:nvSpPr>
        <p:spPr bwMode="auto">
          <a:xfrm>
            <a:off x="5835650" y="427513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68" name="Line 165">
            <a:extLst>
              <a:ext uri="{FF2B5EF4-FFF2-40B4-BE49-F238E27FC236}">
                <a16:creationId xmlns:a16="http://schemas.microsoft.com/office/drawing/2014/main" id="{7D7FD0A4-5261-CFED-8A12-899011AFC02F}"/>
              </a:ext>
            </a:extLst>
          </p:cNvPr>
          <p:cNvSpPr>
            <a:spLocks noChangeShapeType="1"/>
          </p:cNvSpPr>
          <p:nvPr/>
        </p:nvSpPr>
        <p:spPr bwMode="auto">
          <a:xfrm>
            <a:off x="5646738" y="45037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69" name="Freeform 166">
            <a:extLst>
              <a:ext uri="{FF2B5EF4-FFF2-40B4-BE49-F238E27FC236}">
                <a16:creationId xmlns:a16="http://schemas.microsoft.com/office/drawing/2014/main" id="{6DC39AF9-5A0C-5B7C-6DBB-F77AD3759A4A}"/>
              </a:ext>
            </a:extLst>
          </p:cNvPr>
          <p:cNvSpPr>
            <a:spLocks noChangeArrowheads="1"/>
          </p:cNvSpPr>
          <p:nvPr/>
        </p:nvSpPr>
        <p:spPr bwMode="auto">
          <a:xfrm>
            <a:off x="5751513" y="43513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70" name="Line 167">
            <a:extLst>
              <a:ext uri="{FF2B5EF4-FFF2-40B4-BE49-F238E27FC236}">
                <a16:creationId xmlns:a16="http://schemas.microsoft.com/office/drawing/2014/main" id="{221F1F31-190A-3A33-15B1-C8A389137349}"/>
              </a:ext>
            </a:extLst>
          </p:cNvPr>
          <p:cNvSpPr>
            <a:spLocks noChangeShapeType="1"/>
          </p:cNvSpPr>
          <p:nvPr/>
        </p:nvSpPr>
        <p:spPr bwMode="auto">
          <a:xfrm>
            <a:off x="6307138" y="43513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71" name="Rectangle 168">
            <a:extLst>
              <a:ext uri="{FF2B5EF4-FFF2-40B4-BE49-F238E27FC236}">
                <a16:creationId xmlns:a16="http://schemas.microsoft.com/office/drawing/2014/main" id="{963D13A9-9AA7-9B37-9A1E-1AF854C85A28}"/>
              </a:ext>
            </a:extLst>
          </p:cNvPr>
          <p:cNvSpPr>
            <a:spLocks noChangeArrowheads="1"/>
          </p:cNvSpPr>
          <p:nvPr/>
        </p:nvSpPr>
        <p:spPr bwMode="auto">
          <a:xfrm>
            <a:off x="7108825" y="428466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sp>
        <p:nvSpPr>
          <p:cNvPr id="124072" name="Freeform 169">
            <a:extLst>
              <a:ext uri="{FF2B5EF4-FFF2-40B4-BE49-F238E27FC236}">
                <a16:creationId xmlns:a16="http://schemas.microsoft.com/office/drawing/2014/main" id="{0C844887-7865-5003-65B2-6E1C3125E053}"/>
              </a:ext>
            </a:extLst>
          </p:cNvPr>
          <p:cNvSpPr>
            <a:spLocks noChangeArrowheads="1"/>
          </p:cNvSpPr>
          <p:nvPr/>
        </p:nvSpPr>
        <p:spPr bwMode="auto">
          <a:xfrm>
            <a:off x="7183438" y="427513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73" name="Freeform 170">
            <a:extLst>
              <a:ext uri="{FF2B5EF4-FFF2-40B4-BE49-F238E27FC236}">
                <a16:creationId xmlns:a16="http://schemas.microsoft.com/office/drawing/2014/main" id="{02E97B6D-B405-3852-6C27-9FD2B500DDAF}"/>
              </a:ext>
            </a:extLst>
          </p:cNvPr>
          <p:cNvSpPr>
            <a:spLocks noChangeArrowheads="1"/>
          </p:cNvSpPr>
          <p:nvPr/>
        </p:nvSpPr>
        <p:spPr bwMode="auto">
          <a:xfrm>
            <a:off x="7439025" y="427513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74" name="Rectangle 171">
            <a:extLst>
              <a:ext uri="{FF2B5EF4-FFF2-40B4-BE49-F238E27FC236}">
                <a16:creationId xmlns:a16="http://schemas.microsoft.com/office/drawing/2014/main" id="{408BE752-1085-D753-0B7C-3AE2810E2ADB}"/>
              </a:ext>
            </a:extLst>
          </p:cNvPr>
          <p:cNvSpPr>
            <a:spLocks noChangeArrowheads="1"/>
          </p:cNvSpPr>
          <p:nvPr/>
        </p:nvSpPr>
        <p:spPr bwMode="auto">
          <a:xfrm>
            <a:off x="7889875" y="428466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4075" name="Freeform 172">
            <a:extLst>
              <a:ext uri="{FF2B5EF4-FFF2-40B4-BE49-F238E27FC236}">
                <a16:creationId xmlns:a16="http://schemas.microsoft.com/office/drawing/2014/main" id="{FE499658-F982-87BB-46E4-DEA32DB2C485}"/>
              </a:ext>
            </a:extLst>
          </p:cNvPr>
          <p:cNvSpPr>
            <a:spLocks noChangeArrowheads="1"/>
          </p:cNvSpPr>
          <p:nvPr/>
        </p:nvSpPr>
        <p:spPr bwMode="auto">
          <a:xfrm>
            <a:off x="7926388" y="427513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76" name="Freeform 173">
            <a:extLst>
              <a:ext uri="{FF2B5EF4-FFF2-40B4-BE49-F238E27FC236}">
                <a16:creationId xmlns:a16="http://schemas.microsoft.com/office/drawing/2014/main" id="{52696B15-5530-EABA-5353-2896ED05FE5B}"/>
              </a:ext>
            </a:extLst>
          </p:cNvPr>
          <p:cNvSpPr>
            <a:spLocks noChangeArrowheads="1"/>
          </p:cNvSpPr>
          <p:nvPr/>
        </p:nvSpPr>
        <p:spPr bwMode="auto">
          <a:xfrm>
            <a:off x="8150225" y="4275138"/>
            <a:ext cx="227013"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4077" name="Line 174">
            <a:extLst>
              <a:ext uri="{FF2B5EF4-FFF2-40B4-BE49-F238E27FC236}">
                <a16:creationId xmlns:a16="http://schemas.microsoft.com/office/drawing/2014/main" id="{CFEE3C45-7BF7-B3FE-EDE9-DFAE3E8DD129}"/>
              </a:ext>
            </a:extLst>
          </p:cNvPr>
          <p:cNvSpPr>
            <a:spLocks noChangeShapeType="1"/>
          </p:cNvSpPr>
          <p:nvPr/>
        </p:nvSpPr>
        <p:spPr bwMode="auto">
          <a:xfrm>
            <a:off x="7686675" y="450373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78" name="Line 175">
            <a:extLst>
              <a:ext uri="{FF2B5EF4-FFF2-40B4-BE49-F238E27FC236}">
                <a16:creationId xmlns:a16="http://schemas.microsoft.com/office/drawing/2014/main" id="{18929C01-C738-7AA0-792A-540ACC5A94DD}"/>
              </a:ext>
            </a:extLst>
          </p:cNvPr>
          <p:cNvSpPr>
            <a:spLocks noChangeShapeType="1"/>
          </p:cNvSpPr>
          <p:nvPr/>
        </p:nvSpPr>
        <p:spPr bwMode="auto">
          <a:xfrm>
            <a:off x="6918325" y="450373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79" name="Line 176">
            <a:extLst>
              <a:ext uri="{FF2B5EF4-FFF2-40B4-BE49-F238E27FC236}">
                <a16:creationId xmlns:a16="http://schemas.microsoft.com/office/drawing/2014/main" id="{D0F39857-C6B6-2FE6-6217-55136D15616F}"/>
              </a:ext>
            </a:extLst>
          </p:cNvPr>
          <p:cNvSpPr>
            <a:spLocks noChangeShapeType="1"/>
          </p:cNvSpPr>
          <p:nvPr/>
        </p:nvSpPr>
        <p:spPr bwMode="auto">
          <a:xfrm>
            <a:off x="6307138" y="46561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080" name="Freeform 177">
            <a:extLst>
              <a:ext uri="{FF2B5EF4-FFF2-40B4-BE49-F238E27FC236}">
                <a16:creationId xmlns:a16="http://schemas.microsoft.com/office/drawing/2014/main" id="{ECA3C2B8-5421-D3B3-8964-1C8BDF637188}"/>
              </a:ext>
            </a:extLst>
          </p:cNvPr>
          <p:cNvSpPr>
            <a:spLocks noChangeArrowheads="1"/>
          </p:cNvSpPr>
          <p:nvPr/>
        </p:nvSpPr>
        <p:spPr bwMode="auto">
          <a:xfrm>
            <a:off x="6575425" y="4122738"/>
            <a:ext cx="338138"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1009" name="Text Box 178">
            <a:extLst>
              <a:ext uri="{FF2B5EF4-FFF2-40B4-BE49-F238E27FC236}">
                <a16:creationId xmlns:a16="http://schemas.microsoft.com/office/drawing/2014/main" id="{84182C71-0E84-7B02-F140-682E985B5C61}"/>
              </a:ext>
            </a:extLst>
          </p:cNvPr>
          <p:cNvSpPr txBox="1">
            <a:spLocks noChangeArrowheads="1"/>
          </p:cNvSpPr>
          <p:nvPr/>
        </p:nvSpPr>
        <p:spPr bwMode="auto">
          <a:xfrm>
            <a:off x="566738" y="6326188"/>
            <a:ext cx="3527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latin typeface="微软雅黑" panose="020B0503020204020204" pitchFamily="34" charset="-122"/>
                <a:ea typeface="微软雅黑" panose="020B0503020204020204" pitchFamily="34" charset="-122"/>
              </a:rPr>
              <a:t>与方案</a:t>
            </a:r>
            <a:r>
              <a:rPr lang="en-US" altLang="zh-CN" sz="2000">
                <a:solidFill>
                  <a:srgbClr val="CC0000"/>
                </a:solidFill>
                <a:latin typeface="微软雅黑" panose="020B0503020204020204" pitchFamily="34" charset="-122"/>
                <a:ea typeface="微软雅黑" panose="020B0503020204020204" pitchFamily="34" charset="-122"/>
              </a:rPr>
              <a:t>1</a:t>
            </a:r>
            <a:r>
              <a:rPr lang="zh-CN" altLang="en-US" sz="2000">
                <a:solidFill>
                  <a:srgbClr val="CC0000"/>
                </a:solidFill>
                <a:latin typeface="微软雅黑" panose="020B0503020204020204" pitchFamily="34" charset="-122"/>
                <a:ea typeface="微软雅黑" panose="020B0503020204020204" pitchFamily="34" charset="-122"/>
              </a:rPr>
              <a:t>比，哪个更快？</a:t>
            </a:r>
          </a:p>
        </p:txBody>
      </p:sp>
      <p:sp>
        <p:nvSpPr>
          <p:cNvPr id="121010" name="Text Box 179">
            <a:extLst>
              <a:ext uri="{FF2B5EF4-FFF2-40B4-BE49-F238E27FC236}">
                <a16:creationId xmlns:a16="http://schemas.microsoft.com/office/drawing/2014/main" id="{92C83C28-4B0B-DE8A-8938-DD2A68311733}"/>
              </a:ext>
            </a:extLst>
          </p:cNvPr>
          <p:cNvSpPr txBox="1">
            <a:spLocks noChangeArrowheads="1"/>
          </p:cNvSpPr>
          <p:nvPr/>
        </p:nvSpPr>
        <p:spPr bwMode="auto">
          <a:xfrm>
            <a:off x="4297363" y="6326188"/>
            <a:ext cx="3527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3366FF"/>
                </a:solidFill>
                <a:latin typeface="微软雅黑" panose="020B0503020204020204" pitchFamily="34" charset="-122"/>
                <a:ea typeface="微软雅黑" panose="020B0503020204020204" pitchFamily="34" charset="-122"/>
              </a:rPr>
              <a:t>一样，都是多三个时钟周期！</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980"/>
                                        </p:tgtEl>
                                        <p:attrNameLst>
                                          <p:attrName>style.visibility</p:attrName>
                                        </p:attrNameLst>
                                      </p:cBhvr>
                                      <p:to>
                                        <p:strVal val="visible"/>
                                      </p:to>
                                    </p:set>
                                    <p:animEffect transition="in" filter="blinds(horizontal)">
                                      <p:cBhvr>
                                        <p:cTn id="7" dur="500"/>
                                        <p:tgtEl>
                                          <p:spTgt spid="1239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1009"/>
                                        </p:tgtEl>
                                        <p:attrNameLst>
                                          <p:attrName>style.visibility</p:attrName>
                                        </p:attrNameLst>
                                      </p:cBhvr>
                                      <p:to>
                                        <p:strVal val="visible"/>
                                      </p:to>
                                    </p:set>
                                    <p:animEffect transition="in" filter="blinds(horizontal)">
                                      <p:cBhvr>
                                        <p:cTn id="12" dur="500"/>
                                        <p:tgtEl>
                                          <p:spTgt spid="1210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1010"/>
                                        </p:tgtEl>
                                        <p:attrNameLst>
                                          <p:attrName>style.visibility</p:attrName>
                                        </p:attrNameLst>
                                      </p:cBhvr>
                                      <p:to>
                                        <p:strVal val="visible"/>
                                      </p:to>
                                    </p:set>
                                    <p:animEffect transition="in" filter="blinds(horizontal)">
                                      <p:cBhvr>
                                        <p:cTn id="17" dur="500"/>
                                        <p:tgtEl>
                                          <p:spTgt spid="121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80" grpId="0"/>
      <p:bldP spid="121009" grpId="0"/>
      <p:bldP spid="12101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Freeform 2">
            <a:extLst>
              <a:ext uri="{FF2B5EF4-FFF2-40B4-BE49-F238E27FC236}">
                <a16:creationId xmlns:a16="http://schemas.microsoft.com/office/drawing/2014/main" id="{B2B44B7D-2DE9-9585-485A-031190D917EA}"/>
              </a:ext>
            </a:extLst>
          </p:cNvPr>
          <p:cNvSpPr>
            <a:spLocks noChangeArrowheads="1"/>
          </p:cNvSpPr>
          <p:nvPr/>
        </p:nvSpPr>
        <p:spPr bwMode="auto">
          <a:xfrm>
            <a:off x="5892800" y="179863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25954" name="Freeform 3">
            <a:extLst>
              <a:ext uri="{FF2B5EF4-FFF2-40B4-BE49-F238E27FC236}">
                <a16:creationId xmlns:a16="http://schemas.microsoft.com/office/drawing/2014/main" id="{8AA20C2D-B032-E3C1-3847-78A65CA21810}"/>
              </a:ext>
            </a:extLst>
          </p:cNvPr>
          <p:cNvSpPr>
            <a:spLocks noChangeArrowheads="1"/>
          </p:cNvSpPr>
          <p:nvPr/>
        </p:nvSpPr>
        <p:spPr bwMode="auto">
          <a:xfrm>
            <a:off x="4714875" y="25098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25955" name="Freeform 4">
            <a:extLst>
              <a:ext uri="{FF2B5EF4-FFF2-40B4-BE49-F238E27FC236}">
                <a16:creationId xmlns:a16="http://schemas.microsoft.com/office/drawing/2014/main" id="{5FAE9390-1801-E774-748F-338F5947EC9D}"/>
              </a:ext>
            </a:extLst>
          </p:cNvPr>
          <p:cNvSpPr>
            <a:spLocks noChangeArrowheads="1"/>
          </p:cNvSpPr>
          <p:nvPr/>
        </p:nvSpPr>
        <p:spPr bwMode="auto">
          <a:xfrm>
            <a:off x="5392738" y="32210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25956" name="Freeform 5">
            <a:extLst>
              <a:ext uri="{FF2B5EF4-FFF2-40B4-BE49-F238E27FC236}">
                <a16:creationId xmlns:a16="http://schemas.microsoft.com/office/drawing/2014/main" id="{3F45F213-86BB-91D5-C03F-0A750B6A1A2A}"/>
              </a:ext>
            </a:extLst>
          </p:cNvPr>
          <p:cNvSpPr>
            <a:spLocks noChangeArrowheads="1"/>
          </p:cNvSpPr>
          <p:nvPr/>
        </p:nvSpPr>
        <p:spPr bwMode="auto">
          <a:xfrm>
            <a:off x="6070600" y="39322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25957" name="Rectangle 6">
            <a:extLst>
              <a:ext uri="{FF2B5EF4-FFF2-40B4-BE49-F238E27FC236}">
                <a16:creationId xmlns:a16="http://schemas.microsoft.com/office/drawing/2014/main" id="{01AFA40D-296F-91E5-6581-EFBF38E73BB2}"/>
              </a:ext>
            </a:extLst>
          </p:cNvPr>
          <p:cNvSpPr>
            <a:spLocks noGrp="1" noChangeArrowheads="1"/>
          </p:cNvSpPr>
          <p:nvPr>
            <p:ph type="title"/>
          </p:nvPr>
        </p:nvSpPr>
        <p:spPr>
          <a:xfrm>
            <a:off x="466725" y="185738"/>
            <a:ext cx="6905625" cy="368300"/>
          </a:xfrm>
        </p:spPr>
        <p:txBody>
          <a:bodyPr/>
          <a:lstStyle/>
          <a:p>
            <a:r>
              <a:rPr lang="zh-CN" altLang="en-US">
                <a:ea typeface="宋体" panose="02010600030101010101" pitchFamily="2" charset="-122"/>
              </a:rPr>
              <a:t>方案</a:t>
            </a:r>
            <a:r>
              <a:rPr lang="en-US" altLang="zh-CN">
                <a:ea typeface="宋体" panose="02010600030101010101" pitchFamily="2" charset="-122"/>
              </a:rPr>
              <a:t>3:  </a:t>
            </a:r>
            <a:r>
              <a:rPr lang="zh-CN" altLang="en-US">
                <a:ea typeface="宋体" panose="02010600030101010101" pitchFamily="2" charset="-122"/>
              </a:rPr>
              <a:t>同一周期内寄存器堆先写后读</a:t>
            </a:r>
            <a:endParaRPr lang="zh-CN" altLang="en-US" sz="1200" i="1">
              <a:ea typeface="宋体" panose="02010600030101010101" pitchFamily="2" charset="-122"/>
            </a:endParaRPr>
          </a:p>
        </p:txBody>
      </p:sp>
      <p:sp>
        <p:nvSpPr>
          <p:cNvPr id="125958" name="Rectangle 7">
            <a:extLst>
              <a:ext uri="{FF2B5EF4-FFF2-40B4-BE49-F238E27FC236}">
                <a16:creationId xmlns:a16="http://schemas.microsoft.com/office/drawing/2014/main" id="{B20D7E39-BDEB-915F-591E-35F536A455AE}"/>
              </a:ext>
            </a:extLst>
          </p:cNvPr>
          <p:cNvSpPr>
            <a:spLocks noChangeArrowheads="1"/>
          </p:cNvSpPr>
          <p:nvPr/>
        </p:nvSpPr>
        <p:spPr bwMode="auto">
          <a:xfrm>
            <a:off x="366713" y="1984375"/>
            <a:ext cx="358775"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1800" b="0" i="1">
                <a:latin typeface="Arial" panose="020B0604020202020204" pitchFamily="34" charset="0"/>
                <a:ea typeface="宋体" panose="02010600030101010101" pitchFamily="2" charset="-122"/>
              </a:rPr>
              <a:t>I</a:t>
            </a:r>
          </a:p>
          <a:p>
            <a:pPr algn="ctr" eaLnBrk="0" hangingPunct="0"/>
            <a:r>
              <a:rPr lang="en-US" altLang="zh-CN" sz="1800" b="0" i="1">
                <a:latin typeface="Arial" panose="020B0604020202020204" pitchFamily="34" charset="0"/>
                <a:ea typeface="宋体" panose="02010600030101010101" pitchFamily="2" charset="-122"/>
              </a:rPr>
              <a:t>n</a:t>
            </a:r>
          </a:p>
          <a:p>
            <a:pPr algn="ctr" eaLnBrk="0" hangingPunct="0"/>
            <a:r>
              <a:rPr lang="en-US" altLang="zh-CN" sz="1800" b="0" i="1">
                <a:latin typeface="Arial" panose="020B0604020202020204" pitchFamily="34" charset="0"/>
                <a:ea typeface="宋体" panose="02010600030101010101" pitchFamily="2" charset="-122"/>
              </a:rPr>
              <a:t>s</a:t>
            </a:r>
          </a:p>
          <a:p>
            <a:pPr algn="ctr" eaLnBrk="0" hangingPunct="0"/>
            <a:r>
              <a:rPr lang="en-US" altLang="zh-CN" sz="1800" b="0" i="1">
                <a:latin typeface="Arial" panose="020B0604020202020204" pitchFamily="34" charset="0"/>
                <a:ea typeface="宋体" panose="02010600030101010101" pitchFamily="2" charset="-122"/>
              </a:rPr>
              <a:t>t</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O</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r>
              <a:rPr lang="en-US" altLang="zh-CN" sz="1800" b="0" i="1">
                <a:latin typeface="Arial" panose="020B0604020202020204" pitchFamily="34" charset="0"/>
                <a:ea typeface="宋体" panose="02010600030101010101" pitchFamily="2" charset="-122"/>
              </a:rPr>
              <a:t>d</a:t>
            </a:r>
          </a:p>
          <a:p>
            <a:pPr algn="ctr" eaLnBrk="0" hangingPunct="0"/>
            <a:r>
              <a:rPr lang="en-US" altLang="zh-CN" sz="1800" b="0" i="1">
                <a:latin typeface="Arial" panose="020B0604020202020204" pitchFamily="34" charset="0"/>
                <a:ea typeface="宋体" panose="02010600030101010101" pitchFamily="2" charset="-122"/>
              </a:rPr>
              <a:t>e</a:t>
            </a:r>
          </a:p>
          <a:p>
            <a:pPr algn="ctr" eaLnBrk="0" hangingPunct="0"/>
            <a:r>
              <a:rPr lang="en-US" altLang="zh-CN" sz="1800" b="0" i="1">
                <a:latin typeface="Arial" panose="020B0604020202020204" pitchFamily="34" charset="0"/>
                <a:ea typeface="宋体" panose="02010600030101010101" pitchFamily="2" charset="-122"/>
              </a:rPr>
              <a:t>r</a:t>
            </a:r>
          </a:p>
        </p:txBody>
      </p:sp>
      <p:sp>
        <p:nvSpPr>
          <p:cNvPr id="125959" name="Line 8">
            <a:extLst>
              <a:ext uri="{FF2B5EF4-FFF2-40B4-BE49-F238E27FC236}">
                <a16:creationId xmlns:a16="http://schemas.microsoft.com/office/drawing/2014/main" id="{71E04489-D07E-C306-DC31-9CB119066451}"/>
              </a:ext>
            </a:extLst>
          </p:cNvPr>
          <p:cNvSpPr>
            <a:spLocks noChangeShapeType="1"/>
          </p:cNvSpPr>
          <p:nvPr/>
        </p:nvSpPr>
        <p:spPr bwMode="auto">
          <a:xfrm>
            <a:off x="850900" y="1974850"/>
            <a:ext cx="0" cy="323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5960" name="Line 9">
            <a:extLst>
              <a:ext uri="{FF2B5EF4-FFF2-40B4-BE49-F238E27FC236}">
                <a16:creationId xmlns:a16="http://schemas.microsoft.com/office/drawing/2014/main" id="{F5B6F249-D70F-A8B6-1F6E-D83DFFCFBBB9}"/>
              </a:ext>
            </a:extLst>
          </p:cNvPr>
          <p:cNvSpPr>
            <a:spLocks noChangeShapeType="1"/>
          </p:cNvSpPr>
          <p:nvPr/>
        </p:nvSpPr>
        <p:spPr bwMode="auto">
          <a:xfrm>
            <a:off x="1504950" y="1549400"/>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5961" name="Rectangle 10">
            <a:extLst>
              <a:ext uri="{FF2B5EF4-FFF2-40B4-BE49-F238E27FC236}">
                <a16:creationId xmlns:a16="http://schemas.microsoft.com/office/drawing/2014/main" id="{6A39C69F-0234-77BA-7FA3-C28629823BC8}"/>
              </a:ext>
            </a:extLst>
          </p:cNvPr>
          <p:cNvSpPr>
            <a:spLocks noChangeArrowheads="1"/>
          </p:cNvSpPr>
          <p:nvPr/>
        </p:nvSpPr>
        <p:spPr bwMode="auto">
          <a:xfrm>
            <a:off x="1268413" y="1227138"/>
            <a:ext cx="21240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b="0" i="1">
                <a:latin typeface="Arial" panose="020B0604020202020204" pitchFamily="34" charset="0"/>
                <a:ea typeface="宋体" panose="02010600030101010101" pitchFamily="2" charset="-122"/>
              </a:rPr>
              <a:t>Time (clock cycles)</a:t>
            </a:r>
          </a:p>
        </p:txBody>
      </p:sp>
      <p:sp>
        <p:nvSpPr>
          <p:cNvPr id="125962" name="Rectangle 11">
            <a:extLst>
              <a:ext uri="{FF2B5EF4-FFF2-40B4-BE49-F238E27FC236}">
                <a16:creationId xmlns:a16="http://schemas.microsoft.com/office/drawing/2014/main" id="{29AB42D8-200A-5271-A48A-CF1D104C5522}"/>
              </a:ext>
            </a:extLst>
          </p:cNvPr>
          <p:cNvSpPr>
            <a:spLocks noChangeArrowheads="1"/>
          </p:cNvSpPr>
          <p:nvPr/>
        </p:nvSpPr>
        <p:spPr bwMode="auto">
          <a:xfrm>
            <a:off x="887413" y="179387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add </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,r2,r3</a:t>
            </a:r>
          </a:p>
        </p:txBody>
      </p:sp>
      <p:sp>
        <p:nvSpPr>
          <p:cNvPr id="125963" name="Rectangle 12">
            <a:extLst>
              <a:ext uri="{FF2B5EF4-FFF2-40B4-BE49-F238E27FC236}">
                <a16:creationId xmlns:a16="http://schemas.microsoft.com/office/drawing/2014/main" id="{A9342039-511D-F321-F479-2FF628974D01}"/>
              </a:ext>
            </a:extLst>
          </p:cNvPr>
          <p:cNvSpPr>
            <a:spLocks noChangeArrowheads="1"/>
          </p:cNvSpPr>
          <p:nvPr/>
        </p:nvSpPr>
        <p:spPr bwMode="auto">
          <a:xfrm>
            <a:off x="862013" y="251777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sub r4,</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,r3</a:t>
            </a:r>
          </a:p>
        </p:txBody>
      </p:sp>
      <p:sp>
        <p:nvSpPr>
          <p:cNvPr id="125964" name="Rectangle 13">
            <a:extLst>
              <a:ext uri="{FF2B5EF4-FFF2-40B4-BE49-F238E27FC236}">
                <a16:creationId xmlns:a16="http://schemas.microsoft.com/office/drawing/2014/main" id="{19573777-3CCC-94D7-52CB-6EEA2142EE37}"/>
              </a:ext>
            </a:extLst>
          </p:cNvPr>
          <p:cNvSpPr>
            <a:spLocks noChangeArrowheads="1"/>
          </p:cNvSpPr>
          <p:nvPr/>
        </p:nvSpPr>
        <p:spPr bwMode="auto">
          <a:xfrm>
            <a:off x="836613" y="324167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and r6,</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,r7</a:t>
            </a:r>
          </a:p>
        </p:txBody>
      </p:sp>
      <p:sp>
        <p:nvSpPr>
          <p:cNvPr id="125965" name="Rectangle 14">
            <a:extLst>
              <a:ext uri="{FF2B5EF4-FFF2-40B4-BE49-F238E27FC236}">
                <a16:creationId xmlns:a16="http://schemas.microsoft.com/office/drawing/2014/main" id="{8E0AF55F-E608-0BAF-4EB9-75B6936FC5AA}"/>
              </a:ext>
            </a:extLst>
          </p:cNvPr>
          <p:cNvSpPr>
            <a:spLocks noChangeArrowheads="1"/>
          </p:cNvSpPr>
          <p:nvPr/>
        </p:nvSpPr>
        <p:spPr bwMode="auto">
          <a:xfrm>
            <a:off x="811213" y="3965575"/>
            <a:ext cx="20383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or   r8,</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,r9</a:t>
            </a:r>
          </a:p>
        </p:txBody>
      </p:sp>
      <p:sp>
        <p:nvSpPr>
          <p:cNvPr id="125966" name="Rectangle 15">
            <a:extLst>
              <a:ext uri="{FF2B5EF4-FFF2-40B4-BE49-F238E27FC236}">
                <a16:creationId xmlns:a16="http://schemas.microsoft.com/office/drawing/2014/main" id="{56B77CD5-FBBF-7592-C59A-DA7A4B9F3FFD}"/>
              </a:ext>
            </a:extLst>
          </p:cNvPr>
          <p:cNvSpPr>
            <a:spLocks noChangeArrowheads="1"/>
          </p:cNvSpPr>
          <p:nvPr/>
        </p:nvSpPr>
        <p:spPr bwMode="auto">
          <a:xfrm>
            <a:off x="836613" y="4689475"/>
            <a:ext cx="24368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xor r10,</a:t>
            </a:r>
            <a:r>
              <a:rPr lang="en-US" altLang="zh-CN" sz="2800" u="sng">
                <a:solidFill>
                  <a:schemeClr val="accent2"/>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,r11</a:t>
            </a:r>
          </a:p>
        </p:txBody>
      </p:sp>
      <p:sp>
        <p:nvSpPr>
          <p:cNvPr id="125967" name="Rectangle 16">
            <a:extLst>
              <a:ext uri="{FF2B5EF4-FFF2-40B4-BE49-F238E27FC236}">
                <a16:creationId xmlns:a16="http://schemas.microsoft.com/office/drawing/2014/main" id="{40304504-7855-82AC-6AD7-D31374A00C59}"/>
              </a:ext>
            </a:extLst>
          </p:cNvPr>
          <p:cNvSpPr>
            <a:spLocks noChangeArrowheads="1"/>
          </p:cNvSpPr>
          <p:nvPr/>
        </p:nvSpPr>
        <p:spPr bwMode="auto">
          <a:xfrm>
            <a:off x="3135313" y="1477963"/>
            <a:ext cx="4016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IF</a:t>
            </a:r>
          </a:p>
        </p:txBody>
      </p:sp>
      <p:sp>
        <p:nvSpPr>
          <p:cNvPr id="125968" name="Rectangle 17">
            <a:extLst>
              <a:ext uri="{FF2B5EF4-FFF2-40B4-BE49-F238E27FC236}">
                <a16:creationId xmlns:a16="http://schemas.microsoft.com/office/drawing/2014/main" id="{CAA4D87F-B9BC-E65E-7E3C-02FC5C4A01B8}"/>
              </a:ext>
            </a:extLst>
          </p:cNvPr>
          <p:cNvSpPr>
            <a:spLocks noChangeArrowheads="1"/>
          </p:cNvSpPr>
          <p:nvPr/>
        </p:nvSpPr>
        <p:spPr bwMode="auto">
          <a:xfrm>
            <a:off x="3630613" y="1477963"/>
            <a:ext cx="7858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   ID</a:t>
            </a:r>
          </a:p>
        </p:txBody>
      </p:sp>
      <p:sp>
        <p:nvSpPr>
          <p:cNvPr id="125969" name="Rectangle 18">
            <a:extLst>
              <a:ext uri="{FF2B5EF4-FFF2-40B4-BE49-F238E27FC236}">
                <a16:creationId xmlns:a16="http://schemas.microsoft.com/office/drawing/2014/main" id="{CF92C5F9-1EC2-2258-A42A-D158B7F3EE5F}"/>
              </a:ext>
            </a:extLst>
          </p:cNvPr>
          <p:cNvSpPr>
            <a:spLocks noChangeArrowheads="1"/>
          </p:cNvSpPr>
          <p:nvPr/>
        </p:nvSpPr>
        <p:spPr bwMode="auto">
          <a:xfrm>
            <a:off x="4468813" y="1477963"/>
            <a:ext cx="5445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EX</a:t>
            </a:r>
          </a:p>
        </p:txBody>
      </p:sp>
      <p:sp>
        <p:nvSpPr>
          <p:cNvPr id="125970" name="Rectangle 19">
            <a:extLst>
              <a:ext uri="{FF2B5EF4-FFF2-40B4-BE49-F238E27FC236}">
                <a16:creationId xmlns:a16="http://schemas.microsoft.com/office/drawing/2014/main" id="{63F5780C-AE7F-4A1E-2C6A-E6E355481C21}"/>
              </a:ext>
            </a:extLst>
          </p:cNvPr>
          <p:cNvSpPr>
            <a:spLocks noChangeArrowheads="1"/>
          </p:cNvSpPr>
          <p:nvPr/>
        </p:nvSpPr>
        <p:spPr bwMode="auto">
          <a:xfrm>
            <a:off x="5027613" y="1477963"/>
            <a:ext cx="72866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  M</a:t>
            </a:r>
          </a:p>
        </p:txBody>
      </p:sp>
      <p:sp>
        <p:nvSpPr>
          <p:cNvPr id="125971" name="Rectangle 20">
            <a:extLst>
              <a:ext uri="{FF2B5EF4-FFF2-40B4-BE49-F238E27FC236}">
                <a16:creationId xmlns:a16="http://schemas.microsoft.com/office/drawing/2014/main" id="{3FEDC3DB-B7C3-E923-A6C3-9FA051D1718A}"/>
              </a:ext>
            </a:extLst>
          </p:cNvPr>
          <p:cNvSpPr>
            <a:spLocks noChangeArrowheads="1"/>
          </p:cNvSpPr>
          <p:nvPr/>
        </p:nvSpPr>
        <p:spPr bwMode="auto">
          <a:xfrm>
            <a:off x="5802313" y="1477963"/>
            <a:ext cx="592137"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WB</a:t>
            </a:r>
          </a:p>
        </p:txBody>
      </p:sp>
      <p:sp>
        <p:nvSpPr>
          <p:cNvPr id="125972" name="Line 21">
            <a:extLst>
              <a:ext uri="{FF2B5EF4-FFF2-40B4-BE49-F238E27FC236}">
                <a16:creationId xmlns:a16="http://schemas.microsoft.com/office/drawing/2014/main" id="{FE2D70FC-9F9C-F82D-F722-F5144C9F65B7}"/>
              </a:ext>
            </a:extLst>
          </p:cNvPr>
          <p:cNvSpPr>
            <a:spLocks noChangeShapeType="1"/>
          </p:cNvSpPr>
          <p:nvPr/>
        </p:nvSpPr>
        <p:spPr bwMode="auto">
          <a:xfrm>
            <a:off x="36830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73" name="Line 22">
            <a:extLst>
              <a:ext uri="{FF2B5EF4-FFF2-40B4-BE49-F238E27FC236}">
                <a16:creationId xmlns:a16="http://schemas.microsoft.com/office/drawing/2014/main" id="{E6D38F7C-2B34-9036-A676-A270F84407F3}"/>
              </a:ext>
            </a:extLst>
          </p:cNvPr>
          <p:cNvSpPr>
            <a:spLocks noChangeShapeType="1"/>
          </p:cNvSpPr>
          <p:nvPr/>
        </p:nvSpPr>
        <p:spPr bwMode="auto">
          <a:xfrm>
            <a:off x="43688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74" name="Line 23">
            <a:extLst>
              <a:ext uri="{FF2B5EF4-FFF2-40B4-BE49-F238E27FC236}">
                <a16:creationId xmlns:a16="http://schemas.microsoft.com/office/drawing/2014/main" id="{A8729EDB-41B8-0986-9A6E-F800C59595BB}"/>
              </a:ext>
            </a:extLst>
          </p:cNvPr>
          <p:cNvSpPr>
            <a:spLocks noChangeShapeType="1"/>
          </p:cNvSpPr>
          <p:nvPr/>
        </p:nvSpPr>
        <p:spPr bwMode="auto">
          <a:xfrm>
            <a:off x="50546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75" name="Line 24">
            <a:extLst>
              <a:ext uri="{FF2B5EF4-FFF2-40B4-BE49-F238E27FC236}">
                <a16:creationId xmlns:a16="http://schemas.microsoft.com/office/drawing/2014/main" id="{D6C29E3C-8CBF-1DA1-0921-B0B2E0106780}"/>
              </a:ext>
            </a:extLst>
          </p:cNvPr>
          <p:cNvSpPr>
            <a:spLocks noChangeShapeType="1"/>
          </p:cNvSpPr>
          <p:nvPr/>
        </p:nvSpPr>
        <p:spPr bwMode="auto">
          <a:xfrm>
            <a:off x="57404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76" name="Line 25">
            <a:extLst>
              <a:ext uri="{FF2B5EF4-FFF2-40B4-BE49-F238E27FC236}">
                <a16:creationId xmlns:a16="http://schemas.microsoft.com/office/drawing/2014/main" id="{20A4A43A-4161-81E0-07B9-61AD885DC720}"/>
              </a:ext>
            </a:extLst>
          </p:cNvPr>
          <p:cNvSpPr>
            <a:spLocks noChangeShapeType="1"/>
          </p:cNvSpPr>
          <p:nvPr/>
        </p:nvSpPr>
        <p:spPr bwMode="auto">
          <a:xfrm>
            <a:off x="64262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77" name="Line 26">
            <a:extLst>
              <a:ext uri="{FF2B5EF4-FFF2-40B4-BE49-F238E27FC236}">
                <a16:creationId xmlns:a16="http://schemas.microsoft.com/office/drawing/2014/main" id="{AFEA443B-73CB-21BE-10FB-7B5929859B3A}"/>
              </a:ext>
            </a:extLst>
          </p:cNvPr>
          <p:cNvSpPr>
            <a:spLocks noChangeShapeType="1"/>
          </p:cNvSpPr>
          <p:nvPr/>
        </p:nvSpPr>
        <p:spPr bwMode="auto">
          <a:xfrm>
            <a:off x="71120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78" name="Line 27">
            <a:extLst>
              <a:ext uri="{FF2B5EF4-FFF2-40B4-BE49-F238E27FC236}">
                <a16:creationId xmlns:a16="http://schemas.microsoft.com/office/drawing/2014/main" id="{139F3BDC-32AB-596A-EF7E-5DA9E0305EB7}"/>
              </a:ext>
            </a:extLst>
          </p:cNvPr>
          <p:cNvSpPr>
            <a:spLocks noChangeShapeType="1"/>
          </p:cNvSpPr>
          <p:nvPr/>
        </p:nvSpPr>
        <p:spPr bwMode="auto">
          <a:xfrm>
            <a:off x="77978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79" name="Line 28">
            <a:extLst>
              <a:ext uri="{FF2B5EF4-FFF2-40B4-BE49-F238E27FC236}">
                <a16:creationId xmlns:a16="http://schemas.microsoft.com/office/drawing/2014/main" id="{79773572-98D8-FCB6-8D75-00F71EDD9FF3}"/>
              </a:ext>
            </a:extLst>
          </p:cNvPr>
          <p:cNvSpPr>
            <a:spLocks noChangeShapeType="1"/>
          </p:cNvSpPr>
          <p:nvPr/>
        </p:nvSpPr>
        <p:spPr bwMode="auto">
          <a:xfrm>
            <a:off x="84836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80" name="Freeform 30">
            <a:extLst>
              <a:ext uri="{FF2B5EF4-FFF2-40B4-BE49-F238E27FC236}">
                <a16:creationId xmlns:a16="http://schemas.microsoft.com/office/drawing/2014/main" id="{C9D6CBCE-7371-5083-EC1C-B520DCF68719}"/>
              </a:ext>
            </a:extLst>
          </p:cNvPr>
          <p:cNvSpPr>
            <a:spLocks noChangeArrowheads="1"/>
          </p:cNvSpPr>
          <p:nvPr/>
        </p:nvSpPr>
        <p:spPr bwMode="auto">
          <a:xfrm>
            <a:off x="5405438" y="179863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5981" name="Freeform 31">
            <a:extLst>
              <a:ext uri="{FF2B5EF4-FFF2-40B4-BE49-F238E27FC236}">
                <a16:creationId xmlns:a16="http://schemas.microsoft.com/office/drawing/2014/main" id="{7C1A2A70-1905-8EC2-C47C-9BFF2B4FCA4D}"/>
              </a:ext>
            </a:extLst>
          </p:cNvPr>
          <p:cNvSpPr>
            <a:spLocks noChangeArrowheads="1"/>
          </p:cNvSpPr>
          <p:nvPr/>
        </p:nvSpPr>
        <p:spPr bwMode="auto">
          <a:xfrm>
            <a:off x="4541838" y="1646238"/>
            <a:ext cx="338137"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5982" name="Rectangle 32">
            <a:extLst>
              <a:ext uri="{FF2B5EF4-FFF2-40B4-BE49-F238E27FC236}">
                <a16:creationId xmlns:a16="http://schemas.microsoft.com/office/drawing/2014/main" id="{68AA898D-AF4E-3091-271E-64AD136BDFDC}"/>
              </a:ext>
            </a:extLst>
          </p:cNvPr>
          <p:cNvSpPr>
            <a:spLocks noChangeArrowheads="1"/>
          </p:cNvSpPr>
          <p:nvPr/>
        </p:nvSpPr>
        <p:spPr bwMode="auto">
          <a:xfrm rot="5400000">
            <a:off x="4389438" y="1839913"/>
            <a:ext cx="6064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sp>
        <p:nvSpPr>
          <p:cNvPr id="125983" name="Rectangle 33">
            <a:extLst>
              <a:ext uri="{FF2B5EF4-FFF2-40B4-BE49-F238E27FC236}">
                <a16:creationId xmlns:a16="http://schemas.microsoft.com/office/drawing/2014/main" id="{4B5BCDC0-FD57-13D3-4691-0FFC49C7F109}"/>
              </a:ext>
            </a:extLst>
          </p:cNvPr>
          <p:cNvSpPr>
            <a:spLocks noChangeArrowheads="1"/>
          </p:cNvSpPr>
          <p:nvPr/>
        </p:nvSpPr>
        <p:spPr bwMode="auto">
          <a:xfrm>
            <a:off x="3133725" y="1858963"/>
            <a:ext cx="4302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5984" name="Group 34">
            <a:extLst>
              <a:ext uri="{FF2B5EF4-FFF2-40B4-BE49-F238E27FC236}">
                <a16:creationId xmlns:a16="http://schemas.microsoft.com/office/drawing/2014/main" id="{D66A60A0-DD1B-9B41-FC08-A2CEEBB60B04}"/>
              </a:ext>
            </a:extLst>
          </p:cNvPr>
          <p:cNvGrpSpPr>
            <a:grpSpLocks/>
          </p:cNvGrpSpPr>
          <p:nvPr/>
        </p:nvGrpSpPr>
        <p:grpSpPr bwMode="auto">
          <a:xfrm>
            <a:off x="3071813" y="1798638"/>
            <a:ext cx="539750" cy="458787"/>
            <a:chOff x="1935" y="1349"/>
            <a:chExt cx="340" cy="289"/>
          </a:xfrm>
        </p:grpSpPr>
        <p:sp>
          <p:nvSpPr>
            <p:cNvPr id="125985" name="Freeform 35">
              <a:extLst>
                <a:ext uri="{FF2B5EF4-FFF2-40B4-BE49-F238E27FC236}">
                  <a16:creationId xmlns:a16="http://schemas.microsoft.com/office/drawing/2014/main" id="{246E9EFA-2D84-DCEA-84D7-050D023DC719}"/>
                </a:ext>
              </a:extLst>
            </p:cNvPr>
            <p:cNvSpPr>
              <a:spLocks noChangeArrowheads="1"/>
            </p:cNvSpPr>
            <p:nvPr/>
          </p:nvSpPr>
          <p:spPr bwMode="auto">
            <a:xfrm>
              <a:off x="1935" y="1349"/>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5986" name="Freeform 36">
              <a:extLst>
                <a:ext uri="{FF2B5EF4-FFF2-40B4-BE49-F238E27FC236}">
                  <a16:creationId xmlns:a16="http://schemas.microsoft.com/office/drawing/2014/main" id="{20A3E9C2-E6DE-60E9-436A-68B1457FE8E0}"/>
                </a:ext>
              </a:extLst>
            </p:cNvPr>
            <p:cNvSpPr>
              <a:spLocks noChangeArrowheads="1"/>
            </p:cNvSpPr>
            <p:nvPr/>
          </p:nvSpPr>
          <p:spPr bwMode="auto">
            <a:xfrm>
              <a:off x="2104" y="1349"/>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5987" name="Rectangle 37">
            <a:extLst>
              <a:ext uri="{FF2B5EF4-FFF2-40B4-BE49-F238E27FC236}">
                <a16:creationId xmlns:a16="http://schemas.microsoft.com/office/drawing/2014/main" id="{0E5F29E8-2C25-58F1-19F8-FE66D4BC629C}"/>
              </a:ext>
            </a:extLst>
          </p:cNvPr>
          <p:cNvSpPr>
            <a:spLocks noChangeArrowheads="1"/>
          </p:cNvSpPr>
          <p:nvPr/>
        </p:nvSpPr>
        <p:spPr bwMode="auto">
          <a:xfrm>
            <a:off x="3778250" y="18161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5988" name="Freeform 38">
            <a:extLst>
              <a:ext uri="{FF2B5EF4-FFF2-40B4-BE49-F238E27FC236}">
                <a16:creationId xmlns:a16="http://schemas.microsoft.com/office/drawing/2014/main" id="{0345F39E-F399-1AB1-0E5C-1B202C73F33E}"/>
              </a:ext>
            </a:extLst>
          </p:cNvPr>
          <p:cNvSpPr>
            <a:spLocks noChangeArrowheads="1"/>
          </p:cNvSpPr>
          <p:nvPr/>
        </p:nvSpPr>
        <p:spPr bwMode="auto">
          <a:xfrm>
            <a:off x="3802063" y="1798638"/>
            <a:ext cx="236537"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5989" name="Freeform 39">
            <a:extLst>
              <a:ext uri="{FF2B5EF4-FFF2-40B4-BE49-F238E27FC236}">
                <a16:creationId xmlns:a16="http://schemas.microsoft.com/office/drawing/2014/main" id="{FAEB2666-8269-738A-91DD-9C849A4B4A47}"/>
              </a:ext>
            </a:extLst>
          </p:cNvPr>
          <p:cNvSpPr>
            <a:spLocks noChangeArrowheads="1"/>
          </p:cNvSpPr>
          <p:nvPr/>
        </p:nvSpPr>
        <p:spPr bwMode="auto">
          <a:xfrm>
            <a:off x="4037013" y="17986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5990" name="Line 40">
            <a:extLst>
              <a:ext uri="{FF2B5EF4-FFF2-40B4-BE49-F238E27FC236}">
                <a16:creationId xmlns:a16="http://schemas.microsoft.com/office/drawing/2014/main" id="{226452B8-73B8-1EBF-CCAB-EF7729A38DC2}"/>
              </a:ext>
            </a:extLst>
          </p:cNvPr>
          <p:cNvSpPr>
            <a:spLocks noChangeShapeType="1"/>
          </p:cNvSpPr>
          <p:nvPr/>
        </p:nvSpPr>
        <p:spPr bwMode="auto">
          <a:xfrm>
            <a:off x="3613150" y="20272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91" name="Freeform 41">
            <a:extLst>
              <a:ext uri="{FF2B5EF4-FFF2-40B4-BE49-F238E27FC236}">
                <a16:creationId xmlns:a16="http://schemas.microsoft.com/office/drawing/2014/main" id="{6E2DE499-27B2-CD1B-DC88-F865C25A2200}"/>
              </a:ext>
            </a:extLst>
          </p:cNvPr>
          <p:cNvSpPr>
            <a:spLocks noChangeArrowheads="1"/>
          </p:cNvSpPr>
          <p:nvPr/>
        </p:nvSpPr>
        <p:spPr bwMode="auto">
          <a:xfrm>
            <a:off x="3717925" y="18748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5992" name="Line 42">
            <a:extLst>
              <a:ext uri="{FF2B5EF4-FFF2-40B4-BE49-F238E27FC236}">
                <a16:creationId xmlns:a16="http://schemas.microsoft.com/office/drawing/2014/main" id="{A23C4553-99C5-102C-793D-E60457471505}"/>
              </a:ext>
            </a:extLst>
          </p:cNvPr>
          <p:cNvSpPr>
            <a:spLocks noChangeShapeType="1"/>
          </p:cNvSpPr>
          <p:nvPr/>
        </p:nvSpPr>
        <p:spPr bwMode="auto">
          <a:xfrm>
            <a:off x="4273550" y="18748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93" name="Rectangle 43">
            <a:extLst>
              <a:ext uri="{FF2B5EF4-FFF2-40B4-BE49-F238E27FC236}">
                <a16:creationId xmlns:a16="http://schemas.microsoft.com/office/drawing/2014/main" id="{54B612D8-2B96-F36E-5168-B7EEE5AA6F93}"/>
              </a:ext>
            </a:extLst>
          </p:cNvPr>
          <p:cNvSpPr>
            <a:spLocks noChangeArrowheads="1"/>
          </p:cNvSpPr>
          <p:nvPr/>
        </p:nvSpPr>
        <p:spPr bwMode="auto">
          <a:xfrm>
            <a:off x="5126038" y="1874838"/>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sp>
        <p:nvSpPr>
          <p:cNvPr id="125994" name="Rectangle 44">
            <a:extLst>
              <a:ext uri="{FF2B5EF4-FFF2-40B4-BE49-F238E27FC236}">
                <a16:creationId xmlns:a16="http://schemas.microsoft.com/office/drawing/2014/main" id="{C1598EAC-50E7-5A81-A1F4-F3503CE3FCD0}"/>
              </a:ext>
            </a:extLst>
          </p:cNvPr>
          <p:cNvSpPr>
            <a:spLocks noChangeArrowheads="1"/>
          </p:cNvSpPr>
          <p:nvPr/>
        </p:nvSpPr>
        <p:spPr bwMode="auto">
          <a:xfrm>
            <a:off x="5856288" y="18081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5995" name="Freeform 45">
            <a:extLst>
              <a:ext uri="{FF2B5EF4-FFF2-40B4-BE49-F238E27FC236}">
                <a16:creationId xmlns:a16="http://schemas.microsoft.com/office/drawing/2014/main" id="{CCE3863A-0EAE-EF03-8E41-CFF726E8B65D}"/>
              </a:ext>
            </a:extLst>
          </p:cNvPr>
          <p:cNvSpPr>
            <a:spLocks noChangeArrowheads="1"/>
          </p:cNvSpPr>
          <p:nvPr/>
        </p:nvSpPr>
        <p:spPr bwMode="auto">
          <a:xfrm>
            <a:off x="6116638" y="1798638"/>
            <a:ext cx="227012"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5996" name="Line 46">
            <a:extLst>
              <a:ext uri="{FF2B5EF4-FFF2-40B4-BE49-F238E27FC236}">
                <a16:creationId xmlns:a16="http://schemas.microsoft.com/office/drawing/2014/main" id="{DD5F3A0F-62DA-7E3E-0672-B719C4501EB1}"/>
              </a:ext>
            </a:extLst>
          </p:cNvPr>
          <p:cNvSpPr>
            <a:spLocks noChangeShapeType="1"/>
          </p:cNvSpPr>
          <p:nvPr/>
        </p:nvSpPr>
        <p:spPr bwMode="auto">
          <a:xfrm>
            <a:off x="5653088" y="20272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97" name="Line 47">
            <a:extLst>
              <a:ext uri="{FF2B5EF4-FFF2-40B4-BE49-F238E27FC236}">
                <a16:creationId xmlns:a16="http://schemas.microsoft.com/office/drawing/2014/main" id="{C2C290A8-27DB-4DA8-8C6A-5B4957B03255}"/>
              </a:ext>
            </a:extLst>
          </p:cNvPr>
          <p:cNvSpPr>
            <a:spLocks noChangeShapeType="1"/>
          </p:cNvSpPr>
          <p:nvPr/>
        </p:nvSpPr>
        <p:spPr bwMode="auto">
          <a:xfrm>
            <a:off x="4884738" y="20272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98" name="Freeform 48">
            <a:extLst>
              <a:ext uri="{FF2B5EF4-FFF2-40B4-BE49-F238E27FC236}">
                <a16:creationId xmlns:a16="http://schemas.microsoft.com/office/drawing/2014/main" id="{6219D6E4-68A4-B841-E303-62639A3CD637}"/>
              </a:ext>
            </a:extLst>
          </p:cNvPr>
          <p:cNvSpPr>
            <a:spLocks noChangeArrowheads="1"/>
          </p:cNvSpPr>
          <p:nvPr/>
        </p:nvSpPr>
        <p:spPr bwMode="auto">
          <a:xfrm>
            <a:off x="5083175" y="20272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5999" name="Line 49">
            <a:extLst>
              <a:ext uri="{FF2B5EF4-FFF2-40B4-BE49-F238E27FC236}">
                <a16:creationId xmlns:a16="http://schemas.microsoft.com/office/drawing/2014/main" id="{3A04793F-6D34-8E03-5F89-EB8FCBF00A87}"/>
              </a:ext>
            </a:extLst>
          </p:cNvPr>
          <p:cNvSpPr>
            <a:spLocks noChangeShapeType="1"/>
          </p:cNvSpPr>
          <p:nvPr/>
        </p:nvSpPr>
        <p:spPr bwMode="auto">
          <a:xfrm>
            <a:off x="4273550" y="21796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00" name="Freeform 50">
            <a:extLst>
              <a:ext uri="{FF2B5EF4-FFF2-40B4-BE49-F238E27FC236}">
                <a16:creationId xmlns:a16="http://schemas.microsoft.com/office/drawing/2014/main" id="{3FD2BC08-602C-81AB-8406-5DBFE7198335}"/>
              </a:ext>
            </a:extLst>
          </p:cNvPr>
          <p:cNvSpPr>
            <a:spLocks noChangeArrowheads="1"/>
          </p:cNvSpPr>
          <p:nvPr/>
        </p:nvSpPr>
        <p:spPr bwMode="auto">
          <a:xfrm>
            <a:off x="4440238" y="20193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26001" name="Group 51">
            <a:extLst>
              <a:ext uri="{FF2B5EF4-FFF2-40B4-BE49-F238E27FC236}">
                <a16:creationId xmlns:a16="http://schemas.microsoft.com/office/drawing/2014/main" id="{C98F6E2E-021A-C147-B77F-7BF6BD31826C}"/>
              </a:ext>
            </a:extLst>
          </p:cNvPr>
          <p:cNvGrpSpPr>
            <a:grpSpLocks/>
          </p:cNvGrpSpPr>
          <p:nvPr/>
        </p:nvGrpSpPr>
        <p:grpSpPr bwMode="auto">
          <a:xfrm>
            <a:off x="5205413" y="2357438"/>
            <a:ext cx="352425" cy="763587"/>
            <a:chOff x="3279" y="1701"/>
            <a:chExt cx="222" cy="481"/>
          </a:xfrm>
        </p:grpSpPr>
        <p:sp>
          <p:nvSpPr>
            <p:cNvPr id="126002" name="Freeform 52">
              <a:extLst>
                <a:ext uri="{FF2B5EF4-FFF2-40B4-BE49-F238E27FC236}">
                  <a16:creationId xmlns:a16="http://schemas.microsoft.com/office/drawing/2014/main" id="{831C77A1-7A75-048C-0BF2-77C02EA79784}"/>
                </a:ext>
              </a:extLst>
            </p:cNvPr>
            <p:cNvSpPr>
              <a:spLocks noChangeArrowheads="1"/>
            </p:cNvSpPr>
            <p:nvPr/>
          </p:nvSpPr>
          <p:spPr bwMode="auto">
            <a:xfrm>
              <a:off x="3288" y="1701"/>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03" name="Rectangle 53">
              <a:extLst>
                <a:ext uri="{FF2B5EF4-FFF2-40B4-BE49-F238E27FC236}">
                  <a16:creationId xmlns:a16="http://schemas.microsoft.com/office/drawing/2014/main" id="{D50E05D9-7F40-86FA-1C05-96A3859153E1}"/>
                </a:ext>
              </a:extLst>
            </p:cNvPr>
            <p:cNvSpPr>
              <a:spLocks noChangeArrowheads="1"/>
            </p:cNvSpPr>
            <p:nvPr/>
          </p:nvSpPr>
          <p:spPr bwMode="auto">
            <a:xfrm rot="5400000">
              <a:off x="3186" y="1818"/>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6004" name="Group 54">
            <a:extLst>
              <a:ext uri="{FF2B5EF4-FFF2-40B4-BE49-F238E27FC236}">
                <a16:creationId xmlns:a16="http://schemas.microsoft.com/office/drawing/2014/main" id="{C66AC55E-EC25-96E7-A755-EA3989D26801}"/>
              </a:ext>
            </a:extLst>
          </p:cNvPr>
          <p:cNvGrpSpPr>
            <a:grpSpLocks/>
          </p:cNvGrpSpPr>
          <p:nvPr/>
        </p:nvGrpSpPr>
        <p:grpSpPr bwMode="auto">
          <a:xfrm>
            <a:off x="3725863" y="2509838"/>
            <a:ext cx="563562" cy="458787"/>
            <a:chOff x="2347" y="1797"/>
            <a:chExt cx="355" cy="289"/>
          </a:xfrm>
        </p:grpSpPr>
        <p:sp>
          <p:nvSpPr>
            <p:cNvPr id="126005" name="Rectangle 55">
              <a:extLst>
                <a:ext uri="{FF2B5EF4-FFF2-40B4-BE49-F238E27FC236}">
                  <a16:creationId xmlns:a16="http://schemas.microsoft.com/office/drawing/2014/main" id="{19D0492D-82F8-9EEC-8558-39FA7206CB32}"/>
                </a:ext>
              </a:extLst>
            </p:cNvPr>
            <p:cNvSpPr>
              <a:spLocks noChangeArrowheads="1"/>
            </p:cNvSpPr>
            <p:nvPr/>
          </p:nvSpPr>
          <p:spPr bwMode="auto">
            <a:xfrm>
              <a:off x="2347" y="1803"/>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6006" name="Group 56">
              <a:extLst>
                <a:ext uri="{FF2B5EF4-FFF2-40B4-BE49-F238E27FC236}">
                  <a16:creationId xmlns:a16="http://schemas.microsoft.com/office/drawing/2014/main" id="{15F5D8EA-46A6-A248-D543-D841C38A1B20}"/>
                </a:ext>
              </a:extLst>
            </p:cNvPr>
            <p:cNvGrpSpPr>
              <a:grpSpLocks/>
            </p:cNvGrpSpPr>
            <p:nvPr/>
          </p:nvGrpSpPr>
          <p:grpSpPr bwMode="auto">
            <a:xfrm>
              <a:off x="2362" y="1797"/>
              <a:ext cx="340" cy="289"/>
              <a:chOff x="2362" y="1797"/>
              <a:chExt cx="340" cy="289"/>
            </a:xfrm>
          </p:grpSpPr>
          <p:sp>
            <p:nvSpPr>
              <p:cNvPr id="126007" name="Freeform 57">
                <a:extLst>
                  <a:ext uri="{FF2B5EF4-FFF2-40B4-BE49-F238E27FC236}">
                    <a16:creationId xmlns:a16="http://schemas.microsoft.com/office/drawing/2014/main" id="{1036A587-D8C7-6739-E35A-C2616FA52A8E}"/>
                  </a:ext>
                </a:extLst>
              </p:cNvPr>
              <p:cNvSpPr>
                <a:spLocks noChangeArrowheads="1"/>
              </p:cNvSpPr>
              <p:nvPr/>
            </p:nvSpPr>
            <p:spPr bwMode="auto">
              <a:xfrm>
                <a:off x="2362" y="1797"/>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08" name="Freeform 58">
                <a:extLst>
                  <a:ext uri="{FF2B5EF4-FFF2-40B4-BE49-F238E27FC236}">
                    <a16:creationId xmlns:a16="http://schemas.microsoft.com/office/drawing/2014/main" id="{08541781-D144-A96B-25D3-75E64149EBD7}"/>
                  </a:ext>
                </a:extLst>
              </p:cNvPr>
              <p:cNvSpPr>
                <a:spLocks noChangeArrowheads="1"/>
              </p:cNvSpPr>
              <p:nvPr/>
            </p:nvSpPr>
            <p:spPr bwMode="auto">
              <a:xfrm>
                <a:off x="2531" y="1797"/>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6009" name="Rectangle 59">
            <a:extLst>
              <a:ext uri="{FF2B5EF4-FFF2-40B4-BE49-F238E27FC236}">
                <a16:creationId xmlns:a16="http://schemas.microsoft.com/office/drawing/2014/main" id="{E7DA8A4E-3489-5590-666C-C18248A5B48D}"/>
              </a:ext>
            </a:extLst>
          </p:cNvPr>
          <p:cNvSpPr>
            <a:spLocks noChangeArrowheads="1"/>
          </p:cNvSpPr>
          <p:nvPr/>
        </p:nvSpPr>
        <p:spPr bwMode="auto">
          <a:xfrm>
            <a:off x="4456113" y="252730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6010" name="Freeform 60">
            <a:extLst>
              <a:ext uri="{FF2B5EF4-FFF2-40B4-BE49-F238E27FC236}">
                <a16:creationId xmlns:a16="http://schemas.microsoft.com/office/drawing/2014/main" id="{371ED069-71ED-04A3-08BF-92444EFE423C}"/>
              </a:ext>
            </a:extLst>
          </p:cNvPr>
          <p:cNvSpPr>
            <a:spLocks noChangeArrowheads="1"/>
          </p:cNvSpPr>
          <p:nvPr/>
        </p:nvSpPr>
        <p:spPr bwMode="auto">
          <a:xfrm>
            <a:off x="4479925" y="250983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11" name="Line 61">
            <a:extLst>
              <a:ext uri="{FF2B5EF4-FFF2-40B4-BE49-F238E27FC236}">
                <a16:creationId xmlns:a16="http://schemas.microsoft.com/office/drawing/2014/main" id="{4A416C52-2771-8A03-3F84-812A36A05C1C}"/>
              </a:ext>
            </a:extLst>
          </p:cNvPr>
          <p:cNvSpPr>
            <a:spLocks noChangeShapeType="1"/>
          </p:cNvSpPr>
          <p:nvPr/>
        </p:nvSpPr>
        <p:spPr bwMode="auto">
          <a:xfrm>
            <a:off x="4291013" y="27384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12" name="Freeform 62">
            <a:extLst>
              <a:ext uri="{FF2B5EF4-FFF2-40B4-BE49-F238E27FC236}">
                <a16:creationId xmlns:a16="http://schemas.microsoft.com/office/drawing/2014/main" id="{4FFBBEF8-1A98-4959-0477-5E79A884FFF7}"/>
              </a:ext>
            </a:extLst>
          </p:cNvPr>
          <p:cNvSpPr>
            <a:spLocks noChangeArrowheads="1"/>
          </p:cNvSpPr>
          <p:nvPr/>
        </p:nvSpPr>
        <p:spPr bwMode="auto">
          <a:xfrm>
            <a:off x="4395788" y="25860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13" name="Line 63">
            <a:extLst>
              <a:ext uri="{FF2B5EF4-FFF2-40B4-BE49-F238E27FC236}">
                <a16:creationId xmlns:a16="http://schemas.microsoft.com/office/drawing/2014/main" id="{47477E59-9E0D-D007-B792-FDBA5ED9AFC4}"/>
              </a:ext>
            </a:extLst>
          </p:cNvPr>
          <p:cNvSpPr>
            <a:spLocks noChangeShapeType="1"/>
          </p:cNvSpPr>
          <p:nvPr/>
        </p:nvSpPr>
        <p:spPr bwMode="auto">
          <a:xfrm>
            <a:off x="4951413" y="25860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14" name="Rectangle 64">
            <a:extLst>
              <a:ext uri="{FF2B5EF4-FFF2-40B4-BE49-F238E27FC236}">
                <a16:creationId xmlns:a16="http://schemas.microsoft.com/office/drawing/2014/main" id="{51C61FD8-CB88-40C3-3F18-5E002BC37488}"/>
              </a:ext>
            </a:extLst>
          </p:cNvPr>
          <p:cNvSpPr>
            <a:spLocks noChangeArrowheads="1"/>
          </p:cNvSpPr>
          <p:nvPr/>
        </p:nvSpPr>
        <p:spPr bwMode="auto">
          <a:xfrm>
            <a:off x="5753100" y="251936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6015" name="Group 65">
            <a:extLst>
              <a:ext uri="{FF2B5EF4-FFF2-40B4-BE49-F238E27FC236}">
                <a16:creationId xmlns:a16="http://schemas.microsoft.com/office/drawing/2014/main" id="{0CC2D73D-6A93-997A-9F02-F46F4CBDA7DF}"/>
              </a:ext>
            </a:extLst>
          </p:cNvPr>
          <p:cNvGrpSpPr>
            <a:grpSpLocks/>
          </p:cNvGrpSpPr>
          <p:nvPr/>
        </p:nvGrpSpPr>
        <p:grpSpPr bwMode="auto">
          <a:xfrm>
            <a:off x="5827713" y="2509838"/>
            <a:ext cx="515937" cy="458787"/>
            <a:chOff x="3671" y="1797"/>
            <a:chExt cx="325" cy="289"/>
          </a:xfrm>
        </p:grpSpPr>
        <p:sp>
          <p:nvSpPr>
            <p:cNvPr id="126016" name="Freeform 66">
              <a:extLst>
                <a:ext uri="{FF2B5EF4-FFF2-40B4-BE49-F238E27FC236}">
                  <a16:creationId xmlns:a16="http://schemas.microsoft.com/office/drawing/2014/main" id="{CDC6D96B-69E2-A524-B45A-1F5037A4EB96}"/>
                </a:ext>
              </a:extLst>
            </p:cNvPr>
            <p:cNvSpPr>
              <a:spLocks noChangeArrowheads="1"/>
            </p:cNvSpPr>
            <p:nvPr/>
          </p:nvSpPr>
          <p:spPr bwMode="auto">
            <a:xfrm>
              <a:off x="3671" y="1797"/>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17" name="Freeform 67">
              <a:extLst>
                <a:ext uri="{FF2B5EF4-FFF2-40B4-BE49-F238E27FC236}">
                  <a16:creationId xmlns:a16="http://schemas.microsoft.com/office/drawing/2014/main" id="{90335E95-6DED-2218-4F75-BF7D28ECCF46}"/>
                </a:ext>
              </a:extLst>
            </p:cNvPr>
            <p:cNvSpPr>
              <a:spLocks noChangeArrowheads="1"/>
            </p:cNvSpPr>
            <p:nvPr/>
          </p:nvSpPr>
          <p:spPr bwMode="auto">
            <a:xfrm>
              <a:off x="3832" y="1797"/>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6018" name="Rectangle 68">
            <a:extLst>
              <a:ext uri="{FF2B5EF4-FFF2-40B4-BE49-F238E27FC236}">
                <a16:creationId xmlns:a16="http://schemas.microsoft.com/office/drawing/2014/main" id="{2CAE3619-BF58-D3B4-D98D-E3C8B69F94FA}"/>
              </a:ext>
            </a:extLst>
          </p:cNvPr>
          <p:cNvSpPr>
            <a:spLocks noChangeArrowheads="1"/>
          </p:cNvSpPr>
          <p:nvPr/>
        </p:nvSpPr>
        <p:spPr bwMode="auto">
          <a:xfrm>
            <a:off x="6534150" y="251936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6019" name="Group 69">
            <a:extLst>
              <a:ext uri="{FF2B5EF4-FFF2-40B4-BE49-F238E27FC236}">
                <a16:creationId xmlns:a16="http://schemas.microsoft.com/office/drawing/2014/main" id="{A19B7016-3C4A-7A0F-3A1B-F916EA936102}"/>
              </a:ext>
            </a:extLst>
          </p:cNvPr>
          <p:cNvGrpSpPr>
            <a:grpSpLocks/>
          </p:cNvGrpSpPr>
          <p:nvPr/>
        </p:nvGrpSpPr>
        <p:grpSpPr bwMode="auto">
          <a:xfrm>
            <a:off x="6570663" y="2509838"/>
            <a:ext cx="450850" cy="458787"/>
            <a:chOff x="4139" y="1797"/>
            <a:chExt cx="284" cy="289"/>
          </a:xfrm>
        </p:grpSpPr>
        <p:sp>
          <p:nvSpPr>
            <p:cNvPr id="126020" name="Freeform 70">
              <a:extLst>
                <a:ext uri="{FF2B5EF4-FFF2-40B4-BE49-F238E27FC236}">
                  <a16:creationId xmlns:a16="http://schemas.microsoft.com/office/drawing/2014/main" id="{F11D2D02-3E5C-B0B4-299A-DB119B4B4923}"/>
                </a:ext>
              </a:extLst>
            </p:cNvPr>
            <p:cNvSpPr>
              <a:spLocks noChangeArrowheads="1"/>
            </p:cNvSpPr>
            <p:nvPr/>
          </p:nvSpPr>
          <p:spPr bwMode="auto">
            <a:xfrm>
              <a:off x="4139" y="1797"/>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21" name="Freeform 71">
              <a:extLst>
                <a:ext uri="{FF2B5EF4-FFF2-40B4-BE49-F238E27FC236}">
                  <a16:creationId xmlns:a16="http://schemas.microsoft.com/office/drawing/2014/main" id="{2065A24A-B942-107B-6D00-E3887C373774}"/>
                </a:ext>
              </a:extLst>
            </p:cNvPr>
            <p:cNvSpPr>
              <a:spLocks noChangeArrowheads="1"/>
            </p:cNvSpPr>
            <p:nvPr/>
          </p:nvSpPr>
          <p:spPr bwMode="auto">
            <a:xfrm>
              <a:off x="4280" y="1797"/>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6022" name="Line 72">
            <a:extLst>
              <a:ext uri="{FF2B5EF4-FFF2-40B4-BE49-F238E27FC236}">
                <a16:creationId xmlns:a16="http://schemas.microsoft.com/office/drawing/2014/main" id="{6DCE6161-6E7A-2173-9D82-746F173788CF}"/>
              </a:ext>
            </a:extLst>
          </p:cNvPr>
          <p:cNvSpPr>
            <a:spLocks noChangeShapeType="1"/>
          </p:cNvSpPr>
          <p:nvPr/>
        </p:nvSpPr>
        <p:spPr bwMode="auto">
          <a:xfrm>
            <a:off x="6330950" y="273843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23" name="Line 73">
            <a:extLst>
              <a:ext uri="{FF2B5EF4-FFF2-40B4-BE49-F238E27FC236}">
                <a16:creationId xmlns:a16="http://schemas.microsoft.com/office/drawing/2014/main" id="{212D1A3C-0B41-1982-E051-7F40EC566952}"/>
              </a:ext>
            </a:extLst>
          </p:cNvPr>
          <p:cNvSpPr>
            <a:spLocks noChangeShapeType="1"/>
          </p:cNvSpPr>
          <p:nvPr/>
        </p:nvSpPr>
        <p:spPr bwMode="auto">
          <a:xfrm>
            <a:off x="5562600" y="273843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24" name="Freeform 74">
            <a:extLst>
              <a:ext uri="{FF2B5EF4-FFF2-40B4-BE49-F238E27FC236}">
                <a16:creationId xmlns:a16="http://schemas.microsoft.com/office/drawing/2014/main" id="{F5CEFCEE-9272-3603-DC82-346C0080F4DB}"/>
              </a:ext>
            </a:extLst>
          </p:cNvPr>
          <p:cNvSpPr>
            <a:spLocks noChangeArrowheads="1"/>
          </p:cNvSpPr>
          <p:nvPr/>
        </p:nvSpPr>
        <p:spPr bwMode="auto">
          <a:xfrm>
            <a:off x="5761038" y="273843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25" name="Line 75">
            <a:extLst>
              <a:ext uri="{FF2B5EF4-FFF2-40B4-BE49-F238E27FC236}">
                <a16:creationId xmlns:a16="http://schemas.microsoft.com/office/drawing/2014/main" id="{C910340E-8390-8648-D86F-8A93D25623FE}"/>
              </a:ext>
            </a:extLst>
          </p:cNvPr>
          <p:cNvSpPr>
            <a:spLocks noChangeShapeType="1"/>
          </p:cNvSpPr>
          <p:nvPr/>
        </p:nvSpPr>
        <p:spPr bwMode="auto">
          <a:xfrm>
            <a:off x="4951413" y="28908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26" name="Freeform 76">
            <a:extLst>
              <a:ext uri="{FF2B5EF4-FFF2-40B4-BE49-F238E27FC236}">
                <a16:creationId xmlns:a16="http://schemas.microsoft.com/office/drawing/2014/main" id="{DA116788-9950-5201-AACE-F718D7428D0A}"/>
              </a:ext>
            </a:extLst>
          </p:cNvPr>
          <p:cNvSpPr>
            <a:spLocks noChangeArrowheads="1"/>
          </p:cNvSpPr>
          <p:nvPr/>
        </p:nvSpPr>
        <p:spPr bwMode="auto">
          <a:xfrm>
            <a:off x="5118100" y="273050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27" name="Freeform 77">
            <a:extLst>
              <a:ext uri="{FF2B5EF4-FFF2-40B4-BE49-F238E27FC236}">
                <a16:creationId xmlns:a16="http://schemas.microsoft.com/office/drawing/2014/main" id="{C3AE0A20-08DB-5A27-49B7-F355D8295CD4}"/>
              </a:ext>
            </a:extLst>
          </p:cNvPr>
          <p:cNvSpPr>
            <a:spLocks noChangeArrowheads="1"/>
          </p:cNvSpPr>
          <p:nvPr/>
        </p:nvSpPr>
        <p:spPr bwMode="auto">
          <a:xfrm>
            <a:off x="6438900" y="34496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26028" name="Group 78">
            <a:extLst>
              <a:ext uri="{FF2B5EF4-FFF2-40B4-BE49-F238E27FC236}">
                <a16:creationId xmlns:a16="http://schemas.microsoft.com/office/drawing/2014/main" id="{B26A304A-804B-A70F-7A28-1BA7330E1954}"/>
              </a:ext>
            </a:extLst>
          </p:cNvPr>
          <p:cNvGrpSpPr>
            <a:grpSpLocks/>
          </p:cNvGrpSpPr>
          <p:nvPr/>
        </p:nvGrpSpPr>
        <p:grpSpPr bwMode="auto">
          <a:xfrm>
            <a:off x="5883275" y="3068638"/>
            <a:ext cx="352425" cy="763587"/>
            <a:chOff x="3706" y="2149"/>
            <a:chExt cx="222" cy="481"/>
          </a:xfrm>
        </p:grpSpPr>
        <p:sp>
          <p:nvSpPr>
            <p:cNvPr id="126029" name="Freeform 79">
              <a:extLst>
                <a:ext uri="{FF2B5EF4-FFF2-40B4-BE49-F238E27FC236}">
                  <a16:creationId xmlns:a16="http://schemas.microsoft.com/office/drawing/2014/main" id="{6D8F548E-568E-60FF-4352-13B0D3644B65}"/>
                </a:ext>
              </a:extLst>
            </p:cNvPr>
            <p:cNvSpPr>
              <a:spLocks noChangeArrowheads="1"/>
            </p:cNvSpPr>
            <p:nvPr/>
          </p:nvSpPr>
          <p:spPr bwMode="auto">
            <a:xfrm>
              <a:off x="3715" y="2149"/>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30" name="Rectangle 80">
              <a:extLst>
                <a:ext uri="{FF2B5EF4-FFF2-40B4-BE49-F238E27FC236}">
                  <a16:creationId xmlns:a16="http://schemas.microsoft.com/office/drawing/2014/main" id="{8ECEA45F-BE10-91BE-5F18-E6266D333850}"/>
                </a:ext>
              </a:extLst>
            </p:cNvPr>
            <p:cNvSpPr>
              <a:spLocks noChangeArrowheads="1"/>
            </p:cNvSpPr>
            <p:nvPr/>
          </p:nvSpPr>
          <p:spPr bwMode="auto">
            <a:xfrm rot="5400000">
              <a:off x="3613" y="2266"/>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6031" name="Group 81">
            <a:extLst>
              <a:ext uri="{FF2B5EF4-FFF2-40B4-BE49-F238E27FC236}">
                <a16:creationId xmlns:a16="http://schemas.microsoft.com/office/drawing/2014/main" id="{63A1F511-C25F-9576-DC18-7097165A77B3}"/>
              </a:ext>
            </a:extLst>
          </p:cNvPr>
          <p:cNvGrpSpPr>
            <a:grpSpLocks/>
          </p:cNvGrpSpPr>
          <p:nvPr/>
        </p:nvGrpSpPr>
        <p:grpSpPr bwMode="auto">
          <a:xfrm>
            <a:off x="4403725" y="3221038"/>
            <a:ext cx="563563" cy="458787"/>
            <a:chOff x="2774" y="2245"/>
            <a:chExt cx="355" cy="289"/>
          </a:xfrm>
        </p:grpSpPr>
        <p:sp>
          <p:nvSpPr>
            <p:cNvPr id="126032" name="Rectangle 82">
              <a:extLst>
                <a:ext uri="{FF2B5EF4-FFF2-40B4-BE49-F238E27FC236}">
                  <a16:creationId xmlns:a16="http://schemas.microsoft.com/office/drawing/2014/main" id="{2E7AA38E-F80A-4B5A-1526-9E7DF5C5A314}"/>
                </a:ext>
              </a:extLst>
            </p:cNvPr>
            <p:cNvSpPr>
              <a:spLocks noChangeArrowheads="1"/>
            </p:cNvSpPr>
            <p:nvPr/>
          </p:nvSpPr>
          <p:spPr bwMode="auto">
            <a:xfrm>
              <a:off x="2774" y="2251"/>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6033" name="Group 83">
              <a:extLst>
                <a:ext uri="{FF2B5EF4-FFF2-40B4-BE49-F238E27FC236}">
                  <a16:creationId xmlns:a16="http://schemas.microsoft.com/office/drawing/2014/main" id="{2AD18015-3BA6-15B9-42E6-FD7C2A2AAA9D}"/>
                </a:ext>
              </a:extLst>
            </p:cNvPr>
            <p:cNvGrpSpPr>
              <a:grpSpLocks/>
            </p:cNvGrpSpPr>
            <p:nvPr/>
          </p:nvGrpSpPr>
          <p:grpSpPr bwMode="auto">
            <a:xfrm>
              <a:off x="2789" y="2245"/>
              <a:ext cx="340" cy="289"/>
              <a:chOff x="2789" y="2245"/>
              <a:chExt cx="340" cy="289"/>
            </a:xfrm>
          </p:grpSpPr>
          <p:sp>
            <p:nvSpPr>
              <p:cNvPr id="126034" name="Freeform 84">
                <a:extLst>
                  <a:ext uri="{FF2B5EF4-FFF2-40B4-BE49-F238E27FC236}">
                    <a16:creationId xmlns:a16="http://schemas.microsoft.com/office/drawing/2014/main" id="{CD45BEA1-779A-F5C9-E539-132DAD6D2E14}"/>
                  </a:ext>
                </a:extLst>
              </p:cNvPr>
              <p:cNvSpPr>
                <a:spLocks noChangeArrowheads="1"/>
              </p:cNvSpPr>
              <p:nvPr/>
            </p:nvSpPr>
            <p:spPr bwMode="auto">
              <a:xfrm>
                <a:off x="2789" y="2245"/>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35" name="Freeform 85">
                <a:extLst>
                  <a:ext uri="{FF2B5EF4-FFF2-40B4-BE49-F238E27FC236}">
                    <a16:creationId xmlns:a16="http://schemas.microsoft.com/office/drawing/2014/main" id="{74A36BAF-EA1E-8D8A-5FCF-683EDC1C3AA8}"/>
                  </a:ext>
                </a:extLst>
              </p:cNvPr>
              <p:cNvSpPr>
                <a:spLocks noChangeArrowheads="1"/>
              </p:cNvSpPr>
              <p:nvPr/>
            </p:nvSpPr>
            <p:spPr bwMode="auto">
              <a:xfrm>
                <a:off x="2958" y="2245"/>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6036" name="Rectangle 86">
            <a:extLst>
              <a:ext uri="{FF2B5EF4-FFF2-40B4-BE49-F238E27FC236}">
                <a16:creationId xmlns:a16="http://schemas.microsoft.com/office/drawing/2014/main" id="{742F8004-EFE0-579F-5444-E4FE1D211711}"/>
              </a:ext>
            </a:extLst>
          </p:cNvPr>
          <p:cNvSpPr>
            <a:spLocks noChangeArrowheads="1"/>
          </p:cNvSpPr>
          <p:nvPr/>
        </p:nvSpPr>
        <p:spPr bwMode="auto">
          <a:xfrm>
            <a:off x="5133975" y="32385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6037" name="Freeform 87">
            <a:extLst>
              <a:ext uri="{FF2B5EF4-FFF2-40B4-BE49-F238E27FC236}">
                <a16:creationId xmlns:a16="http://schemas.microsoft.com/office/drawing/2014/main" id="{4FC1DB42-AEA9-0A24-F2D8-3247C933CE65}"/>
              </a:ext>
            </a:extLst>
          </p:cNvPr>
          <p:cNvSpPr>
            <a:spLocks noChangeArrowheads="1"/>
          </p:cNvSpPr>
          <p:nvPr/>
        </p:nvSpPr>
        <p:spPr bwMode="auto">
          <a:xfrm>
            <a:off x="5157788" y="3221038"/>
            <a:ext cx="236537"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38" name="Line 88">
            <a:extLst>
              <a:ext uri="{FF2B5EF4-FFF2-40B4-BE49-F238E27FC236}">
                <a16:creationId xmlns:a16="http://schemas.microsoft.com/office/drawing/2014/main" id="{0508C815-7546-AE9B-A0C4-C3FCD57F55E8}"/>
              </a:ext>
            </a:extLst>
          </p:cNvPr>
          <p:cNvSpPr>
            <a:spLocks noChangeShapeType="1"/>
          </p:cNvSpPr>
          <p:nvPr/>
        </p:nvSpPr>
        <p:spPr bwMode="auto">
          <a:xfrm>
            <a:off x="4968875" y="34496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39" name="Freeform 89">
            <a:extLst>
              <a:ext uri="{FF2B5EF4-FFF2-40B4-BE49-F238E27FC236}">
                <a16:creationId xmlns:a16="http://schemas.microsoft.com/office/drawing/2014/main" id="{BB73F814-7F0C-4507-AA94-379222E27A91}"/>
              </a:ext>
            </a:extLst>
          </p:cNvPr>
          <p:cNvSpPr>
            <a:spLocks noChangeArrowheads="1"/>
          </p:cNvSpPr>
          <p:nvPr/>
        </p:nvSpPr>
        <p:spPr bwMode="auto">
          <a:xfrm>
            <a:off x="5073650" y="32972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40" name="Line 90">
            <a:extLst>
              <a:ext uri="{FF2B5EF4-FFF2-40B4-BE49-F238E27FC236}">
                <a16:creationId xmlns:a16="http://schemas.microsoft.com/office/drawing/2014/main" id="{74F7199B-3F49-7CCC-5B39-529CEF98F1DA}"/>
              </a:ext>
            </a:extLst>
          </p:cNvPr>
          <p:cNvSpPr>
            <a:spLocks noChangeShapeType="1"/>
          </p:cNvSpPr>
          <p:nvPr/>
        </p:nvSpPr>
        <p:spPr bwMode="auto">
          <a:xfrm>
            <a:off x="5629275" y="32972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41" name="Rectangle 91">
            <a:extLst>
              <a:ext uri="{FF2B5EF4-FFF2-40B4-BE49-F238E27FC236}">
                <a16:creationId xmlns:a16="http://schemas.microsoft.com/office/drawing/2014/main" id="{D30624E1-B84E-56CE-E186-EB1C0A2D4970}"/>
              </a:ext>
            </a:extLst>
          </p:cNvPr>
          <p:cNvSpPr>
            <a:spLocks noChangeArrowheads="1"/>
          </p:cNvSpPr>
          <p:nvPr/>
        </p:nvSpPr>
        <p:spPr bwMode="auto">
          <a:xfrm>
            <a:off x="6430963" y="323056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6042" name="Group 92">
            <a:extLst>
              <a:ext uri="{FF2B5EF4-FFF2-40B4-BE49-F238E27FC236}">
                <a16:creationId xmlns:a16="http://schemas.microsoft.com/office/drawing/2014/main" id="{A490D409-28A6-7C2F-4DAC-C8A53A94ECC4}"/>
              </a:ext>
            </a:extLst>
          </p:cNvPr>
          <p:cNvGrpSpPr>
            <a:grpSpLocks/>
          </p:cNvGrpSpPr>
          <p:nvPr/>
        </p:nvGrpSpPr>
        <p:grpSpPr bwMode="auto">
          <a:xfrm>
            <a:off x="6505575" y="3221038"/>
            <a:ext cx="515938" cy="458787"/>
            <a:chOff x="4098" y="2245"/>
            <a:chExt cx="325" cy="289"/>
          </a:xfrm>
        </p:grpSpPr>
        <p:sp>
          <p:nvSpPr>
            <p:cNvPr id="126043" name="Freeform 93">
              <a:extLst>
                <a:ext uri="{FF2B5EF4-FFF2-40B4-BE49-F238E27FC236}">
                  <a16:creationId xmlns:a16="http://schemas.microsoft.com/office/drawing/2014/main" id="{7C88E2B8-72C2-1B0D-7CAA-4BEE21238CEB}"/>
                </a:ext>
              </a:extLst>
            </p:cNvPr>
            <p:cNvSpPr>
              <a:spLocks noChangeArrowheads="1"/>
            </p:cNvSpPr>
            <p:nvPr/>
          </p:nvSpPr>
          <p:spPr bwMode="auto">
            <a:xfrm>
              <a:off x="4098" y="2245"/>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44" name="Freeform 94">
              <a:extLst>
                <a:ext uri="{FF2B5EF4-FFF2-40B4-BE49-F238E27FC236}">
                  <a16:creationId xmlns:a16="http://schemas.microsoft.com/office/drawing/2014/main" id="{7C146CC5-120F-2076-592A-49F5209E9451}"/>
                </a:ext>
              </a:extLst>
            </p:cNvPr>
            <p:cNvSpPr>
              <a:spLocks noChangeArrowheads="1"/>
            </p:cNvSpPr>
            <p:nvPr/>
          </p:nvSpPr>
          <p:spPr bwMode="auto">
            <a:xfrm>
              <a:off x="4259" y="2245"/>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6045" name="Rectangle 95">
            <a:extLst>
              <a:ext uri="{FF2B5EF4-FFF2-40B4-BE49-F238E27FC236}">
                <a16:creationId xmlns:a16="http://schemas.microsoft.com/office/drawing/2014/main" id="{52EF3F0D-EC6C-2A47-895B-4B87E3544FF1}"/>
              </a:ext>
            </a:extLst>
          </p:cNvPr>
          <p:cNvSpPr>
            <a:spLocks noChangeArrowheads="1"/>
          </p:cNvSpPr>
          <p:nvPr/>
        </p:nvSpPr>
        <p:spPr bwMode="auto">
          <a:xfrm>
            <a:off x="7212013" y="32305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6046" name="Group 96">
            <a:extLst>
              <a:ext uri="{FF2B5EF4-FFF2-40B4-BE49-F238E27FC236}">
                <a16:creationId xmlns:a16="http://schemas.microsoft.com/office/drawing/2014/main" id="{B380E0CC-F5A2-9111-0877-BB1D95EA599D}"/>
              </a:ext>
            </a:extLst>
          </p:cNvPr>
          <p:cNvGrpSpPr>
            <a:grpSpLocks/>
          </p:cNvGrpSpPr>
          <p:nvPr/>
        </p:nvGrpSpPr>
        <p:grpSpPr bwMode="auto">
          <a:xfrm>
            <a:off x="7248525" y="3221038"/>
            <a:ext cx="450850" cy="458787"/>
            <a:chOff x="4566" y="2245"/>
            <a:chExt cx="284" cy="289"/>
          </a:xfrm>
        </p:grpSpPr>
        <p:sp>
          <p:nvSpPr>
            <p:cNvPr id="126047" name="Freeform 97">
              <a:extLst>
                <a:ext uri="{FF2B5EF4-FFF2-40B4-BE49-F238E27FC236}">
                  <a16:creationId xmlns:a16="http://schemas.microsoft.com/office/drawing/2014/main" id="{6E6E534C-F9A6-34C7-1111-A21BF6D8A70B}"/>
                </a:ext>
              </a:extLst>
            </p:cNvPr>
            <p:cNvSpPr>
              <a:spLocks noChangeArrowheads="1"/>
            </p:cNvSpPr>
            <p:nvPr/>
          </p:nvSpPr>
          <p:spPr bwMode="auto">
            <a:xfrm>
              <a:off x="4566" y="2245"/>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48" name="Freeform 98">
              <a:extLst>
                <a:ext uri="{FF2B5EF4-FFF2-40B4-BE49-F238E27FC236}">
                  <a16:creationId xmlns:a16="http://schemas.microsoft.com/office/drawing/2014/main" id="{7152BBFF-FAAC-096E-BFA5-CF4315DA6527}"/>
                </a:ext>
              </a:extLst>
            </p:cNvPr>
            <p:cNvSpPr>
              <a:spLocks noChangeArrowheads="1"/>
            </p:cNvSpPr>
            <p:nvPr/>
          </p:nvSpPr>
          <p:spPr bwMode="auto">
            <a:xfrm>
              <a:off x="4707" y="2245"/>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6049" name="Line 99">
            <a:extLst>
              <a:ext uri="{FF2B5EF4-FFF2-40B4-BE49-F238E27FC236}">
                <a16:creationId xmlns:a16="http://schemas.microsoft.com/office/drawing/2014/main" id="{0B64C80C-2DF8-E1E2-9A72-51CD88DCB6A4}"/>
              </a:ext>
            </a:extLst>
          </p:cNvPr>
          <p:cNvSpPr>
            <a:spLocks noChangeShapeType="1"/>
          </p:cNvSpPr>
          <p:nvPr/>
        </p:nvSpPr>
        <p:spPr bwMode="auto">
          <a:xfrm>
            <a:off x="7008813" y="34496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50" name="Line 100">
            <a:extLst>
              <a:ext uri="{FF2B5EF4-FFF2-40B4-BE49-F238E27FC236}">
                <a16:creationId xmlns:a16="http://schemas.microsoft.com/office/drawing/2014/main" id="{D0584EEE-5DAB-3701-F7B8-D1C4870E0847}"/>
              </a:ext>
            </a:extLst>
          </p:cNvPr>
          <p:cNvSpPr>
            <a:spLocks noChangeShapeType="1"/>
          </p:cNvSpPr>
          <p:nvPr/>
        </p:nvSpPr>
        <p:spPr bwMode="auto">
          <a:xfrm>
            <a:off x="6240463" y="34496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51" name="Line 101">
            <a:extLst>
              <a:ext uri="{FF2B5EF4-FFF2-40B4-BE49-F238E27FC236}">
                <a16:creationId xmlns:a16="http://schemas.microsoft.com/office/drawing/2014/main" id="{77DFE175-3895-44D5-E85B-43E1505C06BC}"/>
              </a:ext>
            </a:extLst>
          </p:cNvPr>
          <p:cNvSpPr>
            <a:spLocks noChangeShapeType="1"/>
          </p:cNvSpPr>
          <p:nvPr/>
        </p:nvSpPr>
        <p:spPr bwMode="auto">
          <a:xfrm>
            <a:off x="5629275" y="36020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52" name="Freeform 102">
            <a:extLst>
              <a:ext uri="{FF2B5EF4-FFF2-40B4-BE49-F238E27FC236}">
                <a16:creationId xmlns:a16="http://schemas.microsoft.com/office/drawing/2014/main" id="{165A2DE7-DCE3-61E8-8702-E2FF7DFF516F}"/>
              </a:ext>
            </a:extLst>
          </p:cNvPr>
          <p:cNvSpPr>
            <a:spLocks noChangeArrowheads="1"/>
          </p:cNvSpPr>
          <p:nvPr/>
        </p:nvSpPr>
        <p:spPr bwMode="auto">
          <a:xfrm>
            <a:off x="5808663" y="34417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53" name="Freeform 103">
            <a:extLst>
              <a:ext uri="{FF2B5EF4-FFF2-40B4-BE49-F238E27FC236}">
                <a16:creationId xmlns:a16="http://schemas.microsoft.com/office/drawing/2014/main" id="{D2228649-44E3-5FC1-955C-7B3232BFC6F0}"/>
              </a:ext>
            </a:extLst>
          </p:cNvPr>
          <p:cNvSpPr>
            <a:spLocks noChangeArrowheads="1"/>
          </p:cNvSpPr>
          <p:nvPr/>
        </p:nvSpPr>
        <p:spPr bwMode="auto">
          <a:xfrm>
            <a:off x="6575425" y="3779838"/>
            <a:ext cx="338138"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54" name="Freeform 104">
            <a:extLst>
              <a:ext uri="{FF2B5EF4-FFF2-40B4-BE49-F238E27FC236}">
                <a16:creationId xmlns:a16="http://schemas.microsoft.com/office/drawing/2014/main" id="{3D2DDE6D-158C-5538-A540-ECC8EEDD5930}"/>
              </a:ext>
            </a:extLst>
          </p:cNvPr>
          <p:cNvSpPr>
            <a:spLocks noChangeArrowheads="1"/>
          </p:cNvSpPr>
          <p:nvPr/>
        </p:nvSpPr>
        <p:spPr bwMode="auto">
          <a:xfrm>
            <a:off x="7116763" y="416083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55" name="Freeform 105">
            <a:extLst>
              <a:ext uri="{FF2B5EF4-FFF2-40B4-BE49-F238E27FC236}">
                <a16:creationId xmlns:a16="http://schemas.microsoft.com/office/drawing/2014/main" id="{2E7E50E2-59D3-16CD-33DC-46FD0B2EF0D1}"/>
              </a:ext>
            </a:extLst>
          </p:cNvPr>
          <p:cNvSpPr>
            <a:spLocks noChangeArrowheads="1"/>
          </p:cNvSpPr>
          <p:nvPr/>
        </p:nvSpPr>
        <p:spPr bwMode="auto">
          <a:xfrm>
            <a:off x="5105400" y="3932238"/>
            <a:ext cx="269875" cy="458787"/>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56" name="Freeform 106">
            <a:extLst>
              <a:ext uri="{FF2B5EF4-FFF2-40B4-BE49-F238E27FC236}">
                <a16:creationId xmlns:a16="http://schemas.microsoft.com/office/drawing/2014/main" id="{328B7F11-CCC0-B0B2-869F-4779F3D812EF}"/>
              </a:ext>
            </a:extLst>
          </p:cNvPr>
          <p:cNvSpPr>
            <a:spLocks noChangeArrowheads="1"/>
          </p:cNvSpPr>
          <p:nvPr/>
        </p:nvSpPr>
        <p:spPr bwMode="auto">
          <a:xfrm>
            <a:off x="5373688" y="3932238"/>
            <a:ext cx="271462" cy="458787"/>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57" name="Rectangle 107">
            <a:extLst>
              <a:ext uri="{FF2B5EF4-FFF2-40B4-BE49-F238E27FC236}">
                <a16:creationId xmlns:a16="http://schemas.microsoft.com/office/drawing/2014/main" id="{AD0D1077-B492-6097-7641-66D2B3A60E8E}"/>
              </a:ext>
            </a:extLst>
          </p:cNvPr>
          <p:cNvSpPr>
            <a:spLocks noChangeArrowheads="1"/>
          </p:cNvSpPr>
          <p:nvPr/>
        </p:nvSpPr>
        <p:spPr bwMode="auto">
          <a:xfrm>
            <a:off x="5081588" y="3941763"/>
            <a:ext cx="4302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Im</a:t>
            </a:r>
          </a:p>
        </p:txBody>
      </p:sp>
      <p:sp>
        <p:nvSpPr>
          <p:cNvPr id="126058" name="Rectangle 108">
            <a:extLst>
              <a:ext uri="{FF2B5EF4-FFF2-40B4-BE49-F238E27FC236}">
                <a16:creationId xmlns:a16="http://schemas.microsoft.com/office/drawing/2014/main" id="{2C80B1F8-4D1A-C5D3-5D41-1DDC2A2E0C86}"/>
              </a:ext>
            </a:extLst>
          </p:cNvPr>
          <p:cNvSpPr>
            <a:spLocks noChangeArrowheads="1"/>
          </p:cNvSpPr>
          <p:nvPr/>
        </p:nvSpPr>
        <p:spPr bwMode="auto">
          <a:xfrm rot="5400000">
            <a:off x="6414295" y="3964781"/>
            <a:ext cx="6080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sp>
        <p:nvSpPr>
          <p:cNvPr id="126059" name="Rectangle 109">
            <a:extLst>
              <a:ext uri="{FF2B5EF4-FFF2-40B4-BE49-F238E27FC236}">
                <a16:creationId xmlns:a16="http://schemas.microsoft.com/office/drawing/2014/main" id="{883BCDD0-2108-19D2-A98D-217C2B89FFA7}"/>
              </a:ext>
            </a:extLst>
          </p:cNvPr>
          <p:cNvSpPr>
            <a:spLocks noChangeArrowheads="1"/>
          </p:cNvSpPr>
          <p:nvPr/>
        </p:nvSpPr>
        <p:spPr bwMode="auto">
          <a:xfrm>
            <a:off x="5811838" y="394970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6060" name="Freeform 110">
            <a:extLst>
              <a:ext uri="{FF2B5EF4-FFF2-40B4-BE49-F238E27FC236}">
                <a16:creationId xmlns:a16="http://schemas.microsoft.com/office/drawing/2014/main" id="{01BCD923-6945-0B55-D964-02DB19EB21F2}"/>
              </a:ext>
            </a:extLst>
          </p:cNvPr>
          <p:cNvSpPr>
            <a:spLocks noChangeArrowheads="1"/>
          </p:cNvSpPr>
          <p:nvPr/>
        </p:nvSpPr>
        <p:spPr bwMode="auto">
          <a:xfrm>
            <a:off x="5835650" y="393223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61" name="Line 111">
            <a:extLst>
              <a:ext uri="{FF2B5EF4-FFF2-40B4-BE49-F238E27FC236}">
                <a16:creationId xmlns:a16="http://schemas.microsoft.com/office/drawing/2014/main" id="{3A18D4CA-42A8-B152-883C-EC7B95D08E50}"/>
              </a:ext>
            </a:extLst>
          </p:cNvPr>
          <p:cNvSpPr>
            <a:spLocks noChangeShapeType="1"/>
          </p:cNvSpPr>
          <p:nvPr/>
        </p:nvSpPr>
        <p:spPr bwMode="auto">
          <a:xfrm>
            <a:off x="5646738" y="41608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62" name="Freeform 112">
            <a:extLst>
              <a:ext uri="{FF2B5EF4-FFF2-40B4-BE49-F238E27FC236}">
                <a16:creationId xmlns:a16="http://schemas.microsoft.com/office/drawing/2014/main" id="{65202AAE-317E-FEBD-A038-7E9CA783BE80}"/>
              </a:ext>
            </a:extLst>
          </p:cNvPr>
          <p:cNvSpPr>
            <a:spLocks noChangeArrowheads="1"/>
          </p:cNvSpPr>
          <p:nvPr/>
        </p:nvSpPr>
        <p:spPr bwMode="auto">
          <a:xfrm>
            <a:off x="5751513" y="40084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63" name="Line 113">
            <a:extLst>
              <a:ext uri="{FF2B5EF4-FFF2-40B4-BE49-F238E27FC236}">
                <a16:creationId xmlns:a16="http://schemas.microsoft.com/office/drawing/2014/main" id="{7193B4E4-4E59-6E24-F52B-C5F29AABF659}"/>
              </a:ext>
            </a:extLst>
          </p:cNvPr>
          <p:cNvSpPr>
            <a:spLocks noChangeShapeType="1"/>
          </p:cNvSpPr>
          <p:nvPr/>
        </p:nvSpPr>
        <p:spPr bwMode="auto">
          <a:xfrm>
            <a:off x="6307138" y="40084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64" name="Rectangle 114">
            <a:extLst>
              <a:ext uri="{FF2B5EF4-FFF2-40B4-BE49-F238E27FC236}">
                <a16:creationId xmlns:a16="http://schemas.microsoft.com/office/drawing/2014/main" id="{A862814A-A58F-7542-C7A0-C6D17BC9B022}"/>
              </a:ext>
            </a:extLst>
          </p:cNvPr>
          <p:cNvSpPr>
            <a:spLocks noChangeArrowheads="1"/>
          </p:cNvSpPr>
          <p:nvPr/>
        </p:nvSpPr>
        <p:spPr bwMode="auto">
          <a:xfrm>
            <a:off x="7108825" y="394176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sp>
        <p:nvSpPr>
          <p:cNvPr id="126065" name="Freeform 115">
            <a:extLst>
              <a:ext uri="{FF2B5EF4-FFF2-40B4-BE49-F238E27FC236}">
                <a16:creationId xmlns:a16="http://schemas.microsoft.com/office/drawing/2014/main" id="{E77E8980-3083-0B82-CDDF-AC4DC22DB16A}"/>
              </a:ext>
            </a:extLst>
          </p:cNvPr>
          <p:cNvSpPr>
            <a:spLocks noChangeArrowheads="1"/>
          </p:cNvSpPr>
          <p:nvPr/>
        </p:nvSpPr>
        <p:spPr bwMode="auto">
          <a:xfrm>
            <a:off x="7183438" y="393223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66" name="Freeform 116">
            <a:extLst>
              <a:ext uri="{FF2B5EF4-FFF2-40B4-BE49-F238E27FC236}">
                <a16:creationId xmlns:a16="http://schemas.microsoft.com/office/drawing/2014/main" id="{74ABCD68-F8F4-835B-5F89-956A05A7E5C4}"/>
              </a:ext>
            </a:extLst>
          </p:cNvPr>
          <p:cNvSpPr>
            <a:spLocks noChangeArrowheads="1"/>
          </p:cNvSpPr>
          <p:nvPr/>
        </p:nvSpPr>
        <p:spPr bwMode="auto">
          <a:xfrm>
            <a:off x="7439025" y="393223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67" name="Rectangle 117">
            <a:extLst>
              <a:ext uri="{FF2B5EF4-FFF2-40B4-BE49-F238E27FC236}">
                <a16:creationId xmlns:a16="http://schemas.microsoft.com/office/drawing/2014/main" id="{643536E8-E149-56D3-0DD6-77BEEFFE9448}"/>
              </a:ext>
            </a:extLst>
          </p:cNvPr>
          <p:cNvSpPr>
            <a:spLocks noChangeArrowheads="1"/>
          </p:cNvSpPr>
          <p:nvPr/>
        </p:nvSpPr>
        <p:spPr bwMode="auto">
          <a:xfrm>
            <a:off x="7889875" y="394176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6068" name="Freeform 118">
            <a:extLst>
              <a:ext uri="{FF2B5EF4-FFF2-40B4-BE49-F238E27FC236}">
                <a16:creationId xmlns:a16="http://schemas.microsoft.com/office/drawing/2014/main" id="{994507A8-8C88-E411-8BC1-F02F9D42F1B0}"/>
              </a:ext>
            </a:extLst>
          </p:cNvPr>
          <p:cNvSpPr>
            <a:spLocks noChangeArrowheads="1"/>
          </p:cNvSpPr>
          <p:nvPr/>
        </p:nvSpPr>
        <p:spPr bwMode="auto">
          <a:xfrm>
            <a:off x="7926388" y="393223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69" name="Freeform 119">
            <a:extLst>
              <a:ext uri="{FF2B5EF4-FFF2-40B4-BE49-F238E27FC236}">
                <a16:creationId xmlns:a16="http://schemas.microsoft.com/office/drawing/2014/main" id="{332A0521-9A5A-3A0D-66CE-927C248A8078}"/>
              </a:ext>
            </a:extLst>
          </p:cNvPr>
          <p:cNvSpPr>
            <a:spLocks noChangeArrowheads="1"/>
          </p:cNvSpPr>
          <p:nvPr/>
        </p:nvSpPr>
        <p:spPr bwMode="auto">
          <a:xfrm>
            <a:off x="8150225" y="3932238"/>
            <a:ext cx="227013"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70" name="Line 120">
            <a:extLst>
              <a:ext uri="{FF2B5EF4-FFF2-40B4-BE49-F238E27FC236}">
                <a16:creationId xmlns:a16="http://schemas.microsoft.com/office/drawing/2014/main" id="{E0AF0670-63DF-D662-0469-E9ACCBCD8040}"/>
              </a:ext>
            </a:extLst>
          </p:cNvPr>
          <p:cNvSpPr>
            <a:spLocks noChangeShapeType="1"/>
          </p:cNvSpPr>
          <p:nvPr/>
        </p:nvSpPr>
        <p:spPr bwMode="auto">
          <a:xfrm>
            <a:off x="7686675" y="416083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71" name="Line 121">
            <a:extLst>
              <a:ext uri="{FF2B5EF4-FFF2-40B4-BE49-F238E27FC236}">
                <a16:creationId xmlns:a16="http://schemas.microsoft.com/office/drawing/2014/main" id="{EBF5D830-5686-08F0-B78F-63C9376DF1BA}"/>
              </a:ext>
            </a:extLst>
          </p:cNvPr>
          <p:cNvSpPr>
            <a:spLocks noChangeShapeType="1"/>
          </p:cNvSpPr>
          <p:nvPr/>
        </p:nvSpPr>
        <p:spPr bwMode="auto">
          <a:xfrm>
            <a:off x="6918325" y="416083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72" name="Line 122">
            <a:extLst>
              <a:ext uri="{FF2B5EF4-FFF2-40B4-BE49-F238E27FC236}">
                <a16:creationId xmlns:a16="http://schemas.microsoft.com/office/drawing/2014/main" id="{CCAFA16F-8E17-2652-FFC0-C570ED6DB278}"/>
              </a:ext>
            </a:extLst>
          </p:cNvPr>
          <p:cNvSpPr>
            <a:spLocks noChangeShapeType="1"/>
          </p:cNvSpPr>
          <p:nvPr/>
        </p:nvSpPr>
        <p:spPr bwMode="auto">
          <a:xfrm>
            <a:off x="6307138" y="43132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73" name="Freeform 123">
            <a:extLst>
              <a:ext uri="{FF2B5EF4-FFF2-40B4-BE49-F238E27FC236}">
                <a16:creationId xmlns:a16="http://schemas.microsoft.com/office/drawing/2014/main" id="{8F75CC87-5972-6F44-4D33-45406BB10331}"/>
              </a:ext>
            </a:extLst>
          </p:cNvPr>
          <p:cNvSpPr>
            <a:spLocks noChangeArrowheads="1"/>
          </p:cNvSpPr>
          <p:nvPr/>
        </p:nvSpPr>
        <p:spPr bwMode="auto">
          <a:xfrm>
            <a:off x="6486525" y="415290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26074" name="Group 124">
            <a:extLst>
              <a:ext uri="{FF2B5EF4-FFF2-40B4-BE49-F238E27FC236}">
                <a16:creationId xmlns:a16="http://schemas.microsoft.com/office/drawing/2014/main" id="{492A8A61-4177-579C-BAAF-982E2B7270AD}"/>
              </a:ext>
            </a:extLst>
          </p:cNvPr>
          <p:cNvGrpSpPr>
            <a:grpSpLocks/>
          </p:cNvGrpSpPr>
          <p:nvPr/>
        </p:nvGrpSpPr>
        <p:grpSpPr bwMode="auto">
          <a:xfrm>
            <a:off x="7239000" y="4491038"/>
            <a:ext cx="352425" cy="763587"/>
            <a:chOff x="4560" y="3045"/>
            <a:chExt cx="222" cy="481"/>
          </a:xfrm>
        </p:grpSpPr>
        <p:sp>
          <p:nvSpPr>
            <p:cNvPr id="126075" name="Freeform 125">
              <a:extLst>
                <a:ext uri="{FF2B5EF4-FFF2-40B4-BE49-F238E27FC236}">
                  <a16:creationId xmlns:a16="http://schemas.microsoft.com/office/drawing/2014/main" id="{F71C93E5-2D5D-489D-2815-A1DF8BD398E6}"/>
                </a:ext>
              </a:extLst>
            </p:cNvPr>
            <p:cNvSpPr>
              <a:spLocks noChangeArrowheads="1"/>
            </p:cNvSpPr>
            <p:nvPr/>
          </p:nvSpPr>
          <p:spPr bwMode="auto">
            <a:xfrm>
              <a:off x="4569" y="3045"/>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76" name="Rectangle 126">
              <a:extLst>
                <a:ext uri="{FF2B5EF4-FFF2-40B4-BE49-F238E27FC236}">
                  <a16:creationId xmlns:a16="http://schemas.microsoft.com/office/drawing/2014/main" id="{6DE5FC92-6993-D2B6-AE92-19B25E0B10F8}"/>
                </a:ext>
              </a:extLst>
            </p:cNvPr>
            <p:cNvSpPr>
              <a:spLocks noChangeArrowheads="1"/>
            </p:cNvSpPr>
            <p:nvPr/>
          </p:nvSpPr>
          <p:spPr bwMode="auto">
            <a:xfrm rot="5400000">
              <a:off x="4467" y="3162"/>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6077" name="Group 127">
            <a:extLst>
              <a:ext uri="{FF2B5EF4-FFF2-40B4-BE49-F238E27FC236}">
                <a16:creationId xmlns:a16="http://schemas.microsoft.com/office/drawing/2014/main" id="{5FBAE581-D260-6623-5D25-731A074AAC3A}"/>
              </a:ext>
            </a:extLst>
          </p:cNvPr>
          <p:cNvGrpSpPr>
            <a:grpSpLocks/>
          </p:cNvGrpSpPr>
          <p:nvPr/>
        </p:nvGrpSpPr>
        <p:grpSpPr bwMode="auto">
          <a:xfrm>
            <a:off x="5759450" y="4643438"/>
            <a:ext cx="563563" cy="458787"/>
            <a:chOff x="3628" y="3141"/>
            <a:chExt cx="355" cy="289"/>
          </a:xfrm>
        </p:grpSpPr>
        <p:sp>
          <p:nvSpPr>
            <p:cNvPr id="126078" name="Rectangle 128">
              <a:extLst>
                <a:ext uri="{FF2B5EF4-FFF2-40B4-BE49-F238E27FC236}">
                  <a16:creationId xmlns:a16="http://schemas.microsoft.com/office/drawing/2014/main" id="{74329CB8-B636-0B47-C7F2-06205173F0D4}"/>
                </a:ext>
              </a:extLst>
            </p:cNvPr>
            <p:cNvSpPr>
              <a:spLocks noChangeArrowheads="1"/>
            </p:cNvSpPr>
            <p:nvPr/>
          </p:nvSpPr>
          <p:spPr bwMode="auto">
            <a:xfrm>
              <a:off x="3628" y="3147"/>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6079" name="Group 129">
              <a:extLst>
                <a:ext uri="{FF2B5EF4-FFF2-40B4-BE49-F238E27FC236}">
                  <a16:creationId xmlns:a16="http://schemas.microsoft.com/office/drawing/2014/main" id="{DA676E6D-0A3D-A4FC-E87B-236D6A74D864}"/>
                </a:ext>
              </a:extLst>
            </p:cNvPr>
            <p:cNvGrpSpPr>
              <a:grpSpLocks/>
            </p:cNvGrpSpPr>
            <p:nvPr/>
          </p:nvGrpSpPr>
          <p:grpSpPr bwMode="auto">
            <a:xfrm>
              <a:off x="3643" y="3141"/>
              <a:ext cx="340" cy="289"/>
              <a:chOff x="3643" y="3141"/>
              <a:chExt cx="340" cy="289"/>
            </a:xfrm>
          </p:grpSpPr>
          <p:sp>
            <p:nvSpPr>
              <p:cNvPr id="126080" name="Freeform 130">
                <a:extLst>
                  <a:ext uri="{FF2B5EF4-FFF2-40B4-BE49-F238E27FC236}">
                    <a16:creationId xmlns:a16="http://schemas.microsoft.com/office/drawing/2014/main" id="{ADD59549-009B-2E4E-0D6B-32C159D21CEF}"/>
                  </a:ext>
                </a:extLst>
              </p:cNvPr>
              <p:cNvSpPr>
                <a:spLocks noChangeArrowheads="1"/>
              </p:cNvSpPr>
              <p:nvPr/>
            </p:nvSpPr>
            <p:spPr bwMode="auto">
              <a:xfrm>
                <a:off x="3643" y="3141"/>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81" name="Freeform 131">
                <a:extLst>
                  <a:ext uri="{FF2B5EF4-FFF2-40B4-BE49-F238E27FC236}">
                    <a16:creationId xmlns:a16="http://schemas.microsoft.com/office/drawing/2014/main" id="{2EF35654-73CA-26F9-EDA2-A78216F94417}"/>
                  </a:ext>
                </a:extLst>
              </p:cNvPr>
              <p:cNvSpPr>
                <a:spLocks noChangeArrowheads="1"/>
              </p:cNvSpPr>
              <p:nvPr/>
            </p:nvSpPr>
            <p:spPr bwMode="auto">
              <a:xfrm>
                <a:off x="3812" y="3141"/>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6082" name="Rectangle 132">
            <a:extLst>
              <a:ext uri="{FF2B5EF4-FFF2-40B4-BE49-F238E27FC236}">
                <a16:creationId xmlns:a16="http://schemas.microsoft.com/office/drawing/2014/main" id="{A0BF2BAC-E70E-D15A-2F0E-1AA03D843200}"/>
              </a:ext>
            </a:extLst>
          </p:cNvPr>
          <p:cNvSpPr>
            <a:spLocks noChangeArrowheads="1"/>
          </p:cNvSpPr>
          <p:nvPr/>
        </p:nvSpPr>
        <p:spPr bwMode="auto">
          <a:xfrm>
            <a:off x="6489700" y="46609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6083" name="Group 133">
            <a:extLst>
              <a:ext uri="{FF2B5EF4-FFF2-40B4-BE49-F238E27FC236}">
                <a16:creationId xmlns:a16="http://schemas.microsoft.com/office/drawing/2014/main" id="{07E5FFBD-AD3B-D922-3797-A318B2321E57}"/>
              </a:ext>
            </a:extLst>
          </p:cNvPr>
          <p:cNvGrpSpPr>
            <a:grpSpLocks/>
          </p:cNvGrpSpPr>
          <p:nvPr/>
        </p:nvGrpSpPr>
        <p:grpSpPr bwMode="auto">
          <a:xfrm>
            <a:off x="6513513" y="4643438"/>
            <a:ext cx="469900" cy="458787"/>
            <a:chOff x="4103" y="3141"/>
            <a:chExt cx="296" cy="289"/>
          </a:xfrm>
        </p:grpSpPr>
        <p:sp>
          <p:nvSpPr>
            <p:cNvPr id="126084" name="Freeform 134">
              <a:extLst>
                <a:ext uri="{FF2B5EF4-FFF2-40B4-BE49-F238E27FC236}">
                  <a16:creationId xmlns:a16="http://schemas.microsoft.com/office/drawing/2014/main" id="{04144843-85E4-13E5-B441-DF7C0E5C8261}"/>
                </a:ext>
              </a:extLst>
            </p:cNvPr>
            <p:cNvSpPr>
              <a:spLocks noChangeArrowheads="1"/>
            </p:cNvSpPr>
            <p:nvPr/>
          </p:nvSpPr>
          <p:spPr bwMode="auto">
            <a:xfrm>
              <a:off x="4103" y="3141"/>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85" name="Freeform 135">
              <a:extLst>
                <a:ext uri="{FF2B5EF4-FFF2-40B4-BE49-F238E27FC236}">
                  <a16:creationId xmlns:a16="http://schemas.microsoft.com/office/drawing/2014/main" id="{4BD713E9-6AEA-3EE5-7BAA-0754234820FD}"/>
                </a:ext>
              </a:extLst>
            </p:cNvPr>
            <p:cNvSpPr>
              <a:spLocks noChangeArrowheads="1"/>
            </p:cNvSpPr>
            <p:nvPr/>
          </p:nvSpPr>
          <p:spPr bwMode="auto">
            <a:xfrm>
              <a:off x="4251" y="3141"/>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6086" name="Line 136">
            <a:extLst>
              <a:ext uri="{FF2B5EF4-FFF2-40B4-BE49-F238E27FC236}">
                <a16:creationId xmlns:a16="http://schemas.microsoft.com/office/drawing/2014/main" id="{C6723769-2D4F-1518-D5DC-4146D4462CC6}"/>
              </a:ext>
            </a:extLst>
          </p:cNvPr>
          <p:cNvSpPr>
            <a:spLocks noChangeShapeType="1"/>
          </p:cNvSpPr>
          <p:nvPr/>
        </p:nvSpPr>
        <p:spPr bwMode="auto">
          <a:xfrm>
            <a:off x="6324600" y="48720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87" name="Freeform 137">
            <a:extLst>
              <a:ext uri="{FF2B5EF4-FFF2-40B4-BE49-F238E27FC236}">
                <a16:creationId xmlns:a16="http://schemas.microsoft.com/office/drawing/2014/main" id="{3A8DC948-B465-7B13-4841-3BFEA3231BD7}"/>
              </a:ext>
            </a:extLst>
          </p:cNvPr>
          <p:cNvSpPr>
            <a:spLocks noChangeArrowheads="1"/>
          </p:cNvSpPr>
          <p:nvPr/>
        </p:nvSpPr>
        <p:spPr bwMode="auto">
          <a:xfrm>
            <a:off x="6429375" y="47196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88" name="Line 138">
            <a:extLst>
              <a:ext uri="{FF2B5EF4-FFF2-40B4-BE49-F238E27FC236}">
                <a16:creationId xmlns:a16="http://schemas.microsoft.com/office/drawing/2014/main" id="{6619D685-F504-649B-CDAE-BAA4F53EAA7E}"/>
              </a:ext>
            </a:extLst>
          </p:cNvPr>
          <p:cNvSpPr>
            <a:spLocks noChangeShapeType="1"/>
          </p:cNvSpPr>
          <p:nvPr/>
        </p:nvSpPr>
        <p:spPr bwMode="auto">
          <a:xfrm>
            <a:off x="6985000" y="47196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89" name="Rectangle 139">
            <a:extLst>
              <a:ext uri="{FF2B5EF4-FFF2-40B4-BE49-F238E27FC236}">
                <a16:creationId xmlns:a16="http://schemas.microsoft.com/office/drawing/2014/main" id="{A4B75704-1489-8ACA-FFC7-EBE77DE37F5A}"/>
              </a:ext>
            </a:extLst>
          </p:cNvPr>
          <p:cNvSpPr>
            <a:spLocks noChangeArrowheads="1"/>
          </p:cNvSpPr>
          <p:nvPr/>
        </p:nvSpPr>
        <p:spPr bwMode="auto">
          <a:xfrm>
            <a:off x="7786688" y="465296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6090" name="Group 140">
            <a:extLst>
              <a:ext uri="{FF2B5EF4-FFF2-40B4-BE49-F238E27FC236}">
                <a16:creationId xmlns:a16="http://schemas.microsoft.com/office/drawing/2014/main" id="{745104A0-72A3-AD2C-3BB0-9F4B1D2500A0}"/>
              </a:ext>
            </a:extLst>
          </p:cNvPr>
          <p:cNvGrpSpPr>
            <a:grpSpLocks/>
          </p:cNvGrpSpPr>
          <p:nvPr/>
        </p:nvGrpSpPr>
        <p:grpSpPr bwMode="auto">
          <a:xfrm>
            <a:off x="7861300" y="4643438"/>
            <a:ext cx="515938" cy="458787"/>
            <a:chOff x="4952" y="3141"/>
            <a:chExt cx="325" cy="289"/>
          </a:xfrm>
        </p:grpSpPr>
        <p:sp>
          <p:nvSpPr>
            <p:cNvPr id="126091" name="Freeform 141">
              <a:extLst>
                <a:ext uri="{FF2B5EF4-FFF2-40B4-BE49-F238E27FC236}">
                  <a16:creationId xmlns:a16="http://schemas.microsoft.com/office/drawing/2014/main" id="{0DFB55C5-ECDF-F6E4-2F96-C78EB3C2E92A}"/>
                </a:ext>
              </a:extLst>
            </p:cNvPr>
            <p:cNvSpPr>
              <a:spLocks noChangeArrowheads="1"/>
            </p:cNvSpPr>
            <p:nvPr/>
          </p:nvSpPr>
          <p:spPr bwMode="auto">
            <a:xfrm>
              <a:off x="4952" y="3141"/>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92" name="Freeform 142">
              <a:extLst>
                <a:ext uri="{FF2B5EF4-FFF2-40B4-BE49-F238E27FC236}">
                  <a16:creationId xmlns:a16="http://schemas.microsoft.com/office/drawing/2014/main" id="{66E34218-770E-E985-4A3C-7A56FF412E32}"/>
                </a:ext>
              </a:extLst>
            </p:cNvPr>
            <p:cNvSpPr>
              <a:spLocks noChangeArrowheads="1"/>
            </p:cNvSpPr>
            <p:nvPr/>
          </p:nvSpPr>
          <p:spPr bwMode="auto">
            <a:xfrm>
              <a:off x="5113" y="3141"/>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6093" name="Rectangle 143">
            <a:extLst>
              <a:ext uri="{FF2B5EF4-FFF2-40B4-BE49-F238E27FC236}">
                <a16:creationId xmlns:a16="http://schemas.microsoft.com/office/drawing/2014/main" id="{A1A562D1-383B-8DC4-A556-C351CB663594}"/>
              </a:ext>
            </a:extLst>
          </p:cNvPr>
          <p:cNvSpPr>
            <a:spLocks noChangeArrowheads="1"/>
          </p:cNvSpPr>
          <p:nvPr/>
        </p:nvSpPr>
        <p:spPr bwMode="auto">
          <a:xfrm>
            <a:off x="8567738" y="46529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6094" name="Group 144">
            <a:extLst>
              <a:ext uri="{FF2B5EF4-FFF2-40B4-BE49-F238E27FC236}">
                <a16:creationId xmlns:a16="http://schemas.microsoft.com/office/drawing/2014/main" id="{37BCD30A-B407-D2A0-A8E6-286F2DF0E672}"/>
              </a:ext>
            </a:extLst>
          </p:cNvPr>
          <p:cNvGrpSpPr>
            <a:grpSpLocks/>
          </p:cNvGrpSpPr>
          <p:nvPr/>
        </p:nvGrpSpPr>
        <p:grpSpPr bwMode="auto">
          <a:xfrm>
            <a:off x="8604250" y="4643438"/>
            <a:ext cx="450850" cy="458787"/>
            <a:chOff x="5420" y="3141"/>
            <a:chExt cx="284" cy="289"/>
          </a:xfrm>
        </p:grpSpPr>
        <p:sp>
          <p:nvSpPr>
            <p:cNvPr id="126095" name="Freeform 145">
              <a:extLst>
                <a:ext uri="{FF2B5EF4-FFF2-40B4-BE49-F238E27FC236}">
                  <a16:creationId xmlns:a16="http://schemas.microsoft.com/office/drawing/2014/main" id="{090A13AE-5D9E-A786-3832-16B2E467A476}"/>
                </a:ext>
              </a:extLst>
            </p:cNvPr>
            <p:cNvSpPr>
              <a:spLocks noChangeArrowheads="1"/>
            </p:cNvSpPr>
            <p:nvPr/>
          </p:nvSpPr>
          <p:spPr bwMode="auto">
            <a:xfrm>
              <a:off x="5420" y="3141"/>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096" name="Freeform 146">
              <a:extLst>
                <a:ext uri="{FF2B5EF4-FFF2-40B4-BE49-F238E27FC236}">
                  <a16:creationId xmlns:a16="http://schemas.microsoft.com/office/drawing/2014/main" id="{D976DC0F-35DA-13EC-C9DD-AA499E084AA0}"/>
                </a:ext>
              </a:extLst>
            </p:cNvPr>
            <p:cNvSpPr>
              <a:spLocks noChangeArrowheads="1"/>
            </p:cNvSpPr>
            <p:nvPr/>
          </p:nvSpPr>
          <p:spPr bwMode="auto">
            <a:xfrm>
              <a:off x="5561" y="3141"/>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6097" name="Line 147">
            <a:extLst>
              <a:ext uri="{FF2B5EF4-FFF2-40B4-BE49-F238E27FC236}">
                <a16:creationId xmlns:a16="http://schemas.microsoft.com/office/drawing/2014/main" id="{8D23B39D-E41D-687C-E062-659E387FEEC6}"/>
              </a:ext>
            </a:extLst>
          </p:cNvPr>
          <p:cNvSpPr>
            <a:spLocks noChangeShapeType="1"/>
          </p:cNvSpPr>
          <p:nvPr/>
        </p:nvSpPr>
        <p:spPr bwMode="auto">
          <a:xfrm>
            <a:off x="8364538" y="48720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98" name="Line 148">
            <a:extLst>
              <a:ext uri="{FF2B5EF4-FFF2-40B4-BE49-F238E27FC236}">
                <a16:creationId xmlns:a16="http://schemas.microsoft.com/office/drawing/2014/main" id="{F5698402-B43F-86F7-F04D-1ED2E699623E}"/>
              </a:ext>
            </a:extLst>
          </p:cNvPr>
          <p:cNvSpPr>
            <a:spLocks noChangeShapeType="1"/>
          </p:cNvSpPr>
          <p:nvPr/>
        </p:nvSpPr>
        <p:spPr bwMode="auto">
          <a:xfrm>
            <a:off x="7596188" y="48720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099" name="Freeform 149">
            <a:extLst>
              <a:ext uri="{FF2B5EF4-FFF2-40B4-BE49-F238E27FC236}">
                <a16:creationId xmlns:a16="http://schemas.microsoft.com/office/drawing/2014/main" id="{AF638DBF-01EC-7483-CA6E-B64B4FE475E7}"/>
              </a:ext>
            </a:extLst>
          </p:cNvPr>
          <p:cNvSpPr>
            <a:spLocks noChangeArrowheads="1"/>
          </p:cNvSpPr>
          <p:nvPr/>
        </p:nvSpPr>
        <p:spPr bwMode="auto">
          <a:xfrm>
            <a:off x="7807325" y="48720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100" name="Line 150">
            <a:extLst>
              <a:ext uri="{FF2B5EF4-FFF2-40B4-BE49-F238E27FC236}">
                <a16:creationId xmlns:a16="http://schemas.microsoft.com/office/drawing/2014/main" id="{F80CB022-CC37-C0F5-731F-74812EA5175B}"/>
              </a:ext>
            </a:extLst>
          </p:cNvPr>
          <p:cNvSpPr>
            <a:spLocks noChangeShapeType="1"/>
          </p:cNvSpPr>
          <p:nvPr/>
        </p:nvSpPr>
        <p:spPr bwMode="auto">
          <a:xfrm>
            <a:off x="6985000" y="50244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101" name="Freeform 151">
            <a:extLst>
              <a:ext uri="{FF2B5EF4-FFF2-40B4-BE49-F238E27FC236}">
                <a16:creationId xmlns:a16="http://schemas.microsoft.com/office/drawing/2014/main" id="{7053DE3C-E7AC-29FB-6246-C57F5FB976AF}"/>
              </a:ext>
            </a:extLst>
          </p:cNvPr>
          <p:cNvSpPr>
            <a:spLocks noChangeArrowheads="1"/>
          </p:cNvSpPr>
          <p:nvPr/>
        </p:nvSpPr>
        <p:spPr bwMode="auto">
          <a:xfrm>
            <a:off x="7164388" y="48641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380058" name="Line 154">
            <a:extLst>
              <a:ext uri="{FF2B5EF4-FFF2-40B4-BE49-F238E27FC236}">
                <a16:creationId xmlns:a16="http://schemas.microsoft.com/office/drawing/2014/main" id="{1F39EE7B-BFAE-3C21-803F-BE797DD127AF}"/>
              </a:ext>
            </a:extLst>
          </p:cNvPr>
          <p:cNvSpPr>
            <a:spLocks noChangeShapeType="1"/>
          </p:cNvSpPr>
          <p:nvPr/>
        </p:nvSpPr>
        <p:spPr bwMode="auto">
          <a:xfrm flipH="1">
            <a:off x="6088063" y="2082800"/>
            <a:ext cx="3175" cy="1871663"/>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0059" name="Rectangle 155">
            <a:extLst>
              <a:ext uri="{FF2B5EF4-FFF2-40B4-BE49-F238E27FC236}">
                <a16:creationId xmlns:a16="http://schemas.microsoft.com/office/drawing/2014/main" id="{9CDE25E5-76D5-3072-A2B3-0E8834582C3A}"/>
              </a:ext>
            </a:extLst>
          </p:cNvPr>
          <p:cNvSpPr>
            <a:spLocks noChangeArrowheads="1"/>
          </p:cNvSpPr>
          <p:nvPr/>
        </p:nvSpPr>
        <p:spPr bwMode="auto">
          <a:xfrm>
            <a:off x="0" y="700088"/>
            <a:ext cx="627538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buFontTx/>
              <a:buChar char="•"/>
            </a:pPr>
            <a:r>
              <a:rPr lang="zh-CN" altLang="en-US" sz="24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寄存器堆的读口和写口是相互独立的部件！</a:t>
            </a:r>
            <a:endParaRPr lang="en-US" altLang="zh-CN" sz="2000">
              <a:latin typeface="微软雅黑" panose="020B0503020204020204" pitchFamily="34" charset="-122"/>
              <a:ea typeface="微软雅黑" panose="020B0503020204020204" pitchFamily="34" charset="-122"/>
            </a:endParaRPr>
          </a:p>
        </p:txBody>
      </p:sp>
      <p:sp>
        <p:nvSpPr>
          <p:cNvPr id="126104" name="Line 161">
            <a:extLst>
              <a:ext uri="{FF2B5EF4-FFF2-40B4-BE49-F238E27FC236}">
                <a16:creationId xmlns:a16="http://schemas.microsoft.com/office/drawing/2014/main" id="{616FF85F-C574-8199-73FB-FB10239B89B1}"/>
              </a:ext>
            </a:extLst>
          </p:cNvPr>
          <p:cNvSpPr>
            <a:spLocks noChangeShapeType="1"/>
          </p:cNvSpPr>
          <p:nvPr/>
        </p:nvSpPr>
        <p:spPr bwMode="auto">
          <a:xfrm>
            <a:off x="6418263" y="2078038"/>
            <a:ext cx="266700" cy="2549525"/>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105" name="Oval 162">
            <a:extLst>
              <a:ext uri="{FF2B5EF4-FFF2-40B4-BE49-F238E27FC236}">
                <a16:creationId xmlns:a16="http://schemas.microsoft.com/office/drawing/2014/main" id="{96B8786A-77B8-1D24-B104-88688C7A7FC8}"/>
              </a:ext>
            </a:extLst>
          </p:cNvPr>
          <p:cNvSpPr>
            <a:spLocks noChangeArrowheads="1"/>
          </p:cNvSpPr>
          <p:nvPr/>
        </p:nvSpPr>
        <p:spPr bwMode="auto">
          <a:xfrm>
            <a:off x="6326188" y="2005013"/>
            <a:ext cx="106362" cy="106362"/>
          </a:xfrm>
          <a:prstGeom prst="ellipse">
            <a:avLst/>
          </a:prstGeom>
          <a:solidFill>
            <a:schemeClr val="accent1"/>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80068" name="Text Box 164">
            <a:extLst>
              <a:ext uri="{FF2B5EF4-FFF2-40B4-BE49-F238E27FC236}">
                <a16:creationId xmlns:a16="http://schemas.microsoft.com/office/drawing/2014/main" id="{9E8E9110-9209-166F-A355-7FFBC7979E62}"/>
              </a:ext>
            </a:extLst>
          </p:cNvPr>
          <p:cNvSpPr txBox="1">
            <a:spLocks noChangeArrowheads="1"/>
          </p:cNvSpPr>
          <p:nvPr/>
        </p:nvSpPr>
        <p:spPr bwMode="auto">
          <a:xfrm>
            <a:off x="366713" y="5330825"/>
            <a:ext cx="82994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25000"/>
              </a:spcBef>
            </a:pPr>
            <a:r>
              <a:rPr lang="zh-CN" altLang="en-US" sz="2000">
                <a:solidFill>
                  <a:srgbClr val="CC0000"/>
                </a:solidFill>
                <a:latin typeface="微软雅黑" panose="020B0503020204020204" pitchFamily="34" charset="-122"/>
                <a:ea typeface="微软雅黑" panose="020B0503020204020204" pitchFamily="34" charset="-122"/>
              </a:rPr>
              <a:t>寄存器写口</a:t>
            </a:r>
            <a:r>
              <a:rPr lang="en-US" altLang="zh-CN" sz="2000">
                <a:solidFill>
                  <a:srgbClr val="CC0000"/>
                </a:solidFill>
                <a:latin typeface="微软雅黑" panose="020B0503020204020204" pitchFamily="34" charset="-122"/>
                <a:ea typeface="微软雅黑" panose="020B0503020204020204" pitchFamily="34" charset="-122"/>
              </a:rPr>
              <a:t>/</a:t>
            </a:r>
            <a:r>
              <a:rPr lang="zh-CN" altLang="en-US" sz="2000">
                <a:solidFill>
                  <a:srgbClr val="CC0000"/>
                </a:solidFill>
                <a:latin typeface="微软雅黑" panose="020B0503020204020204" pitchFamily="34" charset="-122"/>
                <a:ea typeface="微软雅黑" panose="020B0503020204020204" pitchFamily="34" charset="-122"/>
              </a:rPr>
              <a:t>读口分别在前</a:t>
            </a:r>
            <a:r>
              <a:rPr lang="en-US" altLang="zh-CN" sz="2000">
                <a:solidFill>
                  <a:srgbClr val="CC0000"/>
                </a:solidFill>
                <a:latin typeface="微软雅黑" panose="020B0503020204020204" pitchFamily="34" charset="-122"/>
                <a:ea typeface="微软雅黑" panose="020B0503020204020204" pitchFamily="34" charset="-122"/>
              </a:rPr>
              <a:t>/</a:t>
            </a:r>
            <a:r>
              <a:rPr lang="zh-CN" altLang="en-US" sz="2000">
                <a:solidFill>
                  <a:srgbClr val="CC0000"/>
                </a:solidFill>
                <a:latin typeface="微软雅黑" panose="020B0503020204020204" pitchFamily="34" charset="-122"/>
                <a:ea typeface="微软雅黑" panose="020B0503020204020204" pitchFamily="34" charset="-122"/>
              </a:rPr>
              <a:t>后半周期进行操作，使写入数据被直接读出</a:t>
            </a:r>
          </a:p>
          <a:p>
            <a:pPr eaLnBrk="0" hangingPunct="0">
              <a:spcBef>
                <a:spcPct val="25000"/>
              </a:spcBef>
            </a:pPr>
            <a:r>
              <a:rPr lang="zh-CN" altLang="en-US" sz="2000">
                <a:latin typeface="微软雅黑" panose="020B0503020204020204" pitchFamily="34" charset="-122"/>
                <a:ea typeface="微软雅黑" panose="020B0503020204020204" pitchFamily="34" charset="-122"/>
              </a:rPr>
              <a:t>若同一个时钟内前面指令写入的数据正好是后面指令所读数据，则不会发生数据冒险</a:t>
            </a:r>
            <a:endParaRPr lang="zh-CN" altLang="en-US" sz="2000">
              <a:solidFill>
                <a:schemeClr val="accent2"/>
              </a:solidFill>
              <a:latin typeface="微软雅黑" panose="020B0503020204020204" pitchFamily="34" charset="-122"/>
              <a:ea typeface="微软雅黑" panose="020B0503020204020204" pitchFamily="34" charset="-122"/>
            </a:endParaRPr>
          </a:p>
          <a:p>
            <a:pPr eaLnBrk="0" hangingPunct="0">
              <a:spcBef>
                <a:spcPct val="25000"/>
              </a:spcBef>
            </a:pPr>
            <a:r>
              <a:rPr lang="zh-CN" altLang="en-US" sz="2000">
                <a:solidFill>
                  <a:schemeClr val="accent2"/>
                </a:solidFill>
                <a:latin typeface="微软雅黑" panose="020B0503020204020204" pitchFamily="34" charset="-122"/>
                <a:ea typeface="微软雅黑" panose="020B0503020204020204" pitchFamily="34" charset="-122"/>
              </a:rPr>
              <a:t>但是，只能解决部分数据冒险！</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0059">
                                            <p:txEl>
                                              <p:pRg st="0" end="0"/>
                                            </p:txEl>
                                          </p:spTgt>
                                        </p:tgtEl>
                                        <p:attrNameLst>
                                          <p:attrName>style.visibility</p:attrName>
                                        </p:attrNameLst>
                                      </p:cBhvr>
                                      <p:to>
                                        <p:strVal val="visible"/>
                                      </p:to>
                                    </p:set>
                                    <p:animEffect transition="in" filter="blinds(horizontal)">
                                      <p:cBhvr>
                                        <p:cTn id="7" dur="500"/>
                                        <p:tgtEl>
                                          <p:spTgt spid="380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0058"/>
                                        </p:tgtEl>
                                        <p:attrNameLst>
                                          <p:attrName>style.visibility</p:attrName>
                                        </p:attrNameLst>
                                      </p:cBhvr>
                                      <p:to>
                                        <p:strVal val="visible"/>
                                      </p:to>
                                    </p:set>
                                    <p:animEffect transition="in" filter="blinds(horizontal)">
                                      <p:cBhvr>
                                        <p:cTn id="12" dur="500"/>
                                        <p:tgtEl>
                                          <p:spTgt spid="3800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80068">
                                            <p:txEl>
                                              <p:pRg st="0" end="0"/>
                                            </p:txEl>
                                          </p:spTgt>
                                        </p:tgtEl>
                                        <p:attrNameLst>
                                          <p:attrName>style.visibility</p:attrName>
                                        </p:attrNameLst>
                                      </p:cBhvr>
                                      <p:to>
                                        <p:strVal val="visible"/>
                                      </p:to>
                                    </p:set>
                                    <p:animEffect transition="in" filter="blinds(horizontal)">
                                      <p:cBhvr>
                                        <p:cTn id="17" dur="500"/>
                                        <p:tgtEl>
                                          <p:spTgt spid="38006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80068">
                                            <p:txEl>
                                              <p:pRg st="1" end="1"/>
                                            </p:txEl>
                                          </p:spTgt>
                                        </p:tgtEl>
                                        <p:attrNameLst>
                                          <p:attrName>style.visibility</p:attrName>
                                        </p:attrNameLst>
                                      </p:cBhvr>
                                      <p:to>
                                        <p:strVal val="visible"/>
                                      </p:to>
                                    </p:set>
                                    <p:animEffect transition="in" filter="blinds(horizontal)">
                                      <p:cBhvr>
                                        <p:cTn id="22" dur="500"/>
                                        <p:tgtEl>
                                          <p:spTgt spid="380068">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80068">
                                            <p:txEl>
                                              <p:pRg st="2" end="2"/>
                                            </p:txEl>
                                          </p:spTgt>
                                        </p:tgtEl>
                                        <p:attrNameLst>
                                          <p:attrName>style.visibility</p:attrName>
                                        </p:attrNameLst>
                                      </p:cBhvr>
                                      <p:to>
                                        <p:strVal val="visible"/>
                                      </p:to>
                                    </p:set>
                                    <p:animEffect transition="in" filter="blinds(horizontal)">
                                      <p:cBhvr>
                                        <p:cTn id="27" dur="500"/>
                                        <p:tgtEl>
                                          <p:spTgt spid="38006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Freeform 2">
            <a:extLst>
              <a:ext uri="{FF2B5EF4-FFF2-40B4-BE49-F238E27FC236}">
                <a16:creationId xmlns:a16="http://schemas.microsoft.com/office/drawing/2014/main" id="{58A03ABA-05C0-F7F6-2C25-799FC9323FF7}"/>
              </a:ext>
            </a:extLst>
          </p:cNvPr>
          <p:cNvSpPr>
            <a:spLocks noChangeArrowheads="1"/>
          </p:cNvSpPr>
          <p:nvPr/>
        </p:nvSpPr>
        <p:spPr bwMode="auto">
          <a:xfrm>
            <a:off x="5892800" y="179863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28002" name="Freeform 3">
            <a:extLst>
              <a:ext uri="{FF2B5EF4-FFF2-40B4-BE49-F238E27FC236}">
                <a16:creationId xmlns:a16="http://schemas.microsoft.com/office/drawing/2014/main" id="{2759190F-173D-DE00-BE38-321E209A2B2F}"/>
              </a:ext>
            </a:extLst>
          </p:cNvPr>
          <p:cNvSpPr>
            <a:spLocks noChangeArrowheads="1"/>
          </p:cNvSpPr>
          <p:nvPr/>
        </p:nvSpPr>
        <p:spPr bwMode="auto">
          <a:xfrm>
            <a:off x="4714875" y="25098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28003" name="Freeform 4">
            <a:extLst>
              <a:ext uri="{FF2B5EF4-FFF2-40B4-BE49-F238E27FC236}">
                <a16:creationId xmlns:a16="http://schemas.microsoft.com/office/drawing/2014/main" id="{9A21C498-E5EC-1185-341B-08506EFCA0E3}"/>
              </a:ext>
            </a:extLst>
          </p:cNvPr>
          <p:cNvSpPr>
            <a:spLocks noChangeArrowheads="1"/>
          </p:cNvSpPr>
          <p:nvPr/>
        </p:nvSpPr>
        <p:spPr bwMode="auto">
          <a:xfrm>
            <a:off x="5392738" y="32210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28004" name="Freeform 5">
            <a:extLst>
              <a:ext uri="{FF2B5EF4-FFF2-40B4-BE49-F238E27FC236}">
                <a16:creationId xmlns:a16="http://schemas.microsoft.com/office/drawing/2014/main" id="{E70EFE98-E078-9F95-0A9A-60B99ACF40BC}"/>
              </a:ext>
            </a:extLst>
          </p:cNvPr>
          <p:cNvSpPr>
            <a:spLocks noChangeArrowheads="1"/>
          </p:cNvSpPr>
          <p:nvPr/>
        </p:nvSpPr>
        <p:spPr bwMode="auto">
          <a:xfrm>
            <a:off x="6070600" y="39322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28005" name="Rectangle 6">
            <a:extLst>
              <a:ext uri="{FF2B5EF4-FFF2-40B4-BE49-F238E27FC236}">
                <a16:creationId xmlns:a16="http://schemas.microsoft.com/office/drawing/2014/main" id="{5CCB7268-DFF7-8ADA-3B99-E1430740260E}"/>
              </a:ext>
            </a:extLst>
          </p:cNvPr>
          <p:cNvSpPr>
            <a:spLocks noGrp="1" noChangeArrowheads="1"/>
          </p:cNvSpPr>
          <p:nvPr>
            <p:ph type="title"/>
          </p:nvPr>
        </p:nvSpPr>
        <p:spPr>
          <a:xfrm>
            <a:off x="466725" y="185738"/>
            <a:ext cx="6905625" cy="368300"/>
          </a:xfrm>
        </p:spPr>
        <p:txBody>
          <a:bodyPr/>
          <a:lstStyle/>
          <a:p>
            <a:r>
              <a:rPr lang="zh-CN" altLang="en-US">
                <a:ea typeface="宋体" panose="02010600030101010101" pitchFamily="2" charset="-122"/>
              </a:rPr>
              <a:t>方案</a:t>
            </a:r>
            <a:r>
              <a:rPr lang="en-US" altLang="zh-CN">
                <a:ea typeface="宋体" panose="02010600030101010101" pitchFamily="2" charset="-122"/>
              </a:rPr>
              <a:t>4:  </a:t>
            </a:r>
            <a:r>
              <a:rPr lang="zh-CN" altLang="en-US">
                <a:ea typeface="宋体" panose="02010600030101010101" pitchFamily="2" charset="-122"/>
              </a:rPr>
              <a:t>利用</a:t>
            </a:r>
            <a:r>
              <a:rPr lang="en-US" altLang="zh-CN">
                <a:ea typeface="宋体" panose="02010600030101010101" pitchFamily="2" charset="-122"/>
              </a:rPr>
              <a:t>DataPath</a:t>
            </a:r>
            <a:r>
              <a:rPr lang="zh-CN" altLang="en-US">
                <a:ea typeface="宋体" panose="02010600030101010101" pitchFamily="2" charset="-122"/>
              </a:rPr>
              <a:t>中的中间数据：转发</a:t>
            </a:r>
            <a:r>
              <a:rPr lang="en-US" altLang="zh-CN">
                <a:ea typeface="宋体" panose="02010600030101010101" pitchFamily="2" charset="-122"/>
              </a:rPr>
              <a:t>+</a:t>
            </a:r>
            <a:r>
              <a:rPr lang="zh-CN" altLang="en-US">
                <a:ea typeface="宋体" panose="02010600030101010101" pitchFamily="2" charset="-122"/>
              </a:rPr>
              <a:t>阻塞</a:t>
            </a:r>
            <a:endParaRPr lang="zh-CN" altLang="en-US" sz="1200" i="1">
              <a:ea typeface="宋体" panose="02010600030101010101" pitchFamily="2" charset="-122"/>
            </a:endParaRPr>
          </a:p>
        </p:txBody>
      </p:sp>
      <p:sp>
        <p:nvSpPr>
          <p:cNvPr id="128006" name="Rectangle 7">
            <a:extLst>
              <a:ext uri="{FF2B5EF4-FFF2-40B4-BE49-F238E27FC236}">
                <a16:creationId xmlns:a16="http://schemas.microsoft.com/office/drawing/2014/main" id="{9330ACBE-668B-B1CD-ECEA-6A6EB358F92E}"/>
              </a:ext>
            </a:extLst>
          </p:cNvPr>
          <p:cNvSpPr>
            <a:spLocks noChangeArrowheads="1"/>
          </p:cNvSpPr>
          <p:nvPr/>
        </p:nvSpPr>
        <p:spPr bwMode="auto">
          <a:xfrm>
            <a:off x="366713" y="1984375"/>
            <a:ext cx="358775"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1800" b="0" i="1">
                <a:latin typeface="Arial" panose="020B0604020202020204" pitchFamily="34" charset="0"/>
                <a:ea typeface="宋体" panose="02010600030101010101" pitchFamily="2" charset="-122"/>
              </a:rPr>
              <a:t>I</a:t>
            </a:r>
          </a:p>
          <a:p>
            <a:pPr algn="ctr" eaLnBrk="0" hangingPunct="0"/>
            <a:r>
              <a:rPr lang="en-US" altLang="zh-CN" sz="1800" b="0" i="1">
                <a:latin typeface="Arial" panose="020B0604020202020204" pitchFamily="34" charset="0"/>
                <a:ea typeface="宋体" panose="02010600030101010101" pitchFamily="2" charset="-122"/>
              </a:rPr>
              <a:t>n</a:t>
            </a:r>
          </a:p>
          <a:p>
            <a:pPr algn="ctr" eaLnBrk="0" hangingPunct="0"/>
            <a:r>
              <a:rPr lang="en-US" altLang="zh-CN" sz="1800" b="0" i="1">
                <a:latin typeface="Arial" panose="020B0604020202020204" pitchFamily="34" charset="0"/>
                <a:ea typeface="宋体" panose="02010600030101010101" pitchFamily="2" charset="-122"/>
              </a:rPr>
              <a:t>s</a:t>
            </a:r>
          </a:p>
          <a:p>
            <a:pPr algn="ctr" eaLnBrk="0" hangingPunct="0"/>
            <a:r>
              <a:rPr lang="en-US" altLang="zh-CN" sz="1800" b="0" i="1">
                <a:latin typeface="Arial" panose="020B0604020202020204" pitchFamily="34" charset="0"/>
                <a:ea typeface="宋体" panose="02010600030101010101" pitchFamily="2" charset="-122"/>
              </a:rPr>
              <a:t>t</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O</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r>
              <a:rPr lang="en-US" altLang="zh-CN" sz="1800" b="0" i="1">
                <a:latin typeface="Arial" panose="020B0604020202020204" pitchFamily="34" charset="0"/>
                <a:ea typeface="宋体" panose="02010600030101010101" pitchFamily="2" charset="-122"/>
              </a:rPr>
              <a:t>d</a:t>
            </a:r>
          </a:p>
          <a:p>
            <a:pPr algn="ctr" eaLnBrk="0" hangingPunct="0"/>
            <a:r>
              <a:rPr lang="en-US" altLang="zh-CN" sz="1800" b="0" i="1">
                <a:latin typeface="Arial" panose="020B0604020202020204" pitchFamily="34" charset="0"/>
                <a:ea typeface="宋体" panose="02010600030101010101" pitchFamily="2" charset="-122"/>
              </a:rPr>
              <a:t>e</a:t>
            </a:r>
          </a:p>
          <a:p>
            <a:pPr algn="ctr" eaLnBrk="0" hangingPunct="0"/>
            <a:r>
              <a:rPr lang="en-US" altLang="zh-CN" sz="1800" b="0" i="1">
                <a:latin typeface="Arial" panose="020B0604020202020204" pitchFamily="34" charset="0"/>
                <a:ea typeface="宋体" panose="02010600030101010101" pitchFamily="2" charset="-122"/>
              </a:rPr>
              <a:t>r</a:t>
            </a:r>
          </a:p>
        </p:txBody>
      </p:sp>
      <p:sp>
        <p:nvSpPr>
          <p:cNvPr id="128007" name="Line 8">
            <a:extLst>
              <a:ext uri="{FF2B5EF4-FFF2-40B4-BE49-F238E27FC236}">
                <a16:creationId xmlns:a16="http://schemas.microsoft.com/office/drawing/2014/main" id="{DF56970C-4806-57D3-D65D-BBC8586A2536}"/>
              </a:ext>
            </a:extLst>
          </p:cNvPr>
          <p:cNvSpPr>
            <a:spLocks noChangeShapeType="1"/>
          </p:cNvSpPr>
          <p:nvPr/>
        </p:nvSpPr>
        <p:spPr bwMode="auto">
          <a:xfrm>
            <a:off x="850900" y="1974850"/>
            <a:ext cx="0" cy="323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08" name="Line 9">
            <a:extLst>
              <a:ext uri="{FF2B5EF4-FFF2-40B4-BE49-F238E27FC236}">
                <a16:creationId xmlns:a16="http://schemas.microsoft.com/office/drawing/2014/main" id="{4B1FC07C-D66A-53EF-1F6F-84518C813422}"/>
              </a:ext>
            </a:extLst>
          </p:cNvPr>
          <p:cNvSpPr>
            <a:spLocks noChangeShapeType="1"/>
          </p:cNvSpPr>
          <p:nvPr/>
        </p:nvSpPr>
        <p:spPr bwMode="auto">
          <a:xfrm>
            <a:off x="1504950" y="1549400"/>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09" name="Rectangle 10">
            <a:extLst>
              <a:ext uri="{FF2B5EF4-FFF2-40B4-BE49-F238E27FC236}">
                <a16:creationId xmlns:a16="http://schemas.microsoft.com/office/drawing/2014/main" id="{5D2FD602-E0C2-7D1D-7110-3CB21A0C240A}"/>
              </a:ext>
            </a:extLst>
          </p:cNvPr>
          <p:cNvSpPr>
            <a:spLocks noChangeArrowheads="1"/>
          </p:cNvSpPr>
          <p:nvPr/>
        </p:nvSpPr>
        <p:spPr bwMode="auto">
          <a:xfrm>
            <a:off x="1268413" y="1227138"/>
            <a:ext cx="21240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b="0" i="1">
                <a:latin typeface="Arial" panose="020B0604020202020204" pitchFamily="34" charset="0"/>
                <a:ea typeface="宋体" panose="02010600030101010101" pitchFamily="2" charset="-122"/>
              </a:rPr>
              <a:t>Time (clock cycles)</a:t>
            </a:r>
          </a:p>
        </p:txBody>
      </p:sp>
      <p:sp>
        <p:nvSpPr>
          <p:cNvPr id="128010" name="Rectangle 11">
            <a:extLst>
              <a:ext uri="{FF2B5EF4-FFF2-40B4-BE49-F238E27FC236}">
                <a16:creationId xmlns:a16="http://schemas.microsoft.com/office/drawing/2014/main" id="{E2BE0F5B-D3CA-853E-87E2-AB2BD5AA1D40}"/>
              </a:ext>
            </a:extLst>
          </p:cNvPr>
          <p:cNvSpPr>
            <a:spLocks noChangeArrowheads="1"/>
          </p:cNvSpPr>
          <p:nvPr/>
        </p:nvSpPr>
        <p:spPr bwMode="auto">
          <a:xfrm>
            <a:off x="887413" y="179387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add </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,r2,r3</a:t>
            </a:r>
          </a:p>
        </p:txBody>
      </p:sp>
      <p:sp>
        <p:nvSpPr>
          <p:cNvPr id="128011" name="Rectangle 12">
            <a:extLst>
              <a:ext uri="{FF2B5EF4-FFF2-40B4-BE49-F238E27FC236}">
                <a16:creationId xmlns:a16="http://schemas.microsoft.com/office/drawing/2014/main" id="{DEDE6E86-2893-FC79-8A56-C38CA703CBD3}"/>
              </a:ext>
            </a:extLst>
          </p:cNvPr>
          <p:cNvSpPr>
            <a:spLocks noChangeArrowheads="1"/>
          </p:cNvSpPr>
          <p:nvPr/>
        </p:nvSpPr>
        <p:spPr bwMode="auto">
          <a:xfrm>
            <a:off x="862013" y="251777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sub r4,</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,r3</a:t>
            </a:r>
          </a:p>
        </p:txBody>
      </p:sp>
      <p:sp>
        <p:nvSpPr>
          <p:cNvPr id="128012" name="Rectangle 13">
            <a:extLst>
              <a:ext uri="{FF2B5EF4-FFF2-40B4-BE49-F238E27FC236}">
                <a16:creationId xmlns:a16="http://schemas.microsoft.com/office/drawing/2014/main" id="{D1EDD0C2-AADC-ED7F-A201-74E42DDECEDB}"/>
              </a:ext>
            </a:extLst>
          </p:cNvPr>
          <p:cNvSpPr>
            <a:spLocks noChangeArrowheads="1"/>
          </p:cNvSpPr>
          <p:nvPr/>
        </p:nvSpPr>
        <p:spPr bwMode="auto">
          <a:xfrm>
            <a:off x="836613" y="3241675"/>
            <a:ext cx="21193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and r6,</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,r7</a:t>
            </a:r>
          </a:p>
        </p:txBody>
      </p:sp>
      <p:sp>
        <p:nvSpPr>
          <p:cNvPr id="128013" name="Rectangle 14">
            <a:extLst>
              <a:ext uri="{FF2B5EF4-FFF2-40B4-BE49-F238E27FC236}">
                <a16:creationId xmlns:a16="http://schemas.microsoft.com/office/drawing/2014/main" id="{7FFFF82D-9B7E-350B-BCD9-FAE8ACB31A9F}"/>
              </a:ext>
            </a:extLst>
          </p:cNvPr>
          <p:cNvSpPr>
            <a:spLocks noChangeArrowheads="1"/>
          </p:cNvSpPr>
          <p:nvPr/>
        </p:nvSpPr>
        <p:spPr bwMode="auto">
          <a:xfrm>
            <a:off x="811213" y="3965575"/>
            <a:ext cx="20383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or   r8,</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,r9</a:t>
            </a:r>
          </a:p>
        </p:txBody>
      </p:sp>
      <p:sp>
        <p:nvSpPr>
          <p:cNvPr id="128014" name="Rectangle 15">
            <a:extLst>
              <a:ext uri="{FF2B5EF4-FFF2-40B4-BE49-F238E27FC236}">
                <a16:creationId xmlns:a16="http://schemas.microsoft.com/office/drawing/2014/main" id="{E74DEEA0-AB5C-F369-F28E-3B56EC549B9F}"/>
              </a:ext>
            </a:extLst>
          </p:cNvPr>
          <p:cNvSpPr>
            <a:spLocks noChangeArrowheads="1"/>
          </p:cNvSpPr>
          <p:nvPr/>
        </p:nvSpPr>
        <p:spPr bwMode="auto">
          <a:xfrm>
            <a:off x="836613" y="4689475"/>
            <a:ext cx="24368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xor r10,</a:t>
            </a:r>
            <a:r>
              <a:rPr lang="en-US" altLang="zh-CN" sz="2800" u="sng">
                <a:solidFill>
                  <a:schemeClr val="accent2"/>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,r11</a:t>
            </a:r>
          </a:p>
        </p:txBody>
      </p:sp>
      <p:sp>
        <p:nvSpPr>
          <p:cNvPr id="128015" name="Rectangle 16">
            <a:extLst>
              <a:ext uri="{FF2B5EF4-FFF2-40B4-BE49-F238E27FC236}">
                <a16:creationId xmlns:a16="http://schemas.microsoft.com/office/drawing/2014/main" id="{CE87FFC1-A8A9-1654-2B6D-FF56C8BC770F}"/>
              </a:ext>
            </a:extLst>
          </p:cNvPr>
          <p:cNvSpPr>
            <a:spLocks noChangeArrowheads="1"/>
          </p:cNvSpPr>
          <p:nvPr/>
        </p:nvSpPr>
        <p:spPr bwMode="auto">
          <a:xfrm>
            <a:off x="3135313" y="1477963"/>
            <a:ext cx="4064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IF</a:t>
            </a:r>
          </a:p>
        </p:txBody>
      </p:sp>
      <p:sp>
        <p:nvSpPr>
          <p:cNvPr id="128016" name="Rectangle 17">
            <a:extLst>
              <a:ext uri="{FF2B5EF4-FFF2-40B4-BE49-F238E27FC236}">
                <a16:creationId xmlns:a16="http://schemas.microsoft.com/office/drawing/2014/main" id="{B9B6C452-7518-E742-FF8B-60B860C8766E}"/>
              </a:ext>
            </a:extLst>
          </p:cNvPr>
          <p:cNvSpPr>
            <a:spLocks noChangeArrowheads="1"/>
          </p:cNvSpPr>
          <p:nvPr/>
        </p:nvSpPr>
        <p:spPr bwMode="auto">
          <a:xfrm>
            <a:off x="3630613" y="1477963"/>
            <a:ext cx="8540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   ID</a:t>
            </a:r>
          </a:p>
        </p:txBody>
      </p:sp>
      <p:sp>
        <p:nvSpPr>
          <p:cNvPr id="128017" name="Rectangle 18">
            <a:extLst>
              <a:ext uri="{FF2B5EF4-FFF2-40B4-BE49-F238E27FC236}">
                <a16:creationId xmlns:a16="http://schemas.microsoft.com/office/drawing/2014/main" id="{51F28088-89CF-0FB7-B612-B8D23C1C83CB}"/>
              </a:ext>
            </a:extLst>
          </p:cNvPr>
          <p:cNvSpPr>
            <a:spLocks noChangeArrowheads="1"/>
          </p:cNvSpPr>
          <p:nvPr/>
        </p:nvSpPr>
        <p:spPr bwMode="auto">
          <a:xfrm>
            <a:off x="4468813" y="1477963"/>
            <a:ext cx="53816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EX</a:t>
            </a:r>
          </a:p>
        </p:txBody>
      </p:sp>
      <p:sp>
        <p:nvSpPr>
          <p:cNvPr id="128018" name="Rectangle 19">
            <a:extLst>
              <a:ext uri="{FF2B5EF4-FFF2-40B4-BE49-F238E27FC236}">
                <a16:creationId xmlns:a16="http://schemas.microsoft.com/office/drawing/2014/main" id="{07D97CC9-1F87-703F-5F81-85F4E7E8F539}"/>
              </a:ext>
            </a:extLst>
          </p:cNvPr>
          <p:cNvSpPr>
            <a:spLocks noChangeArrowheads="1"/>
          </p:cNvSpPr>
          <p:nvPr/>
        </p:nvSpPr>
        <p:spPr bwMode="auto">
          <a:xfrm>
            <a:off x="5027613" y="1477963"/>
            <a:ext cx="7366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  M</a:t>
            </a:r>
          </a:p>
        </p:txBody>
      </p:sp>
      <p:sp>
        <p:nvSpPr>
          <p:cNvPr id="128019" name="Rectangle 20">
            <a:extLst>
              <a:ext uri="{FF2B5EF4-FFF2-40B4-BE49-F238E27FC236}">
                <a16:creationId xmlns:a16="http://schemas.microsoft.com/office/drawing/2014/main" id="{BAD933CE-4D55-6BB9-31F8-3BB127BAD25A}"/>
              </a:ext>
            </a:extLst>
          </p:cNvPr>
          <p:cNvSpPr>
            <a:spLocks noChangeArrowheads="1"/>
          </p:cNvSpPr>
          <p:nvPr/>
        </p:nvSpPr>
        <p:spPr bwMode="auto">
          <a:xfrm>
            <a:off x="5802313" y="1477963"/>
            <a:ext cx="598487"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WB</a:t>
            </a:r>
          </a:p>
        </p:txBody>
      </p:sp>
      <p:sp>
        <p:nvSpPr>
          <p:cNvPr id="128020" name="Line 21">
            <a:extLst>
              <a:ext uri="{FF2B5EF4-FFF2-40B4-BE49-F238E27FC236}">
                <a16:creationId xmlns:a16="http://schemas.microsoft.com/office/drawing/2014/main" id="{9328DFAB-211D-5867-1341-7990FD32B72C}"/>
              </a:ext>
            </a:extLst>
          </p:cNvPr>
          <p:cNvSpPr>
            <a:spLocks noChangeShapeType="1"/>
          </p:cNvSpPr>
          <p:nvPr/>
        </p:nvSpPr>
        <p:spPr bwMode="auto">
          <a:xfrm>
            <a:off x="36830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21" name="Line 22">
            <a:extLst>
              <a:ext uri="{FF2B5EF4-FFF2-40B4-BE49-F238E27FC236}">
                <a16:creationId xmlns:a16="http://schemas.microsoft.com/office/drawing/2014/main" id="{7B71D97F-9629-7E22-35DF-D783520063D7}"/>
              </a:ext>
            </a:extLst>
          </p:cNvPr>
          <p:cNvSpPr>
            <a:spLocks noChangeShapeType="1"/>
          </p:cNvSpPr>
          <p:nvPr/>
        </p:nvSpPr>
        <p:spPr bwMode="auto">
          <a:xfrm>
            <a:off x="43688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22" name="Line 23">
            <a:extLst>
              <a:ext uri="{FF2B5EF4-FFF2-40B4-BE49-F238E27FC236}">
                <a16:creationId xmlns:a16="http://schemas.microsoft.com/office/drawing/2014/main" id="{5E8CA4FF-4BDA-80D2-1780-3BC1F09EF135}"/>
              </a:ext>
            </a:extLst>
          </p:cNvPr>
          <p:cNvSpPr>
            <a:spLocks noChangeShapeType="1"/>
          </p:cNvSpPr>
          <p:nvPr/>
        </p:nvSpPr>
        <p:spPr bwMode="auto">
          <a:xfrm>
            <a:off x="50546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23" name="Line 24">
            <a:extLst>
              <a:ext uri="{FF2B5EF4-FFF2-40B4-BE49-F238E27FC236}">
                <a16:creationId xmlns:a16="http://schemas.microsoft.com/office/drawing/2014/main" id="{A0339B27-92A9-2976-EBAB-D7095E5B0EE9}"/>
              </a:ext>
            </a:extLst>
          </p:cNvPr>
          <p:cNvSpPr>
            <a:spLocks noChangeShapeType="1"/>
          </p:cNvSpPr>
          <p:nvPr/>
        </p:nvSpPr>
        <p:spPr bwMode="auto">
          <a:xfrm>
            <a:off x="57404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24" name="Line 25">
            <a:extLst>
              <a:ext uri="{FF2B5EF4-FFF2-40B4-BE49-F238E27FC236}">
                <a16:creationId xmlns:a16="http://schemas.microsoft.com/office/drawing/2014/main" id="{67E4C4FF-7634-C734-CC79-C3C125DBD5F5}"/>
              </a:ext>
            </a:extLst>
          </p:cNvPr>
          <p:cNvSpPr>
            <a:spLocks noChangeShapeType="1"/>
          </p:cNvSpPr>
          <p:nvPr/>
        </p:nvSpPr>
        <p:spPr bwMode="auto">
          <a:xfrm>
            <a:off x="64262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25" name="Line 26">
            <a:extLst>
              <a:ext uri="{FF2B5EF4-FFF2-40B4-BE49-F238E27FC236}">
                <a16:creationId xmlns:a16="http://schemas.microsoft.com/office/drawing/2014/main" id="{CD874F0B-806C-2CCF-649E-6AAEF8A1BA00}"/>
              </a:ext>
            </a:extLst>
          </p:cNvPr>
          <p:cNvSpPr>
            <a:spLocks noChangeShapeType="1"/>
          </p:cNvSpPr>
          <p:nvPr/>
        </p:nvSpPr>
        <p:spPr bwMode="auto">
          <a:xfrm>
            <a:off x="71120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26" name="Line 27">
            <a:extLst>
              <a:ext uri="{FF2B5EF4-FFF2-40B4-BE49-F238E27FC236}">
                <a16:creationId xmlns:a16="http://schemas.microsoft.com/office/drawing/2014/main" id="{067DD778-71BC-34B1-3ABC-5A51F38E5991}"/>
              </a:ext>
            </a:extLst>
          </p:cNvPr>
          <p:cNvSpPr>
            <a:spLocks noChangeShapeType="1"/>
          </p:cNvSpPr>
          <p:nvPr/>
        </p:nvSpPr>
        <p:spPr bwMode="auto">
          <a:xfrm>
            <a:off x="77978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27" name="Line 28">
            <a:extLst>
              <a:ext uri="{FF2B5EF4-FFF2-40B4-BE49-F238E27FC236}">
                <a16:creationId xmlns:a16="http://schemas.microsoft.com/office/drawing/2014/main" id="{10482637-994A-C051-209E-82EF7A10E8C5}"/>
              </a:ext>
            </a:extLst>
          </p:cNvPr>
          <p:cNvSpPr>
            <a:spLocks noChangeShapeType="1"/>
          </p:cNvSpPr>
          <p:nvPr/>
        </p:nvSpPr>
        <p:spPr bwMode="auto">
          <a:xfrm>
            <a:off x="8483600" y="12715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28" name="Freeform 29">
            <a:extLst>
              <a:ext uri="{FF2B5EF4-FFF2-40B4-BE49-F238E27FC236}">
                <a16:creationId xmlns:a16="http://schemas.microsoft.com/office/drawing/2014/main" id="{1514806E-32DB-C371-6385-8B0E93EAEF76}"/>
              </a:ext>
            </a:extLst>
          </p:cNvPr>
          <p:cNvSpPr>
            <a:spLocks noChangeArrowheads="1"/>
          </p:cNvSpPr>
          <p:nvPr/>
        </p:nvSpPr>
        <p:spPr bwMode="auto">
          <a:xfrm>
            <a:off x="5149850" y="179863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29" name="Freeform 30">
            <a:extLst>
              <a:ext uri="{FF2B5EF4-FFF2-40B4-BE49-F238E27FC236}">
                <a16:creationId xmlns:a16="http://schemas.microsoft.com/office/drawing/2014/main" id="{4078B2C3-6AFC-86D2-8F2F-C9ACE12D7C50}"/>
              </a:ext>
            </a:extLst>
          </p:cNvPr>
          <p:cNvSpPr>
            <a:spLocks noChangeArrowheads="1"/>
          </p:cNvSpPr>
          <p:nvPr/>
        </p:nvSpPr>
        <p:spPr bwMode="auto">
          <a:xfrm>
            <a:off x="5405438" y="179863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30" name="Freeform 31">
            <a:extLst>
              <a:ext uri="{FF2B5EF4-FFF2-40B4-BE49-F238E27FC236}">
                <a16:creationId xmlns:a16="http://schemas.microsoft.com/office/drawing/2014/main" id="{4F9793A1-31B2-B09C-564A-CA1AFC1E49D9}"/>
              </a:ext>
            </a:extLst>
          </p:cNvPr>
          <p:cNvSpPr>
            <a:spLocks noChangeArrowheads="1"/>
          </p:cNvSpPr>
          <p:nvPr/>
        </p:nvSpPr>
        <p:spPr bwMode="auto">
          <a:xfrm>
            <a:off x="4541838" y="1646238"/>
            <a:ext cx="338137"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31" name="Rectangle 32">
            <a:extLst>
              <a:ext uri="{FF2B5EF4-FFF2-40B4-BE49-F238E27FC236}">
                <a16:creationId xmlns:a16="http://schemas.microsoft.com/office/drawing/2014/main" id="{E47C1985-0A67-7A37-632B-5C93C8BB6419}"/>
              </a:ext>
            </a:extLst>
          </p:cNvPr>
          <p:cNvSpPr>
            <a:spLocks noChangeArrowheads="1"/>
          </p:cNvSpPr>
          <p:nvPr/>
        </p:nvSpPr>
        <p:spPr bwMode="auto">
          <a:xfrm rot="5400000">
            <a:off x="4389438" y="1839913"/>
            <a:ext cx="6064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sp>
        <p:nvSpPr>
          <p:cNvPr id="128032" name="Rectangle 33">
            <a:extLst>
              <a:ext uri="{FF2B5EF4-FFF2-40B4-BE49-F238E27FC236}">
                <a16:creationId xmlns:a16="http://schemas.microsoft.com/office/drawing/2014/main" id="{0E874238-8EE3-F98B-9F18-BFF2BF11FA28}"/>
              </a:ext>
            </a:extLst>
          </p:cNvPr>
          <p:cNvSpPr>
            <a:spLocks noChangeArrowheads="1"/>
          </p:cNvSpPr>
          <p:nvPr/>
        </p:nvSpPr>
        <p:spPr bwMode="auto">
          <a:xfrm>
            <a:off x="3133725" y="1858963"/>
            <a:ext cx="4302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8033" name="Group 34">
            <a:extLst>
              <a:ext uri="{FF2B5EF4-FFF2-40B4-BE49-F238E27FC236}">
                <a16:creationId xmlns:a16="http://schemas.microsoft.com/office/drawing/2014/main" id="{BAA217B1-5103-234F-4F80-9BF93FAA866F}"/>
              </a:ext>
            </a:extLst>
          </p:cNvPr>
          <p:cNvGrpSpPr>
            <a:grpSpLocks/>
          </p:cNvGrpSpPr>
          <p:nvPr/>
        </p:nvGrpSpPr>
        <p:grpSpPr bwMode="auto">
          <a:xfrm>
            <a:off x="3071813" y="1798638"/>
            <a:ext cx="539750" cy="458787"/>
            <a:chOff x="1935" y="1349"/>
            <a:chExt cx="340" cy="289"/>
          </a:xfrm>
        </p:grpSpPr>
        <p:sp>
          <p:nvSpPr>
            <p:cNvPr id="128034" name="Freeform 35">
              <a:extLst>
                <a:ext uri="{FF2B5EF4-FFF2-40B4-BE49-F238E27FC236}">
                  <a16:creationId xmlns:a16="http://schemas.microsoft.com/office/drawing/2014/main" id="{88AE4E8D-D1D9-0627-8ED7-E8FF4795C141}"/>
                </a:ext>
              </a:extLst>
            </p:cNvPr>
            <p:cNvSpPr>
              <a:spLocks noChangeArrowheads="1"/>
            </p:cNvSpPr>
            <p:nvPr/>
          </p:nvSpPr>
          <p:spPr bwMode="auto">
            <a:xfrm>
              <a:off x="1935" y="1349"/>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35" name="Freeform 36">
              <a:extLst>
                <a:ext uri="{FF2B5EF4-FFF2-40B4-BE49-F238E27FC236}">
                  <a16:creationId xmlns:a16="http://schemas.microsoft.com/office/drawing/2014/main" id="{4C001EC1-30AD-E178-383D-4AE1A7D08F06}"/>
                </a:ext>
              </a:extLst>
            </p:cNvPr>
            <p:cNvSpPr>
              <a:spLocks noChangeArrowheads="1"/>
            </p:cNvSpPr>
            <p:nvPr/>
          </p:nvSpPr>
          <p:spPr bwMode="auto">
            <a:xfrm>
              <a:off x="2104" y="1349"/>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8036" name="Rectangle 37">
            <a:extLst>
              <a:ext uri="{FF2B5EF4-FFF2-40B4-BE49-F238E27FC236}">
                <a16:creationId xmlns:a16="http://schemas.microsoft.com/office/drawing/2014/main" id="{9B10D5C2-2D09-7E36-2210-212B5D2FA94B}"/>
              </a:ext>
            </a:extLst>
          </p:cNvPr>
          <p:cNvSpPr>
            <a:spLocks noChangeArrowheads="1"/>
          </p:cNvSpPr>
          <p:nvPr/>
        </p:nvSpPr>
        <p:spPr bwMode="auto">
          <a:xfrm>
            <a:off x="3778250" y="18161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8037" name="Freeform 38">
            <a:extLst>
              <a:ext uri="{FF2B5EF4-FFF2-40B4-BE49-F238E27FC236}">
                <a16:creationId xmlns:a16="http://schemas.microsoft.com/office/drawing/2014/main" id="{6C481467-6E18-6DB9-4C0E-6AB9140950C9}"/>
              </a:ext>
            </a:extLst>
          </p:cNvPr>
          <p:cNvSpPr>
            <a:spLocks noChangeArrowheads="1"/>
          </p:cNvSpPr>
          <p:nvPr/>
        </p:nvSpPr>
        <p:spPr bwMode="auto">
          <a:xfrm>
            <a:off x="3802063" y="1798638"/>
            <a:ext cx="236537"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38" name="Freeform 39">
            <a:extLst>
              <a:ext uri="{FF2B5EF4-FFF2-40B4-BE49-F238E27FC236}">
                <a16:creationId xmlns:a16="http://schemas.microsoft.com/office/drawing/2014/main" id="{4544BB3B-A533-71D6-A69A-0F168933B872}"/>
              </a:ext>
            </a:extLst>
          </p:cNvPr>
          <p:cNvSpPr>
            <a:spLocks noChangeArrowheads="1"/>
          </p:cNvSpPr>
          <p:nvPr/>
        </p:nvSpPr>
        <p:spPr bwMode="auto">
          <a:xfrm>
            <a:off x="4037013" y="179863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39" name="Line 40">
            <a:extLst>
              <a:ext uri="{FF2B5EF4-FFF2-40B4-BE49-F238E27FC236}">
                <a16:creationId xmlns:a16="http://schemas.microsoft.com/office/drawing/2014/main" id="{3047A8FE-6878-444D-8842-0E9F0592D141}"/>
              </a:ext>
            </a:extLst>
          </p:cNvPr>
          <p:cNvSpPr>
            <a:spLocks noChangeShapeType="1"/>
          </p:cNvSpPr>
          <p:nvPr/>
        </p:nvSpPr>
        <p:spPr bwMode="auto">
          <a:xfrm>
            <a:off x="3613150" y="20272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40" name="Freeform 41">
            <a:extLst>
              <a:ext uri="{FF2B5EF4-FFF2-40B4-BE49-F238E27FC236}">
                <a16:creationId xmlns:a16="http://schemas.microsoft.com/office/drawing/2014/main" id="{BFE7CF96-3990-DED0-7F58-DFA63B884F24}"/>
              </a:ext>
            </a:extLst>
          </p:cNvPr>
          <p:cNvSpPr>
            <a:spLocks noChangeArrowheads="1"/>
          </p:cNvSpPr>
          <p:nvPr/>
        </p:nvSpPr>
        <p:spPr bwMode="auto">
          <a:xfrm>
            <a:off x="3717925" y="18748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41" name="Line 42">
            <a:extLst>
              <a:ext uri="{FF2B5EF4-FFF2-40B4-BE49-F238E27FC236}">
                <a16:creationId xmlns:a16="http://schemas.microsoft.com/office/drawing/2014/main" id="{11FFF4F0-A2EC-30E6-BE9A-AE0337E82EEE}"/>
              </a:ext>
            </a:extLst>
          </p:cNvPr>
          <p:cNvSpPr>
            <a:spLocks noChangeShapeType="1"/>
          </p:cNvSpPr>
          <p:nvPr/>
        </p:nvSpPr>
        <p:spPr bwMode="auto">
          <a:xfrm>
            <a:off x="4273550" y="18748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42" name="Rectangle 43">
            <a:extLst>
              <a:ext uri="{FF2B5EF4-FFF2-40B4-BE49-F238E27FC236}">
                <a16:creationId xmlns:a16="http://schemas.microsoft.com/office/drawing/2014/main" id="{2B86691F-1C7A-BBA0-D76E-0EE7014B3CD5}"/>
              </a:ext>
            </a:extLst>
          </p:cNvPr>
          <p:cNvSpPr>
            <a:spLocks noChangeArrowheads="1"/>
          </p:cNvSpPr>
          <p:nvPr/>
        </p:nvSpPr>
        <p:spPr bwMode="auto">
          <a:xfrm>
            <a:off x="5126038" y="1874838"/>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sp>
        <p:nvSpPr>
          <p:cNvPr id="128043" name="Rectangle 44">
            <a:extLst>
              <a:ext uri="{FF2B5EF4-FFF2-40B4-BE49-F238E27FC236}">
                <a16:creationId xmlns:a16="http://schemas.microsoft.com/office/drawing/2014/main" id="{658F0C95-D95D-8FA8-4C80-D2C3174DC4A4}"/>
              </a:ext>
            </a:extLst>
          </p:cNvPr>
          <p:cNvSpPr>
            <a:spLocks noChangeArrowheads="1"/>
          </p:cNvSpPr>
          <p:nvPr/>
        </p:nvSpPr>
        <p:spPr bwMode="auto">
          <a:xfrm>
            <a:off x="5856288" y="18081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8044" name="Freeform 45">
            <a:extLst>
              <a:ext uri="{FF2B5EF4-FFF2-40B4-BE49-F238E27FC236}">
                <a16:creationId xmlns:a16="http://schemas.microsoft.com/office/drawing/2014/main" id="{FCA3C60D-428F-C63B-6CC6-DD59D1E360F5}"/>
              </a:ext>
            </a:extLst>
          </p:cNvPr>
          <p:cNvSpPr>
            <a:spLocks noChangeArrowheads="1"/>
          </p:cNvSpPr>
          <p:nvPr/>
        </p:nvSpPr>
        <p:spPr bwMode="auto">
          <a:xfrm>
            <a:off x="6116638" y="1798638"/>
            <a:ext cx="227012"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45" name="Line 46">
            <a:extLst>
              <a:ext uri="{FF2B5EF4-FFF2-40B4-BE49-F238E27FC236}">
                <a16:creationId xmlns:a16="http://schemas.microsoft.com/office/drawing/2014/main" id="{B182F47C-8679-1902-EA34-C723951C7C20}"/>
              </a:ext>
            </a:extLst>
          </p:cNvPr>
          <p:cNvSpPr>
            <a:spLocks noChangeShapeType="1"/>
          </p:cNvSpPr>
          <p:nvPr/>
        </p:nvSpPr>
        <p:spPr bwMode="auto">
          <a:xfrm>
            <a:off x="5653088" y="20272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46" name="Line 47">
            <a:extLst>
              <a:ext uri="{FF2B5EF4-FFF2-40B4-BE49-F238E27FC236}">
                <a16:creationId xmlns:a16="http://schemas.microsoft.com/office/drawing/2014/main" id="{9E2E2C83-F366-C6B7-6A64-53CF029B78D1}"/>
              </a:ext>
            </a:extLst>
          </p:cNvPr>
          <p:cNvSpPr>
            <a:spLocks noChangeShapeType="1"/>
          </p:cNvSpPr>
          <p:nvPr/>
        </p:nvSpPr>
        <p:spPr bwMode="auto">
          <a:xfrm>
            <a:off x="4884738" y="20272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47" name="Freeform 48">
            <a:extLst>
              <a:ext uri="{FF2B5EF4-FFF2-40B4-BE49-F238E27FC236}">
                <a16:creationId xmlns:a16="http://schemas.microsoft.com/office/drawing/2014/main" id="{413CFCDF-9F8D-270D-907A-EC064BD522B1}"/>
              </a:ext>
            </a:extLst>
          </p:cNvPr>
          <p:cNvSpPr>
            <a:spLocks noChangeArrowheads="1"/>
          </p:cNvSpPr>
          <p:nvPr/>
        </p:nvSpPr>
        <p:spPr bwMode="auto">
          <a:xfrm>
            <a:off x="5083175" y="20272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48" name="Line 49">
            <a:extLst>
              <a:ext uri="{FF2B5EF4-FFF2-40B4-BE49-F238E27FC236}">
                <a16:creationId xmlns:a16="http://schemas.microsoft.com/office/drawing/2014/main" id="{54A34DF8-4882-A29F-98C8-F1B3B51D2952}"/>
              </a:ext>
            </a:extLst>
          </p:cNvPr>
          <p:cNvSpPr>
            <a:spLocks noChangeShapeType="1"/>
          </p:cNvSpPr>
          <p:nvPr/>
        </p:nvSpPr>
        <p:spPr bwMode="auto">
          <a:xfrm>
            <a:off x="4273550" y="21796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49" name="Freeform 50">
            <a:extLst>
              <a:ext uri="{FF2B5EF4-FFF2-40B4-BE49-F238E27FC236}">
                <a16:creationId xmlns:a16="http://schemas.microsoft.com/office/drawing/2014/main" id="{350F4D46-7669-C049-388C-198706B36589}"/>
              </a:ext>
            </a:extLst>
          </p:cNvPr>
          <p:cNvSpPr>
            <a:spLocks noChangeArrowheads="1"/>
          </p:cNvSpPr>
          <p:nvPr/>
        </p:nvSpPr>
        <p:spPr bwMode="auto">
          <a:xfrm>
            <a:off x="4440238" y="20193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28050" name="Group 51">
            <a:extLst>
              <a:ext uri="{FF2B5EF4-FFF2-40B4-BE49-F238E27FC236}">
                <a16:creationId xmlns:a16="http://schemas.microsoft.com/office/drawing/2014/main" id="{A6C45001-1A7B-AF97-A7BB-002A2A17DBFA}"/>
              </a:ext>
            </a:extLst>
          </p:cNvPr>
          <p:cNvGrpSpPr>
            <a:grpSpLocks/>
          </p:cNvGrpSpPr>
          <p:nvPr/>
        </p:nvGrpSpPr>
        <p:grpSpPr bwMode="auto">
          <a:xfrm>
            <a:off x="5205413" y="2357438"/>
            <a:ext cx="352425" cy="763587"/>
            <a:chOff x="3279" y="1701"/>
            <a:chExt cx="222" cy="481"/>
          </a:xfrm>
        </p:grpSpPr>
        <p:sp>
          <p:nvSpPr>
            <p:cNvPr id="128051" name="Freeform 52">
              <a:extLst>
                <a:ext uri="{FF2B5EF4-FFF2-40B4-BE49-F238E27FC236}">
                  <a16:creationId xmlns:a16="http://schemas.microsoft.com/office/drawing/2014/main" id="{DF083233-7103-D976-D49D-DB61C992DF76}"/>
                </a:ext>
              </a:extLst>
            </p:cNvPr>
            <p:cNvSpPr>
              <a:spLocks noChangeArrowheads="1"/>
            </p:cNvSpPr>
            <p:nvPr/>
          </p:nvSpPr>
          <p:spPr bwMode="auto">
            <a:xfrm>
              <a:off x="3288" y="1701"/>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52" name="Rectangle 53">
              <a:extLst>
                <a:ext uri="{FF2B5EF4-FFF2-40B4-BE49-F238E27FC236}">
                  <a16:creationId xmlns:a16="http://schemas.microsoft.com/office/drawing/2014/main" id="{AC8A531F-8265-8A4C-5495-6AB2A8A7AA11}"/>
                </a:ext>
              </a:extLst>
            </p:cNvPr>
            <p:cNvSpPr>
              <a:spLocks noChangeArrowheads="1"/>
            </p:cNvSpPr>
            <p:nvPr/>
          </p:nvSpPr>
          <p:spPr bwMode="auto">
            <a:xfrm rot="5400000">
              <a:off x="3186" y="1818"/>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8053" name="Group 54">
            <a:extLst>
              <a:ext uri="{FF2B5EF4-FFF2-40B4-BE49-F238E27FC236}">
                <a16:creationId xmlns:a16="http://schemas.microsoft.com/office/drawing/2014/main" id="{66B96D46-262E-FE33-2B33-C14A423779DD}"/>
              </a:ext>
            </a:extLst>
          </p:cNvPr>
          <p:cNvGrpSpPr>
            <a:grpSpLocks/>
          </p:cNvGrpSpPr>
          <p:nvPr/>
        </p:nvGrpSpPr>
        <p:grpSpPr bwMode="auto">
          <a:xfrm>
            <a:off x="3725863" y="2509838"/>
            <a:ext cx="563562" cy="458787"/>
            <a:chOff x="2347" y="1797"/>
            <a:chExt cx="355" cy="289"/>
          </a:xfrm>
        </p:grpSpPr>
        <p:sp>
          <p:nvSpPr>
            <p:cNvPr id="128054" name="Rectangle 55">
              <a:extLst>
                <a:ext uri="{FF2B5EF4-FFF2-40B4-BE49-F238E27FC236}">
                  <a16:creationId xmlns:a16="http://schemas.microsoft.com/office/drawing/2014/main" id="{DA1C8991-75E5-E369-1B99-1A7792224C41}"/>
                </a:ext>
              </a:extLst>
            </p:cNvPr>
            <p:cNvSpPr>
              <a:spLocks noChangeArrowheads="1"/>
            </p:cNvSpPr>
            <p:nvPr/>
          </p:nvSpPr>
          <p:spPr bwMode="auto">
            <a:xfrm>
              <a:off x="2347" y="1803"/>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8055" name="Group 56">
              <a:extLst>
                <a:ext uri="{FF2B5EF4-FFF2-40B4-BE49-F238E27FC236}">
                  <a16:creationId xmlns:a16="http://schemas.microsoft.com/office/drawing/2014/main" id="{407C4D09-24FB-8844-4B81-24BE8AA548EC}"/>
                </a:ext>
              </a:extLst>
            </p:cNvPr>
            <p:cNvGrpSpPr>
              <a:grpSpLocks/>
            </p:cNvGrpSpPr>
            <p:nvPr/>
          </p:nvGrpSpPr>
          <p:grpSpPr bwMode="auto">
            <a:xfrm>
              <a:off x="2362" y="1797"/>
              <a:ext cx="340" cy="289"/>
              <a:chOff x="2362" y="1797"/>
              <a:chExt cx="340" cy="289"/>
            </a:xfrm>
          </p:grpSpPr>
          <p:sp>
            <p:nvSpPr>
              <p:cNvPr id="128056" name="Freeform 57">
                <a:extLst>
                  <a:ext uri="{FF2B5EF4-FFF2-40B4-BE49-F238E27FC236}">
                    <a16:creationId xmlns:a16="http://schemas.microsoft.com/office/drawing/2014/main" id="{21005FFA-AAE3-597B-CB02-0BF1E90896C7}"/>
                  </a:ext>
                </a:extLst>
              </p:cNvPr>
              <p:cNvSpPr>
                <a:spLocks noChangeArrowheads="1"/>
              </p:cNvSpPr>
              <p:nvPr/>
            </p:nvSpPr>
            <p:spPr bwMode="auto">
              <a:xfrm>
                <a:off x="2362" y="1797"/>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57" name="Freeform 58">
                <a:extLst>
                  <a:ext uri="{FF2B5EF4-FFF2-40B4-BE49-F238E27FC236}">
                    <a16:creationId xmlns:a16="http://schemas.microsoft.com/office/drawing/2014/main" id="{F131C10F-C7CA-0308-EEC3-6F6200945451}"/>
                  </a:ext>
                </a:extLst>
              </p:cNvPr>
              <p:cNvSpPr>
                <a:spLocks noChangeArrowheads="1"/>
              </p:cNvSpPr>
              <p:nvPr/>
            </p:nvSpPr>
            <p:spPr bwMode="auto">
              <a:xfrm>
                <a:off x="2531" y="1797"/>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8058" name="Rectangle 59">
            <a:extLst>
              <a:ext uri="{FF2B5EF4-FFF2-40B4-BE49-F238E27FC236}">
                <a16:creationId xmlns:a16="http://schemas.microsoft.com/office/drawing/2014/main" id="{FC0C9279-2EBC-02FF-EDD9-F84E6CBB3BF0}"/>
              </a:ext>
            </a:extLst>
          </p:cNvPr>
          <p:cNvSpPr>
            <a:spLocks noChangeArrowheads="1"/>
          </p:cNvSpPr>
          <p:nvPr/>
        </p:nvSpPr>
        <p:spPr bwMode="auto">
          <a:xfrm>
            <a:off x="4456113" y="252730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8059" name="Freeform 60">
            <a:extLst>
              <a:ext uri="{FF2B5EF4-FFF2-40B4-BE49-F238E27FC236}">
                <a16:creationId xmlns:a16="http://schemas.microsoft.com/office/drawing/2014/main" id="{D089DF2D-E54D-8F4D-5F56-67FC06CEFA07}"/>
              </a:ext>
            </a:extLst>
          </p:cNvPr>
          <p:cNvSpPr>
            <a:spLocks noChangeArrowheads="1"/>
          </p:cNvSpPr>
          <p:nvPr/>
        </p:nvSpPr>
        <p:spPr bwMode="auto">
          <a:xfrm>
            <a:off x="4479925" y="250983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60" name="Line 61">
            <a:extLst>
              <a:ext uri="{FF2B5EF4-FFF2-40B4-BE49-F238E27FC236}">
                <a16:creationId xmlns:a16="http://schemas.microsoft.com/office/drawing/2014/main" id="{933D9A0A-1EDE-E79A-F787-B32D88D9E2E8}"/>
              </a:ext>
            </a:extLst>
          </p:cNvPr>
          <p:cNvSpPr>
            <a:spLocks noChangeShapeType="1"/>
          </p:cNvSpPr>
          <p:nvPr/>
        </p:nvSpPr>
        <p:spPr bwMode="auto">
          <a:xfrm>
            <a:off x="4291013" y="27384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61" name="Freeform 62">
            <a:extLst>
              <a:ext uri="{FF2B5EF4-FFF2-40B4-BE49-F238E27FC236}">
                <a16:creationId xmlns:a16="http://schemas.microsoft.com/office/drawing/2014/main" id="{5B2D3F76-E792-9F4F-7506-CC0B5E8D4A07}"/>
              </a:ext>
            </a:extLst>
          </p:cNvPr>
          <p:cNvSpPr>
            <a:spLocks noChangeArrowheads="1"/>
          </p:cNvSpPr>
          <p:nvPr/>
        </p:nvSpPr>
        <p:spPr bwMode="auto">
          <a:xfrm>
            <a:off x="4395788" y="25860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62" name="Line 63">
            <a:extLst>
              <a:ext uri="{FF2B5EF4-FFF2-40B4-BE49-F238E27FC236}">
                <a16:creationId xmlns:a16="http://schemas.microsoft.com/office/drawing/2014/main" id="{0FE95502-CCF8-6BE3-2320-F41052743C87}"/>
              </a:ext>
            </a:extLst>
          </p:cNvPr>
          <p:cNvSpPr>
            <a:spLocks noChangeShapeType="1"/>
          </p:cNvSpPr>
          <p:nvPr/>
        </p:nvSpPr>
        <p:spPr bwMode="auto">
          <a:xfrm>
            <a:off x="4951413" y="25860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63" name="Rectangle 64">
            <a:extLst>
              <a:ext uri="{FF2B5EF4-FFF2-40B4-BE49-F238E27FC236}">
                <a16:creationId xmlns:a16="http://schemas.microsoft.com/office/drawing/2014/main" id="{9FF7B41B-1A18-0C5C-0DBB-08477AB15CB0}"/>
              </a:ext>
            </a:extLst>
          </p:cNvPr>
          <p:cNvSpPr>
            <a:spLocks noChangeArrowheads="1"/>
          </p:cNvSpPr>
          <p:nvPr/>
        </p:nvSpPr>
        <p:spPr bwMode="auto">
          <a:xfrm>
            <a:off x="5753100" y="251936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8064" name="Group 65">
            <a:extLst>
              <a:ext uri="{FF2B5EF4-FFF2-40B4-BE49-F238E27FC236}">
                <a16:creationId xmlns:a16="http://schemas.microsoft.com/office/drawing/2014/main" id="{52CDDF16-7AFE-8783-D753-E2C90A50CA97}"/>
              </a:ext>
            </a:extLst>
          </p:cNvPr>
          <p:cNvGrpSpPr>
            <a:grpSpLocks/>
          </p:cNvGrpSpPr>
          <p:nvPr/>
        </p:nvGrpSpPr>
        <p:grpSpPr bwMode="auto">
          <a:xfrm>
            <a:off x="5827713" y="2509838"/>
            <a:ext cx="515937" cy="458787"/>
            <a:chOff x="3671" y="1797"/>
            <a:chExt cx="325" cy="289"/>
          </a:xfrm>
        </p:grpSpPr>
        <p:sp>
          <p:nvSpPr>
            <p:cNvPr id="128065" name="Freeform 66">
              <a:extLst>
                <a:ext uri="{FF2B5EF4-FFF2-40B4-BE49-F238E27FC236}">
                  <a16:creationId xmlns:a16="http://schemas.microsoft.com/office/drawing/2014/main" id="{E0B92F62-AD8E-DECA-85FC-558EA7D821BC}"/>
                </a:ext>
              </a:extLst>
            </p:cNvPr>
            <p:cNvSpPr>
              <a:spLocks noChangeArrowheads="1"/>
            </p:cNvSpPr>
            <p:nvPr/>
          </p:nvSpPr>
          <p:spPr bwMode="auto">
            <a:xfrm>
              <a:off x="3671" y="1797"/>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66" name="Freeform 67">
              <a:extLst>
                <a:ext uri="{FF2B5EF4-FFF2-40B4-BE49-F238E27FC236}">
                  <a16:creationId xmlns:a16="http://schemas.microsoft.com/office/drawing/2014/main" id="{96F0D55B-88C5-967B-27C3-9B672C92F412}"/>
                </a:ext>
              </a:extLst>
            </p:cNvPr>
            <p:cNvSpPr>
              <a:spLocks noChangeArrowheads="1"/>
            </p:cNvSpPr>
            <p:nvPr/>
          </p:nvSpPr>
          <p:spPr bwMode="auto">
            <a:xfrm>
              <a:off x="3832" y="1797"/>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8067" name="Rectangle 68">
            <a:extLst>
              <a:ext uri="{FF2B5EF4-FFF2-40B4-BE49-F238E27FC236}">
                <a16:creationId xmlns:a16="http://schemas.microsoft.com/office/drawing/2014/main" id="{F8A108DA-7398-DD74-BA64-5BFA327BD5C1}"/>
              </a:ext>
            </a:extLst>
          </p:cNvPr>
          <p:cNvSpPr>
            <a:spLocks noChangeArrowheads="1"/>
          </p:cNvSpPr>
          <p:nvPr/>
        </p:nvSpPr>
        <p:spPr bwMode="auto">
          <a:xfrm>
            <a:off x="6534150" y="251936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8068" name="Group 69">
            <a:extLst>
              <a:ext uri="{FF2B5EF4-FFF2-40B4-BE49-F238E27FC236}">
                <a16:creationId xmlns:a16="http://schemas.microsoft.com/office/drawing/2014/main" id="{24B5E8C4-F04C-C838-FAE3-04DAB00D6008}"/>
              </a:ext>
            </a:extLst>
          </p:cNvPr>
          <p:cNvGrpSpPr>
            <a:grpSpLocks/>
          </p:cNvGrpSpPr>
          <p:nvPr/>
        </p:nvGrpSpPr>
        <p:grpSpPr bwMode="auto">
          <a:xfrm>
            <a:off x="6570663" y="2509838"/>
            <a:ext cx="450850" cy="458787"/>
            <a:chOff x="4139" y="1797"/>
            <a:chExt cx="284" cy="289"/>
          </a:xfrm>
        </p:grpSpPr>
        <p:sp>
          <p:nvSpPr>
            <p:cNvPr id="128069" name="Freeform 70">
              <a:extLst>
                <a:ext uri="{FF2B5EF4-FFF2-40B4-BE49-F238E27FC236}">
                  <a16:creationId xmlns:a16="http://schemas.microsoft.com/office/drawing/2014/main" id="{AE2A0591-661E-5316-00DF-D58E9E017360}"/>
                </a:ext>
              </a:extLst>
            </p:cNvPr>
            <p:cNvSpPr>
              <a:spLocks noChangeArrowheads="1"/>
            </p:cNvSpPr>
            <p:nvPr/>
          </p:nvSpPr>
          <p:spPr bwMode="auto">
            <a:xfrm>
              <a:off x="4139" y="1797"/>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70" name="Freeform 71">
              <a:extLst>
                <a:ext uri="{FF2B5EF4-FFF2-40B4-BE49-F238E27FC236}">
                  <a16:creationId xmlns:a16="http://schemas.microsoft.com/office/drawing/2014/main" id="{5FB51460-6AD4-0376-6C7C-0F987BC2FB28}"/>
                </a:ext>
              </a:extLst>
            </p:cNvPr>
            <p:cNvSpPr>
              <a:spLocks noChangeArrowheads="1"/>
            </p:cNvSpPr>
            <p:nvPr/>
          </p:nvSpPr>
          <p:spPr bwMode="auto">
            <a:xfrm>
              <a:off x="4280" y="1797"/>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8071" name="Line 72">
            <a:extLst>
              <a:ext uri="{FF2B5EF4-FFF2-40B4-BE49-F238E27FC236}">
                <a16:creationId xmlns:a16="http://schemas.microsoft.com/office/drawing/2014/main" id="{C10356F5-08B4-3576-57AD-5A2302B3F7B1}"/>
              </a:ext>
            </a:extLst>
          </p:cNvPr>
          <p:cNvSpPr>
            <a:spLocks noChangeShapeType="1"/>
          </p:cNvSpPr>
          <p:nvPr/>
        </p:nvSpPr>
        <p:spPr bwMode="auto">
          <a:xfrm>
            <a:off x="6330950" y="273843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72" name="Line 73">
            <a:extLst>
              <a:ext uri="{FF2B5EF4-FFF2-40B4-BE49-F238E27FC236}">
                <a16:creationId xmlns:a16="http://schemas.microsoft.com/office/drawing/2014/main" id="{A0F9C211-4E6B-DAA2-EFC6-F362A55B042D}"/>
              </a:ext>
            </a:extLst>
          </p:cNvPr>
          <p:cNvSpPr>
            <a:spLocks noChangeShapeType="1"/>
          </p:cNvSpPr>
          <p:nvPr/>
        </p:nvSpPr>
        <p:spPr bwMode="auto">
          <a:xfrm>
            <a:off x="5562600" y="273843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73" name="Freeform 74">
            <a:extLst>
              <a:ext uri="{FF2B5EF4-FFF2-40B4-BE49-F238E27FC236}">
                <a16:creationId xmlns:a16="http://schemas.microsoft.com/office/drawing/2014/main" id="{5902047E-5F5C-75B2-7369-2553A197122E}"/>
              </a:ext>
            </a:extLst>
          </p:cNvPr>
          <p:cNvSpPr>
            <a:spLocks noChangeArrowheads="1"/>
          </p:cNvSpPr>
          <p:nvPr/>
        </p:nvSpPr>
        <p:spPr bwMode="auto">
          <a:xfrm>
            <a:off x="5761038" y="273843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74" name="Line 75">
            <a:extLst>
              <a:ext uri="{FF2B5EF4-FFF2-40B4-BE49-F238E27FC236}">
                <a16:creationId xmlns:a16="http://schemas.microsoft.com/office/drawing/2014/main" id="{06929CC3-F766-807D-1D07-FBF2BE64E60C}"/>
              </a:ext>
            </a:extLst>
          </p:cNvPr>
          <p:cNvSpPr>
            <a:spLocks noChangeShapeType="1"/>
          </p:cNvSpPr>
          <p:nvPr/>
        </p:nvSpPr>
        <p:spPr bwMode="auto">
          <a:xfrm>
            <a:off x="4951413" y="28908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75" name="Freeform 76">
            <a:extLst>
              <a:ext uri="{FF2B5EF4-FFF2-40B4-BE49-F238E27FC236}">
                <a16:creationId xmlns:a16="http://schemas.microsoft.com/office/drawing/2014/main" id="{D273E2FA-DF30-BD24-A80B-7F06B1467086}"/>
              </a:ext>
            </a:extLst>
          </p:cNvPr>
          <p:cNvSpPr>
            <a:spLocks noChangeArrowheads="1"/>
          </p:cNvSpPr>
          <p:nvPr/>
        </p:nvSpPr>
        <p:spPr bwMode="auto">
          <a:xfrm>
            <a:off x="5118100" y="273050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76" name="Freeform 77">
            <a:extLst>
              <a:ext uri="{FF2B5EF4-FFF2-40B4-BE49-F238E27FC236}">
                <a16:creationId xmlns:a16="http://schemas.microsoft.com/office/drawing/2014/main" id="{8DDA29B0-297B-E30F-84CD-BD4E319CCF88}"/>
              </a:ext>
            </a:extLst>
          </p:cNvPr>
          <p:cNvSpPr>
            <a:spLocks noChangeArrowheads="1"/>
          </p:cNvSpPr>
          <p:nvPr/>
        </p:nvSpPr>
        <p:spPr bwMode="auto">
          <a:xfrm>
            <a:off x="6438900" y="34496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28077" name="Group 78">
            <a:extLst>
              <a:ext uri="{FF2B5EF4-FFF2-40B4-BE49-F238E27FC236}">
                <a16:creationId xmlns:a16="http://schemas.microsoft.com/office/drawing/2014/main" id="{6B41C083-D48D-A66A-7BB3-22B04C7EDFBF}"/>
              </a:ext>
            </a:extLst>
          </p:cNvPr>
          <p:cNvGrpSpPr>
            <a:grpSpLocks/>
          </p:cNvGrpSpPr>
          <p:nvPr/>
        </p:nvGrpSpPr>
        <p:grpSpPr bwMode="auto">
          <a:xfrm>
            <a:off x="5883275" y="3068638"/>
            <a:ext cx="352425" cy="763587"/>
            <a:chOff x="3706" y="2149"/>
            <a:chExt cx="222" cy="481"/>
          </a:xfrm>
        </p:grpSpPr>
        <p:sp>
          <p:nvSpPr>
            <p:cNvPr id="128078" name="Freeform 79">
              <a:extLst>
                <a:ext uri="{FF2B5EF4-FFF2-40B4-BE49-F238E27FC236}">
                  <a16:creationId xmlns:a16="http://schemas.microsoft.com/office/drawing/2014/main" id="{15992C9C-59F5-4B17-8967-DA67CF0C025A}"/>
                </a:ext>
              </a:extLst>
            </p:cNvPr>
            <p:cNvSpPr>
              <a:spLocks noChangeArrowheads="1"/>
            </p:cNvSpPr>
            <p:nvPr/>
          </p:nvSpPr>
          <p:spPr bwMode="auto">
            <a:xfrm>
              <a:off x="3715" y="2149"/>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79" name="Rectangle 80">
              <a:extLst>
                <a:ext uri="{FF2B5EF4-FFF2-40B4-BE49-F238E27FC236}">
                  <a16:creationId xmlns:a16="http://schemas.microsoft.com/office/drawing/2014/main" id="{EAC1A8FE-7AEB-ED3D-F777-17298791FDF0}"/>
                </a:ext>
              </a:extLst>
            </p:cNvPr>
            <p:cNvSpPr>
              <a:spLocks noChangeArrowheads="1"/>
            </p:cNvSpPr>
            <p:nvPr/>
          </p:nvSpPr>
          <p:spPr bwMode="auto">
            <a:xfrm rot="5400000">
              <a:off x="3613" y="2266"/>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8080" name="Group 81">
            <a:extLst>
              <a:ext uri="{FF2B5EF4-FFF2-40B4-BE49-F238E27FC236}">
                <a16:creationId xmlns:a16="http://schemas.microsoft.com/office/drawing/2014/main" id="{104863B7-CAE6-2304-0075-D8F1F2EFA88D}"/>
              </a:ext>
            </a:extLst>
          </p:cNvPr>
          <p:cNvGrpSpPr>
            <a:grpSpLocks/>
          </p:cNvGrpSpPr>
          <p:nvPr/>
        </p:nvGrpSpPr>
        <p:grpSpPr bwMode="auto">
          <a:xfrm>
            <a:off x="4403725" y="3221038"/>
            <a:ext cx="563563" cy="458787"/>
            <a:chOff x="2774" y="2245"/>
            <a:chExt cx="355" cy="289"/>
          </a:xfrm>
        </p:grpSpPr>
        <p:sp>
          <p:nvSpPr>
            <p:cNvPr id="128081" name="Rectangle 82">
              <a:extLst>
                <a:ext uri="{FF2B5EF4-FFF2-40B4-BE49-F238E27FC236}">
                  <a16:creationId xmlns:a16="http://schemas.microsoft.com/office/drawing/2014/main" id="{70ED4581-38F8-88E5-94D0-20AF007E1347}"/>
                </a:ext>
              </a:extLst>
            </p:cNvPr>
            <p:cNvSpPr>
              <a:spLocks noChangeArrowheads="1"/>
            </p:cNvSpPr>
            <p:nvPr/>
          </p:nvSpPr>
          <p:spPr bwMode="auto">
            <a:xfrm>
              <a:off x="2774" y="2251"/>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8082" name="Group 83">
              <a:extLst>
                <a:ext uri="{FF2B5EF4-FFF2-40B4-BE49-F238E27FC236}">
                  <a16:creationId xmlns:a16="http://schemas.microsoft.com/office/drawing/2014/main" id="{A0290FBB-597F-6729-7FD7-639DDD492B76}"/>
                </a:ext>
              </a:extLst>
            </p:cNvPr>
            <p:cNvGrpSpPr>
              <a:grpSpLocks/>
            </p:cNvGrpSpPr>
            <p:nvPr/>
          </p:nvGrpSpPr>
          <p:grpSpPr bwMode="auto">
            <a:xfrm>
              <a:off x="2789" y="2245"/>
              <a:ext cx="340" cy="289"/>
              <a:chOff x="2789" y="2245"/>
              <a:chExt cx="340" cy="289"/>
            </a:xfrm>
          </p:grpSpPr>
          <p:sp>
            <p:nvSpPr>
              <p:cNvPr id="128083" name="Freeform 84">
                <a:extLst>
                  <a:ext uri="{FF2B5EF4-FFF2-40B4-BE49-F238E27FC236}">
                    <a16:creationId xmlns:a16="http://schemas.microsoft.com/office/drawing/2014/main" id="{06E57465-6705-9C82-E6FC-EB0CD3979957}"/>
                  </a:ext>
                </a:extLst>
              </p:cNvPr>
              <p:cNvSpPr>
                <a:spLocks noChangeArrowheads="1"/>
              </p:cNvSpPr>
              <p:nvPr/>
            </p:nvSpPr>
            <p:spPr bwMode="auto">
              <a:xfrm>
                <a:off x="2789" y="2245"/>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84" name="Freeform 85">
                <a:extLst>
                  <a:ext uri="{FF2B5EF4-FFF2-40B4-BE49-F238E27FC236}">
                    <a16:creationId xmlns:a16="http://schemas.microsoft.com/office/drawing/2014/main" id="{CB84FF59-5EDE-49C1-7CCD-F1E8693D133C}"/>
                  </a:ext>
                </a:extLst>
              </p:cNvPr>
              <p:cNvSpPr>
                <a:spLocks noChangeArrowheads="1"/>
              </p:cNvSpPr>
              <p:nvPr/>
            </p:nvSpPr>
            <p:spPr bwMode="auto">
              <a:xfrm>
                <a:off x="2958" y="2245"/>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8085" name="Rectangle 86">
            <a:extLst>
              <a:ext uri="{FF2B5EF4-FFF2-40B4-BE49-F238E27FC236}">
                <a16:creationId xmlns:a16="http://schemas.microsoft.com/office/drawing/2014/main" id="{19330DF4-8653-35E5-101D-8206F3280071}"/>
              </a:ext>
            </a:extLst>
          </p:cNvPr>
          <p:cNvSpPr>
            <a:spLocks noChangeArrowheads="1"/>
          </p:cNvSpPr>
          <p:nvPr/>
        </p:nvSpPr>
        <p:spPr bwMode="auto">
          <a:xfrm>
            <a:off x="5133975" y="32385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8086" name="Freeform 87">
            <a:extLst>
              <a:ext uri="{FF2B5EF4-FFF2-40B4-BE49-F238E27FC236}">
                <a16:creationId xmlns:a16="http://schemas.microsoft.com/office/drawing/2014/main" id="{295AF969-F499-6B7F-3EC0-E23A6F25F508}"/>
              </a:ext>
            </a:extLst>
          </p:cNvPr>
          <p:cNvSpPr>
            <a:spLocks noChangeArrowheads="1"/>
          </p:cNvSpPr>
          <p:nvPr/>
        </p:nvSpPr>
        <p:spPr bwMode="auto">
          <a:xfrm>
            <a:off x="5157788" y="3221038"/>
            <a:ext cx="236537"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87" name="Line 88">
            <a:extLst>
              <a:ext uri="{FF2B5EF4-FFF2-40B4-BE49-F238E27FC236}">
                <a16:creationId xmlns:a16="http://schemas.microsoft.com/office/drawing/2014/main" id="{989A3720-8262-87BF-B4E3-43A3665006C7}"/>
              </a:ext>
            </a:extLst>
          </p:cNvPr>
          <p:cNvSpPr>
            <a:spLocks noChangeShapeType="1"/>
          </p:cNvSpPr>
          <p:nvPr/>
        </p:nvSpPr>
        <p:spPr bwMode="auto">
          <a:xfrm>
            <a:off x="4968875" y="34496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88" name="Freeform 89">
            <a:extLst>
              <a:ext uri="{FF2B5EF4-FFF2-40B4-BE49-F238E27FC236}">
                <a16:creationId xmlns:a16="http://schemas.microsoft.com/office/drawing/2014/main" id="{2E765B6D-1A4A-6F5D-FABE-E40041FE5DAD}"/>
              </a:ext>
            </a:extLst>
          </p:cNvPr>
          <p:cNvSpPr>
            <a:spLocks noChangeArrowheads="1"/>
          </p:cNvSpPr>
          <p:nvPr/>
        </p:nvSpPr>
        <p:spPr bwMode="auto">
          <a:xfrm>
            <a:off x="5073650" y="32972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89" name="Line 90">
            <a:extLst>
              <a:ext uri="{FF2B5EF4-FFF2-40B4-BE49-F238E27FC236}">
                <a16:creationId xmlns:a16="http://schemas.microsoft.com/office/drawing/2014/main" id="{796797FF-E68F-2DA5-A748-523F9939A211}"/>
              </a:ext>
            </a:extLst>
          </p:cNvPr>
          <p:cNvSpPr>
            <a:spLocks noChangeShapeType="1"/>
          </p:cNvSpPr>
          <p:nvPr/>
        </p:nvSpPr>
        <p:spPr bwMode="auto">
          <a:xfrm>
            <a:off x="5629275" y="32972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90" name="Rectangle 91">
            <a:extLst>
              <a:ext uri="{FF2B5EF4-FFF2-40B4-BE49-F238E27FC236}">
                <a16:creationId xmlns:a16="http://schemas.microsoft.com/office/drawing/2014/main" id="{7AD83EF9-EFCE-211F-59CC-890FCDA27713}"/>
              </a:ext>
            </a:extLst>
          </p:cNvPr>
          <p:cNvSpPr>
            <a:spLocks noChangeArrowheads="1"/>
          </p:cNvSpPr>
          <p:nvPr/>
        </p:nvSpPr>
        <p:spPr bwMode="auto">
          <a:xfrm>
            <a:off x="6430963" y="323056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8091" name="Group 92">
            <a:extLst>
              <a:ext uri="{FF2B5EF4-FFF2-40B4-BE49-F238E27FC236}">
                <a16:creationId xmlns:a16="http://schemas.microsoft.com/office/drawing/2014/main" id="{FF01B52E-EB51-C9FC-DDF3-CC8C7573CF57}"/>
              </a:ext>
            </a:extLst>
          </p:cNvPr>
          <p:cNvGrpSpPr>
            <a:grpSpLocks/>
          </p:cNvGrpSpPr>
          <p:nvPr/>
        </p:nvGrpSpPr>
        <p:grpSpPr bwMode="auto">
          <a:xfrm>
            <a:off x="6505575" y="3221038"/>
            <a:ext cx="515938" cy="458787"/>
            <a:chOff x="4098" y="2245"/>
            <a:chExt cx="325" cy="289"/>
          </a:xfrm>
        </p:grpSpPr>
        <p:sp>
          <p:nvSpPr>
            <p:cNvPr id="128092" name="Freeform 93">
              <a:extLst>
                <a:ext uri="{FF2B5EF4-FFF2-40B4-BE49-F238E27FC236}">
                  <a16:creationId xmlns:a16="http://schemas.microsoft.com/office/drawing/2014/main" id="{49FCE1BE-C9F4-2D8E-C820-3F3F847A518A}"/>
                </a:ext>
              </a:extLst>
            </p:cNvPr>
            <p:cNvSpPr>
              <a:spLocks noChangeArrowheads="1"/>
            </p:cNvSpPr>
            <p:nvPr/>
          </p:nvSpPr>
          <p:spPr bwMode="auto">
            <a:xfrm>
              <a:off x="4098" y="2245"/>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93" name="Freeform 94">
              <a:extLst>
                <a:ext uri="{FF2B5EF4-FFF2-40B4-BE49-F238E27FC236}">
                  <a16:creationId xmlns:a16="http://schemas.microsoft.com/office/drawing/2014/main" id="{62DC21E5-2E74-61F5-96B3-C504ACD4F69F}"/>
                </a:ext>
              </a:extLst>
            </p:cNvPr>
            <p:cNvSpPr>
              <a:spLocks noChangeArrowheads="1"/>
            </p:cNvSpPr>
            <p:nvPr/>
          </p:nvSpPr>
          <p:spPr bwMode="auto">
            <a:xfrm>
              <a:off x="4259" y="2245"/>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8094" name="Rectangle 95">
            <a:extLst>
              <a:ext uri="{FF2B5EF4-FFF2-40B4-BE49-F238E27FC236}">
                <a16:creationId xmlns:a16="http://schemas.microsoft.com/office/drawing/2014/main" id="{F37727F1-72E0-0107-5FE3-9B0B5B228129}"/>
              </a:ext>
            </a:extLst>
          </p:cNvPr>
          <p:cNvSpPr>
            <a:spLocks noChangeArrowheads="1"/>
          </p:cNvSpPr>
          <p:nvPr/>
        </p:nvSpPr>
        <p:spPr bwMode="auto">
          <a:xfrm>
            <a:off x="7212013" y="32305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8095" name="Group 96">
            <a:extLst>
              <a:ext uri="{FF2B5EF4-FFF2-40B4-BE49-F238E27FC236}">
                <a16:creationId xmlns:a16="http://schemas.microsoft.com/office/drawing/2014/main" id="{8FE9FE78-50EB-2679-3BD2-544C6DE1D701}"/>
              </a:ext>
            </a:extLst>
          </p:cNvPr>
          <p:cNvGrpSpPr>
            <a:grpSpLocks/>
          </p:cNvGrpSpPr>
          <p:nvPr/>
        </p:nvGrpSpPr>
        <p:grpSpPr bwMode="auto">
          <a:xfrm>
            <a:off x="7248525" y="3221038"/>
            <a:ext cx="450850" cy="458787"/>
            <a:chOff x="4566" y="2245"/>
            <a:chExt cx="284" cy="289"/>
          </a:xfrm>
        </p:grpSpPr>
        <p:sp>
          <p:nvSpPr>
            <p:cNvPr id="128096" name="Freeform 97">
              <a:extLst>
                <a:ext uri="{FF2B5EF4-FFF2-40B4-BE49-F238E27FC236}">
                  <a16:creationId xmlns:a16="http://schemas.microsoft.com/office/drawing/2014/main" id="{2DDADDDA-50B7-7F39-A114-7DAE93204649}"/>
                </a:ext>
              </a:extLst>
            </p:cNvPr>
            <p:cNvSpPr>
              <a:spLocks noChangeArrowheads="1"/>
            </p:cNvSpPr>
            <p:nvPr/>
          </p:nvSpPr>
          <p:spPr bwMode="auto">
            <a:xfrm>
              <a:off x="4566" y="2245"/>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097" name="Freeform 98">
              <a:extLst>
                <a:ext uri="{FF2B5EF4-FFF2-40B4-BE49-F238E27FC236}">
                  <a16:creationId xmlns:a16="http://schemas.microsoft.com/office/drawing/2014/main" id="{7B3479FE-08FB-010A-FA8B-8BC5957FB0E8}"/>
                </a:ext>
              </a:extLst>
            </p:cNvPr>
            <p:cNvSpPr>
              <a:spLocks noChangeArrowheads="1"/>
            </p:cNvSpPr>
            <p:nvPr/>
          </p:nvSpPr>
          <p:spPr bwMode="auto">
            <a:xfrm>
              <a:off x="4707" y="2245"/>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8098" name="Line 99">
            <a:extLst>
              <a:ext uri="{FF2B5EF4-FFF2-40B4-BE49-F238E27FC236}">
                <a16:creationId xmlns:a16="http://schemas.microsoft.com/office/drawing/2014/main" id="{D63185B8-613E-7021-3A8B-5B3FE7DBDDE8}"/>
              </a:ext>
            </a:extLst>
          </p:cNvPr>
          <p:cNvSpPr>
            <a:spLocks noChangeShapeType="1"/>
          </p:cNvSpPr>
          <p:nvPr/>
        </p:nvSpPr>
        <p:spPr bwMode="auto">
          <a:xfrm>
            <a:off x="7008813" y="34496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99" name="Line 100">
            <a:extLst>
              <a:ext uri="{FF2B5EF4-FFF2-40B4-BE49-F238E27FC236}">
                <a16:creationId xmlns:a16="http://schemas.microsoft.com/office/drawing/2014/main" id="{94EB18C2-E768-10A3-1968-E63DCD929C24}"/>
              </a:ext>
            </a:extLst>
          </p:cNvPr>
          <p:cNvSpPr>
            <a:spLocks noChangeShapeType="1"/>
          </p:cNvSpPr>
          <p:nvPr/>
        </p:nvSpPr>
        <p:spPr bwMode="auto">
          <a:xfrm>
            <a:off x="6240463" y="34496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00" name="Line 101">
            <a:extLst>
              <a:ext uri="{FF2B5EF4-FFF2-40B4-BE49-F238E27FC236}">
                <a16:creationId xmlns:a16="http://schemas.microsoft.com/office/drawing/2014/main" id="{3F15C7CD-AF68-E70B-5586-9603BFC07DC7}"/>
              </a:ext>
            </a:extLst>
          </p:cNvPr>
          <p:cNvSpPr>
            <a:spLocks noChangeShapeType="1"/>
          </p:cNvSpPr>
          <p:nvPr/>
        </p:nvSpPr>
        <p:spPr bwMode="auto">
          <a:xfrm>
            <a:off x="5629275" y="36020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01" name="Freeform 102">
            <a:extLst>
              <a:ext uri="{FF2B5EF4-FFF2-40B4-BE49-F238E27FC236}">
                <a16:creationId xmlns:a16="http://schemas.microsoft.com/office/drawing/2014/main" id="{1DB1805E-C8D8-7A67-D01B-AB454F62A271}"/>
              </a:ext>
            </a:extLst>
          </p:cNvPr>
          <p:cNvSpPr>
            <a:spLocks noChangeArrowheads="1"/>
          </p:cNvSpPr>
          <p:nvPr/>
        </p:nvSpPr>
        <p:spPr bwMode="auto">
          <a:xfrm>
            <a:off x="5808663" y="34417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02" name="Freeform 103">
            <a:extLst>
              <a:ext uri="{FF2B5EF4-FFF2-40B4-BE49-F238E27FC236}">
                <a16:creationId xmlns:a16="http://schemas.microsoft.com/office/drawing/2014/main" id="{699A9196-07E9-43B7-525F-6E5755E833AA}"/>
              </a:ext>
            </a:extLst>
          </p:cNvPr>
          <p:cNvSpPr>
            <a:spLocks noChangeArrowheads="1"/>
          </p:cNvSpPr>
          <p:nvPr/>
        </p:nvSpPr>
        <p:spPr bwMode="auto">
          <a:xfrm>
            <a:off x="6575425" y="3779838"/>
            <a:ext cx="338138"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03" name="Freeform 104">
            <a:extLst>
              <a:ext uri="{FF2B5EF4-FFF2-40B4-BE49-F238E27FC236}">
                <a16:creationId xmlns:a16="http://schemas.microsoft.com/office/drawing/2014/main" id="{C62C899A-A519-026B-DDEA-615C3E4634AA}"/>
              </a:ext>
            </a:extLst>
          </p:cNvPr>
          <p:cNvSpPr>
            <a:spLocks noChangeArrowheads="1"/>
          </p:cNvSpPr>
          <p:nvPr/>
        </p:nvSpPr>
        <p:spPr bwMode="auto">
          <a:xfrm>
            <a:off x="7116763" y="416083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04" name="Freeform 105">
            <a:extLst>
              <a:ext uri="{FF2B5EF4-FFF2-40B4-BE49-F238E27FC236}">
                <a16:creationId xmlns:a16="http://schemas.microsoft.com/office/drawing/2014/main" id="{273B0580-B936-954A-96F5-E7B1A7EC0791}"/>
              </a:ext>
            </a:extLst>
          </p:cNvPr>
          <p:cNvSpPr>
            <a:spLocks noChangeArrowheads="1"/>
          </p:cNvSpPr>
          <p:nvPr/>
        </p:nvSpPr>
        <p:spPr bwMode="auto">
          <a:xfrm>
            <a:off x="5105400" y="3932238"/>
            <a:ext cx="269875" cy="458787"/>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05" name="Freeform 106">
            <a:extLst>
              <a:ext uri="{FF2B5EF4-FFF2-40B4-BE49-F238E27FC236}">
                <a16:creationId xmlns:a16="http://schemas.microsoft.com/office/drawing/2014/main" id="{60B933BD-E021-695D-F69C-2B82DEF40298}"/>
              </a:ext>
            </a:extLst>
          </p:cNvPr>
          <p:cNvSpPr>
            <a:spLocks noChangeArrowheads="1"/>
          </p:cNvSpPr>
          <p:nvPr/>
        </p:nvSpPr>
        <p:spPr bwMode="auto">
          <a:xfrm>
            <a:off x="5373688" y="3932238"/>
            <a:ext cx="271462" cy="458787"/>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06" name="Rectangle 107">
            <a:extLst>
              <a:ext uri="{FF2B5EF4-FFF2-40B4-BE49-F238E27FC236}">
                <a16:creationId xmlns:a16="http://schemas.microsoft.com/office/drawing/2014/main" id="{5D89C45E-6BC0-BD75-0989-061016028C83}"/>
              </a:ext>
            </a:extLst>
          </p:cNvPr>
          <p:cNvSpPr>
            <a:spLocks noChangeArrowheads="1"/>
          </p:cNvSpPr>
          <p:nvPr/>
        </p:nvSpPr>
        <p:spPr bwMode="auto">
          <a:xfrm>
            <a:off x="5081588" y="3941763"/>
            <a:ext cx="4302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Im</a:t>
            </a:r>
          </a:p>
        </p:txBody>
      </p:sp>
      <p:sp>
        <p:nvSpPr>
          <p:cNvPr id="128107" name="Rectangle 108">
            <a:extLst>
              <a:ext uri="{FF2B5EF4-FFF2-40B4-BE49-F238E27FC236}">
                <a16:creationId xmlns:a16="http://schemas.microsoft.com/office/drawing/2014/main" id="{626A7A30-1A78-5AF9-F073-E7E5025BFB95}"/>
              </a:ext>
            </a:extLst>
          </p:cNvPr>
          <p:cNvSpPr>
            <a:spLocks noChangeArrowheads="1"/>
          </p:cNvSpPr>
          <p:nvPr/>
        </p:nvSpPr>
        <p:spPr bwMode="auto">
          <a:xfrm rot="5400000">
            <a:off x="6414295" y="3964781"/>
            <a:ext cx="6080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sp>
        <p:nvSpPr>
          <p:cNvPr id="128108" name="Rectangle 109">
            <a:extLst>
              <a:ext uri="{FF2B5EF4-FFF2-40B4-BE49-F238E27FC236}">
                <a16:creationId xmlns:a16="http://schemas.microsoft.com/office/drawing/2014/main" id="{CA194E9C-A729-F3EB-A8A5-BCDB6A066F41}"/>
              </a:ext>
            </a:extLst>
          </p:cNvPr>
          <p:cNvSpPr>
            <a:spLocks noChangeArrowheads="1"/>
          </p:cNvSpPr>
          <p:nvPr/>
        </p:nvSpPr>
        <p:spPr bwMode="auto">
          <a:xfrm>
            <a:off x="5811838" y="394970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8109" name="Freeform 110">
            <a:extLst>
              <a:ext uri="{FF2B5EF4-FFF2-40B4-BE49-F238E27FC236}">
                <a16:creationId xmlns:a16="http://schemas.microsoft.com/office/drawing/2014/main" id="{627A32B6-6C5C-BC7C-7D2F-0C17858580B2}"/>
              </a:ext>
            </a:extLst>
          </p:cNvPr>
          <p:cNvSpPr>
            <a:spLocks noChangeArrowheads="1"/>
          </p:cNvSpPr>
          <p:nvPr/>
        </p:nvSpPr>
        <p:spPr bwMode="auto">
          <a:xfrm>
            <a:off x="5835650" y="393223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10" name="Line 111">
            <a:extLst>
              <a:ext uri="{FF2B5EF4-FFF2-40B4-BE49-F238E27FC236}">
                <a16:creationId xmlns:a16="http://schemas.microsoft.com/office/drawing/2014/main" id="{D35AF6A8-12E4-59C1-F6E5-62852C265245}"/>
              </a:ext>
            </a:extLst>
          </p:cNvPr>
          <p:cNvSpPr>
            <a:spLocks noChangeShapeType="1"/>
          </p:cNvSpPr>
          <p:nvPr/>
        </p:nvSpPr>
        <p:spPr bwMode="auto">
          <a:xfrm>
            <a:off x="5646738" y="41608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11" name="Freeform 112">
            <a:extLst>
              <a:ext uri="{FF2B5EF4-FFF2-40B4-BE49-F238E27FC236}">
                <a16:creationId xmlns:a16="http://schemas.microsoft.com/office/drawing/2014/main" id="{83649FAE-CFA6-0705-8634-33C96816AC23}"/>
              </a:ext>
            </a:extLst>
          </p:cNvPr>
          <p:cNvSpPr>
            <a:spLocks noChangeArrowheads="1"/>
          </p:cNvSpPr>
          <p:nvPr/>
        </p:nvSpPr>
        <p:spPr bwMode="auto">
          <a:xfrm>
            <a:off x="5751513" y="40084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12" name="Line 113">
            <a:extLst>
              <a:ext uri="{FF2B5EF4-FFF2-40B4-BE49-F238E27FC236}">
                <a16:creationId xmlns:a16="http://schemas.microsoft.com/office/drawing/2014/main" id="{AD0DD949-95D0-01A4-F9AC-DCA24EBEC87D}"/>
              </a:ext>
            </a:extLst>
          </p:cNvPr>
          <p:cNvSpPr>
            <a:spLocks noChangeShapeType="1"/>
          </p:cNvSpPr>
          <p:nvPr/>
        </p:nvSpPr>
        <p:spPr bwMode="auto">
          <a:xfrm>
            <a:off x="6307138" y="40084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13" name="Rectangle 114">
            <a:extLst>
              <a:ext uri="{FF2B5EF4-FFF2-40B4-BE49-F238E27FC236}">
                <a16:creationId xmlns:a16="http://schemas.microsoft.com/office/drawing/2014/main" id="{45A0DDA0-B130-1F7D-0BB0-63A67350541C}"/>
              </a:ext>
            </a:extLst>
          </p:cNvPr>
          <p:cNvSpPr>
            <a:spLocks noChangeArrowheads="1"/>
          </p:cNvSpPr>
          <p:nvPr/>
        </p:nvSpPr>
        <p:spPr bwMode="auto">
          <a:xfrm>
            <a:off x="7108825" y="394176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sp>
        <p:nvSpPr>
          <p:cNvPr id="128114" name="Freeform 115">
            <a:extLst>
              <a:ext uri="{FF2B5EF4-FFF2-40B4-BE49-F238E27FC236}">
                <a16:creationId xmlns:a16="http://schemas.microsoft.com/office/drawing/2014/main" id="{B8C4948B-CD46-93E5-6C3B-3081706E30DC}"/>
              </a:ext>
            </a:extLst>
          </p:cNvPr>
          <p:cNvSpPr>
            <a:spLocks noChangeArrowheads="1"/>
          </p:cNvSpPr>
          <p:nvPr/>
        </p:nvSpPr>
        <p:spPr bwMode="auto">
          <a:xfrm>
            <a:off x="7183438" y="393223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15" name="Freeform 116">
            <a:extLst>
              <a:ext uri="{FF2B5EF4-FFF2-40B4-BE49-F238E27FC236}">
                <a16:creationId xmlns:a16="http://schemas.microsoft.com/office/drawing/2014/main" id="{AA47E312-1809-699B-5727-873115CF600F}"/>
              </a:ext>
            </a:extLst>
          </p:cNvPr>
          <p:cNvSpPr>
            <a:spLocks noChangeArrowheads="1"/>
          </p:cNvSpPr>
          <p:nvPr/>
        </p:nvSpPr>
        <p:spPr bwMode="auto">
          <a:xfrm>
            <a:off x="7439025" y="393223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16" name="Rectangle 117">
            <a:extLst>
              <a:ext uri="{FF2B5EF4-FFF2-40B4-BE49-F238E27FC236}">
                <a16:creationId xmlns:a16="http://schemas.microsoft.com/office/drawing/2014/main" id="{CBB7615E-696B-5DCC-7686-81E4489199EF}"/>
              </a:ext>
            </a:extLst>
          </p:cNvPr>
          <p:cNvSpPr>
            <a:spLocks noChangeArrowheads="1"/>
          </p:cNvSpPr>
          <p:nvPr/>
        </p:nvSpPr>
        <p:spPr bwMode="auto">
          <a:xfrm>
            <a:off x="7889875" y="394176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28117" name="Freeform 118">
            <a:extLst>
              <a:ext uri="{FF2B5EF4-FFF2-40B4-BE49-F238E27FC236}">
                <a16:creationId xmlns:a16="http://schemas.microsoft.com/office/drawing/2014/main" id="{C5951BD1-6437-4B50-86E2-76072CA64A30}"/>
              </a:ext>
            </a:extLst>
          </p:cNvPr>
          <p:cNvSpPr>
            <a:spLocks noChangeArrowheads="1"/>
          </p:cNvSpPr>
          <p:nvPr/>
        </p:nvSpPr>
        <p:spPr bwMode="auto">
          <a:xfrm>
            <a:off x="7926388" y="393223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18" name="Freeform 119">
            <a:extLst>
              <a:ext uri="{FF2B5EF4-FFF2-40B4-BE49-F238E27FC236}">
                <a16:creationId xmlns:a16="http://schemas.microsoft.com/office/drawing/2014/main" id="{26A5B781-DD53-DF21-06B8-B0FE7E4C7815}"/>
              </a:ext>
            </a:extLst>
          </p:cNvPr>
          <p:cNvSpPr>
            <a:spLocks noChangeArrowheads="1"/>
          </p:cNvSpPr>
          <p:nvPr/>
        </p:nvSpPr>
        <p:spPr bwMode="auto">
          <a:xfrm>
            <a:off x="8150225" y="3932238"/>
            <a:ext cx="227013"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19" name="Line 120">
            <a:extLst>
              <a:ext uri="{FF2B5EF4-FFF2-40B4-BE49-F238E27FC236}">
                <a16:creationId xmlns:a16="http://schemas.microsoft.com/office/drawing/2014/main" id="{1CD1DF91-E2F3-BA7A-4BEB-19956F3C6558}"/>
              </a:ext>
            </a:extLst>
          </p:cNvPr>
          <p:cNvSpPr>
            <a:spLocks noChangeShapeType="1"/>
          </p:cNvSpPr>
          <p:nvPr/>
        </p:nvSpPr>
        <p:spPr bwMode="auto">
          <a:xfrm>
            <a:off x="7686675" y="416083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20" name="Line 121">
            <a:extLst>
              <a:ext uri="{FF2B5EF4-FFF2-40B4-BE49-F238E27FC236}">
                <a16:creationId xmlns:a16="http://schemas.microsoft.com/office/drawing/2014/main" id="{DD03DB31-D645-15F1-96EE-AA580FEF1E3C}"/>
              </a:ext>
            </a:extLst>
          </p:cNvPr>
          <p:cNvSpPr>
            <a:spLocks noChangeShapeType="1"/>
          </p:cNvSpPr>
          <p:nvPr/>
        </p:nvSpPr>
        <p:spPr bwMode="auto">
          <a:xfrm>
            <a:off x="6918325" y="416083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21" name="Line 122">
            <a:extLst>
              <a:ext uri="{FF2B5EF4-FFF2-40B4-BE49-F238E27FC236}">
                <a16:creationId xmlns:a16="http://schemas.microsoft.com/office/drawing/2014/main" id="{1F0E8E99-65FD-D876-CB3F-DD0035C520BD}"/>
              </a:ext>
            </a:extLst>
          </p:cNvPr>
          <p:cNvSpPr>
            <a:spLocks noChangeShapeType="1"/>
          </p:cNvSpPr>
          <p:nvPr/>
        </p:nvSpPr>
        <p:spPr bwMode="auto">
          <a:xfrm>
            <a:off x="6307138" y="431323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22" name="Freeform 123">
            <a:extLst>
              <a:ext uri="{FF2B5EF4-FFF2-40B4-BE49-F238E27FC236}">
                <a16:creationId xmlns:a16="http://schemas.microsoft.com/office/drawing/2014/main" id="{E5F2E380-2638-46C3-3578-A2BEC5FF7539}"/>
              </a:ext>
            </a:extLst>
          </p:cNvPr>
          <p:cNvSpPr>
            <a:spLocks noChangeArrowheads="1"/>
          </p:cNvSpPr>
          <p:nvPr/>
        </p:nvSpPr>
        <p:spPr bwMode="auto">
          <a:xfrm>
            <a:off x="6486525" y="415290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28123" name="Group 124">
            <a:extLst>
              <a:ext uri="{FF2B5EF4-FFF2-40B4-BE49-F238E27FC236}">
                <a16:creationId xmlns:a16="http://schemas.microsoft.com/office/drawing/2014/main" id="{1144F772-515D-D3F1-C2E5-F319B37BBB6D}"/>
              </a:ext>
            </a:extLst>
          </p:cNvPr>
          <p:cNvGrpSpPr>
            <a:grpSpLocks/>
          </p:cNvGrpSpPr>
          <p:nvPr/>
        </p:nvGrpSpPr>
        <p:grpSpPr bwMode="auto">
          <a:xfrm>
            <a:off x="7239000" y="4491038"/>
            <a:ext cx="352425" cy="763587"/>
            <a:chOff x="4560" y="3045"/>
            <a:chExt cx="222" cy="481"/>
          </a:xfrm>
        </p:grpSpPr>
        <p:sp>
          <p:nvSpPr>
            <p:cNvPr id="128124" name="Freeform 125">
              <a:extLst>
                <a:ext uri="{FF2B5EF4-FFF2-40B4-BE49-F238E27FC236}">
                  <a16:creationId xmlns:a16="http://schemas.microsoft.com/office/drawing/2014/main" id="{A7C0E69C-DADB-9C7F-BDE4-D7B8330EABAB}"/>
                </a:ext>
              </a:extLst>
            </p:cNvPr>
            <p:cNvSpPr>
              <a:spLocks noChangeArrowheads="1"/>
            </p:cNvSpPr>
            <p:nvPr/>
          </p:nvSpPr>
          <p:spPr bwMode="auto">
            <a:xfrm>
              <a:off x="4569" y="3045"/>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25" name="Rectangle 126">
              <a:extLst>
                <a:ext uri="{FF2B5EF4-FFF2-40B4-BE49-F238E27FC236}">
                  <a16:creationId xmlns:a16="http://schemas.microsoft.com/office/drawing/2014/main" id="{F705B3C2-CAD4-0C53-69E9-4462681EFDCE}"/>
                </a:ext>
              </a:extLst>
            </p:cNvPr>
            <p:cNvSpPr>
              <a:spLocks noChangeArrowheads="1"/>
            </p:cNvSpPr>
            <p:nvPr/>
          </p:nvSpPr>
          <p:spPr bwMode="auto">
            <a:xfrm rot="5400000">
              <a:off x="4467" y="3162"/>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28126" name="Group 127">
            <a:extLst>
              <a:ext uri="{FF2B5EF4-FFF2-40B4-BE49-F238E27FC236}">
                <a16:creationId xmlns:a16="http://schemas.microsoft.com/office/drawing/2014/main" id="{510BB67D-2700-106B-9B03-7AD30933BA21}"/>
              </a:ext>
            </a:extLst>
          </p:cNvPr>
          <p:cNvGrpSpPr>
            <a:grpSpLocks/>
          </p:cNvGrpSpPr>
          <p:nvPr/>
        </p:nvGrpSpPr>
        <p:grpSpPr bwMode="auto">
          <a:xfrm>
            <a:off x="5759450" y="4643438"/>
            <a:ext cx="563563" cy="458787"/>
            <a:chOff x="3628" y="3141"/>
            <a:chExt cx="355" cy="289"/>
          </a:xfrm>
        </p:grpSpPr>
        <p:sp>
          <p:nvSpPr>
            <p:cNvPr id="128127" name="Rectangle 128">
              <a:extLst>
                <a:ext uri="{FF2B5EF4-FFF2-40B4-BE49-F238E27FC236}">
                  <a16:creationId xmlns:a16="http://schemas.microsoft.com/office/drawing/2014/main" id="{CBFD4786-7489-B78F-72BA-D08F448853E1}"/>
                </a:ext>
              </a:extLst>
            </p:cNvPr>
            <p:cNvSpPr>
              <a:spLocks noChangeArrowheads="1"/>
            </p:cNvSpPr>
            <p:nvPr/>
          </p:nvSpPr>
          <p:spPr bwMode="auto">
            <a:xfrm>
              <a:off x="3628" y="3147"/>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28128" name="Group 129">
              <a:extLst>
                <a:ext uri="{FF2B5EF4-FFF2-40B4-BE49-F238E27FC236}">
                  <a16:creationId xmlns:a16="http://schemas.microsoft.com/office/drawing/2014/main" id="{5C341892-09B7-6301-80EC-3F3E45AB65F0}"/>
                </a:ext>
              </a:extLst>
            </p:cNvPr>
            <p:cNvGrpSpPr>
              <a:grpSpLocks/>
            </p:cNvGrpSpPr>
            <p:nvPr/>
          </p:nvGrpSpPr>
          <p:grpSpPr bwMode="auto">
            <a:xfrm>
              <a:off x="3643" y="3141"/>
              <a:ext cx="340" cy="289"/>
              <a:chOff x="3643" y="3141"/>
              <a:chExt cx="340" cy="289"/>
            </a:xfrm>
          </p:grpSpPr>
          <p:sp>
            <p:nvSpPr>
              <p:cNvPr id="128129" name="Freeform 130">
                <a:extLst>
                  <a:ext uri="{FF2B5EF4-FFF2-40B4-BE49-F238E27FC236}">
                    <a16:creationId xmlns:a16="http://schemas.microsoft.com/office/drawing/2014/main" id="{1D63A60B-E86B-72B6-A023-DEEAEEA416B6}"/>
                  </a:ext>
                </a:extLst>
              </p:cNvPr>
              <p:cNvSpPr>
                <a:spLocks noChangeArrowheads="1"/>
              </p:cNvSpPr>
              <p:nvPr/>
            </p:nvSpPr>
            <p:spPr bwMode="auto">
              <a:xfrm>
                <a:off x="3643" y="3141"/>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30" name="Freeform 131">
                <a:extLst>
                  <a:ext uri="{FF2B5EF4-FFF2-40B4-BE49-F238E27FC236}">
                    <a16:creationId xmlns:a16="http://schemas.microsoft.com/office/drawing/2014/main" id="{0C217064-AD18-44FA-8E28-5CFC269C39D2}"/>
                  </a:ext>
                </a:extLst>
              </p:cNvPr>
              <p:cNvSpPr>
                <a:spLocks noChangeArrowheads="1"/>
              </p:cNvSpPr>
              <p:nvPr/>
            </p:nvSpPr>
            <p:spPr bwMode="auto">
              <a:xfrm>
                <a:off x="3812" y="3141"/>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28131" name="Rectangle 132">
            <a:extLst>
              <a:ext uri="{FF2B5EF4-FFF2-40B4-BE49-F238E27FC236}">
                <a16:creationId xmlns:a16="http://schemas.microsoft.com/office/drawing/2014/main" id="{DCE8281C-4E7C-25E8-8445-C02C32288CAE}"/>
              </a:ext>
            </a:extLst>
          </p:cNvPr>
          <p:cNvSpPr>
            <a:spLocks noChangeArrowheads="1"/>
          </p:cNvSpPr>
          <p:nvPr/>
        </p:nvSpPr>
        <p:spPr bwMode="auto">
          <a:xfrm>
            <a:off x="6489700" y="466090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8132" name="Group 133">
            <a:extLst>
              <a:ext uri="{FF2B5EF4-FFF2-40B4-BE49-F238E27FC236}">
                <a16:creationId xmlns:a16="http://schemas.microsoft.com/office/drawing/2014/main" id="{E510ADFF-69A5-0EBC-D7CD-01F308237DC8}"/>
              </a:ext>
            </a:extLst>
          </p:cNvPr>
          <p:cNvGrpSpPr>
            <a:grpSpLocks/>
          </p:cNvGrpSpPr>
          <p:nvPr/>
        </p:nvGrpSpPr>
        <p:grpSpPr bwMode="auto">
          <a:xfrm>
            <a:off x="6513513" y="4643438"/>
            <a:ext cx="469900" cy="458787"/>
            <a:chOff x="4103" y="3141"/>
            <a:chExt cx="296" cy="289"/>
          </a:xfrm>
        </p:grpSpPr>
        <p:sp>
          <p:nvSpPr>
            <p:cNvPr id="128133" name="Freeform 134">
              <a:extLst>
                <a:ext uri="{FF2B5EF4-FFF2-40B4-BE49-F238E27FC236}">
                  <a16:creationId xmlns:a16="http://schemas.microsoft.com/office/drawing/2014/main" id="{451830CE-E6CE-E518-16E8-A64BC6EB79A1}"/>
                </a:ext>
              </a:extLst>
            </p:cNvPr>
            <p:cNvSpPr>
              <a:spLocks noChangeArrowheads="1"/>
            </p:cNvSpPr>
            <p:nvPr/>
          </p:nvSpPr>
          <p:spPr bwMode="auto">
            <a:xfrm>
              <a:off x="4103" y="3141"/>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34" name="Freeform 135">
              <a:extLst>
                <a:ext uri="{FF2B5EF4-FFF2-40B4-BE49-F238E27FC236}">
                  <a16:creationId xmlns:a16="http://schemas.microsoft.com/office/drawing/2014/main" id="{667E58EB-64B8-3DE0-EF07-478A6C72993F}"/>
                </a:ext>
              </a:extLst>
            </p:cNvPr>
            <p:cNvSpPr>
              <a:spLocks noChangeArrowheads="1"/>
            </p:cNvSpPr>
            <p:nvPr/>
          </p:nvSpPr>
          <p:spPr bwMode="auto">
            <a:xfrm>
              <a:off x="4251" y="3141"/>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8135" name="Line 136">
            <a:extLst>
              <a:ext uri="{FF2B5EF4-FFF2-40B4-BE49-F238E27FC236}">
                <a16:creationId xmlns:a16="http://schemas.microsoft.com/office/drawing/2014/main" id="{8B22708D-ACBE-E27B-BE60-7234D25A2397}"/>
              </a:ext>
            </a:extLst>
          </p:cNvPr>
          <p:cNvSpPr>
            <a:spLocks noChangeShapeType="1"/>
          </p:cNvSpPr>
          <p:nvPr/>
        </p:nvSpPr>
        <p:spPr bwMode="auto">
          <a:xfrm>
            <a:off x="6324600" y="487203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36" name="Freeform 137">
            <a:extLst>
              <a:ext uri="{FF2B5EF4-FFF2-40B4-BE49-F238E27FC236}">
                <a16:creationId xmlns:a16="http://schemas.microsoft.com/office/drawing/2014/main" id="{0B197ADB-7C9B-2F6E-19B0-53A313B616C3}"/>
              </a:ext>
            </a:extLst>
          </p:cNvPr>
          <p:cNvSpPr>
            <a:spLocks noChangeArrowheads="1"/>
          </p:cNvSpPr>
          <p:nvPr/>
        </p:nvSpPr>
        <p:spPr bwMode="auto">
          <a:xfrm>
            <a:off x="6429375" y="471963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37" name="Line 138">
            <a:extLst>
              <a:ext uri="{FF2B5EF4-FFF2-40B4-BE49-F238E27FC236}">
                <a16:creationId xmlns:a16="http://schemas.microsoft.com/office/drawing/2014/main" id="{7541D5AF-52B0-430B-E777-283FEA8558C7}"/>
              </a:ext>
            </a:extLst>
          </p:cNvPr>
          <p:cNvSpPr>
            <a:spLocks noChangeShapeType="1"/>
          </p:cNvSpPr>
          <p:nvPr/>
        </p:nvSpPr>
        <p:spPr bwMode="auto">
          <a:xfrm>
            <a:off x="6985000" y="47196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38" name="Rectangle 139">
            <a:extLst>
              <a:ext uri="{FF2B5EF4-FFF2-40B4-BE49-F238E27FC236}">
                <a16:creationId xmlns:a16="http://schemas.microsoft.com/office/drawing/2014/main" id="{4F4E33C8-2E31-A117-25A4-9268A8775F2D}"/>
              </a:ext>
            </a:extLst>
          </p:cNvPr>
          <p:cNvSpPr>
            <a:spLocks noChangeArrowheads="1"/>
          </p:cNvSpPr>
          <p:nvPr/>
        </p:nvSpPr>
        <p:spPr bwMode="auto">
          <a:xfrm>
            <a:off x="7786688" y="465296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28139" name="Group 140">
            <a:extLst>
              <a:ext uri="{FF2B5EF4-FFF2-40B4-BE49-F238E27FC236}">
                <a16:creationId xmlns:a16="http://schemas.microsoft.com/office/drawing/2014/main" id="{B542BB59-E23F-8C28-8658-B850533AF036}"/>
              </a:ext>
            </a:extLst>
          </p:cNvPr>
          <p:cNvGrpSpPr>
            <a:grpSpLocks/>
          </p:cNvGrpSpPr>
          <p:nvPr/>
        </p:nvGrpSpPr>
        <p:grpSpPr bwMode="auto">
          <a:xfrm>
            <a:off x="7861300" y="4643438"/>
            <a:ext cx="515938" cy="458787"/>
            <a:chOff x="4952" y="3141"/>
            <a:chExt cx="325" cy="289"/>
          </a:xfrm>
        </p:grpSpPr>
        <p:sp>
          <p:nvSpPr>
            <p:cNvPr id="128140" name="Freeform 141">
              <a:extLst>
                <a:ext uri="{FF2B5EF4-FFF2-40B4-BE49-F238E27FC236}">
                  <a16:creationId xmlns:a16="http://schemas.microsoft.com/office/drawing/2014/main" id="{1FFB0CCE-4CE4-B078-4454-8D179529DBF8}"/>
                </a:ext>
              </a:extLst>
            </p:cNvPr>
            <p:cNvSpPr>
              <a:spLocks noChangeArrowheads="1"/>
            </p:cNvSpPr>
            <p:nvPr/>
          </p:nvSpPr>
          <p:spPr bwMode="auto">
            <a:xfrm>
              <a:off x="4952" y="3141"/>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41" name="Freeform 142">
              <a:extLst>
                <a:ext uri="{FF2B5EF4-FFF2-40B4-BE49-F238E27FC236}">
                  <a16:creationId xmlns:a16="http://schemas.microsoft.com/office/drawing/2014/main" id="{456E9988-FF30-7CCD-7B20-40E17A7B2487}"/>
                </a:ext>
              </a:extLst>
            </p:cNvPr>
            <p:cNvSpPr>
              <a:spLocks noChangeArrowheads="1"/>
            </p:cNvSpPr>
            <p:nvPr/>
          </p:nvSpPr>
          <p:spPr bwMode="auto">
            <a:xfrm>
              <a:off x="5113" y="3141"/>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8142" name="Rectangle 143">
            <a:extLst>
              <a:ext uri="{FF2B5EF4-FFF2-40B4-BE49-F238E27FC236}">
                <a16:creationId xmlns:a16="http://schemas.microsoft.com/office/drawing/2014/main" id="{6FE79536-6E05-ED36-F11A-017A4AFD7CA5}"/>
              </a:ext>
            </a:extLst>
          </p:cNvPr>
          <p:cNvSpPr>
            <a:spLocks noChangeArrowheads="1"/>
          </p:cNvSpPr>
          <p:nvPr/>
        </p:nvSpPr>
        <p:spPr bwMode="auto">
          <a:xfrm>
            <a:off x="8567738" y="465296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28143" name="Group 144">
            <a:extLst>
              <a:ext uri="{FF2B5EF4-FFF2-40B4-BE49-F238E27FC236}">
                <a16:creationId xmlns:a16="http://schemas.microsoft.com/office/drawing/2014/main" id="{BB3FFF8C-3BB9-6143-9DD5-E5AD27679D4A}"/>
              </a:ext>
            </a:extLst>
          </p:cNvPr>
          <p:cNvGrpSpPr>
            <a:grpSpLocks/>
          </p:cNvGrpSpPr>
          <p:nvPr/>
        </p:nvGrpSpPr>
        <p:grpSpPr bwMode="auto">
          <a:xfrm>
            <a:off x="8604250" y="4643438"/>
            <a:ext cx="450850" cy="458787"/>
            <a:chOff x="5420" y="3141"/>
            <a:chExt cx="284" cy="289"/>
          </a:xfrm>
        </p:grpSpPr>
        <p:sp>
          <p:nvSpPr>
            <p:cNvPr id="128144" name="Freeform 145">
              <a:extLst>
                <a:ext uri="{FF2B5EF4-FFF2-40B4-BE49-F238E27FC236}">
                  <a16:creationId xmlns:a16="http://schemas.microsoft.com/office/drawing/2014/main" id="{219809FE-1665-AA17-9494-DE746B966E6A}"/>
                </a:ext>
              </a:extLst>
            </p:cNvPr>
            <p:cNvSpPr>
              <a:spLocks noChangeArrowheads="1"/>
            </p:cNvSpPr>
            <p:nvPr/>
          </p:nvSpPr>
          <p:spPr bwMode="auto">
            <a:xfrm>
              <a:off x="5420" y="3141"/>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45" name="Freeform 146">
              <a:extLst>
                <a:ext uri="{FF2B5EF4-FFF2-40B4-BE49-F238E27FC236}">
                  <a16:creationId xmlns:a16="http://schemas.microsoft.com/office/drawing/2014/main" id="{9A47871A-88B7-900E-D113-F301E0C6063E}"/>
                </a:ext>
              </a:extLst>
            </p:cNvPr>
            <p:cNvSpPr>
              <a:spLocks noChangeArrowheads="1"/>
            </p:cNvSpPr>
            <p:nvPr/>
          </p:nvSpPr>
          <p:spPr bwMode="auto">
            <a:xfrm>
              <a:off x="5561" y="3141"/>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28146" name="Line 147">
            <a:extLst>
              <a:ext uri="{FF2B5EF4-FFF2-40B4-BE49-F238E27FC236}">
                <a16:creationId xmlns:a16="http://schemas.microsoft.com/office/drawing/2014/main" id="{EB871D52-A523-7C5B-9AAA-E0A5B73ACEFF}"/>
              </a:ext>
            </a:extLst>
          </p:cNvPr>
          <p:cNvSpPr>
            <a:spLocks noChangeShapeType="1"/>
          </p:cNvSpPr>
          <p:nvPr/>
        </p:nvSpPr>
        <p:spPr bwMode="auto">
          <a:xfrm>
            <a:off x="8364538" y="487203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47" name="Line 148">
            <a:extLst>
              <a:ext uri="{FF2B5EF4-FFF2-40B4-BE49-F238E27FC236}">
                <a16:creationId xmlns:a16="http://schemas.microsoft.com/office/drawing/2014/main" id="{257AE612-BFFC-9D21-4E4B-75224C05415A}"/>
              </a:ext>
            </a:extLst>
          </p:cNvPr>
          <p:cNvSpPr>
            <a:spLocks noChangeShapeType="1"/>
          </p:cNvSpPr>
          <p:nvPr/>
        </p:nvSpPr>
        <p:spPr bwMode="auto">
          <a:xfrm>
            <a:off x="7596188" y="487203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48" name="Freeform 149">
            <a:extLst>
              <a:ext uri="{FF2B5EF4-FFF2-40B4-BE49-F238E27FC236}">
                <a16:creationId xmlns:a16="http://schemas.microsoft.com/office/drawing/2014/main" id="{82C769A6-8859-6116-EBCE-FB5940B1D158}"/>
              </a:ext>
            </a:extLst>
          </p:cNvPr>
          <p:cNvSpPr>
            <a:spLocks noChangeArrowheads="1"/>
          </p:cNvSpPr>
          <p:nvPr/>
        </p:nvSpPr>
        <p:spPr bwMode="auto">
          <a:xfrm>
            <a:off x="7807325" y="487203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8149" name="Line 150">
            <a:extLst>
              <a:ext uri="{FF2B5EF4-FFF2-40B4-BE49-F238E27FC236}">
                <a16:creationId xmlns:a16="http://schemas.microsoft.com/office/drawing/2014/main" id="{C6998856-F6B1-7FA6-CAF6-7823E872584E}"/>
              </a:ext>
            </a:extLst>
          </p:cNvPr>
          <p:cNvSpPr>
            <a:spLocks noChangeShapeType="1"/>
          </p:cNvSpPr>
          <p:nvPr/>
        </p:nvSpPr>
        <p:spPr bwMode="auto">
          <a:xfrm>
            <a:off x="6985000" y="502443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50" name="Freeform 151">
            <a:extLst>
              <a:ext uri="{FF2B5EF4-FFF2-40B4-BE49-F238E27FC236}">
                <a16:creationId xmlns:a16="http://schemas.microsoft.com/office/drawing/2014/main" id="{D274BFA8-1F35-728B-96FE-43235958D56A}"/>
              </a:ext>
            </a:extLst>
          </p:cNvPr>
          <p:cNvSpPr>
            <a:spLocks noChangeArrowheads="1"/>
          </p:cNvSpPr>
          <p:nvPr/>
        </p:nvSpPr>
        <p:spPr bwMode="auto">
          <a:xfrm>
            <a:off x="7164388" y="486410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6104" name="Line 152">
            <a:extLst>
              <a:ext uri="{FF2B5EF4-FFF2-40B4-BE49-F238E27FC236}">
                <a16:creationId xmlns:a16="http://schemas.microsoft.com/office/drawing/2014/main" id="{02B8FA93-4183-60C7-DA89-04D8F0DEB46C}"/>
              </a:ext>
            </a:extLst>
          </p:cNvPr>
          <p:cNvSpPr>
            <a:spLocks noChangeShapeType="1"/>
          </p:cNvSpPr>
          <p:nvPr/>
        </p:nvSpPr>
        <p:spPr bwMode="auto">
          <a:xfrm>
            <a:off x="5026025" y="2035175"/>
            <a:ext cx="79375" cy="515938"/>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105" name="Line 153">
            <a:extLst>
              <a:ext uri="{FF2B5EF4-FFF2-40B4-BE49-F238E27FC236}">
                <a16:creationId xmlns:a16="http://schemas.microsoft.com/office/drawing/2014/main" id="{C40C4EB8-E46A-290F-C8FE-C7CD382630FD}"/>
              </a:ext>
            </a:extLst>
          </p:cNvPr>
          <p:cNvSpPr>
            <a:spLocks noChangeShapeType="1"/>
          </p:cNvSpPr>
          <p:nvPr/>
        </p:nvSpPr>
        <p:spPr bwMode="auto">
          <a:xfrm>
            <a:off x="5772150" y="2035175"/>
            <a:ext cx="57150" cy="1227138"/>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53" name="Line 154">
            <a:extLst>
              <a:ext uri="{FF2B5EF4-FFF2-40B4-BE49-F238E27FC236}">
                <a16:creationId xmlns:a16="http://schemas.microsoft.com/office/drawing/2014/main" id="{0361CC07-F7B1-06DF-8F2C-D2DCC586381E}"/>
              </a:ext>
            </a:extLst>
          </p:cNvPr>
          <p:cNvSpPr>
            <a:spLocks noChangeShapeType="1"/>
          </p:cNvSpPr>
          <p:nvPr/>
        </p:nvSpPr>
        <p:spPr bwMode="auto">
          <a:xfrm flipH="1">
            <a:off x="6088063" y="2068513"/>
            <a:ext cx="3175" cy="1871662"/>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108" name="Rectangle 156">
            <a:extLst>
              <a:ext uri="{FF2B5EF4-FFF2-40B4-BE49-F238E27FC236}">
                <a16:creationId xmlns:a16="http://schemas.microsoft.com/office/drawing/2014/main" id="{EAFE1E0C-F516-1EF5-1D3C-4A79FFBE7F70}"/>
              </a:ext>
            </a:extLst>
          </p:cNvPr>
          <p:cNvSpPr>
            <a:spLocks noChangeArrowheads="1"/>
          </p:cNvSpPr>
          <p:nvPr/>
        </p:nvSpPr>
        <p:spPr bwMode="auto">
          <a:xfrm>
            <a:off x="0" y="700088"/>
            <a:ext cx="627538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buFontTx/>
              <a:buChar char="•"/>
            </a:pPr>
            <a:r>
              <a:rPr lang="zh-CN" altLang="en-US" sz="2400">
                <a:ea typeface="宋体" panose="02010600030101010101" pitchFamily="2" charset="-122"/>
              </a:rPr>
              <a:t> </a:t>
            </a:r>
            <a:r>
              <a:rPr lang="zh-CN" altLang="en-US" sz="2000">
                <a:latin typeface="Arial" panose="020B0604020202020204" pitchFamily="34" charset="0"/>
                <a:ea typeface="黑体" panose="02010609060101010101" pitchFamily="49" charset="-122"/>
              </a:rPr>
              <a:t>仔细观察后发现：流水段寄存器中已有需要的值</a:t>
            </a:r>
            <a:r>
              <a:rPr lang="en-US" altLang="zh-CN" sz="2000">
                <a:latin typeface="Arial" panose="020B0604020202020204" pitchFamily="34" charset="0"/>
                <a:ea typeface="黑体" panose="02010609060101010101" pitchFamily="49" charset="-122"/>
              </a:rPr>
              <a:t>r1</a:t>
            </a:r>
            <a:r>
              <a:rPr lang="zh-CN" altLang="en-US" sz="2000">
                <a:latin typeface="Arial" panose="020B0604020202020204" pitchFamily="34" charset="0"/>
                <a:ea typeface="黑体" panose="02010609060101010101" pitchFamily="49" charset="-122"/>
              </a:rPr>
              <a:t>！</a:t>
            </a:r>
          </a:p>
        </p:txBody>
      </p:sp>
      <p:sp>
        <p:nvSpPr>
          <p:cNvPr id="126109" name="Text Box 157">
            <a:extLst>
              <a:ext uri="{FF2B5EF4-FFF2-40B4-BE49-F238E27FC236}">
                <a16:creationId xmlns:a16="http://schemas.microsoft.com/office/drawing/2014/main" id="{703010C1-D5D5-3BAA-0F4D-66AACE1A578F}"/>
              </a:ext>
            </a:extLst>
          </p:cNvPr>
          <p:cNvSpPr txBox="1">
            <a:spLocks noChangeArrowheads="1"/>
          </p:cNvSpPr>
          <p:nvPr/>
        </p:nvSpPr>
        <p:spPr bwMode="auto">
          <a:xfrm>
            <a:off x="214313" y="5703888"/>
            <a:ext cx="62103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25000"/>
              </a:spcBef>
            </a:pPr>
            <a:r>
              <a:rPr lang="zh-CN" altLang="en-US" sz="1900">
                <a:solidFill>
                  <a:srgbClr val="CC0000"/>
                </a:solidFill>
                <a:latin typeface="微软雅黑" panose="020B0503020204020204" pitchFamily="34" charset="-122"/>
                <a:ea typeface="微软雅黑" panose="020B0503020204020204" pitchFamily="34" charset="-122"/>
              </a:rPr>
              <a:t>把数据从流水段寄存器中直接取到</a:t>
            </a:r>
            <a:r>
              <a:rPr lang="en-US" altLang="zh-CN" sz="1900">
                <a:solidFill>
                  <a:srgbClr val="CC0000"/>
                </a:solidFill>
                <a:latin typeface="微软雅黑" panose="020B0503020204020204" pitchFamily="34" charset="-122"/>
                <a:ea typeface="微软雅黑" panose="020B0503020204020204" pitchFamily="34" charset="-122"/>
              </a:rPr>
              <a:t>ALU</a:t>
            </a:r>
            <a:r>
              <a:rPr lang="zh-CN" altLang="en-US" sz="1900">
                <a:solidFill>
                  <a:srgbClr val="CC0000"/>
                </a:solidFill>
                <a:latin typeface="微软雅黑" panose="020B0503020204020204" pitchFamily="34" charset="-122"/>
                <a:ea typeface="微软雅黑" panose="020B0503020204020204" pitchFamily="34" charset="-122"/>
              </a:rPr>
              <a:t>的输入端</a:t>
            </a:r>
          </a:p>
        </p:txBody>
      </p:sp>
      <p:grpSp>
        <p:nvGrpSpPr>
          <p:cNvPr id="126112" name="Group 160">
            <a:extLst>
              <a:ext uri="{FF2B5EF4-FFF2-40B4-BE49-F238E27FC236}">
                <a16:creationId xmlns:a16="http://schemas.microsoft.com/office/drawing/2014/main" id="{6C69B4E8-5AEA-2B2D-552A-56BCC34B13E8}"/>
              </a:ext>
            </a:extLst>
          </p:cNvPr>
          <p:cNvGrpSpPr>
            <a:grpSpLocks/>
          </p:cNvGrpSpPr>
          <p:nvPr/>
        </p:nvGrpSpPr>
        <p:grpSpPr bwMode="auto">
          <a:xfrm>
            <a:off x="5530850" y="5754688"/>
            <a:ext cx="3613150" cy="641350"/>
            <a:chOff x="3464" y="3683"/>
            <a:chExt cx="2134" cy="404"/>
          </a:xfrm>
        </p:grpSpPr>
        <p:sp>
          <p:nvSpPr>
            <p:cNvPr id="128157" name="Text Box 158">
              <a:extLst>
                <a:ext uri="{FF2B5EF4-FFF2-40B4-BE49-F238E27FC236}">
                  <a16:creationId xmlns:a16="http://schemas.microsoft.com/office/drawing/2014/main" id="{0453C060-09D2-F2AB-A06E-753503620073}"/>
                </a:ext>
              </a:extLst>
            </p:cNvPr>
            <p:cNvSpPr txBox="1">
              <a:spLocks noChangeArrowheads="1"/>
            </p:cNvSpPr>
            <p:nvPr/>
          </p:nvSpPr>
          <p:spPr bwMode="auto">
            <a:xfrm>
              <a:off x="3967" y="3683"/>
              <a:ext cx="163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solidFill>
                    <a:schemeClr val="accent2"/>
                  </a:solidFill>
                  <a:latin typeface="Arial" panose="020B0604020202020204" pitchFamily="34" charset="0"/>
                  <a:ea typeface="黑体" panose="02010609060101010101" pitchFamily="49" charset="-122"/>
                </a:rPr>
                <a:t>称为转发（</a:t>
              </a:r>
              <a:r>
                <a:rPr lang="en-US" altLang="zh-CN" sz="1800">
                  <a:solidFill>
                    <a:schemeClr val="accent2"/>
                  </a:solidFill>
                  <a:latin typeface="Arial" panose="020B0604020202020204" pitchFamily="34" charset="0"/>
                  <a:ea typeface="黑体" panose="02010609060101010101" pitchFamily="49" charset="-122"/>
                </a:rPr>
                <a:t>Forwading</a:t>
              </a:r>
              <a:r>
                <a:rPr lang="zh-CN" altLang="en-US" sz="1800">
                  <a:solidFill>
                    <a:schemeClr val="accent2"/>
                  </a:solidFill>
                  <a:latin typeface="Arial" panose="020B0604020202020204" pitchFamily="34" charset="0"/>
                  <a:ea typeface="黑体" panose="02010609060101010101" pitchFamily="49" charset="-122"/>
                </a:rPr>
                <a:t>）或旁路（</a:t>
              </a:r>
              <a:r>
                <a:rPr lang="en-US" altLang="zh-CN" sz="1800">
                  <a:solidFill>
                    <a:schemeClr val="accent2"/>
                  </a:solidFill>
                  <a:latin typeface="Arial" panose="020B0604020202020204" pitchFamily="34" charset="0"/>
                  <a:ea typeface="黑体" panose="02010609060101010101" pitchFamily="49" charset="-122"/>
                </a:rPr>
                <a:t>Bypassing</a:t>
              </a:r>
              <a:r>
                <a:rPr lang="zh-CN" altLang="en-US" sz="1800">
                  <a:solidFill>
                    <a:schemeClr val="accent2"/>
                  </a:solidFill>
                  <a:latin typeface="Arial" panose="020B0604020202020204" pitchFamily="34" charset="0"/>
                  <a:ea typeface="黑体" panose="02010609060101010101" pitchFamily="49" charset="-122"/>
                </a:rPr>
                <a:t>）</a:t>
              </a:r>
            </a:p>
          </p:txBody>
        </p:sp>
        <p:sp>
          <p:nvSpPr>
            <p:cNvPr id="128158" name="Line 159">
              <a:extLst>
                <a:ext uri="{FF2B5EF4-FFF2-40B4-BE49-F238E27FC236}">
                  <a16:creationId xmlns:a16="http://schemas.microsoft.com/office/drawing/2014/main" id="{8A3EEFB8-01F6-1F6F-7FA3-E3199D36CD53}"/>
                </a:ext>
              </a:extLst>
            </p:cNvPr>
            <p:cNvSpPr>
              <a:spLocks noChangeShapeType="1"/>
            </p:cNvSpPr>
            <p:nvPr/>
          </p:nvSpPr>
          <p:spPr bwMode="auto">
            <a:xfrm flipH="1" flipV="1">
              <a:off x="3464" y="3768"/>
              <a:ext cx="512" cy="88"/>
            </a:xfrm>
            <a:prstGeom prst="line">
              <a:avLst/>
            </a:prstGeom>
            <a:noFill/>
            <a:ln w="28575">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8159" name="Line 162">
            <a:extLst>
              <a:ext uri="{FF2B5EF4-FFF2-40B4-BE49-F238E27FC236}">
                <a16:creationId xmlns:a16="http://schemas.microsoft.com/office/drawing/2014/main" id="{4AF737A0-B9F2-ECD7-4D88-09659CC15CA7}"/>
              </a:ext>
            </a:extLst>
          </p:cNvPr>
          <p:cNvSpPr>
            <a:spLocks noChangeShapeType="1"/>
          </p:cNvSpPr>
          <p:nvPr/>
        </p:nvSpPr>
        <p:spPr bwMode="auto">
          <a:xfrm>
            <a:off x="6418263" y="2078038"/>
            <a:ext cx="266700" cy="2549525"/>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160" name="Oval 163">
            <a:extLst>
              <a:ext uri="{FF2B5EF4-FFF2-40B4-BE49-F238E27FC236}">
                <a16:creationId xmlns:a16="http://schemas.microsoft.com/office/drawing/2014/main" id="{72DF52B2-8037-8AF7-9B6F-8BC731FA68CA}"/>
              </a:ext>
            </a:extLst>
          </p:cNvPr>
          <p:cNvSpPr>
            <a:spLocks noChangeArrowheads="1"/>
          </p:cNvSpPr>
          <p:nvPr/>
        </p:nvSpPr>
        <p:spPr bwMode="auto">
          <a:xfrm>
            <a:off x="6326188" y="2005013"/>
            <a:ext cx="106362" cy="106362"/>
          </a:xfrm>
          <a:prstGeom prst="ellipse">
            <a:avLst/>
          </a:prstGeom>
          <a:solidFill>
            <a:schemeClr val="accent1"/>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26108">
                                            <p:txEl>
                                              <p:pRg st="0" end="0"/>
                                            </p:txEl>
                                          </p:spTgt>
                                        </p:tgtEl>
                                        <p:attrNameLst>
                                          <p:attrName>style.visibility</p:attrName>
                                        </p:attrNameLst>
                                      </p:cBhvr>
                                      <p:to>
                                        <p:strVal val="visible"/>
                                      </p:to>
                                    </p:set>
                                    <p:animEffect transition="in" filter="blinds(horizontal)">
                                      <p:cBhvr>
                                        <p:cTn id="7" dur="500"/>
                                        <p:tgtEl>
                                          <p:spTgt spid="12610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26109">
                                            <p:txEl>
                                              <p:pRg st="0" end="0"/>
                                            </p:txEl>
                                          </p:spTgt>
                                        </p:tgtEl>
                                        <p:attrNameLst>
                                          <p:attrName>style.visibility</p:attrName>
                                        </p:attrNameLst>
                                      </p:cBhvr>
                                      <p:to>
                                        <p:strVal val="visible"/>
                                      </p:to>
                                    </p:set>
                                    <p:animEffect transition="in" filter="blinds(horizontal)">
                                      <p:cBhvr>
                                        <p:cTn id="12" dur="500"/>
                                        <p:tgtEl>
                                          <p:spTgt spid="12610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26104"/>
                                        </p:tgtEl>
                                        <p:attrNameLst>
                                          <p:attrName>style.visibility</p:attrName>
                                        </p:attrNameLst>
                                      </p:cBhvr>
                                      <p:to>
                                        <p:strVal val="visible"/>
                                      </p:to>
                                    </p:set>
                                    <p:animEffect transition="in" filter="blinds(horizontal)">
                                      <p:cBhvr>
                                        <p:cTn id="17" dur="500"/>
                                        <p:tgtEl>
                                          <p:spTgt spid="1261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26105"/>
                                        </p:tgtEl>
                                        <p:attrNameLst>
                                          <p:attrName>style.visibility</p:attrName>
                                        </p:attrNameLst>
                                      </p:cBhvr>
                                      <p:to>
                                        <p:strVal val="visible"/>
                                      </p:to>
                                    </p:set>
                                    <p:animEffect transition="in" filter="blinds(horizontal)">
                                      <p:cBhvr>
                                        <p:cTn id="22" dur="500"/>
                                        <p:tgtEl>
                                          <p:spTgt spid="1261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26112"/>
                                        </p:tgtEl>
                                        <p:attrNameLst>
                                          <p:attrName>style.visibility</p:attrName>
                                        </p:attrNameLst>
                                      </p:cBhvr>
                                      <p:to>
                                        <p:strVal val="visible"/>
                                      </p:to>
                                    </p:set>
                                    <p:animEffect transition="in" filter="blinds(horizontal)">
                                      <p:cBhvr>
                                        <p:cTn id="27" dur="500"/>
                                        <p:tgtEl>
                                          <p:spTgt spid="126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46CFA88E-7F74-86D9-8C3B-3B1CCEE6399A}"/>
              </a:ext>
            </a:extLst>
          </p:cNvPr>
          <p:cNvSpPr>
            <a:spLocks noGrp="1" noChangeArrowheads="1"/>
          </p:cNvSpPr>
          <p:nvPr>
            <p:ph type="title"/>
          </p:nvPr>
        </p:nvSpPr>
        <p:spPr>
          <a:xfrm>
            <a:off x="800100" y="228600"/>
            <a:ext cx="5310188" cy="371475"/>
          </a:xfrm>
        </p:spPr>
        <p:txBody>
          <a:bodyPr/>
          <a:lstStyle/>
          <a:p>
            <a:r>
              <a:rPr lang="zh-CN" altLang="en-US">
                <a:ea typeface="宋体" panose="02010600030101010101" pitchFamily="2" charset="-122"/>
              </a:rPr>
              <a:t>回顾</a:t>
            </a:r>
            <a:r>
              <a:rPr lang="en-US" altLang="zh-CN">
                <a:ea typeface="宋体" panose="02010600030101010101" pitchFamily="2" charset="-122"/>
              </a:rPr>
              <a:t>: Load</a:t>
            </a:r>
            <a:r>
              <a:rPr lang="zh-CN" altLang="en-US">
                <a:ea typeface="宋体" panose="02010600030101010101" pitchFamily="2" charset="-122"/>
              </a:rPr>
              <a:t>指令引起的延迟现象</a:t>
            </a:r>
            <a:endParaRPr lang="en-US" altLang="zh-CN">
              <a:ea typeface="宋体" panose="02010600030101010101" pitchFamily="2" charset="-122"/>
            </a:endParaRPr>
          </a:p>
        </p:txBody>
      </p:sp>
      <p:sp>
        <p:nvSpPr>
          <p:cNvPr id="130051" name="Rectangle 3">
            <a:extLst>
              <a:ext uri="{FF2B5EF4-FFF2-40B4-BE49-F238E27FC236}">
                <a16:creationId xmlns:a16="http://schemas.microsoft.com/office/drawing/2014/main" id="{3870F092-5033-5908-BB95-F6C73D9F0DD0}"/>
              </a:ext>
            </a:extLst>
          </p:cNvPr>
          <p:cNvSpPr>
            <a:spLocks noGrp="1" noChangeArrowheads="1"/>
          </p:cNvSpPr>
          <p:nvPr>
            <p:ph idx="1"/>
          </p:nvPr>
        </p:nvSpPr>
        <p:spPr>
          <a:xfrm>
            <a:off x="320675" y="4164013"/>
            <a:ext cx="8408988" cy="358775"/>
          </a:xfrm>
        </p:spPr>
        <p:txBody>
          <a:bodyPr/>
          <a:lstStyle/>
          <a:p>
            <a:pPr marL="0" indent="0">
              <a:buFont typeface="Times New Roman" panose="02020603050405020304" pitchFamily="18" charset="0"/>
              <a:buNone/>
            </a:pPr>
            <a:r>
              <a:rPr lang="en-US" altLang="zh-CN" sz="2000">
                <a:solidFill>
                  <a:srgbClr val="FF0000"/>
                </a:solidFill>
                <a:latin typeface="微软雅黑" panose="020B0503020204020204" pitchFamily="34" charset="-122"/>
                <a:ea typeface="微软雅黑" panose="020B0503020204020204" pitchFamily="34" charset="-122"/>
              </a:rPr>
              <a:t>Load</a:t>
            </a:r>
            <a:r>
              <a:rPr lang="zh-CN" altLang="en-US" sz="2000">
                <a:solidFill>
                  <a:srgbClr val="FF0000"/>
                </a:solidFill>
                <a:latin typeface="微软雅黑" panose="020B0503020204020204" pitchFamily="34" charset="-122"/>
                <a:ea typeface="微软雅黑" panose="020B0503020204020204" pitchFamily="34" charset="-122"/>
              </a:rPr>
              <a:t>指令最早在哪个流水线寄存器中开始有后续指令需要的值？</a:t>
            </a:r>
          </a:p>
        </p:txBody>
      </p:sp>
      <p:sp>
        <p:nvSpPr>
          <p:cNvPr id="2" name="Rectangle 4">
            <a:extLst>
              <a:ext uri="{FF2B5EF4-FFF2-40B4-BE49-F238E27FC236}">
                <a16:creationId xmlns:a16="http://schemas.microsoft.com/office/drawing/2014/main" id="{BFB6C4F8-4ABC-F8FC-0C00-8A0A36036FA8}"/>
              </a:ext>
            </a:extLst>
          </p:cNvPr>
          <p:cNvSpPr>
            <a:spLocks noChangeArrowheads="1"/>
          </p:cNvSpPr>
          <p:nvPr/>
        </p:nvSpPr>
        <p:spPr bwMode="auto">
          <a:xfrm>
            <a:off x="442913" y="1143000"/>
            <a:ext cx="6889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Clock</a:t>
            </a:r>
          </a:p>
        </p:txBody>
      </p:sp>
      <p:grpSp>
        <p:nvGrpSpPr>
          <p:cNvPr id="130052" name="Group 5">
            <a:extLst>
              <a:ext uri="{FF2B5EF4-FFF2-40B4-BE49-F238E27FC236}">
                <a16:creationId xmlns:a16="http://schemas.microsoft.com/office/drawing/2014/main" id="{1E3563D1-0003-D416-12A1-28FF82BFFFA5}"/>
              </a:ext>
            </a:extLst>
          </p:cNvPr>
          <p:cNvGrpSpPr>
            <a:grpSpLocks/>
          </p:cNvGrpSpPr>
          <p:nvPr/>
        </p:nvGrpSpPr>
        <p:grpSpPr bwMode="auto">
          <a:xfrm>
            <a:off x="1219200" y="1130300"/>
            <a:ext cx="825500" cy="254000"/>
            <a:chOff x="768" y="712"/>
            <a:chExt cx="520" cy="160"/>
          </a:xfrm>
        </p:grpSpPr>
        <p:sp>
          <p:nvSpPr>
            <p:cNvPr id="130053" name="Line 6">
              <a:extLst>
                <a:ext uri="{FF2B5EF4-FFF2-40B4-BE49-F238E27FC236}">
                  <a16:creationId xmlns:a16="http://schemas.microsoft.com/office/drawing/2014/main" id="{049AFADF-B695-18E3-9B52-CD58A5A77663}"/>
                </a:ext>
              </a:extLst>
            </p:cNvPr>
            <p:cNvSpPr>
              <a:spLocks noChangeShapeType="1"/>
            </p:cNvSpPr>
            <p:nvPr/>
          </p:nvSpPr>
          <p:spPr bwMode="auto">
            <a:xfrm>
              <a:off x="776"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54" name="Line 7">
              <a:extLst>
                <a:ext uri="{FF2B5EF4-FFF2-40B4-BE49-F238E27FC236}">
                  <a16:creationId xmlns:a16="http://schemas.microsoft.com/office/drawing/2014/main" id="{CA40F4F8-06CE-5A6B-D207-3D82364DC0AD}"/>
                </a:ext>
              </a:extLst>
            </p:cNvPr>
            <p:cNvSpPr>
              <a:spLocks noChangeShapeType="1"/>
            </p:cNvSpPr>
            <p:nvPr/>
          </p:nvSpPr>
          <p:spPr bwMode="auto">
            <a:xfrm>
              <a:off x="768"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55" name="Line 8">
              <a:extLst>
                <a:ext uri="{FF2B5EF4-FFF2-40B4-BE49-F238E27FC236}">
                  <a16:creationId xmlns:a16="http://schemas.microsoft.com/office/drawing/2014/main" id="{2A57942B-C5E6-45B5-1C42-4EA83FAE38DC}"/>
                </a:ext>
              </a:extLst>
            </p:cNvPr>
            <p:cNvSpPr>
              <a:spLocks noChangeShapeType="1"/>
            </p:cNvSpPr>
            <p:nvPr/>
          </p:nvSpPr>
          <p:spPr bwMode="auto">
            <a:xfrm flipV="1">
              <a:off x="1056"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56" name="Line 9">
              <a:extLst>
                <a:ext uri="{FF2B5EF4-FFF2-40B4-BE49-F238E27FC236}">
                  <a16:creationId xmlns:a16="http://schemas.microsoft.com/office/drawing/2014/main" id="{DA71FB3E-D18B-688D-8878-7E87A0A037BE}"/>
                </a:ext>
              </a:extLst>
            </p:cNvPr>
            <p:cNvSpPr>
              <a:spLocks noChangeShapeType="1"/>
            </p:cNvSpPr>
            <p:nvPr/>
          </p:nvSpPr>
          <p:spPr bwMode="auto">
            <a:xfrm>
              <a:off x="1064"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0057" name="Group 10">
            <a:extLst>
              <a:ext uri="{FF2B5EF4-FFF2-40B4-BE49-F238E27FC236}">
                <a16:creationId xmlns:a16="http://schemas.microsoft.com/office/drawing/2014/main" id="{24CF5143-BBFD-3346-1572-2623A4103494}"/>
              </a:ext>
            </a:extLst>
          </p:cNvPr>
          <p:cNvGrpSpPr>
            <a:grpSpLocks/>
          </p:cNvGrpSpPr>
          <p:nvPr/>
        </p:nvGrpSpPr>
        <p:grpSpPr bwMode="auto">
          <a:xfrm>
            <a:off x="2057400" y="1130300"/>
            <a:ext cx="825500" cy="254000"/>
            <a:chOff x="1296" y="712"/>
            <a:chExt cx="520" cy="160"/>
          </a:xfrm>
        </p:grpSpPr>
        <p:sp>
          <p:nvSpPr>
            <p:cNvPr id="130058" name="Line 11">
              <a:extLst>
                <a:ext uri="{FF2B5EF4-FFF2-40B4-BE49-F238E27FC236}">
                  <a16:creationId xmlns:a16="http://schemas.microsoft.com/office/drawing/2014/main" id="{FE3508ED-BB43-0DBD-99B2-DD7CF100152D}"/>
                </a:ext>
              </a:extLst>
            </p:cNvPr>
            <p:cNvSpPr>
              <a:spLocks noChangeShapeType="1"/>
            </p:cNvSpPr>
            <p:nvPr/>
          </p:nvSpPr>
          <p:spPr bwMode="auto">
            <a:xfrm>
              <a:off x="1304"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59" name="Line 12">
              <a:extLst>
                <a:ext uri="{FF2B5EF4-FFF2-40B4-BE49-F238E27FC236}">
                  <a16:creationId xmlns:a16="http://schemas.microsoft.com/office/drawing/2014/main" id="{8703A97E-3B27-D185-2091-A6FC71147099}"/>
                </a:ext>
              </a:extLst>
            </p:cNvPr>
            <p:cNvSpPr>
              <a:spLocks noChangeShapeType="1"/>
            </p:cNvSpPr>
            <p:nvPr/>
          </p:nvSpPr>
          <p:spPr bwMode="auto">
            <a:xfrm>
              <a:off x="1296"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60" name="Line 13">
              <a:extLst>
                <a:ext uri="{FF2B5EF4-FFF2-40B4-BE49-F238E27FC236}">
                  <a16:creationId xmlns:a16="http://schemas.microsoft.com/office/drawing/2014/main" id="{648C7B42-E2BF-EC4F-BA76-6B11E15381BD}"/>
                </a:ext>
              </a:extLst>
            </p:cNvPr>
            <p:cNvSpPr>
              <a:spLocks noChangeShapeType="1"/>
            </p:cNvSpPr>
            <p:nvPr/>
          </p:nvSpPr>
          <p:spPr bwMode="auto">
            <a:xfrm flipV="1">
              <a:off x="1584"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61" name="Line 14">
              <a:extLst>
                <a:ext uri="{FF2B5EF4-FFF2-40B4-BE49-F238E27FC236}">
                  <a16:creationId xmlns:a16="http://schemas.microsoft.com/office/drawing/2014/main" id="{428985A1-6EE7-1BDF-0308-EE647222FD0A}"/>
                </a:ext>
              </a:extLst>
            </p:cNvPr>
            <p:cNvSpPr>
              <a:spLocks noChangeShapeType="1"/>
            </p:cNvSpPr>
            <p:nvPr/>
          </p:nvSpPr>
          <p:spPr bwMode="auto">
            <a:xfrm>
              <a:off x="1592"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0062" name="Group 15">
            <a:extLst>
              <a:ext uri="{FF2B5EF4-FFF2-40B4-BE49-F238E27FC236}">
                <a16:creationId xmlns:a16="http://schemas.microsoft.com/office/drawing/2014/main" id="{AB8486B7-8782-35C8-0E84-0205EED5E3CD}"/>
              </a:ext>
            </a:extLst>
          </p:cNvPr>
          <p:cNvGrpSpPr>
            <a:grpSpLocks/>
          </p:cNvGrpSpPr>
          <p:nvPr/>
        </p:nvGrpSpPr>
        <p:grpSpPr bwMode="auto">
          <a:xfrm>
            <a:off x="2895600" y="1130300"/>
            <a:ext cx="825500" cy="254000"/>
            <a:chOff x="1824" y="712"/>
            <a:chExt cx="520" cy="160"/>
          </a:xfrm>
        </p:grpSpPr>
        <p:sp>
          <p:nvSpPr>
            <p:cNvPr id="130063" name="Line 16">
              <a:extLst>
                <a:ext uri="{FF2B5EF4-FFF2-40B4-BE49-F238E27FC236}">
                  <a16:creationId xmlns:a16="http://schemas.microsoft.com/office/drawing/2014/main" id="{1794E9DF-F5F3-D47B-63AB-3FE8BB40C04B}"/>
                </a:ext>
              </a:extLst>
            </p:cNvPr>
            <p:cNvSpPr>
              <a:spLocks noChangeShapeType="1"/>
            </p:cNvSpPr>
            <p:nvPr/>
          </p:nvSpPr>
          <p:spPr bwMode="auto">
            <a:xfrm>
              <a:off x="1832"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64" name="Line 17">
              <a:extLst>
                <a:ext uri="{FF2B5EF4-FFF2-40B4-BE49-F238E27FC236}">
                  <a16:creationId xmlns:a16="http://schemas.microsoft.com/office/drawing/2014/main" id="{09F5359F-C620-C202-6177-92552CED3504}"/>
                </a:ext>
              </a:extLst>
            </p:cNvPr>
            <p:cNvSpPr>
              <a:spLocks noChangeShapeType="1"/>
            </p:cNvSpPr>
            <p:nvPr/>
          </p:nvSpPr>
          <p:spPr bwMode="auto">
            <a:xfrm>
              <a:off x="1824"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65" name="Line 18">
              <a:extLst>
                <a:ext uri="{FF2B5EF4-FFF2-40B4-BE49-F238E27FC236}">
                  <a16:creationId xmlns:a16="http://schemas.microsoft.com/office/drawing/2014/main" id="{AA4E3C9A-8978-08B7-4367-09151AEE576F}"/>
                </a:ext>
              </a:extLst>
            </p:cNvPr>
            <p:cNvSpPr>
              <a:spLocks noChangeShapeType="1"/>
            </p:cNvSpPr>
            <p:nvPr/>
          </p:nvSpPr>
          <p:spPr bwMode="auto">
            <a:xfrm flipV="1">
              <a:off x="2112"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66" name="Line 19">
              <a:extLst>
                <a:ext uri="{FF2B5EF4-FFF2-40B4-BE49-F238E27FC236}">
                  <a16:creationId xmlns:a16="http://schemas.microsoft.com/office/drawing/2014/main" id="{382A8ABB-3C8C-0544-6F22-B140EABE2D02}"/>
                </a:ext>
              </a:extLst>
            </p:cNvPr>
            <p:cNvSpPr>
              <a:spLocks noChangeShapeType="1"/>
            </p:cNvSpPr>
            <p:nvPr/>
          </p:nvSpPr>
          <p:spPr bwMode="auto">
            <a:xfrm>
              <a:off x="2120"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0067" name="Group 20">
            <a:extLst>
              <a:ext uri="{FF2B5EF4-FFF2-40B4-BE49-F238E27FC236}">
                <a16:creationId xmlns:a16="http://schemas.microsoft.com/office/drawing/2014/main" id="{2772B306-1F9A-C4F4-DE65-AF82EAD6A058}"/>
              </a:ext>
            </a:extLst>
          </p:cNvPr>
          <p:cNvGrpSpPr>
            <a:grpSpLocks/>
          </p:cNvGrpSpPr>
          <p:nvPr/>
        </p:nvGrpSpPr>
        <p:grpSpPr bwMode="auto">
          <a:xfrm>
            <a:off x="3733800" y="1130300"/>
            <a:ext cx="825500" cy="254000"/>
            <a:chOff x="2352" y="712"/>
            <a:chExt cx="520" cy="160"/>
          </a:xfrm>
        </p:grpSpPr>
        <p:sp>
          <p:nvSpPr>
            <p:cNvPr id="130068" name="Line 21">
              <a:extLst>
                <a:ext uri="{FF2B5EF4-FFF2-40B4-BE49-F238E27FC236}">
                  <a16:creationId xmlns:a16="http://schemas.microsoft.com/office/drawing/2014/main" id="{5A43CD4F-43F4-46B3-9C33-623A71B4CFB9}"/>
                </a:ext>
              </a:extLst>
            </p:cNvPr>
            <p:cNvSpPr>
              <a:spLocks noChangeShapeType="1"/>
            </p:cNvSpPr>
            <p:nvPr/>
          </p:nvSpPr>
          <p:spPr bwMode="auto">
            <a:xfrm>
              <a:off x="2360"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69" name="Line 22">
              <a:extLst>
                <a:ext uri="{FF2B5EF4-FFF2-40B4-BE49-F238E27FC236}">
                  <a16:creationId xmlns:a16="http://schemas.microsoft.com/office/drawing/2014/main" id="{952D6853-2573-61B4-9318-934B867C8155}"/>
                </a:ext>
              </a:extLst>
            </p:cNvPr>
            <p:cNvSpPr>
              <a:spLocks noChangeShapeType="1"/>
            </p:cNvSpPr>
            <p:nvPr/>
          </p:nvSpPr>
          <p:spPr bwMode="auto">
            <a:xfrm>
              <a:off x="2352"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70" name="Line 23">
              <a:extLst>
                <a:ext uri="{FF2B5EF4-FFF2-40B4-BE49-F238E27FC236}">
                  <a16:creationId xmlns:a16="http://schemas.microsoft.com/office/drawing/2014/main" id="{CDF1E8C9-BA83-DF55-343C-4DD277ABABF9}"/>
                </a:ext>
              </a:extLst>
            </p:cNvPr>
            <p:cNvSpPr>
              <a:spLocks noChangeShapeType="1"/>
            </p:cNvSpPr>
            <p:nvPr/>
          </p:nvSpPr>
          <p:spPr bwMode="auto">
            <a:xfrm flipV="1">
              <a:off x="2640"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71" name="Line 24">
              <a:extLst>
                <a:ext uri="{FF2B5EF4-FFF2-40B4-BE49-F238E27FC236}">
                  <a16:creationId xmlns:a16="http://schemas.microsoft.com/office/drawing/2014/main" id="{F8CB0511-5692-087F-DE43-03CF4DEB4AF3}"/>
                </a:ext>
              </a:extLst>
            </p:cNvPr>
            <p:cNvSpPr>
              <a:spLocks noChangeShapeType="1"/>
            </p:cNvSpPr>
            <p:nvPr/>
          </p:nvSpPr>
          <p:spPr bwMode="auto">
            <a:xfrm>
              <a:off x="2648"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0072" name="Group 25">
            <a:extLst>
              <a:ext uri="{FF2B5EF4-FFF2-40B4-BE49-F238E27FC236}">
                <a16:creationId xmlns:a16="http://schemas.microsoft.com/office/drawing/2014/main" id="{8406B702-E73F-8FF2-8377-609484A52029}"/>
              </a:ext>
            </a:extLst>
          </p:cNvPr>
          <p:cNvGrpSpPr>
            <a:grpSpLocks/>
          </p:cNvGrpSpPr>
          <p:nvPr/>
        </p:nvGrpSpPr>
        <p:grpSpPr bwMode="auto">
          <a:xfrm>
            <a:off x="4572000" y="1130300"/>
            <a:ext cx="825500" cy="254000"/>
            <a:chOff x="2880" y="712"/>
            <a:chExt cx="520" cy="160"/>
          </a:xfrm>
        </p:grpSpPr>
        <p:sp>
          <p:nvSpPr>
            <p:cNvPr id="130073" name="Line 26">
              <a:extLst>
                <a:ext uri="{FF2B5EF4-FFF2-40B4-BE49-F238E27FC236}">
                  <a16:creationId xmlns:a16="http://schemas.microsoft.com/office/drawing/2014/main" id="{77C749C0-F5AC-3F3C-0A83-D60466B6BB6F}"/>
                </a:ext>
              </a:extLst>
            </p:cNvPr>
            <p:cNvSpPr>
              <a:spLocks noChangeShapeType="1"/>
            </p:cNvSpPr>
            <p:nvPr/>
          </p:nvSpPr>
          <p:spPr bwMode="auto">
            <a:xfrm>
              <a:off x="2888"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74" name="Line 27">
              <a:extLst>
                <a:ext uri="{FF2B5EF4-FFF2-40B4-BE49-F238E27FC236}">
                  <a16:creationId xmlns:a16="http://schemas.microsoft.com/office/drawing/2014/main" id="{F303B83A-360A-D168-993A-8028C8552CE7}"/>
                </a:ext>
              </a:extLst>
            </p:cNvPr>
            <p:cNvSpPr>
              <a:spLocks noChangeShapeType="1"/>
            </p:cNvSpPr>
            <p:nvPr/>
          </p:nvSpPr>
          <p:spPr bwMode="auto">
            <a:xfrm>
              <a:off x="2880"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75" name="Line 28">
              <a:extLst>
                <a:ext uri="{FF2B5EF4-FFF2-40B4-BE49-F238E27FC236}">
                  <a16:creationId xmlns:a16="http://schemas.microsoft.com/office/drawing/2014/main" id="{C17FC864-427E-1133-45EB-793FAC6F43A6}"/>
                </a:ext>
              </a:extLst>
            </p:cNvPr>
            <p:cNvSpPr>
              <a:spLocks noChangeShapeType="1"/>
            </p:cNvSpPr>
            <p:nvPr/>
          </p:nvSpPr>
          <p:spPr bwMode="auto">
            <a:xfrm flipV="1">
              <a:off x="3168"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76" name="Line 29">
              <a:extLst>
                <a:ext uri="{FF2B5EF4-FFF2-40B4-BE49-F238E27FC236}">
                  <a16:creationId xmlns:a16="http://schemas.microsoft.com/office/drawing/2014/main" id="{43222EF2-EFEA-44F9-FDB1-16FCDDB56C97}"/>
                </a:ext>
              </a:extLst>
            </p:cNvPr>
            <p:cNvSpPr>
              <a:spLocks noChangeShapeType="1"/>
            </p:cNvSpPr>
            <p:nvPr/>
          </p:nvSpPr>
          <p:spPr bwMode="auto">
            <a:xfrm>
              <a:off x="3176"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0077" name="Group 30">
            <a:extLst>
              <a:ext uri="{FF2B5EF4-FFF2-40B4-BE49-F238E27FC236}">
                <a16:creationId xmlns:a16="http://schemas.microsoft.com/office/drawing/2014/main" id="{F4C29FE5-87B1-457B-464D-5FF3E5AE87FA}"/>
              </a:ext>
            </a:extLst>
          </p:cNvPr>
          <p:cNvGrpSpPr>
            <a:grpSpLocks/>
          </p:cNvGrpSpPr>
          <p:nvPr/>
        </p:nvGrpSpPr>
        <p:grpSpPr bwMode="auto">
          <a:xfrm>
            <a:off x="5410200" y="1130300"/>
            <a:ext cx="825500" cy="254000"/>
            <a:chOff x="3408" y="712"/>
            <a:chExt cx="520" cy="160"/>
          </a:xfrm>
        </p:grpSpPr>
        <p:sp>
          <p:nvSpPr>
            <p:cNvPr id="130078" name="Line 31">
              <a:extLst>
                <a:ext uri="{FF2B5EF4-FFF2-40B4-BE49-F238E27FC236}">
                  <a16:creationId xmlns:a16="http://schemas.microsoft.com/office/drawing/2014/main" id="{86DEB5DC-4490-4A7A-7775-CCDFB6DA4916}"/>
                </a:ext>
              </a:extLst>
            </p:cNvPr>
            <p:cNvSpPr>
              <a:spLocks noChangeShapeType="1"/>
            </p:cNvSpPr>
            <p:nvPr/>
          </p:nvSpPr>
          <p:spPr bwMode="auto">
            <a:xfrm>
              <a:off x="3416"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79" name="Line 32">
              <a:extLst>
                <a:ext uri="{FF2B5EF4-FFF2-40B4-BE49-F238E27FC236}">
                  <a16:creationId xmlns:a16="http://schemas.microsoft.com/office/drawing/2014/main" id="{BCD22311-3A50-60EF-99CD-3AC0E8C99E1A}"/>
                </a:ext>
              </a:extLst>
            </p:cNvPr>
            <p:cNvSpPr>
              <a:spLocks noChangeShapeType="1"/>
            </p:cNvSpPr>
            <p:nvPr/>
          </p:nvSpPr>
          <p:spPr bwMode="auto">
            <a:xfrm>
              <a:off x="3408"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80" name="Line 33">
              <a:extLst>
                <a:ext uri="{FF2B5EF4-FFF2-40B4-BE49-F238E27FC236}">
                  <a16:creationId xmlns:a16="http://schemas.microsoft.com/office/drawing/2014/main" id="{A97ABB07-1DA1-1380-BE9A-0CA0E3328D62}"/>
                </a:ext>
              </a:extLst>
            </p:cNvPr>
            <p:cNvSpPr>
              <a:spLocks noChangeShapeType="1"/>
            </p:cNvSpPr>
            <p:nvPr/>
          </p:nvSpPr>
          <p:spPr bwMode="auto">
            <a:xfrm flipV="1">
              <a:off x="3696"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81" name="Line 34">
              <a:extLst>
                <a:ext uri="{FF2B5EF4-FFF2-40B4-BE49-F238E27FC236}">
                  <a16:creationId xmlns:a16="http://schemas.microsoft.com/office/drawing/2014/main" id="{91C9F53F-6115-5362-BF9C-7125D81C185D}"/>
                </a:ext>
              </a:extLst>
            </p:cNvPr>
            <p:cNvSpPr>
              <a:spLocks noChangeShapeType="1"/>
            </p:cNvSpPr>
            <p:nvPr/>
          </p:nvSpPr>
          <p:spPr bwMode="auto">
            <a:xfrm>
              <a:off x="3704"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0082" name="Group 35">
            <a:extLst>
              <a:ext uri="{FF2B5EF4-FFF2-40B4-BE49-F238E27FC236}">
                <a16:creationId xmlns:a16="http://schemas.microsoft.com/office/drawing/2014/main" id="{CBECC099-CD36-3604-2520-08BFF1FD89A2}"/>
              </a:ext>
            </a:extLst>
          </p:cNvPr>
          <p:cNvGrpSpPr>
            <a:grpSpLocks/>
          </p:cNvGrpSpPr>
          <p:nvPr/>
        </p:nvGrpSpPr>
        <p:grpSpPr bwMode="auto">
          <a:xfrm>
            <a:off x="6248400" y="1130300"/>
            <a:ext cx="825500" cy="254000"/>
            <a:chOff x="3936" y="712"/>
            <a:chExt cx="520" cy="160"/>
          </a:xfrm>
        </p:grpSpPr>
        <p:sp>
          <p:nvSpPr>
            <p:cNvPr id="130083" name="Line 36">
              <a:extLst>
                <a:ext uri="{FF2B5EF4-FFF2-40B4-BE49-F238E27FC236}">
                  <a16:creationId xmlns:a16="http://schemas.microsoft.com/office/drawing/2014/main" id="{716224DA-0E14-B399-93A5-0E5F801DB550}"/>
                </a:ext>
              </a:extLst>
            </p:cNvPr>
            <p:cNvSpPr>
              <a:spLocks noChangeShapeType="1"/>
            </p:cNvSpPr>
            <p:nvPr/>
          </p:nvSpPr>
          <p:spPr bwMode="auto">
            <a:xfrm>
              <a:off x="3944"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84" name="Line 37">
              <a:extLst>
                <a:ext uri="{FF2B5EF4-FFF2-40B4-BE49-F238E27FC236}">
                  <a16:creationId xmlns:a16="http://schemas.microsoft.com/office/drawing/2014/main" id="{608E6706-51FC-23CB-BD75-CBB702ECDE6B}"/>
                </a:ext>
              </a:extLst>
            </p:cNvPr>
            <p:cNvSpPr>
              <a:spLocks noChangeShapeType="1"/>
            </p:cNvSpPr>
            <p:nvPr/>
          </p:nvSpPr>
          <p:spPr bwMode="auto">
            <a:xfrm>
              <a:off x="3936"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85" name="Line 38">
              <a:extLst>
                <a:ext uri="{FF2B5EF4-FFF2-40B4-BE49-F238E27FC236}">
                  <a16:creationId xmlns:a16="http://schemas.microsoft.com/office/drawing/2014/main" id="{46164F2D-CC44-3664-12D3-4C0DB329F36A}"/>
                </a:ext>
              </a:extLst>
            </p:cNvPr>
            <p:cNvSpPr>
              <a:spLocks noChangeShapeType="1"/>
            </p:cNvSpPr>
            <p:nvPr/>
          </p:nvSpPr>
          <p:spPr bwMode="auto">
            <a:xfrm flipV="1">
              <a:off x="4224"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86" name="Line 39">
              <a:extLst>
                <a:ext uri="{FF2B5EF4-FFF2-40B4-BE49-F238E27FC236}">
                  <a16:creationId xmlns:a16="http://schemas.microsoft.com/office/drawing/2014/main" id="{7E970450-B16A-CD04-88ED-E71CB6CD7713}"/>
                </a:ext>
              </a:extLst>
            </p:cNvPr>
            <p:cNvSpPr>
              <a:spLocks noChangeShapeType="1"/>
            </p:cNvSpPr>
            <p:nvPr/>
          </p:nvSpPr>
          <p:spPr bwMode="auto">
            <a:xfrm>
              <a:off x="4232"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0087" name="Group 40">
            <a:extLst>
              <a:ext uri="{FF2B5EF4-FFF2-40B4-BE49-F238E27FC236}">
                <a16:creationId xmlns:a16="http://schemas.microsoft.com/office/drawing/2014/main" id="{EC5264DE-A665-36D8-5B82-09A4AEA02527}"/>
              </a:ext>
            </a:extLst>
          </p:cNvPr>
          <p:cNvGrpSpPr>
            <a:grpSpLocks/>
          </p:cNvGrpSpPr>
          <p:nvPr/>
        </p:nvGrpSpPr>
        <p:grpSpPr bwMode="auto">
          <a:xfrm>
            <a:off x="7086600" y="1130300"/>
            <a:ext cx="825500" cy="254000"/>
            <a:chOff x="4464" y="712"/>
            <a:chExt cx="520" cy="160"/>
          </a:xfrm>
        </p:grpSpPr>
        <p:sp>
          <p:nvSpPr>
            <p:cNvPr id="130088" name="Line 41">
              <a:extLst>
                <a:ext uri="{FF2B5EF4-FFF2-40B4-BE49-F238E27FC236}">
                  <a16:creationId xmlns:a16="http://schemas.microsoft.com/office/drawing/2014/main" id="{1DF7B423-8923-37E3-41D1-2B4E5B5E8EBE}"/>
                </a:ext>
              </a:extLst>
            </p:cNvPr>
            <p:cNvSpPr>
              <a:spLocks noChangeShapeType="1"/>
            </p:cNvSpPr>
            <p:nvPr/>
          </p:nvSpPr>
          <p:spPr bwMode="auto">
            <a:xfrm>
              <a:off x="4472" y="864"/>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89" name="Line 42">
              <a:extLst>
                <a:ext uri="{FF2B5EF4-FFF2-40B4-BE49-F238E27FC236}">
                  <a16:creationId xmlns:a16="http://schemas.microsoft.com/office/drawing/2014/main" id="{19603194-B530-2105-E368-EB3C6A61EBD2}"/>
                </a:ext>
              </a:extLst>
            </p:cNvPr>
            <p:cNvSpPr>
              <a:spLocks noChangeShapeType="1"/>
            </p:cNvSpPr>
            <p:nvPr/>
          </p:nvSpPr>
          <p:spPr bwMode="auto">
            <a:xfrm>
              <a:off x="4464" y="728"/>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90" name="Line 43">
              <a:extLst>
                <a:ext uri="{FF2B5EF4-FFF2-40B4-BE49-F238E27FC236}">
                  <a16:creationId xmlns:a16="http://schemas.microsoft.com/office/drawing/2014/main" id="{C7B3FD83-1EE0-7580-2125-B0233419F552}"/>
                </a:ext>
              </a:extLst>
            </p:cNvPr>
            <p:cNvSpPr>
              <a:spLocks noChangeShapeType="1"/>
            </p:cNvSpPr>
            <p:nvPr/>
          </p:nvSpPr>
          <p:spPr bwMode="auto">
            <a:xfrm flipV="1">
              <a:off x="4752" y="712"/>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91" name="Line 44">
              <a:extLst>
                <a:ext uri="{FF2B5EF4-FFF2-40B4-BE49-F238E27FC236}">
                  <a16:creationId xmlns:a16="http://schemas.microsoft.com/office/drawing/2014/main" id="{994C642C-17CE-86CD-C59D-452271148A9F}"/>
                </a:ext>
              </a:extLst>
            </p:cNvPr>
            <p:cNvSpPr>
              <a:spLocks noChangeShapeType="1"/>
            </p:cNvSpPr>
            <p:nvPr/>
          </p:nvSpPr>
          <p:spPr bwMode="auto">
            <a:xfrm>
              <a:off x="4760" y="720"/>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0092" name="Line 45">
            <a:extLst>
              <a:ext uri="{FF2B5EF4-FFF2-40B4-BE49-F238E27FC236}">
                <a16:creationId xmlns:a16="http://schemas.microsoft.com/office/drawing/2014/main" id="{AA427E4B-92A9-4C70-499E-D6EA2CF9531C}"/>
              </a:ext>
            </a:extLst>
          </p:cNvPr>
          <p:cNvSpPr>
            <a:spLocks noChangeShapeType="1"/>
          </p:cNvSpPr>
          <p:nvPr/>
        </p:nvSpPr>
        <p:spPr bwMode="auto">
          <a:xfrm>
            <a:off x="850900" y="1143000"/>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93" name="Line 46">
            <a:extLst>
              <a:ext uri="{FF2B5EF4-FFF2-40B4-BE49-F238E27FC236}">
                <a16:creationId xmlns:a16="http://schemas.microsoft.com/office/drawing/2014/main" id="{973E0BB9-5460-1432-B5B1-47B632E4CE33}"/>
              </a:ext>
            </a:extLst>
          </p:cNvPr>
          <p:cNvSpPr>
            <a:spLocks noChangeShapeType="1"/>
          </p:cNvSpPr>
          <p:nvPr/>
        </p:nvSpPr>
        <p:spPr bwMode="auto">
          <a:xfrm>
            <a:off x="7937500" y="13716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94" name="Line 47">
            <a:extLst>
              <a:ext uri="{FF2B5EF4-FFF2-40B4-BE49-F238E27FC236}">
                <a16:creationId xmlns:a16="http://schemas.microsoft.com/office/drawing/2014/main" id="{12DEF4AE-A610-814E-8C0E-870B20F81B23}"/>
              </a:ext>
            </a:extLst>
          </p:cNvPr>
          <p:cNvSpPr>
            <a:spLocks noChangeShapeType="1"/>
          </p:cNvSpPr>
          <p:nvPr/>
        </p:nvSpPr>
        <p:spPr bwMode="auto">
          <a:xfrm>
            <a:off x="7924800" y="1155700"/>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95" name="Line 48">
            <a:extLst>
              <a:ext uri="{FF2B5EF4-FFF2-40B4-BE49-F238E27FC236}">
                <a16:creationId xmlns:a16="http://schemas.microsoft.com/office/drawing/2014/main" id="{5B19940B-99D2-82F6-69AF-60EA4D940670}"/>
              </a:ext>
            </a:extLst>
          </p:cNvPr>
          <p:cNvSpPr>
            <a:spLocks noChangeShapeType="1"/>
          </p:cNvSpPr>
          <p:nvPr/>
        </p:nvSpPr>
        <p:spPr bwMode="auto">
          <a:xfrm flipV="1">
            <a:off x="12192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96" name="Line 49">
            <a:extLst>
              <a:ext uri="{FF2B5EF4-FFF2-40B4-BE49-F238E27FC236}">
                <a16:creationId xmlns:a16="http://schemas.microsoft.com/office/drawing/2014/main" id="{E8842C2D-24F0-69F3-8524-E447F81E91E6}"/>
              </a:ext>
            </a:extLst>
          </p:cNvPr>
          <p:cNvSpPr>
            <a:spLocks noChangeShapeType="1"/>
          </p:cNvSpPr>
          <p:nvPr/>
        </p:nvSpPr>
        <p:spPr bwMode="auto">
          <a:xfrm flipV="1">
            <a:off x="20574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97" name="Rectangle 50">
            <a:extLst>
              <a:ext uri="{FF2B5EF4-FFF2-40B4-BE49-F238E27FC236}">
                <a16:creationId xmlns:a16="http://schemas.microsoft.com/office/drawing/2014/main" id="{6F009861-42CF-8B83-09CF-30CE8351D797}"/>
              </a:ext>
            </a:extLst>
          </p:cNvPr>
          <p:cNvSpPr>
            <a:spLocks noChangeArrowheads="1"/>
          </p:cNvSpPr>
          <p:nvPr/>
        </p:nvSpPr>
        <p:spPr bwMode="auto">
          <a:xfrm>
            <a:off x="12811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a:t>
            </a:r>
          </a:p>
        </p:txBody>
      </p:sp>
      <p:sp>
        <p:nvSpPr>
          <p:cNvPr id="130098" name="Rectangle 51">
            <a:extLst>
              <a:ext uri="{FF2B5EF4-FFF2-40B4-BE49-F238E27FC236}">
                <a16:creationId xmlns:a16="http://schemas.microsoft.com/office/drawing/2014/main" id="{A18D1FC9-C420-8B50-2AB0-552FC328D265}"/>
              </a:ext>
            </a:extLst>
          </p:cNvPr>
          <p:cNvSpPr>
            <a:spLocks noChangeArrowheads="1"/>
          </p:cNvSpPr>
          <p:nvPr/>
        </p:nvSpPr>
        <p:spPr bwMode="auto">
          <a:xfrm>
            <a:off x="20431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2</a:t>
            </a:r>
          </a:p>
        </p:txBody>
      </p:sp>
      <p:sp>
        <p:nvSpPr>
          <p:cNvPr id="130099" name="Line 52">
            <a:extLst>
              <a:ext uri="{FF2B5EF4-FFF2-40B4-BE49-F238E27FC236}">
                <a16:creationId xmlns:a16="http://schemas.microsoft.com/office/drawing/2014/main" id="{B429DAAF-9040-64B1-AE20-C7544DE06A2D}"/>
              </a:ext>
            </a:extLst>
          </p:cNvPr>
          <p:cNvSpPr>
            <a:spLocks noChangeShapeType="1"/>
          </p:cNvSpPr>
          <p:nvPr/>
        </p:nvSpPr>
        <p:spPr bwMode="auto">
          <a:xfrm flipV="1">
            <a:off x="28956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100" name="Line 53">
            <a:extLst>
              <a:ext uri="{FF2B5EF4-FFF2-40B4-BE49-F238E27FC236}">
                <a16:creationId xmlns:a16="http://schemas.microsoft.com/office/drawing/2014/main" id="{7DAF1077-7F33-E291-B28F-CCA4BBD7C8F5}"/>
              </a:ext>
            </a:extLst>
          </p:cNvPr>
          <p:cNvSpPr>
            <a:spLocks noChangeShapeType="1"/>
          </p:cNvSpPr>
          <p:nvPr/>
        </p:nvSpPr>
        <p:spPr bwMode="auto">
          <a:xfrm flipV="1">
            <a:off x="37338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101" name="Line 54">
            <a:extLst>
              <a:ext uri="{FF2B5EF4-FFF2-40B4-BE49-F238E27FC236}">
                <a16:creationId xmlns:a16="http://schemas.microsoft.com/office/drawing/2014/main" id="{9E97AC67-F9AF-5FC3-8B7B-D51FC259C66A}"/>
              </a:ext>
            </a:extLst>
          </p:cNvPr>
          <p:cNvSpPr>
            <a:spLocks noChangeShapeType="1"/>
          </p:cNvSpPr>
          <p:nvPr/>
        </p:nvSpPr>
        <p:spPr bwMode="auto">
          <a:xfrm flipV="1">
            <a:off x="45720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102" name="Line 55">
            <a:extLst>
              <a:ext uri="{FF2B5EF4-FFF2-40B4-BE49-F238E27FC236}">
                <a16:creationId xmlns:a16="http://schemas.microsoft.com/office/drawing/2014/main" id="{1323004D-C9DB-7B5D-BCC6-CA1CD432FF92}"/>
              </a:ext>
            </a:extLst>
          </p:cNvPr>
          <p:cNvSpPr>
            <a:spLocks noChangeShapeType="1"/>
          </p:cNvSpPr>
          <p:nvPr/>
        </p:nvSpPr>
        <p:spPr bwMode="auto">
          <a:xfrm flipV="1">
            <a:off x="54102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103" name="Line 56">
            <a:extLst>
              <a:ext uri="{FF2B5EF4-FFF2-40B4-BE49-F238E27FC236}">
                <a16:creationId xmlns:a16="http://schemas.microsoft.com/office/drawing/2014/main" id="{CFF351BA-322A-105C-FCC8-83239F7894B0}"/>
              </a:ext>
            </a:extLst>
          </p:cNvPr>
          <p:cNvSpPr>
            <a:spLocks noChangeShapeType="1"/>
          </p:cNvSpPr>
          <p:nvPr/>
        </p:nvSpPr>
        <p:spPr bwMode="auto">
          <a:xfrm flipV="1">
            <a:off x="62484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104" name="Line 57">
            <a:extLst>
              <a:ext uri="{FF2B5EF4-FFF2-40B4-BE49-F238E27FC236}">
                <a16:creationId xmlns:a16="http://schemas.microsoft.com/office/drawing/2014/main" id="{A439EE81-DA79-BFA5-8246-D46E70C72B07}"/>
              </a:ext>
            </a:extLst>
          </p:cNvPr>
          <p:cNvSpPr>
            <a:spLocks noChangeShapeType="1"/>
          </p:cNvSpPr>
          <p:nvPr/>
        </p:nvSpPr>
        <p:spPr bwMode="auto">
          <a:xfrm flipV="1">
            <a:off x="70866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105" name="Line 58">
            <a:extLst>
              <a:ext uri="{FF2B5EF4-FFF2-40B4-BE49-F238E27FC236}">
                <a16:creationId xmlns:a16="http://schemas.microsoft.com/office/drawing/2014/main" id="{04AC6C74-ED99-41D9-B5D2-37F9BB9C7A1E}"/>
              </a:ext>
            </a:extLst>
          </p:cNvPr>
          <p:cNvSpPr>
            <a:spLocks noChangeShapeType="1"/>
          </p:cNvSpPr>
          <p:nvPr/>
        </p:nvSpPr>
        <p:spPr bwMode="auto">
          <a:xfrm flipV="1">
            <a:off x="7924800" y="7493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106" name="Rectangle 59">
            <a:extLst>
              <a:ext uri="{FF2B5EF4-FFF2-40B4-BE49-F238E27FC236}">
                <a16:creationId xmlns:a16="http://schemas.microsoft.com/office/drawing/2014/main" id="{330D0CC6-CCEB-05F5-22CB-C2BBA7B09673}"/>
              </a:ext>
            </a:extLst>
          </p:cNvPr>
          <p:cNvSpPr>
            <a:spLocks noChangeArrowheads="1"/>
          </p:cNvSpPr>
          <p:nvPr/>
        </p:nvSpPr>
        <p:spPr bwMode="auto">
          <a:xfrm>
            <a:off x="29575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3</a:t>
            </a:r>
          </a:p>
        </p:txBody>
      </p:sp>
      <p:sp>
        <p:nvSpPr>
          <p:cNvPr id="130107" name="Rectangle 60">
            <a:extLst>
              <a:ext uri="{FF2B5EF4-FFF2-40B4-BE49-F238E27FC236}">
                <a16:creationId xmlns:a16="http://schemas.microsoft.com/office/drawing/2014/main" id="{06274A0A-773A-DCA0-F867-EEEAA102ADFA}"/>
              </a:ext>
            </a:extLst>
          </p:cNvPr>
          <p:cNvSpPr>
            <a:spLocks noChangeArrowheads="1"/>
          </p:cNvSpPr>
          <p:nvPr/>
        </p:nvSpPr>
        <p:spPr bwMode="auto">
          <a:xfrm>
            <a:off x="37195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4</a:t>
            </a:r>
          </a:p>
        </p:txBody>
      </p:sp>
      <p:sp>
        <p:nvSpPr>
          <p:cNvPr id="130108" name="Rectangle 61">
            <a:extLst>
              <a:ext uri="{FF2B5EF4-FFF2-40B4-BE49-F238E27FC236}">
                <a16:creationId xmlns:a16="http://schemas.microsoft.com/office/drawing/2014/main" id="{0716473A-E37A-27D1-0095-14D09AA0C1CB}"/>
              </a:ext>
            </a:extLst>
          </p:cNvPr>
          <p:cNvSpPr>
            <a:spLocks noChangeArrowheads="1"/>
          </p:cNvSpPr>
          <p:nvPr/>
        </p:nvSpPr>
        <p:spPr bwMode="auto">
          <a:xfrm>
            <a:off x="45577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5</a:t>
            </a:r>
          </a:p>
        </p:txBody>
      </p:sp>
      <p:sp>
        <p:nvSpPr>
          <p:cNvPr id="130109" name="Rectangle 62">
            <a:extLst>
              <a:ext uri="{FF2B5EF4-FFF2-40B4-BE49-F238E27FC236}">
                <a16:creationId xmlns:a16="http://schemas.microsoft.com/office/drawing/2014/main" id="{493FCCC1-ABE1-5796-E1FE-ADCFB15756D3}"/>
              </a:ext>
            </a:extLst>
          </p:cNvPr>
          <p:cNvSpPr>
            <a:spLocks noChangeArrowheads="1"/>
          </p:cNvSpPr>
          <p:nvPr/>
        </p:nvSpPr>
        <p:spPr bwMode="auto">
          <a:xfrm>
            <a:off x="53959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6</a:t>
            </a:r>
          </a:p>
        </p:txBody>
      </p:sp>
      <p:sp>
        <p:nvSpPr>
          <p:cNvPr id="130110" name="Rectangle 63">
            <a:extLst>
              <a:ext uri="{FF2B5EF4-FFF2-40B4-BE49-F238E27FC236}">
                <a16:creationId xmlns:a16="http://schemas.microsoft.com/office/drawing/2014/main" id="{02EF84F7-7BB8-EE3B-2599-B98B39A4D4DE}"/>
              </a:ext>
            </a:extLst>
          </p:cNvPr>
          <p:cNvSpPr>
            <a:spLocks noChangeArrowheads="1"/>
          </p:cNvSpPr>
          <p:nvPr/>
        </p:nvSpPr>
        <p:spPr bwMode="auto">
          <a:xfrm>
            <a:off x="62341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7</a:t>
            </a:r>
          </a:p>
        </p:txBody>
      </p:sp>
      <p:sp>
        <p:nvSpPr>
          <p:cNvPr id="130111" name="Rectangle 64">
            <a:extLst>
              <a:ext uri="{FF2B5EF4-FFF2-40B4-BE49-F238E27FC236}">
                <a16:creationId xmlns:a16="http://schemas.microsoft.com/office/drawing/2014/main" id="{4F2DD309-C5F6-C790-3EDD-D9B43FF20E5B}"/>
              </a:ext>
            </a:extLst>
          </p:cNvPr>
          <p:cNvSpPr>
            <a:spLocks noChangeArrowheads="1"/>
          </p:cNvSpPr>
          <p:nvPr/>
        </p:nvSpPr>
        <p:spPr bwMode="auto">
          <a:xfrm>
            <a:off x="7072313" y="7620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8</a:t>
            </a:r>
          </a:p>
        </p:txBody>
      </p:sp>
      <p:grpSp>
        <p:nvGrpSpPr>
          <p:cNvPr id="130112" name="Group 65">
            <a:extLst>
              <a:ext uri="{FF2B5EF4-FFF2-40B4-BE49-F238E27FC236}">
                <a16:creationId xmlns:a16="http://schemas.microsoft.com/office/drawing/2014/main" id="{665B2AFE-65CA-6470-8B64-652F2E9A5981}"/>
              </a:ext>
            </a:extLst>
          </p:cNvPr>
          <p:cNvGrpSpPr>
            <a:grpSpLocks/>
          </p:cNvGrpSpPr>
          <p:nvPr/>
        </p:nvGrpSpPr>
        <p:grpSpPr bwMode="auto">
          <a:xfrm>
            <a:off x="1231900" y="1600200"/>
            <a:ext cx="4165600" cy="333375"/>
            <a:chOff x="776" y="1008"/>
            <a:chExt cx="2624" cy="210"/>
          </a:xfrm>
        </p:grpSpPr>
        <p:grpSp>
          <p:nvGrpSpPr>
            <p:cNvPr id="130113" name="Group 66">
              <a:extLst>
                <a:ext uri="{FF2B5EF4-FFF2-40B4-BE49-F238E27FC236}">
                  <a16:creationId xmlns:a16="http://schemas.microsoft.com/office/drawing/2014/main" id="{E6486FA6-4F4E-C24F-C692-5D71233DACCD}"/>
                </a:ext>
              </a:extLst>
            </p:cNvPr>
            <p:cNvGrpSpPr>
              <a:grpSpLocks/>
            </p:cNvGrpSpPr>
            <p:nvPr/>
          </p:nvGrpSpPr>
          <p:grpSpPr bwMode="auto">
            <a:xfrm>
              <a:off x="776" y="1008"/>
              <a:ext cx="512" cy="210"/>
              <a:chOff x="776" y="1008"/>
              <a:chExt cx="512" cy="210"/>
            </a:xfrm>
          </p:grpSpPr>
          <p:sp>
            <p:nvSpPr>
              <p:cNvPr id="130114" name="Rectangle 67">
                <a:extLst>
                  <a:ext uri="{FF2B5EF4-FFF2-40B4-BE49-F238E27FC236}">
                    <a16:creationId xmlns:a16="http://schemas.microsoft.com/office/drawing/2014/main" id="{2CFC905D-2522-1438-A5CD-2B030556E6DB}"/>
                  </a:ext>
                </a:extLst>
              </p:cNvPr>
              <p:cNvSpPr>
                <a:spLocks noChangeArrowheads="1"/>
              </p:cNvSpPr>
              <p:nvPr/>
            </p:nvSpPr>
            <p:spPr bwMode="auto">
              <a:xfrm>
                <a:off x="776"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15" name="Rectangle 68">
                <a:extLst>
                  <a:ext uri="{FF2B5EF4-FFF2-40B4-BE49-F238E27FC236}">
                    <a16:creationId xmlns:a16="http://schemas.microsoft.com/office/drawing/2014/main" id="{1085DA50-4659-7112-D26D-F2EEB6C75794}"/>
                  </a:ext>
                </a:extLst>
              </p:cNvPr>
              <p:cNvSpPr>
                <a:spLocks noChangeArrowheads="1"/>
              </p:cNvSpPr>
              <p:nvPr/>
            </p:nvSpPr>
            <p:spPr bwMode="auto">
              <a:xfrm>
                <a:off x="817" y="1008"/>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30116" name="Group 69">
              <a:extLst>
                <a:ext uri="{FF2B5EF4-FFF2-40B4-BE49-F238E27FC236}">
                  <a16:creationId xmlns:a16="http://schemas.microsoft.com/office/drawing/2014/main" id="{F0F452FB-F739-757E-8EC8-7EF54A724727}"/>
                </a:ext>
              </a:extLst>
            </p:cNvPr>
            <p:cNvGrpSpPr>
              <a:grpSpLocks/>
            </p:cNvGrpSpPr>
            <p:nvPr/>
          </p:nvGrpSpPr>
          <p:grpSpPr bwMode="auto">
            <a:xfrm>
              <a:off x="1287" y="1008"/>
              <a:ext cx="569" cy="210"/>
              <a:chOff x="1287" y="1008"/>
              <a:chExt cx="569" cy="210"/>
            </a:xfrm>
          </p:grpSpPr>
          <p:sp>
            <p:nvSpPr>
              <p:cNvPr id="130117" name="Rectangle 70">
                <a:extLst>
                  <a:ext uri="{FF2B5EF4-FFF2-40B4-BE49-F238E27FC236}">
                    <a16:creationId xmlns:a16="http://schemas.microsoft.com/office/drawing/2014/main" id="{4BF5CC4B-1AE6-2449-2A1F-F92BA391ACBC}"/>
                  </a:ext>
                </a:extLst>
              </p:cNvPr>
              <p:cNvSpPr>
                <a:spLocks noChangeArrowheads="1"/>
              </p:cNvSpPr>
              <p:nvPr/>
            </p:nvSpPr>
            <p:spPr bwMode="auto">
              <a:xfrm>
                <a:off x="1304"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18" name="Rectangle 71">
                <a:extLst>
                  <a:ext uri="{FF2B5EF4-FFF2-40B4-BE49-F238E27FC236}">
                    <a16:creationId xmlns:a16="http://schemas.microsoft.com/office/drawing/2014/main" id="{D9C14D42-F7A8-4F7E-66CA-3A6C8C2B814B}"/>
                  </a:ext>
                </a:extLst>
              </p:cNvPr>
              <p:cNvSpPr>
                <a:spLocks noChangeArrowheads="1"/>
              </p:cNvSpPr>
              <p:nvPr/>
            </p:nvSpPr>
            <p:spPr bwMode="auto">
              <a:xfrm>
                <a:off x="1287" y="1008"/>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30119" name="Group 72">
              <a:extLst>
                <a:ext uri="{FF2B5EF4-FFF2-40B4-BE49-F238E27FC236}">
                  <a16:creationId xmlns:a16="http://schemas.microsoft.com/office/drawing/2014/main" id="{CD3AF742-C38E-12FB-E7B7-555F073F589F}"/>
                </a:ext>
              </a:extLst>
            </p:cNvPr>
            <p:cNvGrpSpPr>
              <a:grpSpLocks/>
            </p:cNvGrpSpPr>
            <p:nvPr/>
          </p:nvGrpSpPr>
          <p:grpSpPr bwMode="auto">
            <a:xfrm>
              <a:off x="1832" y="1008"/>
              <a:ext cx="512" cy="210"/>
              <a:chOff x="1832" y="1008"/>
              <a:chExt cx="512" cy="210"/>
            </a:xfrm>
          </p:grpSpPr>
          <p:sp>
            <p:nvSpPr>
              <p:cNvPr id="130120" name="Rectangle 73">
                <a:extLst>
                  <a:ext uri="{FF2B5EF4-FFF2-40B4-BE49-F238E27FC236}">
                    <a16:creationId xmlns:a16="http://schemas.microsoft.com/office/drawing/2014/main" id="{D548A52F-A2D1-0573-2A51-C7D0E26588EF}"/>
                  </a:ext>
                </a:extLst>
              </p:cNvPr>
              <p:cNvSpPr>
                <a:spLocks noChangeArrowheads="1"/>
              </p:cNvSpPr>
              <p:nvPr/>
            </p:nvSpPr>
            <p:spPr bwMode="auto">
              <a:xfrm>
                <a:off x="1832"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21" name="Rectangle 74">
                <a:extLst>
                  <a:ext uri="{FF2B5EF4-FFF2-40B4-BE49-F238E27FC236}">
                    <a16:creationId xmlns:a16="http://schemas.microsoft.com/office/drawing/2014/main" id="{50980595-752C-0CDF-3C81-9BE3C84FA1A6}"/>
                  </a:ext>
                </a:extLst>
              </p:cNvPr>
              <p:cNvSpPr>
                <a:spLocks noChangeArrowheads="1"/>
              </p:cNvSpPr>
              <p:nvPr/>
            </p:nvSpPr>
            <p:spPr bwMode="auto">
              <a:xfrm>
                <a:off x="1911" y="1008"/>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30122" name="Group 75">
              <a:extLst>
                <a:ext uri="{FF2B5EF4-FFF2-40B4-BE49-F238E27FC236}">
                  <a16:creationId xmlns:a16="http://schemas.microsoft.com/office/drawing/2014/main" id="{F8654D0B-3C5A-F9EE-F2A9-859D463B2FD7}"/>
                </a:ext>
              </a:extLst>
            </p:cNvPr>
            <p:cNvGrpSpPr>
              <a:grpSpLocks/>
            </p:cNvGrpSpPr>
            <p:nvPr/>
          </p:nvGrpSpPr>
          <p:grpSpPr bwMode="auto">
            <a:xfrm>
              <a:off x="2360" y="1008"/>
              <a:ext cx="512" cy="210"/>
              <a:chOff x="2360" y="1008"/>
              <a:chExt cx="512" cy="210"/>
            </a:xfrm>
          </p:grpSpPr>
          <p:sp>
            <p:nvSpPr>
              <p:cNvPr id="130123" name="Rectangle 76">
                <a:extLst>
                  <a:ext uri="{FF2B5EF4-FFF2-40B4-BE49-F238E27FC236}">
                    <a16:creationId xmlns:a16="http://schemas.microsoft.com/office/drawing/2014/main" id="{5F2797BF-2167-441A-C432-7FF1CD03DCF8}"/>
                  </a:ext>
                </a:extLst>
              </p:cNvPr>
              <p:cNvSpPr>
                <a:spLocks noChangeArrowheads="1"/>
              </p:cNvSpPr>
              <p:nvPr/>
            </p:nvSpPr>
            <p:spPr bwMode="auto">
              <a:xfrm>
                <a:off x="2360"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24" name="Rectangle 77">
                <a:extLst>
                  <a:ext uri="{FF2B5EF4-FFF2-40B4-BE49-F238E27FC236}">
                    <a16:creationId xmlns:a16="http://schemas.microsoft.com/office/drawing/2014/main" id="{F50B322D-C78D-F28E-E321-03FEC06EE112}"/>
                  </a:ext>
                </a:extLst>
              </p:cNvPr>
              <p:cNvSpPr>
                <a:spLocks noChangeArrowheads="1"/>
              </p:cNvSpPr>
              <p:nvPr/>
            </p:nvSpPr>
            <p:spPr bwMode="auto">
              <a:xfrm>
                <a:off x="2439" y="1008"/>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30125" name="Group 78">
              <a:extLst>
                <a:ext uri="{FF2B5EF4-FFF2-40B4-BE49-F238E27FC236}">
                  <a16:creationId xmlns:a16="http://schemas.microsoft.com/office/drawing/2014/main" id="{156D0EC1-E292-5787-30D5-BDD9246FB22A}"/>
                </a:ext>
              </a:extLst>
            </p:cNvPr>
            <p:cNvGrpSpPr>
              <a:grpSpLocks/>
            </p:cNvGrpSpPr>
            <p:nvPr/>
          </p:nvGrpSpPr>
          <p:grpSpPr bwMode="auto">
            <a:xfrm>
              <a:off x="2888" y="1008"/>
              <a:ext cx="512" cy="210"/>
              <a:chOff x="2888" y="1008"/>
              <a:chExt cx="512" cy="210"/>
            </a:xfrm>
          </p:grpSpPr>
          <p:sp>
            <p:nvSpPr>
              <p:cNvPr id="130126" name="Rectangle 79">
                <a:extLst>
                  <a:ext uri="{FF2B5EF4-FFF2-40B4-BE49-F238E27FC236}">
                    <a16:creationId xmlns:a16="http://schemas.microsoft.com/office/drawing/2014/main" id="{70A1BE20-E341-C006-6AF5-A7BF2B17E488}"/>
                  </a:ext>
                </a:extLst>
              </p:cNvPr>
              <p:cNvSpPr>
                <a:spLocks noChangeArrowheads="1"/>
              </p:cNvSpPr>
              <p:nvPr/>
            </p:nvSpPr>
            <p:spPr bwMode="auto">
              <a:xfrm>
                <a:off x="2888" y="10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27" name="Rectangle 80">
                <a:extLst>
                  <a:ext uri="{FF2B5EF4-FFF2-40B4-BE49-F238E27FC236}">
                    <a16:creationId xmlns:a16="http://schemas.microsoft.com/office/drawing/2014/main" id="{8D93F0CF-5B77-8BCD-1594-B438DC7834B2}"/>
                  </a:ext>
                </a:extLst>
              </p:cNvPr>
              <p:cNvSpPr>
                <a:spLocks noChangeArrowheads="1"/>
              </p:cNvSpPr>
              <p:nvPr/>
            </p:nvSpPr>
            <p:spPr bwMode="auto">
              <a:xfrm>
                <a:off x="2967" y="1008"/>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30128" name="Rectangle 81">
            <a:extLst>
              <a:ext uri="{FF2B5EF4-FFF2-40B4-BE49-F238E27FC236}">
                <a16:creationId xmlns:a16="http://schemas.microsoft.com/office/drawing/2014/main" id="{2C6EB3AA-19D9-5C39-1A01-52997D94EC0D}"/>
              </a:ext>
            </a:extLst>
          </p:cNvPr>
          <p:cNvSpPr>
            <a:spLocks noChangeArrowheads="1"/>
          </p:cNvSpPr>
          <p:nvPr/>
        </p:nvSpPr>
        <p:spPr bwMode="auto">
          <a:xfrm>
            <a:off x="366713" y="1600200"/>
            <a:ext cx="9318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I0: Load</a:t>
            </a:r>
          </a:p>
        </p:txBody>
      </p:sp>
      <p:grpSp>
        <p:nvGrpSpPr>
          <p:cNvPr id="130129" name="Group 82">
            <a:extLst>
              <a:ext uri="{FF2B5EF4-FFF2-40B4-BE49-F238E27FC236}">
                <a16:creationId xmlns:a16="http://schemas.microsoft.com/office/drawing/2014/main" id="{86ED84EB-43A3-9B07-B047-F8B59EADC769}"/>
              </a:ext>
            </a:extLst>
          </p:cNvPr>
          <p:cNvGrpSpPr>
            <a:grpSpLocks/>
          </p:cNvGrpSpPr>
          <p:nvPr/>
        </p:nvGrpSpPr>
        <p:grpSpPr bwMode="auto">
          <a:xfrm>
            <a:off x="2070100" y="2057400"/>
            <a:ext cx="4165600" cy="333375"/>
            <a:chOff x="1304" y="1296"/>
            <a:chExt cx="2624" cy="210"/>
          </a:xfrm>
        </p:grpSpPr>
        <p:grpSp>
          <p:nvGrpSpPr>
            <p:cNvPr id="130130" name="Group 83">
              <a:extLst>
                <a:ext uri="{FF2B5EF4-FFF2-40B4-BE49-F238E27FC236}">
                  <a16:creationId xmlns:a16="http://schemas.microsoft.com/office/drawing/2014/main" id="{4E45E884-E33F-B355-387A-97702B7B04AD}"/>
                </a:ext>
              </a:extLst>
            </p:cNvPr>
            <p:cNvGrpSpPr>
              <a:grpSpLocks/>
            </p:cNvGrpSpPr>
            <p:nvPr/>
          </p:nvGrpSpPr>
          <p:grpSpPr bwMode="auto">
            <a:xfrm>
              <a:off x="1304" y="1296"/>
              <a:ext cx="512" cy="210"/>
              <a:chOff x="1304" y="1296"/>
              <a:chExt cx="512" cy="210"/>
            </a:xfrm>
          </p:grpSpPr>
          <p:sp>
            <p:nvSpPr>
              <p:cNvPr id="130131" name="Rectangle 84">
                <a:extLst>
                  <a:ext uri="{FF2B5EF4-FFF2-40B4-BE49-F238E27FC236}">
                    <a16:creationId xmlns:a16="http://schemas.microsoft.com/office/drawing/2014/main" id="{86DCCD17-5BE7-89EF-FFD7-A574D54DDA2D}"/>
                  </a:ext>
                </a:extLst>
              </p:cNvPr>
              <p:cNvSpPr>
                <a:spLocks noChangeArrowheads="1"/>
              </p:cNvSpPr>
              <p:nvPr/>
            </p:nvSpPr>
            <p:spPr bwMode="auto">
              <a:xfrm>
                <a:off x="1304"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32" name="Rectangle 85">
                <a:extLst>
                  <a:ext uri="{FF2B5EF4-FFF2-40B4-BE49-F238E27FC236}">
                    <a16:creationId xmlns:a16="http://schemas.microsoft.com/office/drawing/2014/main" id="{B5E951E5-4D9F-F52A-DD15-B56CCA7B868B}"/>
                  </a:ext>
                </a:extLst>
              </p:cNvPr>
              <p:cNvSpPr>
                <a:spLocks noChangeArrowheads="1"/>
              </p:cNvSpPr>
              <p:nvPr/>
            </p:nvSpPr>
            <p:spPr bwMode="auto">
              <a:xfrm>
                <a:off x="1345" y="1296"/>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30133" name="Group 86">
              <a:extLst>
                <a:ext uri="{FF2B5EF4-FFF2-40B4-BE49-F238E27FC236}">
                  <a16:creationId xmlns:a16="http://schemas.microsoft.com/office/drawing/2014/main" id="{B384B597-AF95-0078-548E-0E6A844D7AE4}"/>
                </a:ext>
              </a:extLst>
            </p:cNvPr>
            <p:cNvGrpSpPr>
              <a:grpSpLocks/>
            </p:cNvGrpSpPr>
            <p:nvPr/>
          </p:nvGrpSpPr>
          <p:grpSpPr bwMode="auto">
            <a:xfrm>
              <a:off x="1815" y="1296"/>
              <a:ext cx="569" cy="210"/>
              <a:chOff x="1815" y="1296"/>
              <a:chExt cx="569" cy="210"/>
            </a:xfrm>
          </p:grpSpPr>
          <p:sp>
            <p:nvSpPr>
              <p:cNvPr id="130134" name="Rectangle 87">
                <a:extLst>
                  <a:ext uri="{FF2B5EF4-FFF2-40B4-BE49-F238E27FC236}">
                    <a16:creationId xmlns:a16="http://schemas.microsoft.com/office/drawing/2014/main" id="{BF3311FC-18BC-C32F-1FB6-CC9F5C9B64E3}"/>
                  </a:ext>
                </a:extLst>
              </p:cNvPr>
              <p:cNvSpPr>
                <a:spLocks noChangeArrowheads="1"/>
              </p:cNvSpPr>
              <p:nvPr/>
            </p:nvSpPr>
            <p:spPr bwMode="auto">
              <a:xfrm>
                <a:off x="1832"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35" name="Rectangle 88">
                <a:extLst>
                  <a:ext uri="{FF2B5EF4-FFF2-40B4-BE49-F238E27FC236}">
                    <a16:creationId xmlns:a16="http://schemas.microsoft.com/office/drawing/2014/main" id="{B0B1AD04-3394-1AB2-702D-A3E66E234F3B}"/>
                  </a:ext>
                </a:extLst>
              </p:cNvPr>
              <p:cNvSpPr>
                <a:spLocks noChangeArrowheads="1"/>
              </p:cNvSpPr>
              <p:nvPr/>
            </p:nvSpPr>
            <p:spPr bwMode="auto">
              <a:xfrm>
                <a:off x="1815" y="1296"/>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30136" name="Group 89">
              <a:extLst>
                <a:ext uri="{FF2B5EF4-FFF2-40B4-BE49-F238E27FC236}">
                  <a16:creationId xmlns:a16="http://schemas.microsoft.com/office/drawing/2014/main" id="{CD568ECD-BCBD-5F2B-EDA6-9CE487B0792C}"/>
                </a:ext>
              </a:extLst>
            </p:cNvPr>
            <p:cNvGrpSpPr>
              <a:grpSpLocks/>
            </p:cNvGrpSpPr>
            <p:nvPr/>
          </p:nvGrpSpPr>
          <p:grpSpPr bwMode="auto">
            <a:xfrm>
              <a:off x="2360" y="1296"/>
              <a:ext cx="512" cy="210"/>
              <a:chOff x="2360" y="1296"/>
              <a:chExt cx="512" cy="210"/>
            </a:xfrm>
          </p:grpSpPr>
          <p:sp>
            <p:nvSpPr>
              <p:cNvPr id="130137" name="Rectangle 90">
                <a:extLst>
                  <a:ext uri="{FF2B5EF4-FFF2-40B4-BE49-F238E27FC236}">
                    <a16:creationId xmlns:a16="http://schemas.microsoft.com/office/drawing/2014/main" id="{6EBF4691-4F0D-CA28-4D56-0C53DFB5F6E8}"/>
                  </a:ext>
                </a:extLst>
              </p:cNvPr>
              <p:cNvSpPr>
                <a:spLocks noChangeArrowheads="1"/>
              </p:cNvSpPr>
              <p:nvPr/>
            </p:nvSpPr>
            <p:spPr bwMode="auto">
              <a:xfrm>
                <a:off x="2360"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38" name="Rectangle 91">
                <a:extLst>
                  <a:ext uri="{FF2B5EF4-FFF2-40B4-BE49-F238E27FC236}">
                    <a16:creationId xmlns:a16="http://schemas.microsoft.com/office/drawing/2014/main" id="{163773B5-198B-E876-DF9F-4E10F032964D}"/>
                  </a:ext>
                </a:extLst>
              </p:cNvPr>
              <p:cNvSpPr>
                <a:spLocks noChangeArrowheads="1"/>
              </p:cNvSpPr>
              <p:nvPr/>
            </p:nvSpPr>
            <p:spPr bwMode="auto">
              <a:xfrm>
                <a:off x="2439" y="1296"/>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30139" name="Group 92">
              <a:extLst>
                <a:ext uri="{FF2B5EF4-FFF2-40B4-BE49-F238E27FC236}">
                  <a16:creationId xmlns:a16="http://schemas.microsoft.com/office/drawing/2014/main" id="{D0E2C786-C357-E30A-64E5-020241031A11}"/>
                </a:ext>
              </a:extLst>
            </p:cNvPr>
            <p:cNvGrpSpPr>
              <a:grpSpLocks/>
            </p:cNvGrpSpPr>
            <p:nvPr/>
          </p:nvGrpSpPr>
          <p:grpSpPr bwMode="auto">
            <a:xfrm>
              <a:off x="2888" y="1296"/>
              <a:ext cx="512" cy="210"/>
              <a:chOff x="2888" y="1296"/>
              <a:chExt cx="512" cy="210"/>
            </a:xfrm>
          </p:grpSpPr>
          <p:sp>
            <p:nvSpPr>
              <p:cNvPr id="130140" name="Rectangle 93">
                <a:extLst>
                  <a:ext uri="{FF2B5EF4-FFF2-40B4-BE49-F238E27FC236}">
                    <a16:creationId xmlns:a16="http://schemas.microsoft.com/office/drawing/2014/main" id="{26A5A302-7660-7A10-4DA0-E8D36D7FA848}"/>
                  </a:ext>
                </a:extLst>
              </p:cNvPr>
              <p:cNvSpPr>
                <a:spLocks noChangeArrowheads="1"/>
              </p:cNvSpPr>
              <p:nvPr/>
            </p:nvSpPr>
            <p:spPr bwMode="auto">
              <a:xfrm>
                <a:off x="2888"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41" name="Rectangle 94">
                <a:extLst>
                  <a:ext uri="{FF2B5EF4-FFF2-40B4-BE49-F238E27FC236}">
                    <a16:creationId xmlns:a16="http://schemas.microsoft.com/office/drawing/2014/main" id="{A257183B-0460-4FE5-60DD-28D84A754586}"/>
                  </a:ext>
                </a:extLst>
              </p:cNvPr>
              <p:cNvSpPr>
                <a:spLocks noChangeArrowheads="1"/>
              </p:cNvSpPr>
              <p:nvPr/>
            </p:nvSpPr>
            <p:spPr bwMode="auto">
              <a:xfrm>
                <a:off x="2967" y="1296"/>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30142" name="Group 95">
              <a:extLst>
                <a:ext uri="{FF2B5EF4-FFF2-40B4-BE49-F238E27FC236}">
                  <a16:creationId xmlns:a16="http://schemas.microsoft.com/office/drawing/2014/main" id="{5E5E2AFD-2EBB-864F-0AB3-95F3D9008824}"/>
                </a:ext>
              </a:extLst>
            </p:cNvPr>
            <p:cNvGrpSpPr>
              <a:grpSpLocks/>
            </p:cNvGrpSpPr>
            <p:nvPr/>
          </p:nvGrpSpPr>
          <p:grpSpPr bwMode="auto">
            <a:xfrm>
              <a:off x="3416" y="1296"/>
              <a:ext cx="512" cy="210"/>
              <a:chOff x="3416" y="1296"/>
              <a:chExt cx="512" cy="210"/>
            </a:xfrm>
          </p:grpSpPr>
          <p:sp>
            <p:nvSpPr>
              <p:cNvPr id="130143" name="Rectangle 96">
                <a:extLst>
                  <a:ext uri="{FF2B5EF4-FFF2-40B4-BE49-F238E27FC236}">
                    <a16:creationId xmlns:a16="http://schemas.microsoft.com/office/drawing/2014/main" id="{F8D98914-9B73-8854-AE60-7E1CA2FCF8E4}"/>
                  </a:ext>
                </a:extLst>
              </p:cNvPr>
              <p:cNvSpPr>
                <a:spLocks noChangeArrowheads="1"/>
              </p:cNvSpPr>
              <p:nvPr/>
            </p:nvSpPr>
            <p:spPr bwMode="auto">
              <a:xfrm>
                <a:off x="3416"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44" name="Rectangle 97">
                <a:extLst>
                  <a:ext uri="{FF2B5EF4-FFF2-40B4-BE49-F238E27FC236}">
                    <a16:creationId xmlns:a16="http://schemas.microsoft.com/office/drawing/2014/main" id="{F2A0F1C0-F240-3535-677A-E364A3FC020C}"/>
                  </a:ext>
                </a:extLst>
              </p:cNvPr>
              <p:cNvSpPr>
                <a:spLocks noChangeArrowheads="1"/>
              </p:cNvSpPr>
              <p:nvPr/>
            </p:nvSpPr>
            <p:spPr bwMode="auto">
              <a:xfrm>
                <a:off x="3495" y="1296"/>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30145" name="Rectangle 98">
            <a:extLst>
              <a:ext uri="{FF2B5EF4-FFF2-40B4-BE49-F238E27FC236}">
                <a16:creationId xmlns:a16="http://schemas.microsoft.com/office/drawing/2014/main" id="{E86AAC0C-7710-57EF-F123-4FD1B364BB32}"/>
              </a:ext>
            </a:extLst>
          </p:cNvPr>
          <p:cNvSpPr>
            <a:spLocks noChangeArrowheads="1"/>
          </p:cNvSpPr>
          <p:nvPr/>
        </p:nvSpPr>
        <p:spPr bwMode="auto">
          <a:xfrm>
            <a:off x="1357313" y="2057400"/>
            <a:ext cx="7064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Plus 1</a:t>
            </a:r>
          </a:p>
        </p:txBody>
      </p:sp>
      <p:grpSp>
        <p:nvGrpSpPr>
          <p:cNvPr id="130146" name="Group 99">
            <a:extLst>
              <a:ext uri="{FF2B5EF4-FFF2-40B4-BE49-F238E27FC236}">
                <a16:creationId xmlns:a16="http://schemas.microsoft.com/office/drawing/2014/main" id="{738BDCD4-CE68-D22C-592A-D0A406414189}"/>
              </a:ext>
            </a:extLst>
          </p:cNvPr>
          <p:cNvGrpSpPr>
            <a:grpSpLocks/>
          </p:cNvGrpSpPr>
          <p:nvPr/>
        </p:nvGrpSpPr>
        <p:grpSpPr bwMode="auto">
          <a:xfrm>
            <a:off x="2908300" y="2514600"/>
            <a:ext cx="4165600" cy="333375"/>
            <a:chOff x="1832" y="1584"/>
            <a:chExt cx="2624" cy="210"/>
          </a:xfrm>
        </p:grpSpPr>
        <p:grpSp>
          <p:nvGrpSpPr>
            <p:cNvPr id="130147" name="Group 100">
              <a:extLst>
                <a:ext uri="{FF2B5EF4-FFF2-40B4-BE49-F238E27FC236}">
                  <a16:creationId xmlns:a16="http://schemas.microsoft.com/office/drawing/2014/main" id="{3B647605-9F6F-5F46-FC5D-A255DF6F6CF4}"/>
                </a:ext>
              </a:extLst>
            </p:cNvPr>
            <p:cNvGrpSpPr>
              <a:grpSpLocks/>
            </p:cNvGrpSpPr>
            <p:nvPr/>
          </p:nvGrpSpPr>
          <p:grpSpPr bwMode="auto">
            <a:xfrm>
              <a:off x="1832" y="1584"/>
              <a:ext cx="512" cy="210"/>
              <a:chOff x="1832" y="1584"/>
              <a:chExt cx="512" cy="210"/>
            </a:xfrm>
          </p:grpSpPr>
          <p:sp>
            <p:nvSpPr>
              <p:cNvPr id="130148" name="Rectangle 101">
                <a:extLst>
                  <a:ext uri="{FF2B5EF4-FFF2-40B4-BE49-F238E27FC236}">
                    <a16:creationId xmlns:a16="http://schemas.microsoft.com/office/drawing/2014/main" id="{929869C5-B14D-56F3-515C-91621FD76795}"/>
                  </a:ext>
                </a:extLst>
              </p:cNvPr>
              <p:cNvSpPr>
                <a:spLocks noChangeArrowheads="1"/>
              </p:cNvSpPr>
              <p:nvPr/>
            </p:nvSpPr>
            <p:spPr bwMode="auto">
              <a:xfrm>
                <a:off x="1832"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49" name="Rectangle 102">
                <a:extLst>
                  <a:ext uri="{FF2B5EF4-FFF2-40B4-BE49-F238E27FC236}">
                    <a16:creationId xmlns:a16="http://schemas.microsoft.com/office/drawing/2014/main" id="{DA32A8AF-31DD-4950-9EA7-72CB445D511D}"/>
                  </a:ext>
                </a:extLst>
              </p:cNvPr>
              <p:cNvSpPr>
                <a:spLocks noChangeArrowheads="1"/>
              </p:cNvSpPr>
              <p:nvPr/>
            </p:nvSpPr>
            <p:spPr bwMode="auto">
              <a:xfrm>
                <a:off x="1873" y="158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30150" name="Group 103">
              <a:extLst>
                <a:ext uri="{FF2B5EF4-FFF2-40B4-BE49-F238E27FC236}">
                  <a16:creationId xmlns:a16="http://schemas.microsoft.com/office/drawing/2014/main" id="{B8E63206-8883-6A7C-D556-772F3FE89EDD}"/>
                </a:ext>
              </a:extLst>
            </p:cNvPr>
            <p:cNvGrpSpPr>
              <a:grpSpLocks/>
            </p:cNvGrpSpPr>
            <p:nvPr/>
          </p:nvGrpSpPr>
          <p:grpSpPr bwMode="auto">
            <a:xfrm>
              <a:off x="2343" y="1584"/>
              <a:ext cx="569" cy="210"/>
              <a:chOff x="2343" y="1584"/>
              <a:chExt cx="569" cy="210"/>
            </a:xfrm>
          </p:grpSpPr>
          <p:sp>
            <p:nvSpPr>
              <p:cNvPr id="130151" name="Rectangle 104">
                <a:extLst>
                  <a:ext uri="{FF2B5EF4-FFF2-40B4-BE49-F238E27FC236}">
                    <a16:creationId xmlns:a16="http://schemas.microsoft.com/office/drawing/2014/main" id="{F0504651-AA88-2C82-B9D5-F01EB7B3B8A1}"/>
                  </a:ext>
                </a:extLst>
              </p:cNvPr>
              <p:cNvSpPr>
                <a:spLocks noChangeArrowheads="1"/>
              </p:cNvSpPr>
              <p:nvPr/>
            </p:nvSpPr>
            <p:spPr bwMode="auto">
              <a:xfrm>
                <a:off x="2360"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52" name="Rectangle 105">
                <a:extLst>
                  <a:ext uri="{FF2B5EF4-FFF2-40B4-BE49-F238E27FC236}">
                    <a16:creationId xmlns:a16="http://schemas.microsoft.com/office/drawing/2014/main" id="{C733AFF7-AF61-DE3A-7086-7145B8347374}"/>
                  </a:ext>
                </a:extLst>
              </p:cNvPr>
              <p:cNvSpPr>
                <a:spLocks noChangeArrowheads="1"/>
              </p:cNvSpPr>
              <p:nvPr/>
            </p:nvSpPr>
            <p:spPr bwMode="auto">
              <a:xfrm>
                <a:off x="2343" y="1584"/>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30153" name="Group 106">
              <a:extLst>
                <a:ext uri="{FF2B5EF4-FFF2-40B4-BE49-F238E27FC236}">
                  <a16:creationId xmlns:a16="http://schemas.microsoft.com/office/drawing/2014/main" id="{D5CF7A67-3E2C-989E-E50A-A6BB1D14B86A}"/>
                </a:ext>
              </a:extLst>
            </p:cNvPr>
            <p:cNvGrpSpPr>
              <a:grpSpLocks/>
            </p:cNvGrpSpPr>
            <p:nvPr/>
          </p:nvGrpSpPr>
          <p:grpSpPr bwMode="auto">
            <a:xfrm>
              <a:off x="2888" y="1584"/>
              <a:ext cx="512" cy="210"/>
              <a:chOff x="2888" y="1584"/>
              <a:chExt cx="512" cy="210"/>
            </a:xfrm>
          </p:grpSpPr>
          <p:sp>
            <p:nvSpPr>
              <p:cNvPr id="130154" name="Rectangle 107">
                <a:extLst>
                  <a:ext uri="{FF2B5EF4-FFF2-40B4-BE49-F238E27FC236}">
                    <a16:creationId xmlns:a16="http://schemas.microsoft.com/office/drawing/2014/main" id="{A245DF18-6C4F-D52C-7185-4F8C656B0BA6}"/>
                  </a:ext>
                </a:extLst>
              </p:cNvPr>
              <p:cNvSpPr>
                <a:spLocks noChangeArrowheads="1"/>
              </p:cNvSpPr>
              <p:nvPr/>
            </p:nvSpPr>
            <p:spPr bwMode="auto">
              <a:xfrm>
                <a:off x="2888"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55" name="Rectangle 108">
                <a:extLst>
                  <a:ext uri="{FF2B5EF4-FFF2-40B4-BE49-F238E27FC236}">
                    <a16:creationId xmlns:a16="http://schemas.microsoft.com/office/drawing/2014/main" id="{A275718A-A778-027A-CC98-6E63F258A66B}"/>
                  </a:ext>
                </a:extLst>
              </p:cNvPr>
              <p:cNvSpPr>
                <a:spLocks noChangeArrowheads="1"/>
              </p:cNvSpPr>
              <p:nvPr/>
            </p:nvSpPr>
            <p:spPr bwMode="auto">
              <a:xfrm>
                <a:off x="2967" y="158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30156" name="Group 109">
              <a:extLst>
                <a:ext uri="{FF2B5EF4-FFF2-40B4-BE49-F238E27FC236}">
                  <a16:creationId xmlns:a16="http://schemas.microsoft.com/office/drawing/2014/main" id="{5123AF5C-EC99-6935-D3F7-D68B30C56103}"/>
                </a:ext>
              </a:extLst>
            </p:cNvPr>
            <p:cNvGrpSpPr>
              <a:grpSpLocks/>
            </p:cNvGrpSpPr>
            <p:nvPr/>
          </p:nvGrpSpPr>
          <p:grpSpPr bwMode="auto">
            <a:xfrm>
              <a:off x="3416" y="1584"/>
              <a:ext cx="512" cy="210"/>
              <a:chOff x="3416" y="1584"/>
              <a:chExt cx="512" cy="210"/>
            </a:xfrm>
          </p:grpSpPr>
          <p:sp>
            <p:nvSpPr>
              <p:cNvPr id="130157" name="Rectangle 110">
                <a:extLst>
                  <a:ext uri="{FF2B5EF4-FFF2-40B4-BE49-F238E27FC236}">
                    <a16:creationId xmlns:a16="http://schemas.microsoft.com/office/drawing/2014/main" id="{8C945E5D-F2DB-417E-911E-7275A1BAA1E6}"/>
                  </a:ext>
                </a:extLst>
              </p:cNvPr>
              <p:cNvSpPr>
                <a:spLocks noChangeArrowheads="1"/>
              </p:cNvSpPr>
              <p:nvPr/>
            </p:nvSpPr>
            <p:spPr bwMode="auto">
              <a:xfrm>
                <a:off x="3416"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58" name="Rectangle 111">
                <a:extLst>
                  <a:ext uri="{FF2B5EF4-FFF2-40B4-BE49-F238E27FC236}">
                    <a16:creationId xmlns:a16="http://schemas.microsoft.com/office/drawing/2014/main" id="{1952FD76-9DAE-8504-2221-409651AFB8FD}"/>
                  </a:ext>
                </a:extLst>
              </p:cNvPr>
              <p:cNvSpPr>
                <a:spLocks noChangeArrowheads="1"/>
              </p:cNvSpPr>
              <p:nvPr/>
            </p:nvSpPr>
            <p:spPr bwMode="auto">
              <a:xfrm>
                <a:off x="3495" y="158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30159" name="Group 112">
              <a:extLst>
                <a:ext uri="{FF2B5EF4-FFF2-40B4-BE49-F238E27FC236}">
                  <a16:creationId xmlns:a16="http://schemas.microsoft.com/office/drawing/2014/main" id="{B642A83D-FE9C-DE89-B56F-7880C52B12A2}"/>
                </a:ext>
              </a:extLst>
            </p:cNvPr>
            <p:cNvGrpSpPr>
              <a:grpSpLocks/>
            </p:cNvGrpSpPr>
            <p:nvPr/>
          </p:nvGrpSpPr>
          <p:grpSpPr bwMode="auto">
            <a:xfrm>
              <a:off x="3944" y="1584"/>
              <a:ext cx="512" cy="210"/>
              <a:chOff x="3944" y="1584"/>
              <a:chExt cx="512" cy="210"/>
            </a:xfrm>
          </p:grpSpPr>
          <p:sp>
            <p:nvSpPr>
              <p:cNvPr id="130160" name="Rectangle 113">
                <a:extLst>
                  <a:ext uri="{FF2B5EF4-FFF2-40B4-BE49-F238E27FC236}">
                    <a16:creationId xmlns:a16="http://schemas.microsoft.com/office/drawing/2014/main" id="{73AC37DA-B785-6494-43C3-F25260F78E81}"/>
                  </a:ext>
                </a:extLst>
              </p:cNvPr>
              <p:cNvSpPr>
                <a:spLocks noChangeArrowheads="1"/>
              </p:cNvSpPr>
              <p:nvPr/>
            </p:nvSpPr>
            <p:spPr bwMode="auto">
              <a:xfrm>
                <a:off x="3944"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61" name="Rectangle 114">
                <a:extLst>
                  <a:ext uri="{FF2B5EF4-FFF2-40B4-BE49-F238E27FC236}">
                    <a16:creationId xmlns:a16="http://schemas.microsoft.com/office/drawing/2014/main" id="{4537D239-D245-57D2-A49F-D06A5B695842}"/>
                  </a:ext>
                </a:extLst>
              </p:cNvPr>
              <p:cNvSpPr>
                <a:spLocks noChangeArrowheads="1"/>
              </p:cNvSpPr>
              <p:nvPr/>
            </p:nvSpPr>
            <p:spPr bwMode="auto">
              <a:xfrm>
                <a:off x="4023" y="1584"/>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30162" name="Rectangle 115">
            <a:extLst>
              <a:ext uri="{FF2B5EF4-FFF2-40B4-BE49-F238E27FC236}">
                <a16:creationId xmlns:a16="http://schemas.microsoft.com/office/drawing/2014/main" id="{6663023F-7975-4F61-055A-F424758C6858}"/>
              </a:ext>
            </a:extLst>
          </p:cNvPr>
          <p:cNvSpPr>
            <a:spLocks noChangeArrowheads="1"/>
          </p:cNvSpPr>
          <p:nvPr/>
        </p:nvSpPr>
        <p:spPr bwMode="auto">
          <a:xfrm>
            <a:off x="2195513" y="2514600"/>
            <a:ext cx="7064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Plus 2</a:t>
            </a:r>
          </a:p>
        </p:txBody>
      </p:sp>
      <p:grpSp>
        <p:nvGrpSpPr>
          <p:cNvPr id="130163" name="Group 116">
            <a:extLst>
              <a:ext uri="{FF2B5EF4-FFF2-40B4-BE49-F238E27FC236}">
                <a16:creationId xmlns:a16="http://schemas.microsoft.com/office/drawing/2014/main" id="{72319910-EDAB-8F31-B1CB-A971757220E2}"/>
              </a:ext>
            </a:extLst>
          </p:cNvPr>
          <p:cNvGrpSpPr>
            <a:grpSpLocks/>
          </p:cNvGrpSpPr>
          <p:nvPr/>
        </p:nvGrpSpPr>
        <p:grpSpPr bwMode="auto">
          <a:xfrm>
            <a:off x="3746500" y="2971800"/>
            <a:ext cx="4165600" cy="333375"/>
            <a:chOff x="2360" y="1872"/>
            <a:chExt cx="2624" cy="210"/>
          </a:xfrm>
        </p:grpSpPr>
        <p:grpSp>
          <p:nvGrpSpPr>
            <p:cNvPr id="130164" name="Group 117">
              <a:extLst>
                <a:ext uri="{FF2B5EF4-FFF2-40B4-BE49-F238E27FC236}">
                  <a16:creationId xmlns:a16="http://schemas.microsoft.com/office/drawing/2014/main" id="{603523E8-55FC-5EC9-A3A7-EFEE2D656DAF}"/>
                </a:ext>
              </a:extLst>
            </p:cNvPr>
            <p:cNvGrpSpPr>
              <a:grpSpLocks/>
            </p:cNvGrpSpPr>
            <p:nvPr/>
          </p:nvGrpSpPr>
          <p:grpSpPr bwMode="auto">
            <a:xfrm>
              <a:off x="2360" y="1872"/>
              <a:ext cx="512" cy="210"/>
              <a:chOff x="2360" y="1872"/>
              <a:chExt cx="512" cy="210"/>
            </a:xfrm>
          </p:grpSpPr>
          <p:sp>
            <p:nvSpPr>
              <p:cNvPr id="130165" name="Rectangle 118">
                <a:extLst>
                  <a:ext uri="{FF2B5EF4-FFF2-40B4-BE49-F238E27FC236}">
                    <a16:creationId xmlns:a16="http://schemas.microsoft.com/office/drawing/2014/main" id="{32E7214C-E848-1A4C-35AE-4ED4E4A7E17A}"/>
                  </a:ext>
                </a:extLst>
              </p:cNvPr>
              <p:cNvSpPr>
                <a:spLocks noChangeArrowheads="1"/>
              </p:cNvSpPr>
              <p:nvPr/>
            </p:nvSpPr>
            <p:spPr bwMode="auto">
              <a:xfrm>
                <a:off x="2360"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66" name="Rectangle 119">
                <a:extLst>
                  <a:ext uri="{FF2B5EF4-FFF2-40B4-BE49-F238E27FC236}">
                    <a16:creationId xmlns:a16="http://schemas.microsoft.com/office/drawing/2014/main" id="{15582590-A33C-BF7E-6E29-37699D4D31A5}"/>
                  </a:ext>
                </a:extLst>
              </p:cNvPr>
              <p:cNvSpPr>
                <a:spLocks noChangeArrowheads="1"/>
              </p:cNvSpPr>
              <p:nvPr/>
            </p:nvSpPr>
            <p:spPr bwMode="auto">
              <a:xfrm>
                <a:off x="2401" y="187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30167" name="Group 120">
              <a:extLst>
                <a:ext uri="{FF2B5EF4-FFF2-40B4-BE49-F238E27FC236}">
                  <a16:creationId xmlns:a16="http://schemas.microsoft.com/office/drawing/2014/main" id="{AA4DBF00-D0FA-9F5A-12B9-97618B427D10}"/>
                </a:ext>
              </a:extLst>
            </p:cNvPr>
            <p:cNvGrpSpPr>
              <a:grpSpLocks/>
            </p:cNvGrpSpPr>
            <p:nvPr/>
          </p:nvGrpSpPr>
          <p:grpSpPr bwMode="auto">
            <a:xfrm>
              <a:off x="2871" y="1872"/>
              <a:ext cx="569" cy="210"/>
              <a:chOff x="2871" y="1872"/>
              <a:chExt cx="569" cy="210"/>
            </a:xfrm>
          </p:grpSpPr>
          <p:sp>
            <p:nvSpPr>
              <p:cNvPr id="130168" name="Rectangle 121">
                <a:extLst>
                  <a:ext uri="{FF2B5EF4-FFF2-40B4-BE49-F238E27FC236}">
                    <a16:creationId xmlns:a16="http://schemas.microsoft.com/office/drawing/2014/main" id="{30166ED6-0CB9-97A7-1732-B0E582E4E4E5}"/>
                  </a:ext>
                </a:extLst>
              </p:cNvPr>
              <p:cNvSpPr>
                <a:spLocks noChangeArrowheads="1"/>
              </p:cNvSpPr>
              <p:nvPr/>
            </p:nvSpPr>
            <p:spPr bwMode="auto">
              <a:xfrm>
                <a:off x="2888"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69" name="Rectangle 122">
                <a:extLst>
                  <a:ext uri="{FF2B5EF4-FFF2-40B4-BE49-F238E27FC236}">
                    <a16:creationId xmlns:a16="http://schemas.microsoft.com/office/drawing/2014/main" id="{172D37B1-963C-4CE1-BCFF-9C9957545D73}"/>
                  </a:ext>
                </a:extLst>
              </p:cNvPr>
              <p:cNvSpPr>
                <a:spLocks noChangeArrowheads="1"/>
              </p:cNvSpPr>
              <p:nvPr/>
            </p:nvSpPr>
            <p:spPr bwMode="auto">
              <a:xfrm>
                <a:off x="2871" y="1872"/>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30170" name="Group 123">
              <a:extLst>
                <a:ext uri="{FF2B5EF4-FFF2-40B4-BE49-F238E27FC236}">
                  <a16:creationId xmlns:a16="http://schemas.microsoft.com/office/drawing/2014/main" id="{169903D7-24E2-7E5D-362E-31D5E4728FCF}"/>
                </a:ext>
              </a:extLst>
            </p:cNvPr>
            <p:cNvGrpSpPr>
              <a:grpSpLocks/>
            </p:cNvGrpSpPr>
            <p:nvPr/>
          </p:nvGrpSpPr>
          <p:grpSpPr bwMode="auto">
            <a:xfrm>
              <a:off x="3416" y="1872"/>
              <a:ext cx="512" cy="210"/>
              <a:chOff x="3416" y="1872"/>
              <a:chExt cx="512" cy="210"/>
            </a:xfrm>
          </p:grpSpPr>
          <p:sp>
            <p:nvSpPr>
              <p:cNvPr id="130171" name="Rectangle 124">
                <a:extLst>
                  <a:ext uri="{FF2B5EF4-FFF2-40B4-BE49-F238E27FC236}">
                    <a16:creationId xmlns:a16="http://schemas.microsoft.com/office/drawing/2014/main" id="{F76C6AEA-38FE-6D90-2738-5A3D6B7C16E6}"/>
                  </a:ext>
                </a:extLst>
              </p:cNvPr>
              <p:cNvSpPr>
                <a:spLocks noChangeArrowheads="1"/>
              </p:cNvSpPr>
              <p:nvPr/>
            </p:nvSpPr>
            <p:spPr bwMode="auto">
              <a:xfrm>
                <a:off x="3416"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72" name="Rectangle 125">
                <a:extLst>
                  <a:ext uri="{FF2B5EF4-FFF2-40B4-BE49-F238E27FC236}">
                    <a16:creationId xmlns:a16="http://schemas.microsoft.com/office/drawing/2014/main" id="{5D8E50AD-11CD-53A2-1C7C-2AACF175B01C}"/>
                  </a:ext>
                </a:extLst>
              </p:cNvPr>
              <p:cNvSpPr>
                <a:spLocks noChangeArrowheads="1"/>
              </p:cNvSpPr>
              <p:nvPr/>
            </p:nvSpPr>
            <p:spPr bwMode="auto">
              <a:xfrm>
                <a:off x="3495" y="187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30173" name="Group 126">
              <a:extLst>
                <a:ext uri="{FF2B5EF4-FFF2-40B4-BE49-F238E27FC236}">
                  <a16:creationId xmlns:a16="http://schemas.microsoft.com/office/drawing/2014/main" id="{020FC0A8-69BF-8996-D56E-2289D92E13A4}"/>
                </a:ext>
              </a:extLst>
            </p:cNvPr>
            <p:cNvGrpSpPr>
              <a:grpSpLocks/>
            </p:cNvGrpSpPr>
            <p:nvPr/>
          </p:nvGrpSpPr>
          <p:grpSpPr bwMode="auto">
            <a:xfrm>
              <a:off x="3944" y="1872"/>
              <a:ext cx="512" cy="210"/>
              <a:chOff x="3944" y="1872"/>
              <a:chExt cx="512" cy="210"/>
            </a:xfrm>
          </p:grpSpPr>
          <p:sp>
            <p:nvSpPr>
              <p:cNvPr id="130174" name="Rectangle 127">
                <a:extLst>
                  <a:ext uri="{FF2B5EF4-FFF2-40B4-BE49-F238E27FC236}">
                    <a16:creationId xmlns:a16="http://schemas.microsoft.com/office/drawing/2014/main" id="{6267612B-F6DA-B915-6382-02AD6CBC393A}"/>
                  </a:ext>
                </a:extLst>
              </p:cNvPr>
              <p:cNvSpPr>
                <a:spLocks noChangeArrowheads="1"/>
              </p:cNvSpPr>
              <p:nvPr/>
            </p:nvSpPr>
            <p:spPr bwMode="auto">
              <a:xfrm>
                <a:off x="3944"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75" name="Rectangle 128">
                <a:extLst>
                  <a:ext uri="{FF2B5EF4-FFF2-40B4-BE49-F238E27FC236}">
                    <a16:creationId xmlns:a16="http://schemas.microsoft.com/office/drawing/2014/main" id="{C743DA78-532F-946C-4D54-2A0ECB25A4C6}"/>
                  </a:ext>
                </a:extLst>
              </p:cNvPr>
              <p:cNvSpPr>
                <a:spLocks noChangeArrowheads="1"/>
              </p:cNvSpPr>
              <p:nvPr/>
            </p:nvSpPr>
            <p:spPr bwMode="auto">
              <a:xfrm>
                <a:off x="4023" y="1872"/>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30176" name="Group 129">
              <a:extLst>
                <a:ext uri="{FF2B5EF4-FFF2-40B4-BE49-F238E27FC236}">
                  <a16:creationId xmlns:a16="http://schemas.microsoft.com/office/drawing/2014/main" id="{0C80B225-3B90-FF25-A115-17ABC3E2B4BA}"/>
                </a:ext>
              </a:extLst>
            </p:cNvPr>
            <p:cNvGrpSpPr>
              <a:grpSpLocks/>
            </p:cNvGrpSpPr>
            <p:nvPr/>
          </p:nvGrpSpPr>
          <p:grpSpPr bwMode="auto">
            <a:xfrm>
              <a:off x="4472" y="1872"/>
              <a:ext cx="512" cy="210"/>
              <a:chOff x="4472" y="1872"/>
              <a:chExt cx="512" cy="210"/>
            </a:xfrm>
          </p:grpSpPr>
          <p:sp>
            <p:nvSpPr>
              <p:cNvPr id="130177" name="Rectangle 130">
                <a:extLst>
                  <a:ext uri="{FF2B5EF4-FFF2-40B4-BE49-F238E27FC236}">
                    <a16:creationId xmlns:a16="http://schemas.microsoft.com/office/drawing/2014/main" id="{BE4B3334-D093-D816-D155-E4E93E0B623B}"/>
                  </a:ext>
                </a:extLst>
              </p:cNvPr>
              <p:cNvSpPr>
                <a:spLocks noChangeArrowheads="1"/>
              </p:cNvSpPr>
              <p:nvPr/>
            </p:nvSpPr>
            <p:spPr bwMode="auto">
              <a:xfrm>
                <a:off x="4472"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78" name="Rectangle 131">
                <a:extLst>
                  <a:ext uri="{FF2B5EF4-FFF2-40B4-BE49-F238E27FC236}">
                    <a16:creationId xmlns:a16="http://schemas.microsoft.com/office/drawing/2014/main" id="{A1AD20D9-DF50-6352-0787-37ADFFFD9EFB}"/>
                  </a:ext>
                </a:extLst>
              </p:cNvPr>
              <p:cNvSpPr>
                <a:spLocks noChangeArrowheads="1"/>
              </p:cNvSpPr>
              <p:nvPr/>
            </p:nvSpPr>
            <p:spPr bwMode="auto">
              <a:xfrm>
                <a:off x="4551" y="1872"/>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30179" name="Rectangle 132">
            <a:extLst>
              <a:ext uri="{FF2B5EF4-FFF2-40B4-BE49-F238E27FC236}">
                <a16:creationId xmlns:a16="http://schemas.microsoft.com/office/drawing/2014/main" id="{F0117C7E-A457-8AFE-DA37-48AFE27736F3}"/>
              </a:ext>
            </a:extLst>
          </p:cNvPr>
          <p:cNvSpPr>
            <a:spLocks noChangeArrowheads="1"/>
          </p:cNvSpPr>
          <p:nvPr/>
        </p:nvSpPr>
        <p:spPr bwMode="auto">
          <a:xfrm>
            <a:off x="3033713" y="2971800"/>
            <a:ext cx="7064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Plus 3</a:t>
            </a:r>
          </a:p>
        </p:txBody>
      </p:sp>
      <p:sp>
        <p:nvSpPr>
          <p:cNvPr id="130180" name="Line 133">
            <a:extLst>
              <a:ext uri="{FF2B5EF4-FFF2-40B4-BE49-F238E27FC236}">
                <a16:creationId xmlns:a16="http://schemas.microsoft.com/office/drawing/2014/main" id="{8B8D0C80-7C00-740C-C5D8-CAE73A0FD23D}"/>
              </a:ext>
            </a:extLst>
          </p:cNvPr>
          <p:cNvSpPr>
            <a:spLocks noChangeShapeType="1"/>
          </p:cNvSpPr>
          <p:nvPr/>
        </p:nvSpPr>
        <p:spPr bwMode="auto">
          <a:xfrm flipV="1">
            <a:off x="6248400" y="1435100"/>
            <a:ext cx="0" cy="558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181" name="Line 134">
            <a:extLst>
              <a:ext uri="{FF2B5EF4-FFF2-40B4-BE49-F238E27FC236}">
                <a16:creationId xmlns:a16="http://schemas.microsoft.com/office/drawing/2014/main" id="{E280CE37-F765-1630-35F8-BD5DC9141E9D}"/>
              </a:ext>
            </a:extLst>
          </p:cNvPr>
          <p:cNvSpPr>
            <a:spLocks noChangeShapeType="1"/>
          </p:cNvSpPr>
          <p:nvPr/>
        </p:nvSpPr>
        <p:spPr bwMode="auto">
          <a:xfrm flipV="1">
            <a:off x="7086600" y="1435100"/>
            <a:ext cx="0" cy="10160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182" name="Line 135">
            <a:extLst>
              <a:ext uri="{FF2B5EF4-FFF2-40B4-BE49-F238E27FC236}">
                <a16:creationId xmlns:a16="http://schemas.microsoft.com/office/drawing/2014/main" id="{598C1E70-606B-5D07-AC28-6D0B77D25E0F}"/>
              </a:ext>
            </a:extLst>
          </p:cNvPr>
          <p:cNvSpPr>
            <a:spLocks noChangeShapeType="1"/>
          </p:cNvSpPr>
          <p:nvPr/>
        </p:nvSpPr>
        <p:spPr bwMode="auto">
          <a:xfrm flipV="1">
            <a:off x="7924800" y="1435100"/>
            <a:ext cx="0" cy="1473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183" name="Oval 136">
            <a:extLst>
              <a:ext uri="{FF2B5EF4-FFF2-40B4-BE49-F238E27FC236}">
                <a16:creationId xmlns:a16="http://schemas.microsoft.com/office/drawing/2014/main" id="{F8174C4A-27A1-4754-D0F0-C30068B05ED4}"/>
              </a:ext>
            </a:extLst>
          </p:cNvPr>
          <p:cNvSpPr>
            <a:spLocks noChangeArrowheads="1"/>
          </p:cNvSpPr>
          <p:nvPr/>
        </p:nvSpPr>
        <p:spPr bwMode="auto">
          <a:xfrm>
            <a:off x="5340350" y="1073150"/>
            <a:ext cx="139700" cy="28067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grpSp>
        <p:nvGrpSpPr>
          <p:cNvPr id="130184" name="Group 137">
            <a:extLst>
              <a:ext uri="{FF2B5EF4-FFF2-40B4-BE49-F238E27FC236}">
                <a16:creationId xmlns:a16="http://schemas.microsoft.com/office/drawing/2014/main" id="{DD33B2B1-17BD-F6EA-A46E-B05D28EB6764}"/>
              </a:ext>
            </a:extLst>
          </p:cNvPr>
          <p:cNvGrpSpPr>
            <a:grpSpLocks/>
          </p:cNvGrpSpPr>
          <p:nvPr/>
        </p:nvGrpSpPr>
        <p:grpSpPr bwMode="auto">
          <a:xfrm>
            <a:off x="4584700" y="3429000"/>
            <a:ext cx="4165600" cy="333375"/>
            <a:chOff x="2888" y="2160"/>
            <a:chExt cx="2624" cy="210"/>
          </a:xfrm>
        </p:grpSpPr>
        <p:grpSp>
          <p:nvGrpSpPr>
            <p:cNvPr id="130185" name="Group 138">
              <a:extLst>
                <a:ext uri="{FF2B5EF4-FFF2-40B4-BE49-F238E27FC236}">
                  <a16:creationId xmlns:a16="http://schemas.microsoft.com/office/drawing/2014/main" id="{A8FC57A4-BC0F-0120-13DD-FC8338EE3F8C}"/>
                </a:ext>
              </a:extLst>
            </p:cNvPr>
            <p:cNvGrpSpPr>
              <a:grpSpLocks/>
            </p:cNvGrpSpPr>
            <p:nvPr/>
          </p:nvGrpSpPr>
          <p:grpSpPr bwMode="auto">
            <a:xfrm>
              <a:off x="2888" y="2160"/>
              <a:ext cx="512" cy="210"/>
              <a:chOff x="2888" y="2160"/>
              <a:chExt cx="512" cy="210"/>
            </a:xfrm>
          </p:grpSpPr>
          <p:sp>
            <p:nvSpPr>
              <p:cNvPr id="130186" name="Rectangle 139">
                <a:extLst>
                  <a:ext uri="{FF2B5EF4-FFF2-40B4-BE49-F238E27FC236}">
                    <a16:creationId xmlns:a16="http://schemas.microsoft.com/office/drawing/2014/main" id="{03C426B5-3C6E-00FC-EDE3-208D0F76246D}"/>
                  </a:ext>
                </a:extLst>
              </p:cNvPr>
              <p:cNvSpPr>
                <a:spLocks noChangeArrowheads="1"/>
              </p:cNvSpPr>
              <p:nvPr/>
            </p:nvSpPr>
            <p:spPr bwMode="auto">
              <a:xfrm>
                <a:off x="2888" y="21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87" name="Rectangle 140">
                <a:extLst>
                  <a:ext uri="{FF2B5EF4-FFF2-40B4-BE49-F238E27FC236}">
                    <a16:creationId xmlns:a16="http://schemas.microsoft.com/office/drawing/2014/main" id="{83E8433C-C3A8-27B0-E76A-E93BF9044C16}"/>
                  </a:ext>
                </a:extLst>
              </p:cNvPr>
              <p:cNvSpPr>
                <a:spLocks noChangeArrowheads="1"/>
              </p:cNvSpPr>
              <p:nvPr/>
            </p:nvSpPr>
            <p:spPr bwMode="auto">
              <a:xfrm>
                <a:off x="2929" y="2160"/>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30188" name="Group 141">
              <a:extLst>
                <a:ext uri="{FF2B5EF4-FFF2-40B4-BE49-F238E27FC236}">
                  <a16:creationId xmlns:a16="http://schemas.microsoft.com/office/drawing/2014/main" id="{18132320-35B8-6061-B360-E9EA0F352ABE}"/>
                </a:ext>
              </a:extLst>
            </p:cNvPr>
            <p:cNvGrpSpPr>
              <a:grpSpLocks/>
            </p:cNvGrpSpPr>
            <p:nvPr/>
          </p:nvGrpSpPr>
          <p:grpSpPr bwMode="auto">
            <a:xfrm>
              <a:off x="3399" y="2160"/>
              <a:ext cx="569" cy="210"/>
              <a:chOff x="3399" y="2160"/>
              <a:chExt cx="569" cy="210"/>
            </a:xfrm>
          </p:grpSpPr>
          <p:sp>
            <p:nvSpPr>
              <p:cNvPr id="130189" name="Rectangle 142">
                <a:extLst>
                  <a:ext uri="{FF2B5EF4-FFF2-40B4-BE49-F238E27FC236}">
                    <a16:creationId xmlns:a16="http://schemas.microsoft.com/office/drawing/2014/main" id="{27B3A1B2-902D-764C-6D38-E072B99977D2}"/>
                  </a:ext>
                </a:extLst>
              </p:cNvPr>
              <p:cNvSpPr>
                <a:spLocks noChangeArrowheads="1"/>
              </p:cNvSpPr>
              <p:nvPr/>
            </p:nvSpPr>
            <p:spPr bwMode="auto">
              <a:xfrm>
                <a:off x="3416" y="21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90" name="Rectangle 143">
                <a:extLst>
                  <a:ext uri="{FF2B5EF4-FFF2-40B4-BE49-F238E27FC236}">
                    <a16:creationId xmlns:a16="http://schemas.microsoft.com/office/drawing/2014/main" id="{79393891-F861-4FB9-0C5A-921369F33723}"/>
                  </a:ext>
                </a:extLst>
              </p:cNvPr>
              <p:cNvSpPr>
                <a:spLocks noChangeArrowheads="1"/>
              </p:cNvSpPr>
              <p:nvPr/>
            </p:nvSpPr>
            <p:spPr bwMode="auto">
              <a:xfrm>
                <a:off x="3399" y="2160"/>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30191" name="Group 144">
              <a:extLst>
                <a:ext uri="{FF2B5EF4-FFF2-40B4-BE49-F238E27FC236}">
                  <a16:creationId xmlns:a16="http://schemas.microsoft.com/office/drawing/2014/main" id="{B9633D8E-8C67-2BFD-3EE4-203BF268DFEE}"/>
                </a:ext>
              </a:extLst>
            </p:cNvPr>
            <p:cNvGrpSpPr>
              <a:grpSpLocks/>
            </p:cNvGrpSpPr>
            <p:nvPr/>
          </p:nvGrpSpPr>
          <p:grpSpPr bwMode="auto">
            <a:xfrm>
              <a:off x="3944" y="2160"/>
              <a:ext cx="512" cy="210"/>
              <a:chOff x="3944" y="2160"/>
              <a:chExt cx="512" cy="210"/>
            </a:xfrm>
          </p:grpSpPr>
          <p:sp>
            <p:nvSpPr>
              <p:cNvPr id="130192" name="Rectangle 145">
                <a:extLst>
                  <a:ext uri="{FF2B5EF4-FFF2-40B4-BE49-F238E27FC236}">
                    <a16:creationId xmlns:a16="http://schemas.microsoft.com/office/drawing/2014/main" id="{DB895CAA-1F68-C1BA-27FB-73D158B54A0B}"/>
                  </a:ext>
                </a:extLst>
              </p:cNvPr>
              <p:cNvSpPr>
                <a:spLocks noChangeArrowheads="1"/>
              </p:cNvSpPr>
              <p:nvPr/>
            </p:nvSpPr>
            <p:spPr bwMode="auto">
              <a:xfrm>
                <a:off x="3944" y="21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93" name="Rectangle 146">
                <a:extLst>
                  <a:ext uri="{FF2B5EF4-FFF2-40B4-BE49-F238E27FC236}">
                    <a16:creationId xmlns:a16="http://schemas.microsoft.com/office/drawing/2014/main" id="{A6188B5C-CF78-902E-695B-1936E6DC8A2D}"/>
                  </a:ext>
                </a:extLst>
              </p:cNvPr>
              <p:cNvSpPr>
                <a:spLocks noChangeArrowheads="1"/>
              </p:cNvSpPr>
              <p:nvPr/>
            </p:nvSpPr>
            <p:spPr bwMode="auto">
              <a:xfrm>
                <a:off x="4023" y="2160"/>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30194" name="Group 147">
              <a:extLst>
                <a:ext uri="{FF2B5EF4-FFF2-40B4-BE49-F238E27FC236}">
                  <a16:creationId xmlns:a16="http://schemas.microsoft.com/office/drawing/2014/main" id="{45E3A2D8-9F9A-3EA4-0B89-80364C459336}"/>
                </a:ext>
              </a:extLst>
            </p:cNvPr>
            <p:cNvGrpSpPr>
              <a:grpSpLocks/>
            </p:cNvGrpSpPr>
            <p:nvPr/>
          </p:nvGrpSpPr>
          <p:grpSpPr bwMode="auto">
            <a:xfrm>
              <a:off x="4472" y="2160"/>
              <a:ext cx="512" cy="210"/>
              <a:chOff x="4472" y="2160"/>
              <a:chExt cx="512" cy="210"/>
            </a:xfrm>
          </p:grpSpPr>
          <p:sp>
            <p:nvSpPr>
              <p:cNvPr id="130195" name="Rectangle 148">
                <a:extLst>
                  <a:ext uri="{FF2B5EF4-FFF2-40B4-BE49-F238E27FC236}">
                    <a16:creationId xmlns:a16="http://schemas.microsoft.com/office/drawing/2014/main" id="{C628A25F-FCE0-8418-0D2C-7C84EC4386E6}"/>
                  </a:ext>
                </a:extLst>
              </p:cNvPr>
              <p:cNvSpPr>
                <a:spLocks noChangeArrowheads="1"/>
              </p:cNvSpPr>
              <p:nvPr/>
            </p:nvSpPr>
            <p:spPr bwMode="auto">
              <a:xfrm>
                <a:off x="4472" y="21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96" name="Rectangle 149">
                <a:extLst>
                  <a:ext uri="{FF2B5EF4-FFF2-40B4-BE49-F238E27FC236}">
                    <a16:creationId xmlns:a16="http://schemas.microsoft.com/office/drawing/2014/main" id="{BDBBBCD2-AF13-4020-4951-A3983EA97848}"/>
                  </a:ext>
                </a:extLst>
              </p:cNvPr>
              <p:cNvSpPr>
                <a:spLocks noChangeArrowheads="1"/>
              </p:cNvSpPr>
              <p:nvPr/>
            </p:nvSpPr>
            <p:spPr bwMode="auto">
              <a:xfrm>
                <a:off x="4551" y="2160"/>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30197" name="Group 150">
              <a:extLst>
                <a:ext uri="{FF2B5EF4-FFF2-40B4-BE49-F238E27FC236}">
                  <a16:creationId xmlns:a16="http://schemas.microsoft.com/office/drawing/2014/main" id="{E13D088C-3008-6CA0-5D94-9AE6DA4C6FE3}"/>
                </a:ext>
              </a:extLst>
            </p:cNvPr>
            <p:cNvGrpSpPr>
              <a:grpSpLocks/>
            </p:cNvGrpSpPr>
            <p:nvPr/>
          </p:nvGrpSpPr>
          <p:grpSpPr bwMode="auto">
            <a:xfrm>
              <a:off x="5000" y="2160"/>
              <a:ext cx="512" cy="210"/>
              <a:chOff x="5000" y="2160"/>
              <a:chExt cx="512" cy="210"/>
            </a:xfrm>
          </p:grpSpPr>
          <p:sp>
            <p:nvSpPr>
              <p:cNvPr id="130198" name="Rectangle 151">
                <a:extLst>
                  <a:ext uri="{FF2B5EF4-FFF2-40B4-BE49-F238E27FC236}">
                    <a16:creationId xmlns:a16="http://schemas.microsoft.com/office/drawing/2014/main" id="{41B77701-23C5-5D12-4056-DEDB73346DFB}"/>
                  </a:ext>
                </a:extLst>
              </p:cNvPr>
              <p:cNvSpPr>
                <a:spLocks noChangeArrowheads="1"/>
              </p:cNvSpPr>
              <p:nvPr/>
            </p:nvSpPr>
            <p:spPr bwMode="auto">
              <a:xfrm>
                <a:off x="5000" y="21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0199" name="Rectangle 152">
                <a:extLst>
                  <a:ext uri="{FF2B5EF4-FFF2-40B4-BE49-F238E27FC236}">
                    <a16:creationId xmlns:a16="http://schemas.microsoft.com/office/drawing/2014/main" id="{F2DF2360-4EE0-2FD4-1580-D5F611D3128E}"/>
                  </a:ext>
                </a:extLst>
              </p:cNvPr>
              <p:cNvSpPr>
                <a:spLocks noChangeArrowheads="1"/>
              </p:cNvSpPr>
              <p:nvPr/>
            </p:nvSpPr>
            <p:spPr bwMode="auto">
              <a:xfrm>
                <a:off x="5079" y="2160"/>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30200" name="Rectangle 153">
            <a:extLst>
              <a:ext uri="{FF2B5EF4-FFF2-40B4-BE49-F238E27FC236}">
                <a16:creationId xmlns:a16="http://schemas.microsoft.com/office/drawing/2014/main" id="{25226F35-BCD0-9DE2-5233-07C0383776D0}"/>
              </a:ext>
            </a:extLst>
          </p:cNvPr>
          <p:cNvSpPr>
            <a:spLocks noChangeArrowheads="1"/>
          </p:cNvSpPr>
          <p:nvPr/>
        </p:nvSpPr>
        <p:spPr bwMode="auto">
          <a:xfrm>
            <a:off x="3871913" y="3429000"/>
            <a:ext cx="7064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Plus 4</a:t>
            </a:r>
          </a:p>
        </p:txBody>
      </p:sp>
      <p:sp>
        <p:nvSpPr>
          <p:cNvPr id="130202" name="Line 154">
            <a:extLst>
              <a:ext uri="{FF2B5EF4-FFF2-40B4-BE49-F238E27FC236}">
                <a16:creationId xmlns:a16="http://schemas.microsoft.com/office/drawing/2014/main" id="{3CA18226-456A-B340-8111-1B3947AB33FC}"/>
              </a:ext>
            </a:extLst>
          </p:cNvPr>
          <p:cNvSpPr>
            <a:spLocks noChangeShapeType="1"/>
          </p:cNvSpPr>
          <p:nvPr/>
        </p:nvSpPr>
        <p:spPr bwMode="auto">
          <a:xfrm>
            <a:off x="5270500" y="1841500"/>
            <a:ext cx="279400" cy="16510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203" name="Line 155">
            <a:extLst>
              <a:ext uri="{FF2B5EF4-FFF2-40B4-BE49-F238E27FC236}">
                <a16:creationId xmlns:a16="http://schemas.microsoft.com/office/drawing/2014/main" id="{AF01EAE8-9864-0063-DEF7-19FA75B85466}"/>
              </a:ext>
            </a:extLst>
          </p:cNvPr>
          <p:cNvSpPr>
            <a:spLocks noChangeShapeType="1"/>
          </p:cNvSpPr>
          <p:nvPr/>
        </p:nvSpPr>
        <p:spPr bwMode="auto">
          <a:xfrm>
            <a:off x="4559300" y="1841500"/>
            <a:ext cx="152400" cy="812800"/>
          </a:xfrm>
          <a:prstGeom prst="line">
            <a:avLst/>
          </a:prstGeom>
          <a:noFill/>
          <a:ln w="38100">
            <a:solidFill>
              <a:schemeClr val="accent2"/>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204" name="Text Box 156">
            <a:extLst>
              <a:ext uri="{FF2B5EF4-FFF2-40B4-BE49-F238E27FC236}">
                <a16:creationId xmlns:a16="http://schemas.microsoft.com/office/drawing/2014/main" id="{F84E5462-6AB8-8C3F-C774-8CECFE96A77D}"/>
              </a:ext>
            </a:extLst>
          </p:cNvPr>
          <p:cNvSpPr txBox="1">
            <a:spLocks noChangeArrowheads="1"/>
          </p:cNvSpPr>
          <p:nvPr/>
        </p:nvSpPr>
        <p:spPr bwMode="auto">
          <a:xfrm>
            <a:off x="346075" y="4610100"/>
            <a:ext cx="85185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30000"/>
              </a:spcBef>
            </a:pPr>
            <a:r>
              <a:rPr lang="zh-CN" altLang="en-US" sz="1900">
                <a:solidFill>
                  <a:srgbClr val="008000"/>
                </a:solidFill>
                <a:latin typeface="微软雅黑" panose="020B0503020204020204" pitchFamily="34" charset="-122"/>
                <a:ea typeface="微软雅黑" panose="020B0503020204020204" pitchFamily="34" charset="-122"/>
              </a:rPr>
              <a:t>实际上，在第四周期结束时，数据在流水段寄存器中已经有值。</a:t>
            </a:r>
            <a:endParaRPr lang="zh-CN" altLang="en-US" sz="1900">
              <a:solidFill>
                <a:srgbClr val="CC0000"/>
              </a:solidFill>
              <a:latin typeface="微软雅黑" panose="020B0503020204020204" pitchFamily="34" charset="-122"/>
              <a:ea typeface="微软雅黑" panose="020B0503020204020204" pitchFamily="34" charset="-122"/>
            </a:endParaRPr>
          </a:p>
          <a:p>
            <a:pPr eaLnBrk="0" hangingPunct="0">
              <a:spcBef>
                <a:spcPct val="30000"/>
              </a:spcBef>
            </a:pPr>
            <a:r>
              <a:rPr lang="zh-CN" altLang="en-US" sz="1900">
                <a:solidFill>
                  <a:srgbClr val="008000"/>
                </a:solidFill>
                <a:latin typeface="微软雅黑" panose="020B0503020204020204" pitchFamily="34" charset="-122"/>
                <a:ea typeface="微软雅黑" panose="020B0503020204020204" pitchFamily="34" charset="-122"/>
              </a:rPr>
              <a:t>采用数据转发技术可以使</a:t>
            </a:r>
            <a:r>
              <a:rPr lang="en-US" altLang="zh-CN" sz="1900">
                <a:solidFill>
                  <a:srgbClr val="008000"/>
                </a:solidFill>
                <a:latin typeface="微软雅黑" panose="020B0503020204020204" pitchFamily="34" charset="-122"/>
                <a:ea typeface="微软雅黑" panose="020B0503020204020204" pitchFamily="34" charset="-122"/>
              </a:rPr>
              <a:t>load</a:t>
            </a:r>
            <a:r>
              <a:rPr lang="zh-CN" altLang="en-US" sz="1900">
                <a:solidFill>
                  <a:srgbClr val="008000"/>
                </a:solidFill>
                <a:latin typeface="微软雅黑" panose="020B0503020204020204" pitchFamily="34" charset="-122"/>
                <a:ea typeface="微软雅黑" panose="020B0503020204020204" pitchFamily="34" charset="-122"/>
              </a:rPr>
              <a:t>指令后面第二条指令得到所需的值</a:t>
            </a:r>
          </a:p>
          <a:p>
            <a:pPr eaLnBrk="0" hangingPunct="0">
              <a:spcBef>
                <a:spcPct val="30000"/>
              </a:spcBef>
            </a:pPr>
            <a:r>
              <a:rPr lang="zh-CN" altLang="en-US" sz="1900">
                <a:solidFill>
                  <a:schemeClr val="accent2"/>
                </a:solidFill>
                <a:latin typeface="微软雅黑" panose="020B0503020204020204" pitchFamily="34" charset="-122"/>
                <a:ea typeface="微软雅黑" panose="020B0503020204020204" pitchFamily="34" charset="-122"/>
              </a:rPr>
              <a:t>但不能解决</a:t>
            </a:r>
            <a:r>
              <a:rPr lang="en-US" altLang="zh-CN" sz="1900">
                <a:solidFill>
                  <a:schemeClr val="accent2"/>
                </a:solidFill>
                <a:latin typeface="微软雅黑" panose="020B0503020204020204" pitchFamily="34" charset="-122"/>
                <a:ea typeface="微软雅黑" panose="020B0503020204020204" pitchFamily="34" charset="-122"/>
              </a:rPr>
              <a:t>load</a:t>
            </a:r>
            <a:r>
              <a:rPr lang="zh-CN" altLang="en-US" sz="1900">
                <a:solidFill>
                  <a:schemeClr val="accent2"/>
                </a:solidFill>
                <a:latin typeface="微软雅黑" panose="020B0503020204020204" pitchFamily="34" charset="-122"/>
                <a:ea typeface="微软雅黑" panose="020B0503020204020204" pitchFamily="34" charset="-122"/>
              </a:rPr>
              <a:t>指令和随后第一条指令间的数据冒险，要延迟执行一条指令！</a:t>
            </a:r>
            <a:endParaRPr lang="zh-CN" altLang="en-US" sz="1900">
              <a:solidFill>
                <a:srgbClr val="CC0000"/>
              </a:solidFill>
              <a:latin typeface="微软雅黑" panose="020B0503020204020204" pitchFamily="34" charset="-122"/>
              <a:ea typeface="微软雅黑" panose="020B0503020204020204" pitchFamily="34" charset="-122"/>
            </a:endParaRPr>
          </a:p>
        </p:txBody>
      </p:sp>
      <p:sp>
        <p:nvSpPr>
          <p:cNvPr id="130207" name="Line 159">
            <a:extLst>
              <a:ext uri="{FF2B5EF4-FFF2-40B4-BE49-F238E27FC236}">
                <a16:creationId xmlns:a16="http://schemas.microsoft.com/office/drawing/2014/main" id="{627247D5-8C8D-E147-B14B-D68DC1EB698C}"/>
              </a:ext>
            </a:extLst>
          </p:cNvPr>
          <p:cNvSpPr>
            <a:spLocks noChangeShapeType="1"/>
          </p:cNvSpPr>
          <p:nvPr/>
        </p:nvSpPr>
        <p:spPr bwMode="auto">
          <a:xfrm flipH="1">
            <a:off x="3848100" y="1803400"/>
            <a:ext cx="685800" cy="381000"/>
          </a:xfrm>
          <a:prstGeom prst="line">
            <a:avLst/>
          </a:prstGeom>
          <a:noFill/>
          <a:ln w="38100">
            <a:solidFill>
              <a:schemeClr val="accent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208" name="Rectangle 160">
            <a:extLst>
              <a:ext uri="{FF2B5EF4-FFF2-40B4-BE49-F238E27FC236}">
                <a16:creationId xmlns:a16="http://schemas.microsoft.com/office/drawing/2014/main" id="{DFA453E5-7A93-4581-231D-30871176DF84}"/>
              </a:ext>
            </a:extLst>
          </p:cNvPr>
          <p:cNvSpPr>
            <a:spLocks noChangeArrowheads="1"/>
          </p:cNvSpPr>
          <p:nvPr/>
        </p:nvSpPr>
        <p:spPr bwMode="auto">
          <a:xfrm>
            <a:off x="231775" y="5868988"/>
            <a:ext cx="7915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2000">
                <a:solidFill>
                  <a:srgbClr val="008000"/>
                </a:solidFill>
                <a:latin typeface="微软雅黑" panose="020B0503020204020204" pitchFamily="34" charset="-122"/>
                <a:ea typeface="微软雅黑" panose="020B0503020204020204" pitchFamily="34" charset="-122"/>
              </a:rPr>
              <a:t>这种</a:t>
            </a:r>
            <a:r>
              <a:rPr lang="en-US" altLang="zh-CN" sz="2000">
                <a:solidFill>
                  <a:srgbClr val="008000"/>
                </a:solidFill>
                <a:latin typeface="微软雅黑" panose="020B0503020204020204" pitchFamily="34" charset="-122"/>
                <a:ea typeface="微软雅黑" panose="020B0503020204020204" pitchFamily="34" charset="-122"/>
              </a:rPr>
              <a:t>load</a:t>
            </a:r>
            <a:r>
              <a:rPr lang="zh-CN" altLang="en-US" sz="2000">
                <a:solidFill>
                  <a:srgbClr val="008000"/>
                </a:solidFill>
                <a:latin typeface="微软雅黑" panose="020B0503020204020204" pitchFamily="34" charset="-122"/>
                <a:ea typeface="微软雅黑" panose="020B0503020204020204" pitchFamily="34" charset="-122"/>
              </a:rPr>
              <a:t>指令和随后指令间的数据冒险，称为</a:t>
            </a:r>
            <a:r>
              <a:rPr lang="zh-CN" altLang="en-US" sz="2000">
                <a:solidFill>
                  <a:srgbClr val="FF0000"/>
                </a:solidFill>
                <a:latin typeface="微软雅黑" panose="020B0503020204020204" pitchFamily="34" charset="-122"/>
                <a:ea typeface="微软雅黑" panose="020B0503020204020204" pitchFamily="34" charset="-122"/>
              </a:rPr>
              <a:t>“装入</a:t>
            </a:r>
            <a:r>
              <a:rPr lang="en-US" altLang="zh-CN" sz="2000">
                <a:solidFill>
                  <a:srgbClr val="FF0000"/>
                </a:solidFill>
                <a:latin typeface="微软雅黑" panose="020B0503020204020204" pitchFamily="34" charset="-122"/>
                <a:ea typeface="微软雅黑" panose="020B0503020204020204" pitchFamily="34" charset="-122"/>
              </a:rPr>
              <a:t>- </a:t>
            </a:r>
            <a:r>
              <a:rPr lang="zh-CN" altLang="en-US" sz="2000">
                <a:solidFill>
                  <a:srgbClr val="FF0000"/>
                </a:solidFill>
                <a:latin typeface="微软雅黑" panose="020B0503020204020204" pitchFamily="34" charset="-122"/>
                <a:ea typeface="微软雅黑" panose="020B0503020204020204" pitchFamily="34" charset="-122"/>
              </a:rPr>
              <a:t>使用数据冒险</a:t>
            </a:r>
            <a:r>
              <a:rPr lang="en-US" altLang="zh-CN" sz="2000">
                <a:solidFill>
                  <a:srgbClr val="FF0000"/>
                </a:solidFill>
                <a:latin typeface="微软雅黑" panose="020B0503020204020204" pitchFamily="34" charset="-122"/>
                <a:ea typeface="微软雅黑" panose="020B0503020204020204" pitchFamily="34" charset="-122"/>
              </a:rPr>
              <a:t>(load- use Data Hazard)”</a:t>
            </a:r>
            <a:endParaRPr lang="zh-CN" altLang="en-US" sz="2000">
              <a:solidFill>
                <a:srgbClr val="FF0000"/>
              </a:solidFill>
              <a:latin typeface="微软雅黑" panose="020B0503020204020204" pitchFamily="34" charset="-122"/>
              <a:ea typeface="微软雅黑" panose="020B0503020204020204" pitchFamily="34" charset="-122"/>
            </a:endParaRPr>
          </a:p>
        </p:txBody>
      </p:sp>
      <p:sp>
        <p:nvSpPr>
          <p:cNvPr id="130209" name="Text Box 161">
            <a:extLst>
              <a:ext uri="{FF2B5EF4-FFF2-40B4-BE49-F238E27FC236}">
                <a16:creationId xmlns:a16="http://schemas.microsoft.com/office/drawing/2014/main" id="{D5F0B228-E56B-55E5-B04C-F8E2EC9C7A0F}"/>
              </a:ext>
            </a:extLst>
          </p:cNvPr>
          <p:cNvSpPr txBox="1">
            <a:spLocks noChangeArrowheads="1"/>
          </p:cNvSpPr>
          <p:nvPr/>
        </p:nvSpPr>
        <p:spPr bwMode="auto">
          <a:xfrm>
            <a:off x="301625" y="3327400"/>
            <a:ext cx="33258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120000"/>
              </a:lnSpc>
              <a:spcBef>
                <a:spcPct val="50000"/>
              </a:spcBef>
            </a:pPr>
            <a:r>
              <a:rPr lang="zh-CN" altLang="en-US" sz="2000">
                <a:solidFill>
                  <a:srgbClr val="CC0000"/>
                </a:solidFill>
                <a:latin typeface="微软雅黑" panose="020B0503020204020204" pitchFamily="34" charset="-122"/>
                <a:ea typeface="微软雅黑" panose="020B0503020204020204" pitchFamily="34" charset="-122"/>
              </a:rPr>
              <a:t>若不采用转发，在何时才能使用</a:t>
            </a:r>
            <a:r>
              <a:rPr lang="en-US" altLang="zh-CN" sz="2000">
                <a:solidFill>
                  <a:srgbClr val="CC0000"/>
                </a:solidFill>
                <a:latin typeface="微软雅黑" panose="020B0503020204020204" pitchFamily="34" charset="-122"/>
                <a:ea typeface="微软雅黑" panose="020B0503020204020204" pitchFamily="34" charset="-122"/>
              </a:rPr>
              <a:t>Load</a:t>
            </a:r>
            <a:r>
              <a:rPr lang="zh-CN" altLang="en-US" sz="2000">
                <a:solidFill>
                  <a:srgbClr val="CC0000"/>
                </a:solidFill>
                <a:latin typeface="微软雅黑" panose="020B0503020204020204" pitchFamily="34" charset="-122"/>
                <a:ea typeface="微软雅黑" panose="020B0503020204020204" pitchFamily="34" charset="-122"/>
              </a:rPr>
              <a:t>指令的结果？</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0209"/>
                                        </p:tgtEl>
                                        <p:attrNameLst>
                                          <p:attrName>style.visibility</p:attrName>
                                        </p:attrNameLst>
                                      </p:cBhvr>
                                      <p:to>
                                        <p:strVal val="visible"/>
                                      </p:to>
                                    </p:set>
                                    <p:animEffect transition="in" filter="blinds(horizontal)">
                                      <p:cBhvr>
                                        <p:cTn id="7" dur="500"/>
                                        <p:tgtEl>
                                          <p:spTgt spid="1302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30202"/>
                                        </p:tgtEl>
                                        <p:attrNameLst>
                                          <p:attrName>style.visibility</p:attrName>
                                        </p:attrNameLst>
                                      </p:cBhvr>
                                      <p:to>
                                        <p:strVal val="visible"/>
                                      </p:to>
                                    </p:set>
                                    <p:animEffect transition="in" filter="blinds(horizontal)">
                                      <p:cBhvr>
                                        <p:cTn id="12" dur="500"/>
                                        <p:tgtEl>
                                          <p:spTgt spid="1302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0051">
                                            <p:txEl>
                                              <p:pRg st="0" end="0"/>
                                            </p:txEl>
                                          </p:spTgt>
                                        </p:tgtEl>
                                        <p:attrNameLst>
                                          <p:attrName>style.visibility</p:attrName>
                                        </p:attrNameLst>
                                      </p:cBhvr>
                                      <p:to>
                                        <p:strVal val="visible"/>
                                      </p:to>
                                    </p:set>
                                    <p:animEffect transition="in" filter="blinds(horizontal)">
                                      <p:cBhvr>
                                        <p:cTn id="17" dur="500"/>
                                        <p:tgtEl>
                                          <p:spTgt spid="13005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30204">
                                            <p:txEl>
                                              <p:pRg st="0" end="0"/>
                                            </p:txEl>
                                          </p:spTgt>
                                        </p:tgtEl>
                                        <p:attrNameLst>
                                          <p:attrName>style.visibility</p:attrName>
                                        </p:attrNameLst>
                                      </p:cBhvr>
                                      <p:to>
                                        <p:strVal val="visible"/>
                                      </p:to>
                                    </p:set>
                                    <p:animEffect transition="in" filter="checkerboard(across)">
                                      <p:cBhvr>
                                        <p:cTn id="22" dur="500"/>
                                        <p:tgtEl>
                                          <p:spTgt spid="13020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30203"/>
                                        </p:tgtEl>
                                        <p:attrNameLst>
                                          <p:attrName>style.visibility</p:attrName>
                                        </p:attrNameLst>
                                      </p:cBhvr>
                                      <p:to>
                                        <p:strVal val="visible"/>
                                      </p:to>
                                    </p:set>
                                    <p:animEffect transition="in" filter="blinds(horizontal)">
                                      <p:cBhvr>
                                        <p:cTn id="27" dur="500"/>
                                        <p:tgtEl>
                                          <p:spTgt spid="13020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30204">
                                            <p:txEl>
                                              <p:pRg st="1" end="1"/>
                                            </p:txEl>
                                          </p:spTgt>
                                        </p:tgtEl>
                                        <p:attrNameLst>
                                          <p:attrName>style.visibility</p:attrName>
                                        </p:attrNameLst>
                                      </p:cBhvr>
                                      <p:to>
                                        <p:strVal val="visible"/>
                                      </p:to>
                                    </p:set>
                                    <p:animEffect transition="in" filter="blinds(horizontal)">
                                      <p:cBhvr>
                                        <p:cTn id="32" dur="500"/>
                                        <p:tgtEl>
                                          <p:spTgt spid="130204">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30204">
                                            <p:txEl>
                                              <p:pRg st="2" end="2"/>
                                            </p:txEl>
                                          </p:spTgt>
                                        </p:tgtEl>
                                        <p:attrNameLst>
                                          <p:attrName>style.visibility</p:attrName>
                                        </p:attrNameLst>
                                      </p:cBhvr>
                                      <p:to>
                                        <p:strVal val="visible"/>
                                      </p:to>
                                    </p:set>
                                    <p:animEffect transition="in" filter="blinds(horizontal)">
                                      <p:cBhvr>
                                        <p:cTn id="37" dur="500"/>
                                        <p:tgtEl>
                                          <p:spTgt spid="130204">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30207"/>
                                        </p:tgtEl>
                                        <p:attrNameLst>
                                          <p:attrName>style.visibility</p:attrName>
                                        </p:attrNameLst>
                                      </p:cBhvr>
                                      <p:to>
                                        <p:strVal val="visible"/>
                                      </p:to>
                                    </p:set>
                                    <p:animEffect transition="in" filter="blinds(horizontal)">
                                      <p:cBhvr>
                                        <p:cTn id="42" dur="500"/>
                                        <p:tgtEl>
                                          <p:spTgt spid="13020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0208"/>
                                        </p:tgtEl>
                                        <p:attrNameLst>
                                          <p:attrName>style.visibility</p:attrName>
                                        </p:attrNameLst>
                                      </p:cBhvr>
                                      <p:to>
                                        <p:strVal val="visible"/>
                                      </p:to>
                                    </p:set>
                                    <p:animEffect transition="in" filter="blinds(horizontal)">
                                      <p:cBhvr>
                                        <p:cTn id="47" dur="500"/>
                                        <p:tgtEl>
                                          <p:spTgt spid="130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p:bldP spid="130204" grpId="0" build="allAtOnce"/>
      <p:bldP spid="130208" grpId="0"/>
      <p:bldP spid="13020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EB5A0488-7BEE-140C-EA8B-78589C0A885D}"/>
              </a:ext>
            </a:extLst>
          </p:cNvPr>
          <p:cNvSpPr>
            <a:spLocks noGrp="1" noChangeArrowheads="1"/>
          </p:cNvSpPr>
          <p:nvPr>
            <p:ph type="title"/>
          </p:nvPr>
        </p:nvSpPr>
        <p:spPr>
          <a:xfrm>
            <a:off x="800100" y="228600"/>
            <a:ext cx="7996238" cy="368300"/>
          </a:xfrm>
        </p:spPr>
        <p:txBody>
          <a:bodyPr/>
          <a:lstStyle/>
          <a:p>
            <a:r>
              <a:rPr lang="en-US" altLang="zh-CN">
                <a:ea typeface="宋体" panose="02010600030101010101" pitchFamily="2" charset="-122"/>
              </a:rPr>
              <a:t>“Forwarding”</a:t>
            </a:r>
            <a:r>
              <a:rPr lang="zh-CN" altLang="en-US">
                <a:ea typeface="宋体" panose="02010600030101010101" pitchFamily="2" charset="-122"/>
              </a:rPr>
              <a:t>技术使</a:t>
            </a:r>
            <a:r>
              <a:rPr lang="en-US" altLang="zh-CN">
                <a:ea typeface="宋体" panose="02010600030101010101" pitchFamily="2" charset="-122"/>
              </a:rPr>
              <a:t>Load-use</a:t>
            </a:r>
            <a:r>
              <a:rPr lang="zh-CN" altLang="en-US">
                <a:ea typeface="宋体" panose="02010600030101010101" pitchFamily="2" charset="-122"/>
              </a:rPr>
              <a:t>冒险只需延迟一个周期 </a:t>
            </a:r>
            <a:endParaRPr lang="zh-CN" altLang="en-US" sz="1200" i="1">
              <a:ea typeface="宋体" panose="02010600030101010101" pitchFamily="2" charset="-122"/>
            </a:endParaRPr>
          </a:p>
        </p:txBody>
      </p:sp>
      <p:sp>
        <p:nvSpPr>
          <p:cNvPr id="132098" name="Rectangle 3">
            <a:extLst>
              <a:ext uri="{FF2B5EF4-FFF2-40B4-BE49-F238E27FC236}">
                <a16:creationId xmlns:a16="http://schemas.microsoft.com/office/drawing/2014/main" id="{3B7CEC52-5C94-86DD-FA27-FC489923D838}"/>
              </a:ext>
            </a:extLst>
          </p:cNvPr>
          <p:cNvSpPr>
            <a:spLocks noChangeArrowheads="1"/>
          </p:cNvSpPr>
          <p:nvPr/>
        </p:nvSpPr>
        <p:spPr bwMode="auto">
          <a:xfrm>
            <a:off x="366713" y="1627188"/>
            <a:ext cx="358775"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sz="1800" b="0" i="1">
                <a:latin typeface="Arial" panose="020B0604020202020204" pitchFamily="34" charset="0"/>
                <a:ea typeface="宋体" panose="02010600030101010101" pitchFamily="2" charset="-122"/>
              </a:rPr>
              <a:t>I</a:t>
            </a:r>
          </a:p>
          <a:p>
            <a:pPr algn="ctr" eaLnBrk="0" hangingPunct="0"/>
            <a:r>
              <a:rPr lang="en-US" altLang="zh-CN" sz="1800" b="0" i="1">
                <a:latin typeface="Arial" panose="020B0604020202020204" pitchFamily="34" charset="0"/>
                <a:ea typeface="宋体" panose="02010600030101010101" pitchFamily="2" charset="-122"/>
              </a:rPr>
              <a:t>n</a:t>
            </a:r>
          </a:p>
          <a:p>
            <a:pPr algn="ctr" eaLnBrk="0" hangingPunct="0"/>
            <a:r>
              <a:rPr lang="en-US" altLang="zh-CN" sz="1800" b="0" i="1">
                <a:latin typeface="Arial" panose="020B0604020202020204" pitchFamily="34" charset="0"/>
                <a:ea typeface="宋体" panose="02010600030101010101" pitchFamily="2" charset="-122"/>
              </a:rPr>
              <a:t>s</a:t>
            </a:r>
          </a:p>
          <a:p>
            <a:pPr algn="ctr" eaLnBrk="0" hangingPunct="0"/>
            <a:r>
              <a:rPr lang="en-US" altLang="zh-CN" sz="1800" b="0" i="1">
                <a:latin typeface="Arial" panose="020B0604020202020204" pitchFamily="34" charset="0"/>
                <a:ea typeface="宋体" panose="02010600030101010101" pitchFamily="2" charset="-122"/>
              </a:rPr>
              <a:t>t</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O</a:t>
            </a:r>
          </a:p>
          <a:p>
            <a:pPr algn="ctr" eaLnBrk="0" hangingPunct="0"/>
            <a:r>
              <a:rPr lang="en-US" altLang="zh-CN" sz="1800" b="0" i="1">
                <a:latin typeface="Arial" panose="020B0604020202020204" pitchFamily="34" charset="0"/>
                <a:ea typeface="宋体" panose="02010600030101010101" pitchFamily="2" charset="-122"/>
              </a:rPr>
              <a:t>r</a:t>
            </a:r>
          </a:p>
          <a:p>
            <a:pPr algn="ctr" eaLnBrk="0" hangingPunct="0"/>
            <a:r>
              <a:rPr lang="en-US" altLang="zh-CN" sz="1800" b="0" i="1">
                <a:latin typeface="Arial" panose="020B0604020202020204" pitchFamily="34" charset="0"/>
                <a:ea typeface="宋体" panose="02010600030101010101" pitchFamily="2" charset="-122"/>
              </a:rPr>
              <a:t>d</a:t>
            </a:r>
          </a:p>
          <a:p>
            <a:pPr algn="ctr" eaLnBrk="0" hangingPunct="0"/>
            <a:r>
              <a:rPr lang="en-US" altLang="zh-CN" sz="1800" b="0" i="1">
                <a:latin typeface="Arial" panose="020B0604020202020204" pitchFamily="34" charset="0"/>
                <a:ea typeface="宋体" panose="02010600030101010101" pitchFamily="2" charset="-122"/>
              </a:rPr>
              <a:t>e</a:t>
            </a:r>
          </a:p>
          <a:p>
            <a:pPr algn="ctr" eaLnBrk="0" hangingPunct="0"/>
            <a:r>
              <a:rPr lang="en-US" altLang="zh-CN" sz="1800" b="0" i="1">
                <a:latin typeface="Arial" panose="020B0604020202020204" pitchFamily="34" charset="0"/>
                <a:ea typeface="宋体" panose="02010600030101010101" pitchFamily="2" charset="-122"/>
              </a:rPr>
              <a:t>r</a:t>
            </a:r>
          </a:p>
        </p:txBody>
      </p:sp>
      <p:sp>
        <p:nvSpPr>
          <p:cNvPr id="132099" name="Line 4">
            <a:extLst>
              <a:ext uri="{FF2B5EF4-FFF2-40B4-BE49-F238E27FC236}">
                <a16:creationId xmlns:a16="http://schemas.microsoft.com/office/drawing/2014/main" id="{77038326-81EF-FD9A-34A9-6188448BAB30}"/>
              </a:ext>
            </a:extLst>
          </p:cNvPr>
          <p:cNvSpPr>
            <a:spLocks noChangeShapeType="1"/>
          </p:cNvSpPr>
          <p:nvPr/>
        </p:nvSpPr>
        <p:spPr bwMode="auto">
          <a:xfrm>
            <a:off x="850900" y="1617663"/>
            <a:ext cx="0" cy="323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100" name="Line 5">
            <a:extLst>
              <a:ext uri="{FF2B5EF4-FFF2-40B4-BE49-F238E27FC236}">
                <a16:creationId xmlns:a16="http://schemas.microsoft.com/office/drawing/2014/main" id="{458025E9-7748-B3AD-19EF-72211E58B061}"/>
              </a:ext>
            </a:extLst>
          </p:cNvPr>
          <p:cNvSpPr>
            <a:spLocks noChangeShapeType="1"/>
          </p:cNvSpPr>
          <p:nvPr/>
        </p:nvSpPr>
        <p:spPr bwMode="auto">
          <a:xfrm>
            <a:off x="1522413" y="1141413"/>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2101" name="Rectangle 6">
            <a:extLst>
              <a:ext uri="{FF2B5EF4-FFF2-40B4-BE49-F238E27FC236}">
                <a16:creationId xmlns:a16="http://schemas.microsoft.com/office/drawing/2014/main" id="{C7CCC26D-C22E-9083-C002-79E7443E80D7}"/>
              </a:ext>
            </a:extLst>
          </p:cNvPr>
          <p:cNvSpPr>
            <a:spLocks noChangeArrowheads="1"/>
          </p:cNvSpPr>
          <p:nvPr/>
        </p:nvSpPr>
        <p:spPr bwMode="auto">
          <a:xfrm>
            <a:off x="1268413" y="801688"/>
            <a:ext cx="21240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1800" b="0" i="1">
                <a:latin typeface="Arial" panose="020B0604020202020204" pitchFamily="34" charset="0"/>
                <a:ea typeface="宋体" panose="02010600030101010101" pitchFamily="2" charset="-122"/>
              </a:rPr>
              <a:t>Time (clock cycles)</a:t>
            </a:r>
          </a:p>
        </p:txBody>
      </p:sp>
      <p:sp>
        <p:nvSpPr>
          <p:cNvPr id="132102" name="Rectangle 7">
            <a:extLst>
              <a:ext uri="{FF2B5EF4-FFF2-40B4-BE49-F238E27FC236}">
                <a16:creationId xmlns:a16="http://schemas.microsoft.com/office/drawing/2014/main" id="{14D18B37-C441-3945-2460-6FC819040CF3}"/>
              </a:ext>
            </a:extLst>
          </p:cNvPr>
          <p:cNvSpPr>
            <a:spLocks noChangeArrowheads="1"/>
          </p:cNvSpPr>
          <p:nvPr/>
        </p:nvSpPr>
        <p:spPr bwMode="auto">
          <a:xfrm>
            <a:off x="887413" y="1436688"/>
            <a:ext cx="1960562"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solidFill>
                  <a:schemeClr val="accent1"/>
                </a:solidFill>
                <a:latin typeface="Arial" panose="020B0604020202020204" pitchFamily="34" charset="0"/>
                <a:ea typeface="宋体" panose="02010600030101010101" pitchFamily="2" charset="-122"/>
              </a:rPr>
              <a:t>lw r1, </a:t>
            </a:r>
            <a:r>
              <a:rPr lang="en-US" altLang="zh-CN" sz="2800">
                <a:latin typeface="Arial" panose="020B0604020202020204" pitchFamily="34" charset="0"/>
                <a:ea typeface="宋体" panose="02010600030101010101" pitchFamily="2" charset="-122"/>
              </a:rPr>
              <a:t>0(r2)</a:t>
            </a:r>
          </a:p>
        </p:txBody>
      </p:sp>
      <p:sp>
        <p:nvSpPr>
          <p:cNvPr id="132103" name="Rectangle 8">
            <a:extLst>
              <a:ext uri="{FF2B5EF4-FFF2-40B4-BE49-F238E27FC236}">
                <a16:creationId xmlns:a16="http://schemas.microsoft.com/office/drawing/2014/main" id="{B33F56C2-6E92-6B5D-2F72-4FD4FF39EBCE}"/>
              </a:ext>
            </a:extLst>
          </p:cNvPr>
          <p:cNvSpPr>
            <a:spLocks noChangeArrowheads="1"/>
          </p:cNvSpPr>
          <p:nvPr/>
        </p:nvSpPr>
        <p:spPr bwMode="auto">
          <a:xfrm>
            <a:off x="862013" y="2160588"/>
            <a:ext cx="2119312"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sub </a:t>
            </a:r>
            <a:r>
              <a:rPr lang="en-US" altLang="zh-CN" sz="2800">
                <a:solidFill>
                  <a:srgbClr val="008000"/>
                </a:solidFill>
                <a:latin typeface="Arial" panose="020B0604020202020204" pitchFamily="34" charset="0"/>
                <a:ea typeface="宋体" panose="02010600030101010101" pitchFamily="2" charset="-122"/>
              </a:rPr>
              <a:t>r7</a:t>
            </a:r>
            <a:r>
              <a:rPr lang="en-US" altLang="zh-CN" sz="2800">
                <a:latin typeface="Arial" panose="020B0604020202020204" pitchFamily="34" charset="0"/>
                <a:ea typeface="宋体" panose="02010600030101010101" pitchFamily="2" charset="-122"/>
              </a:rPr>
              <a:t>,</a:t>
            </a:r>
            <a:r>
              <a:rPr lang="en-US" altLang="zh-CN" sz="2800" u="sng">
                <a:solidFill>
                  <a:schemeClr val="accent1"/>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,r3</a:t>
            </a:r>
          </a:p>
        </p:txBody>
      </p:sp>
      <p:sp>
        <p:nvSpPr>
          <p:cNvPr id="132104" name="Rectangle 9">
            <a:extLst>
              <a:ext uri="{FF2B5EF4-FFF2-40B4-BE49-F238E27FC236}">
                <a16:creationId xmlns:a16="http://schemas.microsoft.com/office/drawing/2014/main" id="{AE75DE7F-8BAC-4516-7FEE-7064BA3550C9}"/>
              </a:ext>
            </a:extLst>
          </p:cNvPr>
          <p:cNvSpPr>
            <a:spLocks noChangeArrowheads="1"/>
          </p:cNvSpPr>
          <p:nvPr/>
        </p:nvSpPr>
        <p:spPr bwMode="auto">
          <a:xfrm>
            <a:off x="836613" y="2884488"/>
            <a:ext cx="2119312"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and r6,</a:t>
            </a:r>
            <a:r>
              <a:rPr lang="en-US" altLang="zh-CN" sz="2800">
                <a:solidFill>
                  <a:srgbClr val="008000"/>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a:t>
            </a:r>
            <a:r>
              <a:rPr lang="en-US" altLang="zh-CN" sz="2800">
                <a:solidFill>
                  <a:srgbClr val="008000"/>
                </a:solidFill>
                <a:latin typeface="Arial" panose="020B0604020202020204" pitchFamily="34" charset="0"/>
                <a:ea typeface="宋体" panose="02010600030101010101" pitchFamily="2" charset="-122"/>
              </a:rPr>
              <a:t>r7</a:t>
            </a:r>
          </a:p>
        </p:txBody>
      </p:sp>
      <p:sp>
        <p:nvSpPr>
          <p:cNvPr id="132105" name="Rectangle 10">
            <a:extLst>
              <a:ext uri="{FF2B5EF4-FFF2-40B4-BE49-F238E27FC236}">
                <a16:creationId xmlns:a16="http://schemas.microsoft.com/office/drawing/2014/main" id="{5598511F-7836-9CFE-AD06-437BB9811811}"/>
              </a:ext>
            </a:extLst>
          </p:cNvPr>
          <p:cNvSpPr>
            <a:spLocks noChangeArrowheads="1"/>
          </p:cNvSpPr>
          <p:nvPr/>
        </p:nvSpPr>
        <p:spPr bwMode="auto">
          <a:xfrm>
            <a:off x="811213" y="3608388"/>
            <a:ext cx="2038350"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sz="2800">
                <a:latin typeface="Arial" panose="020B0604020202020204" pitchFamily="34" charset="0"/>
                <a:ea typeface="宋体" panose="02010600030101010101" pitchFamily="2" charset="-122"/>
              </a:rPr>
              <a:t>or   r8,</a:t>
            </a:r>
            <a:r>
              <a:rPr lang="en-US" altLang="zh-CN" sz="2800">
                <a:solidFill>
                  <a:schemeClr val="accent2"/>
                </a:solidFill>
                <a:latin typeface="Arial" panose="020B0604020202020204" pitchFamily="34" charset="0"/>
                <a:ea typeface="宋体" panose="02010600030101010101" pitchFamily="2" charset="-122"/>
              </a:rPr>
              <a:t>r1</a:t>
            </a:r>
            <a:r>
              <a:rPr lang="en-US" altLang="zh-CN" sz="2800">
                <a:latin typeface="Arial" panose="020B0604020202020204" pitchFamily="34" charset="0"/>
                <a:ea typeface="宋体" panose="02010600030101010101" pitchFamily="2" charset="-122"/>
              </a:rPr>
              <a:t>,r9</a:t>
            </a:r>
          </a:p>
        </p:txBody>
      </p:sp>
      <p:sp>
        <p:nvSpPr>
          <p:cNvPr id="132106" name="Freeform 11">
            <a:extLst>
              <a:ext uri="{FF2B5EF4-FFF2-40B4-BE49-F238E27FC236}">
                <a16:creationId xmlns:a16="http://schemas.microsoft.com/office/drawing/2014/main" id="{56825267-9F27-92CC-BDD6-0810566A3F50}"/>
              </a:ext>
            </a:extLst>
          </p:cNvPr>
          <p:cNvSpPr>
            <a:spLocks noChangeArrowheads="1"/>
          </p:cNvSpPr>
          <p:nvPr/>
        </p:nvSpPr>
        <p:spPr bwMode="auto">
          <a:xfrm>
            <a:off x="5892800" y="1441450"/>
            <a:ext cx="225425" cy="458788"/>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32107" name="Freeform 12">
            <a:extLst>
              <a:ext uri="{FF2B5EF4-FFF2-40B4-BE49-F238E27FC236}">
                <a16:creationId xmlns:a16="http://schemas.microsoft.com/office/drawing/2014/main" id="{6EE189B1-B405-A941-EE93-6ED0DD31D1D3}"/>
              </a:ext>
            </a:extLst>
          </p:cNvPr>
          <p:cNvSpPr>
            <a:spLocks noChangeArrowheads="1"/>
          </p:cNvSpPr>
          <p:nvPr/>
        </p:nvSpPr>
        <p:spPr bwMode="auto">
          <a:xfrm>
            <a:off x="4714875" y="2152650"/>
            <a:ext cx="234950" cy="458788"/>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32108" name="Freeform 13">
            <a:extLst>
              <a:ext uri="{FF2B5EF4-FFF2-40B4-BE49-F238E27FC236}">
                <a16:creationId xmlns:a16="http://schemas.microsoft.com/office/drawing/2014/main" id="{1C10E808-D5E0-F2A8-D669-B051A4BC4667}"/>
              </a:ext>
            </a:extLst>
          </p:cNvPr>
          <p:cNvSpPr>
            <a:spLocks noChangeArrowheads="1"/>
          </p:cNvSpPr>
          <p:nvPr/>
        </p:nvSpPr>
        <p:spPr bwMode="auto">
          <a:xfrm>
            <a:off x="5392738" y="2863850"/>
            <a:ext cx="234950" cy="458788"/>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2">
              <a:alpha val="38823"/>
            </a:schemeClr>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32109" name="Freeform 14">
            <a:extLst>
              <a:ext uri="{FF2B5EF4-FFF2-40B4-BE49-F238E27FC236}">
                <a16:creationId xmlns:a16="http://schemas.microsoft.com/office/drawing/2014/main" id="{60BE1BDC-0C92-0D4C-2398-8B5807509C0F}"/>
              </a:ext>
            </a:extLst>
          </p:cNvPr>
          <p:cNvSpPr>
            <a:spLocks noChangeArrowheads="1"/>
          </p:cNvSpPr>
          <p:nvPr/>
        </p:nvSpPr>
        <p:spPr bwMode="auto">
          <a:xfrm>
            <a:off x="6070600" y="3575050"/>
            <a:ext cx="234950" cy="458788"/>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solidFill>
            <a:schemeClr val="accent2">
              <a:alpha val="47058"/>
            </a:schemeClr>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32110" name="Rectangle 15">
            <a:extLst>
              <a:ext uri="{FF2B5EF4-FFF2-40B4-BE49-F238E27FC236}">
                <a16:creationId xmlns:a16="http://schemas.microsoft.com/office/drawing/2014/main" id="{FD25DFB9-2893-C1C6-2A64-7B559CD6AB38}"/>
              </a:ext>
            </a:extLst>
          </p:cNvPr>
          <p:cNvSpPr>
            <a:spLocks noChangeArrowheads="1"/>
          </p:cNvSpPr>
          <p:nvPr/>
        </p:nvSpPr>
        <p:spPr bwMode="auto">
          <a:xfrm>
            <a:off x="3135313" y="1120775"/>
            <a:ext cx="4365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IF</a:t>
            </a:r>
          </a:p>
        </p:txBody>
      </p:sp>
      <p:sp>
        <p:nvSpPr>
          <p:cNvPr id="132111" name="Rectangle 16">
            <a:extLst>
              <a:ext uri="{FF2B5EF4-FFF2-40B4-BE49-F238E27FC236}">
                <a16:creationId xmlns:a16="http://schemas.microsoft.com/office/drawing/2014/main" id="{87F629B5-76FF-3CDF-F97E-6F76F550BD31}"/>
              </a:ext>
            </a:extLst>
          </p:cNvPr>
          <p:cNvSpPr>
            <a:spLocks noChangeArrowheads="1"/>
          </p:cNvSpPr>
          <p:nvPr/>
        </p:nvSpPr>
        <p:spPr bwMode="auto">
          <a:xfrm>
            <a:off x="3651250" y="1106488"/>
            <a:ext cx="8159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   ID</a:t>
            </a:r>
          </a:p>
        </p:txBody>
      </p:sp>
      <p:sp>
        <p:nvSpPr>
          <p:cNvPr id="132112" name="Rectangle 17">
            <a:extLst>
              <a:ext uri="{FF2B5EF4-FFF2-40B4-BE49-F238E27FC236}">
                <a16:creationId xmlns:a16="http://schemas.microsoft.com/office/drawing/2014/main" id="{C077CB40-1260-A553-88F5-4E19313BB03A}"/>
              </a:ext>
            </a:extLst>
          </p:cNvPr>
          <p:cNvSpPr>
            <a:spLocks noChangeArrowheads="1"/>
          </p:cNvSpPr>
          <p:nvPr/>
        </p:nvSpPr>
        <p:spPr bwMode="auto">
          <a:xfrm>
            <a:off x="4583113" y="1120775"/>
            <a:ext cx="490537"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EX</a:t>
            </a:r>
          </a:p>
        </p:txBody>
      </p:sp>
      <p:sp>
        <p:nvSpPr>
          <p:cNvPr id="132113" name="Rectangle 18">
            <a:extLst>
              <a:ext uri="{FF2B5EF4-FFF2-40B4-BE49-F238E27FC236}">
                <a16:creationId xmlns:a16="http://schemas.microsoft.com/office/drawing/2014/main" id="{3AEB71A3-412E-3523-F818-B13BB5E1058E}"/>
              </a:ext>
            </a:extLst>
          </p:cNvPr>
          <p:cNvSpPr>
            <a:spLocks noChangeArrowheads="1"/>
          </p:cNvSpPr>
          <p:nvPr/>
        </p:nvSpPr>
        <p:spPr bwMode="auto">
          <a:xfrm>
            <a:off x="5070475" y="1120775"/>
            <a:ext cx="8175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   M</a:t>
            </a:r>
          </a:p>
        </p:txBody>
      </p:sp>
      <p:sp>
        <p:nvSpPr>
          <p:cNvPr id="132114" name="Rectangle 19">
            <a:extLst>
              <a:ext uri="{FF2B5EF4-FFF2-40B4-BE49-F238E27FC236}">
                <a16:creationId xmlns:a16="http://schemas.microsoft.com/office/drawing/2014/main" id="{2A7498EF-B2E3-2D3F-8103-CAD6DE86F305}"/>
              </a:ext>
            </a:extLst>
          </p:cNvPr>
          <p:cNvSpPr>
            <a:spLocks noChangeArrowheads="1"/>
          </p:cNvSpPr>
          <p:nvPr/>
        </p:nvSpPr>
        <p:spPr bwMode="auto">
          <a:xfrm>
            <a:off x="5845175" y="1120775"/>
            <a:ext cx="58578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altLang="zh-CN" sz="1800">
                <a:latin typeface="Arial" panose="020B0604020202020204" pitchFamily="34" charset="0"/>
                <a:ea typeface="宋体" panose="02010600030101010101" pitchFamily="2" charset="-122"/>
              </a:rPr>
              <a:t>WB</a:t>
            </a:r>
          </a:p>
        </p:txBody>
      </p:sp>
      <p:sp>
        <p:nvSpPr>
          <p:cNvPr id="132115" name="Line 20">
            <a:extLst>
              <a:ext uri="{FF2B5EF4-FFF2-40B4-BE49-F238E27FC236}">
                <a16:creationId xmlns:a16="http://schemas.microsoft.com/office/drawing/2014/main" id="{BCC8B6B4-8F51-5660-239A-119901F7372C}"/>
              </a:ext>
            </a:extLst>
          </p:cNvPr>
          <p:cNvSpPr>
            <a:spLocks noChangeShapeType="1"/>
          </p:cNvSpPr>
          <p:nvPr/>
        </p:nvSpPr>
        <p:spPr bwMode="auto">
          <a:xfrm>
            <a:off x="3683000" y="91440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16" name="Line 21">
            <a:extLst>
              <a:ext uri="{FF2B5EF4-FFF2-40B4-BE49-F238E27FC236}">
                <a16:creationId xmlns:a16="http://schemas.microsoft.com/office/drawing/2014/main" id="{F4A184AB-BAF7-6507-3DE2-62ACA5FA9711}"/>
              </a:ext>
            </a:extLst>
          </p:cNvPr>
          <p:cNvSpPr>
            <a:spLocks noChangeShapeType="1"/>
          </p:cNvSpPr>
          <p:nvPr/>
        </p:nvSpPr>
        <p:spPr bwMode="auto">
          <a:xfrm>
            <a:off x="4368800" y="91440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17" name="Line 22">
            <a:extLst>
              <a:ext uri="{FF2B5EF4-FFF2-40B4-BE49-F238E27FC236}">
                <a16:creationId xmlns:a16="http://schemas.microsoft.com/office/drawing/2014/main" id="{A59F0B0D-3850-9714-6282-9FAEC096E9F9}"/>
              </a:ext>
            </a:extLst>
          </p:cNvPr>
          <p:cNvSpPr>
            <a:spLocks noChangeShapeType="1"/>
          </p:cNvSpPr>
          <p:nvPr/>
        </p:nvSpPr>
        <p:spPr bwMode="auto">
          <a:xfrm>
            <a:off x="5054600" y="91440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18" name="Line 23">
            <a:extLst>
              <a:ext uri="{FF2B5EF4-FFF2-40B4-BE49-F238E27FC236}">
                <a16:creationId xmlns:a16="http://schemas.microsoft.com/office/drawing/2014/main" id="{BA780C67-1D88-FC74-AA2C-F686DB602F70}"/>
              </a:ext>
            </a:extLst>
          </p:cNvPr>
          <p:cNvSpPr>
            <a:spLocks noChangeShapeType="1"/>
          </p:cNvSpPr>
          <p:nvPr/>
        </p:nvSpPr>
        <p:spPr bwMode="auto">
          <a:xfrm>
            <a:off x="5740400" y="91440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19" name="Line 24">
            <a:extLst>
              <a:ext uri="{FF2B5EF4-FFF2-40B4-BE49-F238E27FC236}">
                <a16:creationId xmlns:a16="http://schemas.microsoft.com/office/drawing/2014/main" id="{7012B316-DBD1-F1B4-D766-4F7F8CCFB8BB}"/>
              </a:ext>
            </a:extLst>
          </p:cNvPr>
          <p:cNvSpPr>
            <a:spLocks noChangeShapeType="1"/>
          </p:cNvSpPr>
          <p:nvPr/>
        </p:nvSpPr>
        <p:spPr bwMode="auto">
          <a:xfrm>
            <a:off x="6426200" y="91440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20" name="Line 25">
            <a:extLst>
              <a:ext uri="{FF2B5EF4-FFF2-40B4-BE49-F238E27FC236}">
                <a16:creationId xmlns:a16="http://schemas.microsoft.com/office/drawing/2014/main" id="{43B155E5-C111-D7D1-14E6-3A2E0E59B861}"/>
              </a:ext>
            </a:extLst>
          </p:cNvPr>
          <p:cNvSpPr>
            <a:spLocks noChangeShapeType="1"/>
          </p:cNvSpPr>
          <p:nvPr/>
        </p:nvSpPr>
        <p:spPr bwMode="auto">
          <a:xfrm>
            <a:off x="7112000" y="91440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21" name="Line 26">
            <a:extLst>
              <a:ext uri="{FF2B5EF4-FFF2-40B4-BE49-F238E27FC236}">
                <a16:creationId xmlns:a16="http://schemas.microsoft.com/office/drawing/2014/main" id="{DAA7BCCB-981F-A174-A65B-50B1E69DE99A}"/>
              </a:ext>
            </a:extLst>
          </p:cNvPr>
          <p:cNvSpPr>
            <a:spLocks noChangeShapeType="1"/>
          </p:cNvSpPr>
          <p:nvPr/>
        </p:nvSpPr>
        <p:spPr bwMode="auto">
          <a:xfrm>
            <a:off x="7797800" y="91440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22" name="Line 27">
            <a:extLst>
              <a:ext uri="{FF2B5EF4-FFF2-40B4-BE49-F238E27FC236}">
                <a16:creationId xmlns:a16="http://schemas.microsoft.com/office/drawing/2014/main" id="{BBA30CAA-CA8D-7E14-6DCC-10028BAAB3B9}"/>
              </a:ext>
            </a:extLst>
          </p:cNvPr>
          <p:cNvSpPr>
            <a:spLocks noChangeShapeType="1"/>
          </p:cNvSpPr>
          <p:nvPr/>
        </p:nvSpPr>
        <p:spPr bwMode="auto">
          <a:xfrm>
            <a:off x="8483600" y="914400"/>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23" name="Freeform 28">
            <a:extLst>
              <a:ext uri="{FF2B5EF4-FFF2-40B4-BE49-F238E27FC236}">
                <a16:creationId xmlns:a16="http://schemas.microsoft.com/office/drawing/2014/main" id="{87AF7EFF-066C-C021-A681-D508B84244C1}"/>
              </a:ext>
            </a:extLst>
          </p:cNvPr>
          <p:cNvSpPr>
            <a:spLocks noChangeArrowheads="1"/>
          </p:cNvSpPr>
          <p:nvPr/>
        </p:nvSpPr>
        <p:spPr bwMode="auto">
          <a:xfrm>
            <a:off x="5149850" y="1441450"/>
            <a:ext cx="257175" cy="458788"/>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24" name="Freeform 29">
            <a:extLst>
              <a:ext uri="{FF2B5EF4-FFF2-40B4-BE49-F238E27FC236}">
                <a16:creationId xmlns:a16="http://schemas.microsoft.com/office/drawing/2014/main" id="{856A9341-A0D0-EFB6-F715-A4BC12F08DD5}"/>
              </a:ext>
            </a:extLst>
          </p:cNvPr>
          <p:cNvSpPr>
            <a:spLocks noChangeArrowheads="1"/>
          </p:cNvSpPr>
          <p:nvPr/>
        </p:nvSpPr>
        <p:spPr bwMode="auto">
          <a:xfrm>
            <a:off x="5405438" y="1441450"/>
            <a:ext cx="260350" cy="458788"/>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25" name="Freeform 30">
            <a:extLst>
              <a:ext uri="{FF2B5EF4-FFF2-40B4-BE49-F238E27FC236}">
                <a16:creationId xmlns:a16="http://schemas.microsoft.com/office/drawing/2014/main" id="{21CA3297-D249-D00A-DDD3-0D38E55E7770}"/>
              </a:ext>
            </a:extLst>
          </p:cNvPr>
          <p:cNvSpPr>
            <a:spLocks noChangeArrowheads="1"/>
          </p:cNvSpPr>
          <p:nvPr/>
        </p:nvSpPr>
        <p:spPr bwMode="auto">
          <a:xfrm>
            <a:off x="4541838" y="1289050"/>
            <a:ext cx="338137" cy="763588"/>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26" name="Rectangle 31">
            <a:extLst>
              <a:ext uri="{FF2B5EF4-FFF2-40B4-BE49-F238E27FC236}">
                <a16:creationId xmlns:a16="http://schemas.microsoft.com/office/drawing/2014/main" id="{22B1D91B-8C02-4E95-49C1-0C533F012123}"/>
              </a:ext>
            </a:extLst>
          </p:cNvPr>
          <p:cNvSpPr>
            <a:spLocks noChangeArrowheads="1"/>
          </p:cNvSpPr>
          <p:nvPr/>
        </p:nvSpPr>
        <p:spPr bwMode="auto">
          <a:xfrm rot="5400000">
            <a:off x="4380706" y="1473994"/>
            <a:ext cx="6080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sp>
        <p:nvSpPr>
          <p:cNvPr id="132127" name="Rectangle 32">
            <a:extLst>
              <a:ext uri="{FF2B5EF4-FFF2-40B4-BE49-F238E27FC236}">
                <a16:creationId xmlns:a16="http://schemas.microsoft.com/office/drawing/2014/main" id="{E4FC4017-32FF-C2E3-A72E-F21EB2A583AB}"/>
              </a:ext>
            </a:extLst>
          </p:cNvPr>
          <p:cNvSpPr>
            <a:spLocks noChangeArrowheads="1"/>
          </p:cNvSpPr>
          <p:nvPr/>
        </p:nvSpPr>
        <p:spPr bwMode="auto">
          <a:xfrm>
            <a:off x="3133725" y="1501775"/>
            <a:ext cx="4302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32128" name="Group 33">
            <a:extLst>
              <a:ext uri="{FF2B5EF4-FFF2-40B4-BE49-F238E27FC236}">
                <a16:creationId xmlns:a16="http://schemas.microsoft.com/office/drawing/2014/main" id="{2C1B7F5C-86EA-7405-21F9-BAF0744AD435}"/>
              </a:ext>
            </a:extLst>
          </p:cNvPr>
          <p:cNvGrpSpPr>
            <a:grpSpLocks/>
          </p:cNvGrpSpPr>
          <p:nvPr/>
        </p:nvGrpSpPr>
        <p:grpSpPr bwMode="auto">
          <a:xfrm>
            <a:off x="3071813" y="1441450"/>
            <a:ext cx="539750" cy="458788"/>
            <a:chOff x="1935" y="1349"/>
            <a:chExt cx="340" cy="289"/>
          </a:xfrm>
        </p:grpSpPr>
        <p:sp>
          <p:nvSpPr>
            <p:cNvPr id="132129" name="Freeform 34">
              <a:extLst>
                <a:ext uri="{FF2B5EF4-FFF2-40B4-BE49-F238E27FC236}">
                  <a16:creationId xmlns:a16="http://schemas.microsoft.com/office/drawing/2014/main" id="{A77D3F8C-D024-AF7E-B30E-615F1EB38667}"/>
                </a:ext>
              </a:extLst>
            </p:cNvPr>
            <p:cNvSpPr>
              <a:spLocks noChangeArrowheads="1"/>
            </p:cNvSpPr>
            <p:nvPr/>
          </p:nvSpPr>
          <p:spPr bwMode="auto">
            <a:xfrm>
              <a:off x="1935" y="1349"/>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30" name="Freeform 35">
              <a:extLst>
                <a:ext uri="{FF2B5EF4-FFF2-40B4-BE49-F238E27FC236}">
                  <a16:creationId xmlns:a16="http://schemas.microsoft.com/office/drawing/2014/main" id="{BD2B0B1D-AACE-24E0-9464-9C54AF771F2F}"/>
                </a:ext>
              </a:extLst>
            </p:cNvPr>
            <p:cNvSpPr>
              <a:spLocks noChangeArrowheads="1"/>
            </p:cNvSpPr>
            <p:nvPr/>
          </p:nvSpPr>
          <p:spPr bwMode="auto">
            <a:xfrm>
              <a:off x="2104" y="1349"/>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2131" name="Rectangle 36">
            <a:extLst>
              <a:ext uri="{FF2B5EF4-FFF2-40B4-BE49-F238E27FC236}">
                <a16:creationId xmlns:a16="http://schemas.microsoft.com/office/drawing/2014/main" id="{3339B3F6-6FFC-954C-B1B6-29059223AC2B}"/>
              </a:ext>
            </a:extLst>
          </p:cNvPr>
          <p:cNvSpPr>
            <a:spLocks noChangeArrowheads="1"/>
          </p:cNvSpPr>
          <p:nvPr/>
        </p:nvSpPr>
        <p:spPr bwMode="auto">
          <a:xfrm>
            <a:off x="3778250" y="145891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32132" name="Freeform 37">
            <a:extLst>
              <a:ext uri="{FF2B5EF4-FFF2-40B4-BE49-F238E27FC236}">
                <a16:creationId xmlns:a16="http://schemas.microsoft.com/office/drawing/2014/main" id="{CEEE18AA-A724-BC2A-0CB3-98337346D152}"/>
              </a:ext>
            </a:extLst>
          </p:cNvPr>
          <p:cNvSpPr>
            <a:spLocks noChangeArrowheads="1"/>
          </p:cNvSpPr>
          <p:nvPr/>
        </p:nvSpPr>
        <p:spPr bwMode="auto">
          <a:xfrm>
            <a:off x="3802063" y="1441450"/>
            <a:ext cx="236537" cy="458788"/>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33" name="Freeform 38">
            <a:extLst>
              <a:ext uri="{FF2B5EF4-FFF2-40B4-BE49-F238E27FC236}">
                <a16:creationId xmlns:a16="http://schemas.microsoft.com/office/drawing/2014/main" id="{0E3E3CD8-61EA-5295-56AC-0CE7B9E42E31}"/>
              </a:ext>
            </a:extLst>
          </p:cNvPr>
          <p:cNvSpPr>
            <a:spLocks noChangeArrowheads="1"/>
          </p:cNvSpPr>
          <p:nvPr/>
        </p:nvSpPr>
        <p:spPr bwMode="auto">
          <a:xfrm>
            <a:off x="4037013" y="1441450"/>
            <a:ext cx="234950" cy="458788"/>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34" name="Line 39">
            <a:extLst>
              <a:ext uri="{FF2B5EF4-FFF2-40B4-BE49-F238E27FC236}">
                <a16:creationId xmlns:a16="http://schemas.microsoft.com/office/drawing/2014/main" id="{61432878-9D75-E590-1656-A63FD9C98F18}"/>
              </a:ext>
            </a:extLst>
          </p:cNvPr>
          <p:cNvSpPr>
            <a:spLocks noChangeShapeType="1"/>
          </p:cNvSpPr>
          <p:nvPr/>
        </p:nvSpPr>
        <p:spPr bwMode="auto">
          <a:xfrm>
            <a:off x="3613150" y="1670050"/>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35" name="Freeform 40">
            <a:extLst>
              <a:ext uri="{FF2B5EF4-FFF2-40B4-BE49-F238E27FC236}">
                <a16:creationId xmlns:a16="http://schemas.microsoft.com/office/drawing/2014/main" id="{0703622B-F76D-F06A-8A07-08980430C6C4}"/>
              </a:ext>
            </a:extLst>
          </p:cNvPr>
          <p:cNvSpPr>
            <a:spLocks noChangeArrowheads="1"/>
          </p:cNvSpPr>
          <p:nvPr/>
        </p:nvSpPr>
        <p:spPr bwMode="auto">
          <a:xfrm>
            <a:off x="3717925" y="1517650"/>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36" name="Line 41">
            <a:extLst>
              <a:ext uri="{FF2B5EF4-FFF2-40B4-BE49-F238E27FC236}">
                <a16:creationId xmlns:a16="http://schemas.microsoft.com/office/drawing/2014/main" id="{9BF21B58-C8AF-2081-2515-3171E48B371D}"/>
              </a:ext>
            </a:extLst>
          </p:cNvPr>
          <p:cNvSpPr>
            <a:spLocks noChangeShapeType="1"/>
          </p:cNvSpPr>
          <p:nvPr/>
        </p:nvSpPr>
        <p:spPr bwMode="auto">
          <a:xfrm>
            <a:off x="4273550" y="1517650"/>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37" name="Rectangle 42">
            <a:extLst>
              <a:ext uri="{FF2B5EF4-FFF2-40B4-BE49-F238E27FC236}">
                <a16:creationId xmlns:a16="http://schemas.microsoft.com/office/drawing/2014/main" id="{C5A552B1-17AA-F76D-9B64-E8612DC64628}"/>
              </a:ext>
            </a:extLst>
          </p:cNvPr>
          <p:cNvSpPr>
            <a:spLocks noChangeArrowheads="1"/>
          </p:cNvSpPr>
          <p:nvPr/>
        </p:nvSpPr>
        <p:spPr bwMode="auto">
          <a:xfrm>
            <a:off x="5126038" y="1517650"/>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sp>
        <p:nvSpPr>
          <p:cNvPr id="132138" name="Rectangle 43">
            <a:extLst>
              <a:ext uri="{FF2B5EF4-FFF2-40B4-BE49-F238E27FC236}">
                <a16:creationId xmlns:a16="http://schemas.microsoft.com/office/drawing/2014/main" id="{65C38BBD-CFAA-96A4-32A8-5A589A7236B6}"/>
              </a:ext>
            </a:extLst>
          </p:cNvPr>
          <p:cNvSpPr>
            <a:spLocks noChangeArrowheads="1"/>
          </p:cNvSpPr>
          <p:nvPr/>
        </p:nvSpPr>
        <p:spPr bwMode="auto">
          <a:xfrm>
            <a:off x="5856288" y="1450975"/>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32139" name="Freeform 44">
            <a:extLst>
              <a:ext uri="{FF2B5EF4-FFF2-40B4-BE49-F238E27FC236}">
                <a16:creationId xmlns:a16="http://schemas.microsoft.com/office/drawing/2014/main" id="{FF683ED6-AD78-1C79-748C-8B2084D54290}"/>
              </a:ext>
            </a:extLst>
          </p:cNvPr>
          <p:cNvSpPr>
            <a:spLocks noChangeArrowheads="1"/>
          </p:cNvSpPr>
          <p:nvPr/>
        </p:nvSpPr>
        <p:spPr bwMode="auto">
          <a:xfrm>
            <a:off x="6116638" y="1441450"/>
            <a:ext cx="227012" cy="458788"/>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40" name="Line 45">
            <a:extLst>
              <a:ext uri="{FF2B5EF4-FFF2-40B4-BE49-F238E27FC236}">
                <a16:creationId xmlns:a16="http://schemas.microsoft.com/office/drawing/2014/main" id="{70A7FAB6-160C-AD74-BF44-898AA88B34B0}"/>
              </a:ext>
            </a:extLst>
          </p:cNvPr>
          <p:cNvSpPr>
            <a:spLocks noChangeShapeType="1"/>
          </p:cNvSpPr>
          <p:nvPr/>
        </p:nvSpPr>
        <p:spPr bwMode="auto">
          <a:xfrm>
            <a:off x="5653088" y="1670050"/>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41" name="Line 46">
            <a:extLst>
              <a:ext uri="{FF2B5EF4-FFF2-40B4-BE49-F238E27FC236}">
                <a16:creationId xmlns:a16="http://schemas.microsoft.com/office/drawing/2014/main" id="{85372F13-CB1D-21A7-C286-C6A09B0EF829}"/>
              </a:ext>
            </a:extLst>
          </p:cNvPr>
          <p:cNvSpPr>
            <a:spLocks noChangeShapeType="1"/>
          </p:cNvSpPr>
          <p:nvPr/>
        </p:nvSpPr>
        <p:spPr bwMode="auto">
          <a:xfrm>
            <a:off x="4884738" y="1670050"/>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42" name="Freeform 47">
            <a:extLst>
              <a:ext uri="{FF2B5EF4-FFF2-40B4-BE49-F238E27FC236}">
                <a16:creationId xmlns:a16="http://schemas.microsoft.com/office/drawing/2014/main" id="{3070B5F0-FDDD-009D-8F93-AB62E7332DF2}"/>
              </a:ext>
            </a:extLst>
          </p:cNvPr>
          <p:cNvSpPr>
            <a:spLocks noChangeArrowheads="1"/>
          </p:cNvSpPr>
          <p:nvPr/>
        </p:nvSpPr>
        <p:spPr bwMode="auto">
          <a:xfrm>
            <a:off x="5083175" y="1670050"/>
            <a:ext cx="684213"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43" name="Line 48">
            <a:extLst>
              <a:ext uri="{FF2B5EF4-FFF2-40B4-BE49-F238E27FC236}">
                <a16:creationId xmlns:a16="http://schemas.microsoft.com/office/drawing/2014/main" id="{103072E3-55C7-FB9E-E39A-690DDD307AD1}"/>
              </a:ext>
            </a:extLst>
          </p:cNvPr>
          <p:cNvSpPr>
            <a:spLocks noChangeShapeType="1"/>
          </p:cNvSpPr>
          <p:nvPr/>
        </p:nvSpPr>
        <p:spPr bwMode="auto">
          <a:xfrm>
            <a:off x="4273550" y="1822450"/>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44" name="Freeform 49">
            <a:extLst>
              <a:ext uri="{FF2B5EF4-FFF2-40B4-BE49-F238E27FC236}">
                <a16:creationId xmlns:a16="http://schemas.microsoft.com/office/drawing/2014/main" id="{C0FA8235-4678-ED1B-2D56-AC5C3EC98162}"/>
              </a:ext>
            </a:extLst>
          </p:cNvPr>
          <p:cNvSpPr>
            <a:spLocks noChangeArrowheads="1"/>
          </p:cNvSpPr>
          <p:nvPr/>
        </p:nvSpPr>
        <p:spPr bwMode="auto">
          <a:xfrm>
            <a:off x="4452938" y="1662113"/>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32145" name="Group 50">
            <a:extLst>
              <a:ext uri="{FF2B5EF4-FFF2-40B4-BE49-F238E27FC236}">
                <a16:creationId xmlns:a16="http://schemas.microsoft.com/office/drawing/2014/main" id="{8965CC87-26C0-9844-BDCE-35A6A35B342D}"/>
              </a:ext>
            </a:extLst>
          </p:cNvPr>
          <p:cNvGrpSpPr>
            <a:grpSpLocks/>
          </p:cNvGrpSpPr>
          <p:nvPr/>
        </p:nvGrpSpPr>
        <p:grpSpPr bwMode="auto">
          <a:xfrm>
            <a:off x="5205413" y="2000250"/>
            <a:ext cx="352425" cy="763588"/>
            <a:chOff x="3279" y="1701"/>
            <a:chExt cx="222" cy="481"/>
          </a:xfrm>
        </p:grpSpPr>
        <p:sp>
          <p:nvSpPr>
            <p:cNvPr id="132146" name="Freeform 51">
              <a:extLst>
                <a:ext uri="{FF2B5EF4-FFF2-40B4-BE49-F238E27FC236}">
                  <a16:creationId xmlns:a16="http://schemas.microsoft.com/office/drawing/2014/main" id="{3B7BB13D-7059-C33C-C7CF-5DC996D107EB}"/>
                </a:ext>
              </a:extLst>
            </p:cNvPr>
            <p:cNvSpPr>
              <a:spLocks noChangeArrowheads="1"/>
            </p:cNvSpPr>
            <p:nvPr/>
          </p:nvSpPr>
          <p:spPr bwMode="auto">
            <a:xfrm>
              <a:off x="3288" y="1701"/>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47" name="Rectangle 52">
              <a:extLst>
                <a:ext uri="{FF2B5EF4-FFF2-40B4-BE49-F238E27FC236}">
                  <a16:creationId xmlns:a16="http://schemas.microsoft.com/office/drawing/2014/main" id="{3BE11E69-4E75-AA61-2B11-FE6BD33AFCDA}"/>
                </a:ext>
              </a:extLst>
            </p:cNvPr>
            <p:cNvSpPr>
              <a:spLocks noChangeArrowheads="1"/>
            </p:cNvSpPr>
            <p:nvPr/>
          </p:nvSpPr>
          <p:spPr bwMode="auto">
            <a:xfrm rot="5400000">
              <a:off x="3186" y="1818"/>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32148" name="Group 53">
            <a:extLst>
              <a:ext uri="{FF2B5EF4-FFF2-40B4-BE49-F238E27FC236}">
                <a16:creationId xmlns:a16="http://schemas.microsoft.com/office/drawing/2014/main" id="{BC5019B6-B1ED-F16F-0324-F5282D603724}"/>
              </a:ext>
            </a:extLst>
          </p:cNvPr>
          <p:cNvGrpSpPr>
            <a:grpSpLocks/>
          </p:cNvGrpSpPr>
          <p:nvPr/>
        </p:nvGrpSpPr>
        <p:grpSpPr bwMode="auto">
          <a:xfrm>
            <a:off x="3725863" y="2152650"/>
            <a:ext cx="563562" cy="458788"/>
            <a:chOff x="2347" y="1797"/>
            <a:chExt cx="355" cy="289"/>
          </a:xfrm>
        </p:grpSpPr>
        <p:sp>
          <p:nvSpPr>
            <p:cNvPr id="132149" name="Rectangle 54">
              <a:extLst>
                <a:ext uri="{FF2B5EF4-FFF2-40B4-BE49-F238E27FC236}">
                  <a16:creationId xmlns:a16="http://schemas.microsoft.com/office/drawing/2014/main" id="{9165B732-DF89-740A-EB97-5CF4234B10E0}"/>
                </a:ext>
              </a:extLst>
            </p:cNvPr>
            <p:cNvSpPr>
              <a:spLocks noChangeArrowheads="1"/>
            </p:cNvSpPr>
            <p:nvPr/>
          </p:nvSpPr>
          <p:spPr bwMode="auto">
            <a:xfrm>
              <a:off x="2347" y="1803"/>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32150" name="Group 55">
              <a:extLst>
                <a:ext uri="{FF2B5EF4-FFF2-40B4-BE49-F238E27FC236}">
                  <a16:creationId xmlns:a16="http://schemas.microsoft.com/office/drawing/2014/main" id="{A21267D8-D7C2-E169-0C38-AF61F340BC8A}"/>
                </a:ext>
              </a:extLst>
            </p:cNvPr>
            <p:cNvGrpSpPr>
              <a:grpSpLocks/>
            </p:cNvGrpSpPr>
            <p:nvPr/>
          </p:nvGrpSpPr>
          <p:grpSpPr bwMode="auto">
            <a:xfrm>
              <a:off x="2362" y="1797"/>
              <a:ext cx="340" cy="289"/>
              <a:chOff x="2362" y="1797"/>
              <a:chExt cx="340" cy="289"/>
            </a:xfrm>
          </p:grpSpPr>
          <p:sp>
            <p:nvSpPr>
              <p:cNvPr id="132151" name="Freeform 56">
                <a:extLst>
                  <a:ext uri="{FF2B5EF4-FFF2-40B4-BE49-F238E27FC236}">
                    <a16:creationId xmlns:a16="http://schemas.microsoft.com/office/drawing/2014/main" id="{10581810-D1E9-D2C1-9230-A5016D8ACC7D}"/>
                  </a:ext>
                </a:extLst>
              </p:cNvPr>
              <p:cNvSpPr>
                <a:spLocks noChangeArrowheads="1"/>
              </p:cNvSpPr>
              <p:nvPr/>
            </p:nvSpPr>
            <p:spPr bwMode="auto">
              <a:xfrm>
                <a:off x="2362" y="1797"/>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52" name="Freeform 57">
                <a:extLst>
                  <a:ext uri="{FF2B5EF4-FFF2-40B4-BE49-F238E27FC236}">
                    <a16:creationId xmlns:a16="http://schemas.microsoft.com/office/drawing/2014/main" id="{46717B27-4237-7BA5-883E-6610EDDCB208}"/>
                  </a:ext>
                </a:extLst>
              </p:cNvPr>
              <p:cNvSpPr>
                <a:spLocks noChangeArrowheads="1"/>
              </p:cNvSpPr>
              <p:nvPr/>
            </p:nvSpPr>
            <p:spPr bwMode="auto">
              <a:xfrm>
                <a:off x="2531" y="1797"/>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32153" name="Rectangle 58">
            <a:extLst>
              <a:ext uri="{FF2B5EF4-FFF2-40B4-BE49-F238E27FC236}">
                <a16:creationId xmlns:a16="http://schemas.microsoft.com/office/drawing/2014/main" id="{38F4AF02-8722-B601-CE1A-9312846DC6AF}"/>
              </a:ext>
            </a:extLst>
          </p:cNvPr>
          <p:cNvSpPr>
            <a:spLocks noChangeArrowheads="1"/>
          </p:cNvSpPr>
          <p:nvPr/>
        </p:nvSpPr>
        <p:spPr bwMode="auto">
          <a:xfrm>
            <a:off x="4456113" y="217011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32154" name="Freeform 59">
            <a:extLst>
              <a:ext uri="{FF2B5EF4-FFF2-40B4-BE49-F238E27FC236}">
                <a16:creationId xmlns:a16="http://schemas.microsoft.com/office/drawing/2014/main" id="{7230D725-B738-D7EE-42E1-BB83B15DF289}"/>
              </a:ext>
            </a:extLst>
          </p:cNvPr>
          <p:cNvSpPr>
            <a:spLocks noChangeArrowheads="1"/>
          </p:cNvSpPr>
          <p:nvPr/>
        </p:nvSpPr>
        <p:spPr bwMode="auto">
          <a:xfrm>
            <a:off x="4479925" y="2152650"/>
            <a:ext cx="236538" cy="458788"/>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55" name="Line 60">
            <a:extLst>
              <a:ext uri="{FF2B5EF4-FFF2-40B4-BE49-F238E27FC236}">
                <a16:creationId xmlns:a16="http://schemas.microsoft.com/office/drawing/2014/main" id="{1C916F07-7AC4-895E-899F-FE469184A247}"/>
              </a:ext>
            </a:extLst>
          </p:cNvPr>
          <p:cNvSpPr>
            <a:spLocks noChangeShapeType="1"/>
          </p:cNvSpPr>
          <p:nvPr/>
        </p:nvSpPr>
        <p:spPr bwMode="auto">
          <a:xfrm>
            <a:off x="4291013" y="2381250"/>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56" name="Freeform 61">
            <a:extLst>
              <a:ext uri="{FF2B5EF4-FFF2-40B4-BE49-F238E27FC236}">
                <a16:creationId xmlns:a16="http://schemas.microsoft.com/office/drawing/2014/main" id="{A79C28F5-E14B-1886-331E-746FF131C9D8}"/>
              </a:ext>
            </a:extLst>
          </p:cNvPr>
          <p:cNvSpPr>
            <a:spLocks noChangeArrowheads="1"/>
          </p:cNvSpPr>
          <p:nvPr/>
        </p:nvSpPr>
        <p:spPr bwMode="auto">
          <a:xfrm>
            <a:off x="4395788" y="2228850"/>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57" name="Line 62">
            <a:extLst>
              <a:ext uri="{FF2B5EF4-FFF2-40B4-BE49-F238E27FC236}">
                <a16:creationId xmlns:a16="http://schemas.microsoft.com/office/drawing/2014/main" id="{3049C745-1D03-4808-6CB1-0A82FF6FC956}"/>
              </a:ext>
            </a:extLst>
          </p:cNvPr>
          <p:cNvSpPr>
            <a:spLocks noChangeShapeType="1"/>
          </p:cNvSpPr>
          <p:nvPr/>
        </p:nvSpPr>
        <p:spPr bwMode="auto">
          <a:xfrm>
            <a:off x="4951413" y="2228850"/>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58" name="Rectangle 63">
            <a:extLst>
              <a:ext uri="{FF2B5EF4-FFF2-40B4-BE49-F238E27FC236}">
                <a16:creationId xmlns:a16="http://schemas.microsoft.com/office/drawing/2014/main" id="{44DDCF1C-EF9A-591A-3305-C29F380B8D4D}"/>
              </a:ext>
            </a:extLst>
          </p:cNvPr>
          <p:cNvSpPr>
            <a:spLocks noChangeArrowheads="1"/>
          </p:cNvSpPr>
          <p:nvPr/>
        </p:nvSpPr>
        <p:spPr bwMode="auto">
          <a:xfrm>
            <a:off x="5753100" y="2162175"/>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32159" name="Group 64">
            <a:extLst>
              <a:ext uri="{FF2B5EF4-FFF2-40B4-BE49-F238E27FC236}">
                <a16:creationId xmlns:a16="http://schemas.microsoft.com/office/drawing/2014/main" id="{FA5652D8-629A-4C25-1DB1-C980E385A858}"/>
              </a:ext>
            </a:extLst>
          </p:cNvPr>
          <p:cNvGrpSpPr>
            <a:grpSpLocks/>
          </p:cNvGrpSpPr>
          <p:nvPr/>
        </p:nvGrpSpPr>
        <p:grpSpPr bwMode="auto">
          <a:xfrm>
            <a:off x="5827713" y="2152650"/>
            <a:ext cx="515937" cy="458788"/>
            <a:chOff x="3671" y="1797"/>
            <a:chExt cx="325" cy="289"/>
          </a:xfrm>
        </p:grpSpPr>
        <p:sp>
          <p:nvSpPr>
            <p:cNvPr id="132160" name="Freeform 65">
              <a:extLst>
                <a:ext uri="{FF2B5EF4-FFF2-40B4-BE49-F238E27FC236}">
                  <a16:creationId xmlns:a16="http://schemas.microsoft.com/office/drawing/2014/main" id="{E516170D-6A3F-4502-E4A7-AAD05AC24509}"/>
                </a:ext>
              </a:extLst>
            </p:cNvPr>
            <p:cNvSpPr>
              <a:spLocks noChangeArrowheads="1"/>
            </p:cNvSpPr>
            <p:nvPr/>
          </p:nvSpPr>
          <p:spPr bwMode="auto">
            <a:xfrm>
              <a:off x="3671" y="1797"/>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61" name="Freeform 66">
              <a:extLst>
                <a:ext uri="{FF2B5EF4-FFF2-40B4-BE49-F238E27FC236}">
                  <a16:creationId xmlns:a16="http://schemas.microsoft.com/office/drawing/2014/main" id="{484E4155-C0D3-199B-DD42-8A81652D87B0}"/>
                </a:ext>
              </a:extLst>
            </p:cNvPr>
            <p:cNvSpPr>
              <a:spLocks noChangeArrowheads="1"/>
            </p:cNvSpPr>
            <p:nvPr/>
          </p:nvSpPr>
          <p:spPr bwMode="auto">
            <a:xfrm>
              <a:off x="3832" y="1797"/>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2162" name="Rectangle 67">
            <a:extLst>
              <a:ext uri="{FF2B5EF4-FFF2-40B4-BE49-F238E27FC236}">
                <a16:creationId xmlns:a16="http://schemas.microsoft.com/office/drawing/2014/main" id="{90B1557E-CAF9-F1E9-DFDA-D503DFD2947F}"/>
              </a:ext>
            </a:extLst>
          </p:cNvPr>
          <p:cNvSpPr>
            <a:spLocks noChangeArrowheads="1"/>
          </p:cNvSpPr>
          <p:nvPr/>
        </p:nvSpPr>
        <p:spPr bwMode="auto">
          <a:xfrm>
            <a:off x="6534150" y="2162175"/>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32163" name="Group 68">
            <a:extLst>
              <a:ext uri="{FF2B5EF4-FFF2-40B4-BE49-F238E27FC236}">
                <a16:creationId xmlns:a16="http://schemas.microsoft.com/office/drawing/2014/main" id="{DDEA0936-C0B9-2FBF-B669-45BBF12181A2}"/>
              </a:ext>
            </a:extLst>
          </p:cNvPr>
          <p:cNvGrpSpPr>
            <a:grpSpLocks/>
          </p:cNvGrpSpPr>
          <p:nvPr/>
        </p:nvGrpSpPr>
        <p:grpSpPr bwMode="auto">
          <a:xfrm>
            <a:off x="6570663" y="2152650"/>
            <a:ext cx="450850" cy="458788"/>
            <a:chOff x="4139" y="1797"/>
            <a:chExt cx="284" cy="289"/>
          </a:xfrm>
        </p:grpSpPr>
        <p:sp>
          <p:nvSpPr>
            <p:cNvPr id="132164" name="Freeform 69">
              <a:extLst>
                <a:ext uri="{FF2B5EF4-FFF2-40B4-BE49-F238E27FC236}">
                  <a16:creationId xmlns:a16="http://schemas.microsoft.com/office/drawing/2014/main" id="{8E9932F9-74A8-C99E-7860-14BF62164231}"/>
                </a:ext>
              </a:extLst>
            </p:cNvPr>
            <p:cNvSpPr>
              <a:spLocks noChangeArrowheads="1"/>
            </p:cNvSpPr>
            <p:nvPr/>
          </p:nvSpPr>
          <p:spPr bwMode="auto">
            <a:xfrm>
              <a:off x="4139" y="1797"/>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65" name="Freeform 70">
              <a:extLst>
                <a:ext uri="{FF2B5EF4-FFF2-40B4-BE49-F238E27FC236}">
                  <a16:creationId xmlns:a16="http://schemas.microsoft.com/office/drawing/2014/main" id="{FFA25F56-C1CC-B197-DBF7-A32E0203AA2D}"/>
                </a:ext>
              </a:extLst>
            </p:cNvPr>
            <p:cNvSpPr>
              <a:spLocks noChangeArrowheads="1"/>
            </p:cNvSpPr>
            <p:nvPr/>
          </p:nvSpPr>
          <p:spPr bwMode="auto">
            <a:xfrm>
              <a:off x="4280" y="1797"/>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2166" name="Line 71">
            <a:extLst>
              <a:ext uri="{FF2B5EF4-FFF2-40B4-BE49-F238E27FC236}">
                <a16:creationId xmlns:a16="http://schemas.microsoft.com/office/drawing/2014/main" id="{CCDFE302-4BA6-BB72-9626-68EFE605DF5E}"/>
              </a:ext>
            </a:extLst>
          </p:cNvPr>
          <p:cNvSpPr>
            <a:spLocks noChangeShapeType="1"/>
          </p:cNvSpPr>
          <p:nvPr/>
        </p:nvSpPr>
        <p:spPr bwMode="auto">
          <a:xfrm>
            <a:off x="6330950" y="2381250"/>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67" name="Line 72">
            <a:extLst>
              <a:ext uri="{FF2B5EF4-FFF2-40B4-BE49-F238E27FC236}">
                <a16:creationId xmlns:a16="http://schemas.microsoft.com/office/drawing/2014/main" id="{EC3D2760-C77D-43A2-2B46-986E1BE3C9EE}"/>
              </a:ext>
            </a:extLst>
          </p:cNvPr>
          <p:cNvSpPr>
            <a:spLocks noChangeShapeType="1"/>
          </p:cNvSpPr>
          <p:nvPr/>
        </p:nvSpPr>
        <p:spPr bwMode="auto">
          <a:xfrm>
            <a:off x="5562600" y="2381250"/>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68" name="Freeform 73">
            <a:extLst>
              <a:ext uri="{FF2B5EF4-FFF2-40B4-BE49-F238E27FC236}">
                <a16:creationId xmlns:a16="http://schemas.microsoft.com/office/drawing/2014/main" id="{4E8FD4DE-6E9A-D96A-479A-8441C4D5DE54}"/>
              </a:ext>
            </a:extLst>
          </p:cNvPr>
          <p:cNvSpPr>
            <a:spLocks noChangeArrowheads="1"/>
          </p:cNvSpPr>
          <p:nvPr/>
        </p:nvSpPr>
        <p:spPr bwMode="auto">
          <a:xfrm>
            <a:off x="5761038" y="2381250"/>
            <a:ext cx="684212"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69" name="Line 74">
            <a:extLst>
              <a:ext uri="{FF2B5EF4-FFF2-40B4-BE49-F238E27FC236}">
                <a16:creationId xmlns:a16="http://schemas.microsoft.com/office/drawing/2014/main" id="{DFB48237-4859-1850-C9D3-B71318D489B1}"/>
              </a:ext>
            </a:extLst>
          </p:cNvPr>
          <p:cNvSpPr>
            <a:spLocks noChangeShapeType="1"/>
          </p:cNvSpPr>
          <p:nvPr/>
        </p:nvSpPr>
        <p:spPr bwMode="auto">
          <a:xfrm>
            <a:off x="4951413" y="2533650"/>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70" name="Freeform 75">
            <a:extLst>
              <a:ext uri="{FF2B5EF4-FFF2-40B4-BE49-F238E27FC236}">
                <a16:creationId xmlns:a16="http://schemas.microsoft.com/office/drawing/2014/main" id="{D98D17BB-712C-7EED-84DE-583C59F11804}"/>
              </a:ext>
            </a:extLst>
          </p:cNvPr>
          <p:cNvSpPr>
            <a:spLocks noChangeArrowheads="1"/>
          </p:cNvSpPr>
          <p:nvPr/>
        </p:nvSpPr>
        <p:spPr bwMode="auto">
          <a:xfrm>
            <a:off x="5130800" y="2373313"/>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71" name="Freeform 76">
            <a:extLst>
              <a:ext uri="{FF2B5EF4-FFF2-40B4-BE49-F238E27FC236}">
                <a16:creationId xmlns:a16="http://schemas.microsoft.com/office/drawing/2014/main" id="{AA35E7DE-5201-1E33-6FB9-DF2C7FFE589E}"/>
              </a:ext>
            </a:extLst>
          </p:cNvPr>
          <p:cNvSpPr>
            <a:spLocks noChangeArrowheads="1"/>
          </p:cNvSpPr>
          <p:nvPr/>
        </p:nvSpPr>
        <p:spPr bwMode="auto">
          <a:xfrm>
            <a:off x="6438900" y="3092450"/>
            <a:ext cx="684213"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32172" name="Group 77">
            <a:extLst>
              <a:ext uri="{FF2B5EF4-FFF2-40B4-BE49-F238E27FC236}">
                <a16:creationId xmlns:a16="http://schemas.microsoft.com/office/drawing/2014/main" id="{5497AEE1-46B5-4F06-ED06-9AD896ACCAB2}"/>
              </a:ext>
            </a:extLst>
          </p:cNvPr>
          <p:cNvGrpSpPr>
            <a:grpSpLocks/>
          </p:cNvGrpSpPr>
          <p:nvPr/>
        </p:nvGrpSpPr>
        <p:grpSpPr bwMode="auto">
          <a:xfrm>
            <a:off x="5883275" y="2711450"/>
            <a:ext cx="352425" cy="763588"/>
            <a:chOff x="3706" y="2149"/>
            <a:chExt cx="222" cy="481"/>
          </a:xfrm>
        </p:grpSpPr>
        <p:sp>
          <p:nvSpPr>
            <p:cNvPr id="132173" name="Freeform 78">
              <a:extLst>
                <a:ext uri="{FF2B5EF4-FFF2-40B4-BE49-F238E27FC236}">
                  <a16:creationId xmlns:a16="http://schemas.microsoft.com/office/drawing/2014/main" id="{B42BA1CC-3504-C29F-E474-1CA041C897B2}"/>
                </a:ext>
              </a:extLst>
            </p:cNvPr>
            <p:cNvSpPr>
              <a:spLocks noChangeArrowheads="1"/>
            </p:cNvSpPr>
            <p:nvPr/>
          </p:nvSpPr>
          <p:spPr bwMode="auto">
            <a:xfrm>
              <a:off x="3715" y="2149"/>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74" name="Rectangle 79">
              <a:extLst>
                <a:ext uri="{FF2B5EF4-FFF2-40B4-BE49-F238E27FC236}">
                  <a16:creationId xmlns:a16="http://schemas.microsoft.com/office/drawing/2014/main" id="{6B4E2B10-4ABD-02D7-D159-25003EB3740F}"/>
                </a:ext>
              </a:extLst>
            </p:cNvPr>
            <p:cNvSpPr>
              <a:spLocks noChangeArrowheads="1"/>
            </p:cNvSpPr>
            <p:nvPr/>
          </p:nvSpPr>
          <p:spPr bwMode="auto">
            <a:xfrm rot="5400000">
              <a:off x="3613" y="2266"/>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grpSp>
      <p:grpSp>
        <p:nvGrpSpPr>
          <p:cNvPr id="132175" name="Group 80">
            <a:extLst>
              <a:ext uri="{FF2B5EF4-FFF2-40B4-BE49-F238E27FC236}">
                <a16:creationId xmlns:a16="http://schemas.microsoft.com/office/drawing/2014/main" id="{C862F143-B840-FA5A-EF99-29557374A320}"/>
              </a:ext>
            </a:extLst>
          </p:cNvPr>
          <p:cNvGrpSpPr>
            <a:grpSpLocks/>
          </p:cNvGrpSpPr>
          <p:nvPr/>
        </p:nvGrpSpPr>
        <p:grpSpPr bwMode="auto">
          <a:xfrm>
            <a:off x="4403725" y="2863850"/>
            <a:ext cx="563563" cy="458788"/>
            <a:chOff x="2774" y="2245"/>
            <a:chExt cx="355" cy="289"/>
          </a:xfrm>
        </p:grpSpPr>
        <p:sp>
          <p:nvSpPr>
            <p:cNvPr id="132176" name="Rectangle 81">
              <a:extLst>
                <a:ext uri="{FF2B5EF4-FFF2-40B4-BE49-F238E27FC236}">
                  <a16:creationId xmlns:a16="http://schemas.microsoft.com/office/drawing/2014/main" id="{A46B66AE-EC0F-AD64-2707-D04B0DC51FB2}"/>
                </a:ext>
              </a:extLst>
            </p:cNvPr>
            <p:cNvSpPr>
              <a:spLocks noChangeArrowheads="1"/>
            </p:cNvSpPr>
            <p:nvPr/>
          </p:nvSpPr>
          <p:spPr bwMode="auto">
            <a:xfrm>
              <a:off x="2774" y="2251"/>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altLang="zh-CN">
                  <a:ea typeface="宋体" panose="02010600030101010101" pitchFamily="2" charset="-122"/>
                </a:rPr>
                <a:t>Im</a:t>
              </a:r>
            </a:p>
          </p:txBody>
        </p:sp>
        <p:grpSp>
          <p:nvGrpSpPr>
            <p:cNvPr id="132177" name="Group 82">
              <a:extLst>
                <a:ext uri="{FF2B5EF4-FFF2-40B4-BE49-F238E27FC236}">
                  <a16:creationId xmlns:a16="http://schemas.microsoft.com/office/drawing/2014/main" id="{91914DBB-4BE1-C0E6-7556-03B55857A37C}"/>
                </a:ext>
              </a:extLst>
            </p:cNvPr>
            <p:cNvGrpSpPr>
              <a:grpSpLocks/>
            </p:cNvGrpSpPr>
            <p:nvPr/>
          </p:nvGrpSpPr>
          <p:grpSpPr bwMode="auto">
            <a:xfrm>
              <a:off x="2789" y="2245"/>
              <a:ext cx="340" cy="289"/>
              <a:chOff x="2789" y="2245"/>
              <a:chExt cx="340" cy="289"/>
            </a:xfrm>
          </p:grpSpPr>
          <p:sp>
            <p:nvSpPr>
              <p:cNvPr id="132178" name="Freeform 83">
                <a:extLst>
                  <a:ext uri="{FF2B5EF4-FFF2-40B4-BE49-F238E27FC236}">
                    <a16:creationId xmlns:a16="http://schemas.microsoft.com/office/drawing/2014/main" id="{EC8841F2-4F61-E110-9DD1-107514DF0131}"/>
                  </a:ext>
                </a:extLst>
              </p:cNvPr>
              <p:cNvSpPr>
                <a:spLocks noChangeArrowheads="1"/>
              </p:cNvSpPr>
              <p:nvPr/>
            </p:nvSpPr>
            <p:spPr bwMode="auto">
              <a:xfrm>
                <a:off x="2789" y="2245"/>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79" name="Freeform 84">
                <a:extLst>
                  <a:ext uri="{FF2B5EF4-FFF2-40B4-BE49-F238E27FC236}">
                    <a16:creationId xmlns:a16="http://schemas.microsoft.com/office/drawing/2014/main" id="{83559BAC-CACB-797D-2178-B7705E5BF5B1}"/>
                  </a:ext>
                </a:extLst>
              </p:cNvPr>
              <p:cNvSpPr>
                <a:spLocks noChangeArrowheads="1"/>
              </p:cNvSpPr>
              <p:nvPr/>
            </p:nvSpPr>
            <p:spPr bwMode="auto">
              <a:xfrm>
                <a:off x="2958" y="2245"/>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32180" name="Rectangle 85">
            <a:extLst>
              <a:ext uri="{FF2B5EF4-FFF2-40B4-BE49-F238E27FC236}">
                <a16:creationId xmlns:a16="http://schemas.microsoft.com/office/drawing/2014/main" id="{7377552C-8031-0814-DB9D-E129EDAED3A6}"/>
              </a:ext>
            </a:extLst>
          </p:cNvPr>
          <p:cNvSpPr>
            <a:spLocks noChangeArrowheads="1"/>
          </p:cNvSpPr>
          <p:nvPr/>
        </p:nvSpPr>
        <p:spPr bwMode="auto">
          <a:xfrm>
            <a:off x="5133975" y="288131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32181" name="Freeform 86">
            <a:extLst>
              <a:ext uri="{FF2B5EF4-FFF2-40B4-BE49-F238E27FC236}">
                <a16:creationId xmlns:a16="http://schemas.microsoft.com/office/drawing/2014/main" id="{31548377-6036-8857-BF8D-FF0B5B2C7B18}"/>
              </a:ext>
            </a:extLst>
          </p:cNvPr>
          <p:cNvSpPr>
            <a:spLocks noChangeArrowheads="1"/>
          </p:cNvSpPr>
          <p:nvPr/>
        </p:nvSpPr>
        <p:spPr bwMode="auto">
          <a:xfrm>
            <a:off x="5157788" y="2863850"/>
            <a:ext cx="236537" cy="458788"/>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82" name="Line 87">
            <a:extLst>
              <a:ext uri="{FF2B5EF4-FFF2-40B4-BE49-F238E27FC236}">
                <a16:creationId xmlns:a16="http://schemas.microsoft.com/office/drawing/2014/main" id="{0C10C041-A8E4-7817-A403-548B03968353}"/>
              </a:ext>
            </a:extLst>
          </p:cNvPr>
          <p:cNvSpPr>
            <a:spLocks noChangeShapeType="1"/>
          </p:cNvSpPr>
          <p:nvPr/>
        </p:nvSpPr>
        <p:spPr bwMode="auto">
          <a:xfrm>
            <a:off x="4968875" y="3092450"/>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83" name="Freeform 88">
            <a:extLst>
              <a:ext uri="{FF2B5EF4-FFF2-40B4-BE49-F238E27FC236}">
                <a16:creationId xmlns:a16="http://schemas.microsoft.com/office/drawing/2014/main" id="{6C745ADB-0379-B5A5-CBF8-1255C80B7105}"/>
              </a:ext>
            </a:extLst>
          </p:cNvPr>
          <p:cNvSpPr>
            <a:spLocks noChangeArrowheads="1"/>
          </p:cNvSpPr>
          <p:nvPr/>
        </p:nvSpPr>
        <p:spPr bwMode="auto">
          <a:xfrm>
            <a:off x="5073650" y="2940050"/>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84" name="Line 89">
            <a:extLst>
              <a:ext uri="{FF2B5EF4-FFF2-40B4-BE49-F238E27FC236}">
                <a16:creationId xmlns:a16="http://schemas.microsoft.com/office/drawing/2014/main" id="{EB074B65-A892-12F2-42E3-4A507B8F2C9A}"/>
              </a:ext>
            </a:extLst>
          </p:cNvPr>
          <p:cNvSpPr>
            <a:spLocks noChangeShapeType="1"/>
          </p:cNvSpPr>
          <p:nvPr/>
        </p:nvSpPr>
        <p:spPr bwMode="auto">
          <a:xfrm>
            <a:off x="5629275" y="2940050"/>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85" name="Rectangle 90">
            <a:extLst>
              <a:ext uri="{FF2B5EF4-FFF2-40B4-BE49-F238E27FC236}">
                <a16:creationId xmlns:a16="http://schemas.microsoft.com/office/drawing/2014/main" id="{CFD3D022-62E3-64A8-53E6-96D36A33C3ED}"/>
              </a:ext>
            </a:extLst>
          </p:cNvPr>
          <p:cNvSpPr>
            <a:spLocks noChangeArrowheads="1"/>
          </p:cNvSpPr>
          <p:nvPr/>
        </p:nvSpPr>
        <p:spPr bwMode="auto">
          <a:xfrm>
            <a:off x="6430963" y="2873375"/>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grpSp>
        <p:nvGrpSpPr>
          <p:cNvPr id="132186" name="Group 91">
            <a:extLst>
              <a:ext uri="{FF2B5EF4-FFF2-40B4-BE49-F238E27FC236}">
                <a16:creationId xmlns:a16="http://schemas.microsoft.com/office/drawing/2014/main" id="{E9478E59-D089-AB3F-E1B3-BFC29CF382B2}"/>
              </a:ext>
            </a:extLst>
          </p:cNvPr>
          <p:cNvGrpSpPr>
            <a:grpSpLocks/>
          </p:cNvGrpSpPr>
          <p:nvPr/>
        </p:nvGrpSpPr>
        <p:grpSpPr bwMode="auto">
          <a:xfrm>
            <a:off x="6505575" y="2863850"/>
            <a:ext cx="515938" cy="458788"/>
            <a:chOff x="4098" y="2245"/>
            <a:chExt cx="325" cy="289"/>
          </a:xfrm>
        </p:grpSpPr>
        <p:sp>
          <p:nvSpPr>
            <p:cNvPr id="132187" name="Freeform 92">
              <a:extLst>
                <a:ext uri="{FF2B5EF4-FFF2-40B4-BE49-F238E27FC236}">
                  <a16:creationId xmlns:a16="http://schemas.microsoft.com/office/drawing/2014/main" id="{B5916BBE-AE01-CD72-6860-1EDE611233F3}"/>
                </a:ext>
              </a:extLst>
            </p:cNvPr>
            <p:cNvSpPr>
              <a:spLocks noChangeArrowheads="1"/>
            </p:cNvSpPr>
            <p:nvPr/>
          </p:nvSpPr>
          <p:spPr bwMode="auto">
            <a:xfrm>
              <a:off x="4098" y="2245"/>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88" name="Freeform 93">
              <a:extLst>
                <a:ext uri="{FF2B5EF4-FFF2-40B4-BE49-F238E27FC236}">
                  <a16:creationId xmlns:a16="http://schemas.microsoft.com/office/drawing/2014/main" id="{59A84BD5-629A-C572-71E7-166F1E5A073D}"/>
                </a:ext>
              </a:extLst>
            </p:cNvPr>
            <p:cNvSpPr>
              <a:spLocks noChangeArrowheads="1"/>
            </p:cNvSpPr>
            <p:nvPr/>
          </p:nvSpPr>
          <p:spPr bwMode="auto">
            <a:xfrm>
              <a:off x="4259" y="2245"/>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2189" name="Rectangle 94">
            <a:extLst>
              <a:ext uri="{FF2B5EF4-FFF2-40B4-BE49-F238E27FC236}">
                <a16:creationId xmlns:a16="http://schemas.microsoft.com/office/drawing/2014/main" id="{67274F63-9C9F-2EED-93A2-04724CDADF01}"/>
              </a:ext>
            </a:extLst>
          </p:cNvPr>
          <p:cNvSpPr>
            <a:spLocks noChangeArrowheads="1"/>
          </p:cNvSpPr>
          <p:nvPr/>
        </p:nvSpPr>
        <p:spPr bwMode="auto">
          <a:xfrm>
            <a:off x="7212013" y="2873375"/>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nvGrpSpPr>
          <p:cNvPr id="132190" name="Group 95">
            <a:extLst>
              <a:ext uri="{FF2B5EF4-FFF2-40B4-BE49-F238E27FC236}">
                <a16:creationId xmlns:a16="http://schemas.microsoft.com/office/drawing/2014/main" id="{F0FFD134-6367-2FBF-D490-499888F6EE8C}"/>
              </a:ext>
            </a:extLst>
          </p:cNvPr>
          <p:cNvGrpSpPr>
            <a:grpSpLocks/>
          </p:cNvGrpSpPr>
          <p:nvPr/>
        </p:nvGrpSpPr>
        <p:grpSpPr bwMode="auto">
          <a:xfrm>
            <a:off x="7248525" y="2863850"/>
            <a:ext cx="450850" cy="458788"/>
            <a:chOff x="4566" y="2245"/>
            <a:chExt cx="284" cy="289"/>
          </a:xfrm>
        </p:grpSpPr>
        <p:sp>
          <p:nvSpPr>
            <p:cNvPr id="132191" name="Freeform 96">
              <a:extLst>
                <a:ext uri="{FF2B5EF4-FFF2-40B4-BE49-F238E27FC236}">
                  <a16:creationId xmlns:a16="http://schemas.microsoft.com/office/drawing/2014/main" id="{00376964-8784-2651-53E3-34E93967759B}"/>
                </a:ext>
              </a:extLst>
            </p:cNvPr>
            <p:cNvSpPr>
              <a:spLocks noChangeArrowheads="1"/>
            </p:cNvSpPr>
            <p:nvPr/>
          </p:nvSpPr>
          <p:spPr bwMode="auto">
            <a:xfrm>
              <a:off x="4566" y="2245"/>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92" name="Freeform 97">
              <a:extLst>
                <a:ext uri="{FF2B5EF4-FFF2-40B4-BE49-F238E27FC236}">
                  <a16:creationId xmlns:a16="http://schemas.microsoft.com/office/drawing/2014/main" id="{8A7C6096-CB1B-FA03-B259-181F5A9B188A}"/>
                </a:ext>
              </a:extLst>
            </p:cNvPr>
            <p:cNvSpPr>
              <a:spLocks noChangeArrowheads="1"/>
            </p:cNvSpPr>
            <p:nvPr/>
          </p:nvSpPr>
          <p:spPr bwMode="auto">
            <a:xfrm>
              <a:off x="4707" y="2245"/>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2193" name="Line 98">
            <a:extLst>
              <a:ext uri="{FF2B5EF4-FFF2-40B4-BE49-F238E27FC236}">
                <a16:creationId xmlns:a16="http://schemas.microsoft.com/office/drawing/2014/main" id="{C115B989-066C-255F-51AC-A36324AF45D9}"/>
              </a:ext>
            </a:extLst>
          </p:cNvPr>
          <p:cNvSpPr>
            <a:spLocks noChangeShapeType="1"/>
          </p:cNvSpPr>
          <p:nvPr/>
        </p:nvSpPr>
        <p:spPr bwMode="auto">
          <a:xfrm>
            <a:off x="7008813" y="3092450"/>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94" name="Line 99">
            <a:extLst>
              <a:ext uri="{FF2B5EF4-FFF2-40B4-BE49-F238E27FC236}">
                <a16:creationId xmlns:a16="http://schemas.microsoft.com/office/drawing/2014/main" id="{2CE91177-D004-762B-561F-4092533FB1D9}"/>
              </a:ext>
            </a:extLst>
          </p:cNvPr>
          <p:cNvSpPr>
            <a:spLocks noChangeShapeType="1"/>
          </p:cNvSpPr>
          <p:nvPr/>
        </p:nvSpPr>
        <p:spPr bwMode="auto">
          <a:xfrm>
            <a:off x="6240463" y="3092450"/>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95" name="Line 100">
            <a:extLst>
              <a:ext uri="{FF2B5EF4-FFF2-40B4-BE49-F238E27FC236}">
                <a16:creationId xmlns:a16="http://schemas.microsoft.com/office/drawing/2014/main" id="{029C18A2-6B5E-E67E-BF72-62C86863701A}"/>
              </a:ext>
            </a:extLst>
          </p:cNvPr>
          <p:cNvSpPr>
            <a:spLocks noChangeShapeType="1"/>
          </p:cNvSpPr>
          <p:nvPr/>
        </p:nvSpPr>
        <p:spPr bwMode="auto">
          <a:xfrm>
            <a:off x="5629275" y="3244850"/>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96" name="Freeform 101">
            <a:extLst>
              <a:ext uri="{FF2B5EF4-FFF2-40B4-BE49-F238E27FC236}">
                <a16:creationId xmlns:a16="http://schemas.microsoft.com/office/drawing/2014/main" id="{242844C6-FC7D-625E-E932-48E7072FFD8B}"/>
              </a:ext>
            </a:extLst>
          </p:cNvPr>
          <p:cNvSpPr>
            <a:spLocks noChangeArrowheads="1"/>
          </p:cNvSpPr>
          <p:nvPr/>
        </p:nvSpPr>
        <p:spPr bwMode="auto">
          <a:xfrm>
            <a:off x="5808663" y="3084513"/>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97" name="Freeform 102">
            <a:extLst>
              <a:ext uri="{FF2B5EF4-FFF2-40B4-BE49-F238E27FC236}">
                <a16:creationId xmlns:a16="http://schemas.microsoft.com/office/drawing/2014/main" id="{C4ABB666-D510-01A6-FEDA-5213B25464B9}"/>
              </a:ext>
            </a:extLst>
          </p:cNvPr>
          <p:cNvSpPr>
            <a:spLocks noChangeArrowheads="1"/>
          </p:cNvSpPr>
          <p:nvPr/>
        </p:nvSpPr>
        <p:spPr bwMode="auto">
          <a:xfrm>
            <a:off x="6575425" y="3422650"/>
            <a:ext cx="338138" cy="763588"/>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98" name="Freeform 103">
            <a:extLst>
              <a:ext uri="{FF2B5EF4-FFF2-40B4-BE49-F238E27FC236}">
                <a16:creationId xmlns:a16="http://schemas.microsoft.com/office/drawing/2014/main" id="{33D04A64-049D-A301-BFF6-635D85498FBF}"/>
              </a:ext>
            </a:extLst>
          </p:cNvPr>
          <p:cNvSpPr>
            <a:spLocks noChangeArrowheads="1"/>
          </p:cNvSpPr>
          <p:nvPr/>
        </p:nvSpPr>
        <p:spPr bwMode="auto">
          <a:xfrm>
            <a:off x="7116763" y="3803650"/>
            <a:ext cx="684212" cy="306388"/>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199" name="Freeform 104">
            <a:extLst>
              <a:ext uri="{FF2B5EF4-FFF2-40B4-BE49-F238E27FC236}">
                <a16:creationId xmlns:a16="http://schemas.microsoft.com/office/drawing/2014/main" id="{591C1996-0223-2AC7-7354-9F41ED70B9AA}"/>
              </a:ext>
            </a:extLst>
          </p:cNvPr>
          <p:cNvSpPr>
            <a:spLocks noChangeArrowheads="1"/>
          </p:cNvSpPr>
          <p:nvPr/>
        </p:nvSpPr>
        <p:spPr bwMode="auto">
          <a:xfrm>
            <a:off x="5105400" y="3575050"/>
            <a:ext cx="269875" cy="458788"/>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200" name="Freeform 105">
            <a:extLst>
              <a:ext uri="{FF2B5EF4-FFF2-40B4-BE49-F238E27FC236}">
                <a16:creationId xmlns:a16="http://schemas.microsoft.com/office/drawing/2014/main" id="{B879ADF2-2CD1-5147-7CFC-E82224F1B5EB}"/>
              </a:ext>
            </a:extLst>
          </p:cNvPr>
          <p:cNvSpPr>
            <a:spLocks noChangeArrowheads="1"/>
          </p:cNvSpPr>
          <p:nvPr/>
        </p:nvSpPr>
        <p:spPr bwMode="auto">
          <a:xfrm>
            <a:off x="5373688" y="3575050"/>
            <a:ext cx="271462" cy="458788"/>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201" name="Rectangle 106">
            <a:extLst>
              <a:ext uri="{FF2B5EF4-FFF2-40B4-BE49-F238E27FC236}">
                <a16:creationId xmlns:a16="http://schemas.microsoft.com/office/drawing/2014/main" id="{8584ACDD-07AE-CA10-E88C-2528E3328F10}"/>
              </a:ext>
            </a:extLst>
          </p:cNvPr>
          <p:cNvSpPr>
            <a:spLocks noChangeArrowheads="1"/>
          </p:cNvSpPr>
          <p:nvPr/>
        </p:nvSpPr>
        <p:spPr bwMode="auto">
          <a:xfrm>
            <a:off x="5081588" y="3584575"/>
            <a:ext cx="4302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Im</a:t>
            </a:r>
          </a:p>
        </p:txBody>
      </p:sp>
      <p:sp>
        <p:nvSpPr>
          <p:cNvPr id="132202" name="Rectangle 107">
            <a:extLst>
              <a:ext uri="{FF2B5EF4-FFF2-40B4-BE49-F238E27FC236}">
                <a16:creationId xmlns:a16="http://schemas.microsoft.com/office/drawing/2014/main" id="{845AED41-CEAF-6F00-8CF8-9BF65C8C845D}"/>
              </a:ext>
            </a:extLst>
          </p:cNvPr>
          <p:cNvSpPr>
            <a:spLocks noChangeArrowheads="1"/>
          </p:cNvSpPr>
          <p:nvPr/>
        </p:nvSpPr>
        <p:spPr bwMode="auto">
          <a:xfrm rot="5400000">
            <a:off x="6421438" y="3614738"/>
            <a:ext cx="6064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ALU</a:t>
            </a:r>
          </a:p>
        </p:txBody>
      </p:sp>
      <p:sp>
        <p:nvSpPr>
          <p:cNvPr id="132203" name="Rectangle 108">
            <a:extLst>
              <a:ext uri="{FF2B5EF4-FFF2-40B4-BE49-F238E27FC236}">
                <a16:creationId xmlns:a16="http://schemas.microsoft.com/office/drawing/2014/main" id="{7F6BBC1D-04EA-3EFF-5BEB-46F984FE6014}"/>
              </a:ext>
            </a:extLst>
          </p:cNvPr>
          <p:cNvSpPr>
            <a:spLocks noChangeArrowheads="1"/>
          </p:cNvSpPr>
          <p:nvPr/>
        </p:nvSpPr>
        <p:spPr bwMode="auto">
          <a:xfrm>
            <a:off x="5811838" y="359251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32204" name="Freeform 109">
            <a:extLst>
              <a:ext uri="{FF2B5EF4-FFF2-40B4-BE49-F238E27FC236}">
                <a16:creationId xmlns:a16="http://schemas.microsoft.com/office/drawing/2014/main" id="{51994D24-A479-8820-43FB-5A8E21B0180C}"/>
              </a:ext>
            </a:extLst>
          </p:cNvPr>
          <p:cNvSpPr>
            <a:spLocks noChangeArrowheads="1"/>
          </p:cNvSpPr>
          <p:nvPr/>
        </p:nvSpPr>
        <p:spPr bwMode="auto">
          <a:xfrm>
            <a:off x="5835650" y="3575050"/>
            <a:ext cx="236538" cy="458788"/>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205" name="Line 110">
            <a:extLst>
              <a:ext uri="{FF2B5EF4-FFF2-40B4-BE49-F238E27FC236}">
                <a16:creationId xmlns:a16="http://schemas.microsoft.com/office/drawing/2014/main" id="{A5F975EC-6097-9AE2-A847-99B355074E6A}"/>
              </a:ext>
            </a:extLst>
          </p:cNvPr>
          <p:cNvSpPr>
            <a:spLocks noChangeShapeType="1"/>
          </p:cNvSpPr>
          <p:nvPr/>
        </p:nvSpPr>
        <p:spPr bwMode="auto">
          <a:xfrm>
            <a:off x="5646738" y="3803650"/>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206" name="Freeform 111">
            <a:extLst>
              <a:ext uri="{FF2B5EF4-FFF2-40B4-BE49-F238E27FC236}">
                <a16:creationId xmlns:a16="http://schemas.microsoft.com/office/drawing/2014/main" id="{DE8EA976-2B51-8DC2-B2A8-95F6E6A62F03}"/>
              </a:ext>
            </a:extLst>
          </p:cNvPr>
          <p:cNvSpPr>
            <a:spLocks noChangeArrowheads="1"/>
          </p:cNvSpPr>
          <p:nvPr/>
        </p:nvSpPr>
        <p:spPr bwMode="auto">
          <a:xfrm>
            <a:off x="5751513" y="3651250"/>
            <a:ext cx="76200" cy="153988"/>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207" name="Line 112">
            <a:extLst>
              <a:ext uri="{FF2B5EF4-FFF2-40B4-BE49-F238E27FC236}">
                <a16:creationId xmlns:a16="http://schemas.microsoft.com/office/drawing/2014/main" id="{F64FD33A-FADA-0F8F-C4D1-58313C1BFEA5}"/>
              </a:ext>
            </a:extLst>
          </p:cNvPr>
          <p:cNvSpPr>
            <a:spLocks noChangeShapeType="1"/>
          </p:cNvSpPr>
          <p:nvPr/>
        </p:nvSpPr>
        <p:spPr bwMode="auto">
          <a:xfrm>
            <a:off x="6307138" y="3651250"/>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208" name="Rectangle 113">
            <a:extLst>
              <a:ext uri="{FF2B5EF4-FFF2-40B4-BE49-F238E27FC236}">
                <a16:creationId xmlns:a16="http://schemas.microsoft.com/office/drawing/2014/main" id="{6BC18A4F-7DB6-0EF9-E61A-DEE6469C5C92}"/>
              </a:ext>
            </a:extLst>
          </p:cNvPr>
          <p:cNvSpPr>
            <a:spLocks noChangeArrowheads="1"/>
          </p:cNvSpPr>
          <p:nvPr/>
        </p:nvSpPr>
        <p:spPr bwMode="auto">
          <a:xfrm>
            <a:off x="7108825" y="3584575"/>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Dm</a:t>
            </a:r>
          </a:p>
        </p:txBody>
      </p:sp>
      <p:sp>
        <p:nvSpPr>
          <p:cNvPr id="132209" name="Freeform 114">
            <a:extLst>
              <a:ext uri="{FF2B5EF4-FFF2-40B4-BE49-F238E27FC236}">
                <a16:creationId xmlns:a16="http://schemas.microsoft.com/office/drawing/2014/main" id="{2D7451B7-249C-734D-233D-2532FA849610}"/>
              </a:ext>
            </a:extLst>
          </p:cNvPr>
          <p:cNvSpPr>
            <a:spLocks noChangeArrowheads="1"/>
          </p:cNvSpPr>
          <p:nvPr/>
        </p:nvSpPr>
        <p:spPr bwMode="auto">
          <a:xfrm>
            <a:off x="7183438" y="3575050"/>
            <a:ext cx="257175" cy="458788"/>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210" name="Freeform 115">
            <a:extLst>
              <a:ext uri="{FF2B5EF4-FFF2-40B4-BE49-F238E27FC236}">
                <a16:creationId xmlns:a16="http://schemas.microsoft.com/office/drawing/2014/main" id="{4CAEA301-F261-70C2-F4B4-846092127075}"/>
              </a:ext>
            </a:extLst>
          </p:cNvPr>
          <p:cNvSpPr>
            <a:spLocks noChangeArrowheads="1"/>
          </p:cNvSpPr>
          <p:nvPr/>
        </p:nvSpPr>
        <p:spPr bwMode="auto">
          <a:xfrm>
            <a:off x="7439025" y="3575050"/>
            <a:ext cx="260350" cy="458788"/>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211" name="Rectangle 116">
            <a:extLst>
              <a:ext uri="{FF2B5EF4-FFF2-40B4-BE49-F238E27FC236}">
                <a16:creationId xmlns:a16="http://schemas.microsoft.com/office/drawing/2014/main" id="{0B5331E2-E782-07E3-C821-BF0FF63375DA}"/>
              </a:ext>
            </a:extLst>
          </p:cNvPr>
          <p:cNvSpPr>
            <a:spLocks noChangeArrowheads="1"/>
          </p:cNvSpPr>
          <p:nvPr/>
        </p:nvSpPr>
        <p:spPr bwMode="auto">
          <a:xfrm>
            <a:off x="7889875" y="3584575"/>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sp>
        <p:nvSpPr>
          <p:cNvPr id="132212" name="Freeform 117">
            <a:extLst>
              <a:ext uri="{FF2B5EF4-FFF2-40B4-BE49-F238E27FC236}">
                <a16:creationId xmlns:a16="http://schemas.microsoft.com/office/drawing/2014/main" id="{F0B5ECD7-2201-7AFE-37EA-A7944D3095BA}"/>
              </a:ext>
            </a:extLst>
          </p:cNvPr>
          <p:cNvSpPr>
            <a:spLocks noChangeArrowheads="1"/>
          </p:cNvSpPr>
          <p:nvPr/>
        </p:nvSpPr>
        <p:spPr bwMode="auto">
          <a:xfrm>
            <a:off x="7926388" y="3575050"/>
            <a:ext cx="225425" cy="458788"/>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213" name="Freeform 118">
            <a:extLst>
              <a:ext uri="{FF2B5EF4-FFF2-40B4-BE49-F238E27FC236}">
                <a16:creationId xmlns:a16="http://schemas.microsoft.com/office/drawing/2014/main" id="{18CDD18D-084B-2BB3-7F02-016ABA46C929}"/>
              </a:ext>
            </a:extLst>
          </p:cNvPr>
          <p:cNvSpPr>
            <a:spLocks noChangeArrowheads="1"/>
          </p:cNvSpPr>
          <p:nvPr/>
        </p:nvSpPr>
        <p:spPr bwMode="auto">
          <a:xfrm>
            <a:off x="8150225" y="3575050"/>
            <a:ext cx="227013" cy="458788"/>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214" name="Line 119">
            <a:extLst>
              <a:ext uri="{FF2B5EF4-FFF2-40B4-BE49-F238E27FC236}">
                <a16:creationId xmlns:a16="http://schemas.microsoft.com/office/drawing/2014/main" id="{27404F5A-DF49-197F-35BD-9C2E914FB3BB}"/>
              </a:ext>
            </a:extLst>
          </p:cNvPr>
          <p:cNvSpPr>
            <a:spLocks noChangeShapeType="1"/>
          </p:cNvSpPr>
          <p:nvPr/>
        </p:nvSpPr>
        <p:spPr bwMode="auto">
          <a:xfrm>
            <a:off x="7686675" y="3803650"/>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215" name="Line 120">
            <a:extLst>
              <a:ext uri="{FF2B5EF4-FFF2-40B4-BE49-F238E27FC236}">
                <a16:creationId xmlns:a16="http://schemas.microsoft.com/office/drawing/2014/main" id="{FB511DD0-14EC-38A3-32CC-4A9AC272C9EC}"/>
              </a:ext>
            </a:extLst>
          </p:cNvPr>
          <p:cNvSpPr>
            <a:spLocks noChangeShapeType="1"/>
          </p:cNvSpPr>
          <p:nvPr/>
        </p:nvSpPr>
        <p:spPr bwMode="auto">
          <a:xfrm>
            <a:off x="6918325" y="3803650"/>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216" name="Line 121">
            <a:extLst>
              <a:ext uri="{FF2B5EF4-FFF2-40B4-BE49-F238E27FC236}">
                <a16:creationId xmlns:a16="http://schemas.microsoft.com/office/drawing/2014/main" id="{6B920648-8F74-7270-F711-914F733B16BD}"/>
              </a:ext>
            </a:extLst>
          </p:cNvPr>
          <p:cNvSpPr>
            <a:spLocks noChangeShapeType="1"/>
          </p:cNvSpPr>
          <p:nvPr/>
        </p:nvSpPr>
        <p:spPr bwMode="auto">
          <a:xfrm>
            <a:off x="6307138" y="3956050"/>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217" name="Freeform 122">
            <a:extLst>
              <a:ext uri="{FF2B5EF4-FFF2-40B4-BE49-F238E27FC236}">
                <a16:creationId xmlns:a16="http://schemas.microsoft.com/office/drawing/2014/main" id="{50F28F23-81C4-AFDA-6E93-A54E63D0B02C}"/>
              </a:ext>
            </a:extLst>
          </p:cNvPr>
          <p:cNvSpPr>
            <a:spLocks noChangeArrowheads="1"/>
          </p:cNvSpPr>
          <p:nvPr/>
        </p:nvSpPr>
        <p:spPr bwMode="auto">
          <a:xfrm>
            <a:off x="6486525" y="3795713"/>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2218" name="Line 123">
            <a:extLst>
              <a:ext uri="{FF2B5EF4-FFF2-40B4-BE49-F238E27FC236}">
                <a16:creationId xmlns:a16="http://schemas.microsoft.com/office/drawing/2014/main" id="{F73140A5-A6D0-7E16-32A5-2395219CEBA7}"/>
              </a:ext>
            </a:extLst>
          </p:cNvPr>
          <p:cNvSpPr>
            <a:spLocks noChangeShapeType="1"/>
          </p:cNvSpPr>
          <p:nvPr/>
        </p:nvSpPr>
        <p:spPr bwMode="auto">
          <a:xfrm flipH="1">
            <a:off x="5037138" y="1674813"/>
            <a:ext cx="749300" cy="600075"/>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219" name="Line 124">
            <a:extLst>
              <a:ext uri="{FF2B5EF4-FFF2-40B4-BE49-F238E27FC236}">
                <a16:creationId xmlns:a16="http://schemas.microsoft.com/office/drawing/2014/main" id="{11A5E7AB-93BD-0F4B-7A4D-C55DAF8D6142}"/>
              </a:ext>
            </a:extLst>
          </p:cNvPr>
          <p:cNvSpPr>
            <a:spLocks noChangeShapeType="1"/>
          </p:cNvSpPr>
          <p:nvPr/>
        </p:nvSpPr>
        <p:spPr bwMode="auto">
          <a:xfrm>
            <a:off x="5786438" y="1692275"/>
            <a:ext cx="42862" cy="1227138"/>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220" name="Line 125">
            <a:extLst>
              <a:ext uri="{FF2B5EF4-FFF2-40B4-BE49-F238E27FC236}">
                <a16:creationId xmlns:a16="http://schemas.microsoft.com/office/drawing/2014/main" id="{35713357-D206-4E88-FFB7-D81769AD029C}"/>
              </a:ext>
            </a:extLst>
          </p:cNvPr>
          <p:cNvSpPr>
            <a:spLocks noChangeShapeType="1"/>
          </p:cNvSpPr>
          <p:nvPr/>
        </p:nvSpPr>
        <p:spPr bwMode="auto">
          <a:xfrm flipH="1">
            <a:off x="6100763" y="1725613"/>
            <a:ext cx="3175" cy="1871662"/>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223" name="Text Box 127">
            <a:extLst>
              <a:ext uri="{FF2B5EF4-FFF2-40B4-BE49-F238E27FC236}">
                <a16:creationId xmlns:a16="http://schemas.microsoft.com/office/drawing/2014/main" id="{B03078C0-E1BB-95AF-B7AE-8508E6840B73}"/>
              </a:ext>
            </a:extLst>
          </p:cNvPr>
          <p:cNvSpPr txBox="1">
            <a:spLocks noChangeArrowheads="1"/>
          </p:cNvSpPr>
          <p:nvPr/>
        </p:nvSpPr>
        <p:spPr bwMode="auto">
          <a:xfrm>
            <a:off x="203200" y="5386388"/>
            <a:ext cx="8821738"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25000"/>
              </a:spcBef>
            </a:pPr>
            <a:r>
              <a:rPr lang="zh-CN" altLang="en-US" sz="2000">
                <a:solidFill>
                  <a:srgbClr val="CC0000"/>
                </a:solidFill>
                <a:latin typeface="微软雅黑" panose="020B0503020204020204" pitchFamily="34" charset="-122"/>
                <a:ea typeface="微软雅黑" panose="020B0503020204020204" pitchFamily="34" charset="-122"/>
              </a:rPr>
              <a:t>采用“转发”后仅第二条指令 </a:t>
            </a:r>
            <a:r>
              <a:rPr lang="en-US" altLang="zh-CN" sz="2000">
                <a:solidFill>
                  <a:srgbClr val="CC0000"/>
                </a:solidFill>
                <a:latin typeface="微软雅黑" panose="020B0503020204020204" pitchFamily="34" charset="-122"/>
                <a:ea typeface="微软雅黑" panose="020B0503020204020204" pitchFamily="34" charset="-122"/>
              </a:rPr>
              <a:t>SUB r7,r1,r3 </a:t>
            </a:r>
            <a:r>
              <a:rPr lang="zh-CN" altLang="en-US" sz="2000">
                <a:solidFill>
                  <a:srgbClr val="CC0000"/>
                </a:solidFill>
                <a:latin typeface="微软雅黑" panose="020B0503020204020204" pitchFamily="34" charset="-122"/>
                <a:ea typeface="微软雅黑" panose="020B0503020204020204" pitchFamily="34" charset="-122"/>
              </a:rPr>
              <a:t>不能按时执行！</a:t>
            </a:r>
          </a:p>
          <a:p>
            <a:pPr eaLnBrk="0" hangingPunct="0">
              <a:spcBef>
                <a:spcPct val="25000"/>
              </a:spcBef>
            </a:pPr>
            <a:r>
              <a:rPr lang="zh-CN" altLang="en-US" sz="2000">
                <a:solidFill>
                  <a:srgbClr val="008000"/>
                </a:solidFill>
                <a:latin typeface="微软雅黑" panose="020B0503020204020204" pitchFamily="34" charset="-122"/>
                <a:ea typeface="微软雅黑" panose="020B0503020204020204" pitchFamily="34" charset="-122"/>
              </a:rPr>
              <a:t>发生“装入</a:t>
            </a:r>
            <a:r>
              <a:rPr lang="en-US" altLang="zh-CN" sz="2000">
                <a:solidFill>
                  <a:srgbClr val="008000"/>
                </a:solidFill>
                <a:latin typeface="微软雅黑" panose="020B0503020204020204" pitchFamily="34" charset="-122"/>
                <a:ea typeface="微软雅黑" panose="020B0503020204020204" pitchFamily="34" charset="-122"/>
              </a:rPr>
              <a:t>- </a:t>
            </a:r>
            <a:r>
              <a:rPr lang="zh-CN" altLang="en-US" sz="2000">
                <a:solidFill>
                  <a:srgbClr val="008000"/>
                </a:solidFill>
                <a:latin typeface="微软雅黑" panose="020B0503020204020204" pitchFamily="34" charset="-122"/>
                <a:ea typeface="微软雅黑" panose="020B0503020204020204" pitchFamily="34" charset="-122"/>
              </a:rPr>
              <a:t>使用数据冒险”时，需要对</a:t>
            </a:r>
            <a:r>
              <a:rPr lang="en-US" altLang="zh-CN" sz="2000">
                <a:solidFill>
                  <a:srgbClr val="008000"/>
                </a:solidFill>
                <a:latin typeface="微软雅黑" panose="020B0503020204020204" pitchFamily="34" charset="-122"/>
                <a:ea typeface="微软雅黑" panose="020B0503020204020204" pitchFamily="34" charset="-122"/>
              </a:rPr>
              <a:t>load</a:t>
            </a:r>
            <a:r>
              <a:rPr lang="zh-CN" altLang="en-US" sz="2000">
                <a:solidFill>
                  <a:srgbClr val="008000"/>
                </a:solidFill>
                <a:latin typeface="微软雅黑" panose="020B0503020204020204" pitchFamily="34" charset="-122"/>
                <a:ea typeface="微软雅黑" panose="020B0503020204020204" pitchFamily="34" charset="-122"/>
              </a:rPr>
              <a:t>后的指令阻塞一个时钟周期！</a:t>
            </a:r>
          </a:p>
          <a:p>
            <a:pPr eaLnBrk="0" hangingPunct="0">
              <a:spcBef>
                <a:spcPct val="25000"/>
              </a:spcBef>
            </a:pPr>
            <a:r>
              <a:rPr lang="zh-CN" altLang="en-US" sz="2000">
                <a:latin typeface="微软雅黑" panose="020B0503020204020204" pitchFamily="34" charset="-122"/>
                <a:ea typeface="微软雅黑" panose="020B0503020204020204" pitchFamily="34" charset="-122"/>
              </a:rPr>
              <a:t>数据冒险处理最佳方案：“转发” </a:t>
            </a:r>
            <a:r>
              <a:rPr lang="en-US" altLang="zh-CN" sz="2000">
                <a:latin typeface="微软雅黑" panose="020B0503020204020204" pitchFamily="34" charset="-122"/>
                <a:ea typeface="微软雅黑" panose="020B0503020204020204" pitchFamily="34" charset="-122"/>
              </a:rPr>
              <a:t>+ “Load-use</a:t>
            </a:r>
            <a:r>
              <a:rPr lang="zh-CN" altLang="en-US" sz="2000">
                <a:latin typeface="微软雅黑" panose="020B0503020204020204" pitchFamily="34" charset="-122"/>
                <a:ea typeface="微软雅黑" panose="020B0503020204020204" pitchFamily="34" charset="-122"/>
              </a:rPr>
              <a:t>阻塞” </a:t>
            </a:r>
          </a:p>
        </p:txBody>
      </p:sp>
      <p:sp>
        <p:nvSpPr>
          <p:cNvPr id="132222" name="Line 132">
            <a:extLst>
              <a:ext uri="{FF2B5EF4-FFF2-40B4-BE49-F238E27FC236}">
                <a16:creationId xmlns:a16="http://schemas.microsoft.com/office/drawing/2014/main" id="{323F8EB8-866C-AC7E-C7CA-8D8174A245B0}"/>
              </a:ext>
            </a:extLst>
          </p:cNvPr>
          <p:cNvSpPr>
            <a:spLocks noChangeShapeType="1"/>
          </p:cNvSpPr>
          <p:nvPr/>
        </p:nvSpPr>
        <p:spPr bwMode="auto">
          <a:xfrm>
            <a:off x="5695950" y="2362200"/>
            <a:ext cx="95250" cy="85725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2223">
                                            <p:txEl>
                                              <p:pRg st="0" end="0"/>
                                            </p:txEl>
                                          </p:spTgt>
                                        </p:tgtEl>
                                        <p:attrNameLst>
                                          <p:attrName>style.visibility</p:attrName>
                                        </p:attrNameLst>
                                      </p:cBhvr>
                                      <p:to>
                                        <p:strVal val="visible"/>
                                      </p:to>
                                    </p:set>
                                    <p:animEffect transition="in" filter="blinds(horizontal)">
                                      <p:cBhvr>
                                        <p:cTn id="7" dur="500"/>
                                        <p:tgtEl>
                                          <p:spTgt spid="1322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2223">
                                            <p:txEl>
                                              <p:pRg st="1" end="1"/>
                                            </p:txEl>
                                          </p:spTgt>
                                        </p:tgtEl>
                                        <p:attrNameLst>
                                          <p:attrName>style.visibility</p:attrName>
                                        </p:attrNameLst>
                                      </p:cBhvr>
                                      <p:to>
                                        <p:strVal val="visible"/>
                                      </p:to>
                                    </p:set>
                                    <p:animEffect transition="in" filter="blinds(horizontal)">
                                      <p:cBhvr>
                                        <p:cTn id="12" dur="500"/>
                                        <p:tgtEl>
                                          <p:spTgt spid="13222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32223">
                                            <p:txEl>
                                              <p:pRg st="2" end="2"/>
                                            </p:txEl>
                                          </p:spTgt>
                                        </p:tgtEl>
                                        <p:attrNameLst>
                                          <p:attrName>style.visibility</p:attrName>
                                        </p:attrNameLst>
                                      </p:cBhvr>
                                      <p:to>
                                        <p:strVal val="visible"/>
                                      </p:to>
                                    </p:set>
                                    <p:animEffect transition="in" filter="blinds(horizontal)">
                                      <p:cBhvr>
                                        <p:cTn id="15" dur="500"/>
                                        <p:tgtEl>
                                          <p:spTgt spid="1322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223" grpId="0" build="allAtOnce"/>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9C21555E-FA82-70AF-6DEB-904AF7615D8B}"/>
              </a:ext>
            </a:extLst>
          </p:cNvPr>
          <p:cNvSpPr>
            <a:spLocks noChangeArrowheads="1"/>
          </p:cNvSpPr>
          <p:nvPr/>
        </p:nvSpPr>
        <p:spPr bwMode="auto">
          <a:xfrm>
            <a:off x="415925" y="730250"/>
            <a:ext cx="7983538"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eaLnBrk="0" hangingPunct="0">
              <a:lnSpc>
                <a:spcPct val="90000"/>
              </a:lnSpc>
              <a:spcBef>
                <a:spcPct val="30000"/>
              </a:spcBef>
            </a:pPr>
            <a:r>
              <a:rPr lang="zh-CN" altLang="en-US" sz="2000">
                <a:latin typeface="微软雅黑" panose="020B0503020204020204" pitchFamily="34" charset="-122"/>
                <a:ea typeface="微软雅黑" panose="020B0503020204020204" pitchFamily="34" charset="-122"/>
              </a:rPr>
              <a:t>以下源程序可生成两种不同的代码，优化的代码可避免</a:t>
            </a:r>
            <a:r>
              <a:rPr lang="en-US" altLang="zh-CN" sz="2000">
                <a:latin typeface="微软雅黑" panose="020B0503020204020204" pitchFamily="34" charset="-122"/>
                <a:ea typeface="微软雅黑" panose="020B0503020204020204" pitchFamily="34" charset="-122"/>
              </a:rPr>
              <a:t>Load</a:t>
            </a:r>
            <a:r>
              <a:rPr lang="zh-CN" altLang="en-US" sz="2000">
                <a:latin typeface="微软雅黑" panose="020B0503020204020204" pitchFamily="34" charset="-122"/>
                <a:ea typeface="微软雅黑" panose="020B0503020204020204" pitchFamily="34" charset="-122"/>
              </a:rPr>
              <a:t>阻塞</a:t>
            </a:r>
          </a:p>
          <a:p>
            <a:pPr eaLnBrk="0" hangingPunct="0">
              <a:lnSpc>
                <a:spcPct val="90000"/>
              </a:lnSpc>
              <a:spcBef>
                <a:spcPct val="30000"/>
              </a:spcBef>
            </a:pPr>
            <a:r>
              <a:rPr lang="en-US" altLang="zh-CN" sz="2000">
                <a:latin typeface="微软雅黑" panose="020B0503020204020204" pitchFamily="34" charset="-122"/>
                <a:ea typeface="微软雅黑" panose="020B0503020204020204" pitchFamily="34" charset="-122"/>
              </a:rPr>
              <a:t>		a = b + c;</a:t>
            </a:r>
          </a:p>
          <a:p>
            <a:pPr eaLnBrk="0" hangingPunct="0">
              <a:lnSpc>
                <a:spcPct val="90000"/>
              </a:lnSpc>
              <a:spcBef>
                <a:spcPct val="30000"/>
              </a:spcBef>
            </a:pPr>
            <a:r>
              <a:rPr lang="en-US" altLang="zh-CN" sz="2000">
                <a:latin typeface="微软雅黑" panose="020B0503020204020204" pitchFamily="34" charset="-122"/>
                <a:ea typeface="微软雅黑" panose="020B0503020204020204" pitchFamily="34" charset="-122"/>
              </a:rPr>
              <a:t>		d = e – f;</a:t>
            </a:r>
          </a:p>
          <a:p>
            <a:pPr eaLnBrk="0" hangingPunct="0">
              <a:lnSpc>
                <a:spcPct val="90000"/>
              </a:lnSpc>
              <a:spcBef>
                <a:spcPct val="30000"/>
              </a:spcBef>
            </a:pPr>
            <a:r>
              <a:rPr lang="zh-CN" altLang="en-US" sz="2000">
                <a:latin typeface="微软雅黑" panose="020B0503020204020204" pitchFamily="34" charset="-122"/>
                <a:ea typeface="微软雅黑" panose="020B0503020204020204" pitchFamily="34" charset="-122"/>
              </a:rPr>
              <a:t>假定 </a:t>
            </a:r>
            <a:r>
              <a:rPr lang="en-US" altLang="zh-CN" sz="2000">
                <a:latin typeface="微软雅黑" panose="020B0503020204020204" pitchFamily="34" charset="-122"/>
                <a:ea typeface="微软雅黑" panose="020B0503020204020204" pitchFamily="34" charset="-122"/>
              </a:rPr>
              <a:t>a, b, c, d ,e, f </a:t>
            </a:r>
            <a:r>
              <a:rPr lang="zh-CN" altLang="en-US" sz="2000">
                <a:latin typeface="微软雅黑" panose="020B0503020204020204" pitchFamily="34" charset="-122"/>
                <a:ea typeface="微软雅黑" panose="020B0503020204020204" pitchFamily="34" charset="-122"/>
              </a:rPr>
              <a:t>在内存</a:t>
            </a:r>
          </a:p>
        </p:txBody>
      </p:sp>
      <p:sp>
        <p:nvSpPr>
          <p:cNvPr id="134146" name="Rectangle 3">
            <a:extLst>
              <a:ext uri="{FF2B5EF4-FFF2-40B4-BE49-F238E27FC236}">
                <a16:creationId xmlns:a16="http://schemas.microsoft.com/office/drawing/2014/main" id="{DF840D7C-C480-0E5A-097C-0CF0843B55BF}"/>
              </a:ext>
            </a:extLst>
          </p:cNvPr>
          <p:cNvSpPr>
            <a:spLocks noGrp="1" noChangeArrowheads="1"/>
          </p:cNvSpPr>
          <p:nvPr>
            <p:ph type="title"/>
          </p:nvPr>
        </p:nvSpPr>
        <p:spPr>
          <a:xfrm>
            <a:off x="314325" y="171450"/>
            <a:ext cx="7499350" cy="368300"/>
          </a:xfrm>
        </p:spPr>
        <p:txBody>
          <a:bodyPr/>
          <a:lstStyle/>
          <a:p>
            <a:r>
              <a:rPr lang="zh-CN" altLang="en-US">
                <a:ea typeface="宋体" panose="02010600030101010101" pitchFamily="2" charset="-122"/>
              </a:rPr>
              <a:t>方案</a:t>
            </a:r>
            <a:r>
              <a:rPr lang="en-US" altLang="zh-CN">
                <a:ea typeface="宋体" panose="02010600030101010101" pitchFamily="2" charset="-122"/>
              </a:rPr>
              <a:t>5</a:t>
            </a:r>
            <a:r>
              <a:rPr lang="zh-CN" altLang="en-US">
                <a:ea typeface="宋体" panose="02010600030101010101" pitchFamily="2" charset="-122"/>
              </a:rPr>
              <a:t>：编译器进行指令顺序调整来解决数据冒险</a:t>
            </a:r>
            <a:endParaRPr lang="en-US" altLang="zh-CN">
              <a:ea typeface="宋体" panose="02010600030101010101" pitchFamily="2" charset="-122"/>
            </a:endParaRPr>
          </a:p>
        </p:txBody>
      </p:sp>
      <p:sp>
        <p:nvSpPr>
          <p:cNvPr id="138244" name="Rectangle 4">
            <a:extLst>
              <a:ext uri="{FF2B5EF4-FFF2-40B4-BE49-F238E27FC236}">
                <a16:creationId xmlns:a16="http://schemas.microsoft.com/office/drawing/2014/main" id="{C6DBD7B6-99A8-DD5A-93B8-6EE618662CFB}"/>
              </a:ext>
            </a:extLst>
          </p:cNvPr>
          <p:cNvSpPr>
            <a:spLocks noGrp="1" noChangeArrowheads="1"/>
          </p:cNvSpPr>
          <p:nvPr>
            <p:ph idx="1"/>
          </p:nvPr>
        </p:nvSpPr>
        <p:spPr>
          <a:xfrm>
            <a:off x="5068888" y="2468563"/>
            <a:ext cx="3581400" cy="3348037"/>
          </a:xfrm>
        </p:spPr>
        <p:txBody>
          <a:bodyPr/>
          <a:lstStyle/>
          <a:p>
            <a:pPr>
              <a:lnSpc>
                <a:spcPct val="90000"/>
              </a:lnSpc>
              <a:buFont typeface="Times New Roman" panose="02020603050405020304" pitchFamily="18" charset="0"/>
              <a:buNone/>
            </a:pPr>
            <a:r>
              <a:rPr lang="en-US" altLang="zh-CN" sz="2200">
                <a:solidFill>
                  <a:schemeClr val="accent1"/>
                </a:solidFill>
                <a:ea typeface="宋体" panose="02010600030101010101" pitchFamily="2" charset="-122"/>
              </a:rPr>
              <a:t>Fast code:</a:t>
            </a:r>
            <a:endParaRPr lang="en-US" altLang="zh-CN" sz="2200">
              <a:ea typeface="宋体" panose="02010600030101010101" pitchFamily="2" charset="-122"/>
            </a:endParaRPr>
          </a:p>
          <a:p>
            <a:pPr>
              <a:spcBef>
                <a:spcPct val="20000"/>
              </a:spcBef>
              <a:buFont typeface="Times New Roman" panose="02020603050405020304" pitchFamily="18" charset="0"/>
              <a:buNone/>
            </a:pPr>
            <a:r>
              <a:rPr lang="en-US" altLang="zh-CN" sz="2200">
                <a:ea typeface="宋体" panose="02010600030101010101" pitchFamily="2" charset="-122"/>
              </a:rPr>
              <a:t>		</a:t>
            </a:r>
            <a:r>
              <a:rPr lang="en-US" altLang="zh-CN" sz="2000">
                <a:ea typeface="宋体" panose="02010600030101010101" pitchFamily="2" charset="-122"/>
              </a:rPr>
              <a:t>lw 	t2, b</a:t>
            </a:r>
          </a:p>
          <a:p>
            <a:pPr>
              <a:spcBef>
                <a:spcPct val="20000"/>
              </a:spcBef>
              <a:buFont typeface="Times New Roman" panose="02020603050405020304" pitchFamily="18" charset="0"/>
              <a:buNone/>
            </a:pPr>
            <a:r>
              <a:rPr lang="en-US" altLang="zh-CN" sz="2000">
                <a:ea typeface="宋体" panose="02010600030101010101" pitchFamily="2" charset="-122"/>
              </a:rPr>
              <a:t>		lw 	</a:t>
            </a:r>
            <a:r>
              <a:rPr lang="en-US" altLang="zh-CN" sz="2000">
                <a:solidFill>
                  <a:schemeClr val="accent2"/>
                </a:solidFill>
                <a:ea typeface="宋体" panose="02010600030101010101" pitchFamily="2" charset="-122"/>
              </a:rPr>
              <a:t>t3</a:t>
            </a:r>
            <a:r>
              <a:rPr lang="en-US" altLang="zh-CN" sz="2000">
                <a:ea typeface="宋体" panose="02010600030101010101" pitchFamily="2" charset="-122"/>
              </a:rPr>
              <a:t>, c</a:t>
            </a:r>
          </a:p>
          <a:p>
            <a:pPr>
              <a:spcBef>
                <a:spcPct val="20000"/>
              </a:spcBef>
              <a:buFont typeface="Times New Roman" panose="02020603050405020304" pitchFamily="18" charset="0"/>
              <a:buNone/>
            </a:pPr>
            <a:r>
              <a:rPr lang="en-US" altLang="zh-CN" sz="2000">
                <a:solidFill>
                  <a:schemeClr val="hlink"/>
                </a:solidFill>
                <a:ea typeface="宋体" panose="02010600030101010101" pitchFamily="2" charset="-122"/>
              </a:rPr>
              <a:t>		</a:t>
            </a:r>
            <a:r>
              <a:rPr lang="en-US" altLang="zh-CN" sz="2000" u="sng">
                <a:solidFill>
                  <a:schemeClr val="accent1"/>
                </a:solidFill>
                <a:ea typeface="宋体" panose="02010600030101010101" pitchFamily="2" charset="-122"/>
              </a:rPr>
              <a:t>lw 	t5, e </a:t>
            </a:r>
            <a:endParaRPr lang="en-US" altLang="zh-CN" sz="2000">
              <a:solidFill>
                <a:schemeClr val="hlink"/>
              </a:solidFill>
              <a:ea typeface="宋体" panose="02010600030101010101" pitchFamily="2" charset="-122"/>
            </a:endParaRPr>
          </a:p>
          <a:p>
            <a:pPr>
              <a:spcBef>
                <a:spcPct val="20000"/>
              </a:spcBef>
              <a:buFont typeface="Times New Roman" panose="02020603050405020304" pitchFamily="18" charset="0"/>
              <a:buNone/>
            </a:pPr>
            <a:r>
              <a:rPr lang="en-US" altLang="zh-CN" sz="2000">
                <a:ea typeface="宋体" panose="02010600030101010101" pitchFamily="2" charset="-122"/>
              </a:rPr>
              <a:t>		add 	t1, t2, </a:t>
            </a:r>
            <a:r>
              <a:rPr lang="en-US" altLang="zh-CN" sz="2000">
                <a:solidFill>
                  <a:schemeClr val="accent2"/>
                </a:solidFill>
                <a:ea typeface="宋体" panose="02010600030101010101" pitchFamily="2" charset="-122"/>
              </a:rPr>
              <a:t>t3</a:t>
            </a:r>
          </a:p>
          <a:p>
            <a:pPr>
              <a:spcBef>
                <a:spcPct val="20000"/>
              </a:spcBef>
              <a:buFont typeface="Times New Roman" panose="02020603050405020304" pitchFamily="18" charset="0"/>
              <a:buNone/>
            </a:pPr>
            <a:r>
              <a:rPr lang="en-US" altLang="zh-CN" sz="2000">
                <a:ea typeface="宋体" panose="02010600030101010101" pitchFamily="2" charset="-122"/>
              </a:rPr>
              <a:t>		lw 	</a:t>
            </a:r>
            <a:r>
              <a:rPr lang="en-US" altLang="zh-CN" sz="2000">
                <a:solidFill>
                  <a:schemeClr val="accent2"/>
                </a:solidFill>
                <a:ea typeface="宋体" panose="02010600030101010101" pitchFamily="2" charset="-122"/>
              </a:rPr>
              <a:t>t6</a:t>
            </a:r>
            <a:r>
              <a:rPr lang="en-US" altLang="zh-CN" sz="2000">
                <a:ea typeface="宋体" panose="02010600030101010101" pitchFamily="2" charset="-122"/>
              </a:rPr>
              <a:t>, f</a:t>
            </a:r>
          </a:p>
          <a:p>
            <a:pPr>
              <a:spcBef>
                <a:spcPct val="20000"/>
              </a:spcBef>
              <a:buFont typeface="Times New Roman" panose="02020603050405020304" pitchFamily="18" charset="0"/>
              <a:buNone/>
            </a:pPr>
            <a:r>
              <a:rPr lang="en-US" altLang="zh-CN" sz="2000">
                <a:solidFill>
                  <a:schemeClr val="hlink"/>
                </a:solidFill>
                <a:ea typeface="宋体" panose="02010600030101010101" pitchFamily="2" charset="-122"/>
              </a:rPr>
              <a:t>		</a:t>
            </a:r>
            <a:r>
              <a:rPr lang="en-US" altLang="zh-CN" sz="2000" u="sng">
                <a:solidFill>
                  <a:schemeClr val="accent1"/>
                </a:solidFill>
                <a:ea typeface="宋体" panose="02010600030101010101" pitchFamily="2" charset="-122"/>
              </a:rPr>
              <a:t>sw 	t1, a</a:t>
            </a:r>
            <a:endParaRPr lang="en-US" altLang="zh-CN" sz="2000">
              <a:solidFill>
                <a:schemeClr val="hlink"/>
              </a:solidFill>
              <a:ea typeface="宋体" panose="02010600030101010101" pitchFamily="2" charset="-122"/>
            </a:endParaRPr>
          </a:p>
          <a:p>
            <a:pPr>
              <a:spcBef>
                <a:spcPct val="20000"/>
              </a:spcBef>
              <a:buFont typeface="Times New Roman" panose="02020603050405020304" pitchFamily="18" charset="0"/>
              <a:buNone/>
            </a:pPr>
            <a:r>
              <a:rPr lang="en-US" altLang="zh-CN" sz="2000">
                <a:ea typeface="宋体" panose="02010600030101010101" pitchFamily="2" charset="-122"/>
              </a:rPr>
              <a:t>		sub 	t4, t5, </a:t>
            </a:r>
            <a:r>
              <a:rPr lang="en-US" altLang="zh-CN" sz="2000">
                <a:solidFill>
                  <a:schemeClr val="accent2"/>
                </a:solidFill>
                <a:ea typeface="宋体" panose="02010600030101010101" pitchFamily="2" charset="-122"/>
              </a:rPr>
              <a:t>t6</a:t>
            </a:r>
          </a:p>
          <a:p>
            <a:pPr>
              <a:spcBef>
                <a:spcPct val="20000"/>
              </a:spcBef>
              <a:buFont typeface="Times New Roman" panose="02020603050405020304" pitchFamily="18" charset="0"/>
              <a:buNone/>
            </a:pPr>
            <a:r>
              <a:rPr lang="en-US" altLang="zh-CN" sz="2000">
                <a:ea typeface="宋体" panose="02010600030101010101" pitchFamily="2" charset="-122"/>
              </a:rPr>
              <a:t>		sw	t4, d</a:t>
            </a:r>
          </a:p>
        </p:txBody>
      </p:sp>
      <p:grpSp>
        <p:nvGrpSpPr>
          <p:cNvPr id="138246" name="Group 6">
            <a:extLst>
              <a:ext uri="{FF2B5EF4-FFF2-40B4-BE49-F238E27FC236}">
                <a16:creationId xmlns:a16="http://schemas.microsoft.com/office/drawing/2014/main" id="{A71937F7-7EC1-0353-0C3F-CDBC65853E30}"/>
              </a:ext>
            </a:extLst>
          </p:cNvPr>
          <p:cNvGrpSpPr>
            <a:grpSpLocks/>
          </p:cNvGrpSpPr>
          <p:nvPr/>
        </p:nvGrpSpPr>
        <p:grpSpPr bwMode="auto">
          <a:xfrm>
            <a:off x="2549525" y="3582988"/>
            <a:ext cx="1344613" cy="1484312"/>
            <a:chOff x="1832" y="2597"/>
            <a:chExt cx="600" cy="947"/>
          </a:xfrm>
        </p:grpSpPr>
        <p:sp>
          <p:nvSpPr>
            <p:cNvPr id="134149" name="Freeform 7">
              <a:extLst>
                <a:ext uri="{FF2B5EF4-FFF2-40B4-BE49-F238E27FC236}">
                  <a16:creationId xmlns:a16="http://schemas.microsoft.com/office/drawing/2014/main" id="{DD4D34B0-4FE7-ABCB-C54A-707356E51494}"/>
                </a:ext>
              </a:extLst>
            </p:cNvPr>
            <p:cNvSpPr>
              <a:spLocks noChangeArrowheads="1"/>
            </p:cNvSpPr>
            <p:nvPr/>
          </p:nvSpPr>
          <p:spPr bwMode="auto">
            <a:xfrm>
              <a:off x="1952" y="2597"/>
              <a:ext cx="480" cy="635"/>
            </a:xfrm>
            <a:custGeom>
              <a:avLst/>
              <a:gdLst>
                <a:gd name="T0" fmla="*/ 0 w 480"/>
                <a:gd name="T1" fmla="*/ 635 h 635"/>
                <a:gd name="T2" fmla="*/ 408 w 480"/>
                <a:gd name="T3" fmla="*/ 451 h 635"/>
                <a:gd name="T4" fmla="*/ 432 w 480"/>
                <a:gd name="T5" fmla="*/ 131 h 635"/>
                <a:gd name="T6" fmla="*/ 224 w 480"/>
                <a:gd name="T7" fmla="*/ 19 h 635"/>
                <a:gd name="T8" fmla="*/ 16 w 480"/>
                <a:gd name="T9" fmla="*/ 19 h 635"/>
              </a:gdLst>
              <a:ahLst/>
              <a:cxnLst>
                <a:cxn ang="0">
                  <a:pos x="T0" y="T1"/>
                </a:cxn>
                <a:cxn ang="0">
                  <a:pos x="T2" y="T3"/>
                </a:cxn>
                <a:cxn ang="0">
                  <a:pos x="T4" y="T5"/>
                </a:cxn>
                <a:cxn ang="0">
                  <a:pos x="T6" y="T7"/>
                </a:cxn>
                <a:cxn ang="0">
                  <a:pos x="T8" y="T9"/>
                </a:cxn>
              </a:cxnLst>
              <a:rect l="0" t="0" r="r" b="b"/>
              <a:pathLst>
                <a:path w="480" h="635">
                  <a:moveTo>
                    <a:pt x="0" y="635"/>
                  </a:moveTo>
                  <a:cubicBezTo>
                    <a:pt x="168" y="585"/>
                    <a:pt x="336" y="535"/>
                    <a:pt x="408" y="451"/>
                  </a:cubicBezTo>
                  <a:cubicBezTo>
                    <a:pt x="480" y="367"/>
                    <a:pt x="463" y="203"/>
                    <a:pt x="432" y="131"/>
                  </a:cubicBezTo>
                  <a:cubicBezTo>
                    <a:pt x="401" y="59"/>
                    <a:pt x="293" y="38"/>
                    <a:pt x="224" y="19"/>
                  </a:cubicBezTo>
                  <a:cubicBezTo>
                    <a:pt x="155" y="0"/>
                    <a:pt x="85" y="9"/>
                    <a:pt x="16" y="19"/>
                  </a:cubicBezTo>
                </a:path>
              </a:pathLst>
            </a:custGeom>
            <a:noFill/>
            <a:ln w="12700">
              <a:solidFill>
                <a:srgbClr val="FF0000"/>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4150" name="Freeform 8">
              <a:extLst>
                <a:ext uri="{FF2B5EF4-FFF2-40B4-BE49-F238E27FC236}">
                  <a16:creationId xmlns:a16="http://schemas.microsoft.com/office/drawing/2014/main" id="{B9A3FA52-EDA5-29AD-7D37-2B65BDAEB2DD}"/>
                </a:ext>
              </a:extLst>
            </p:cNvPr>
            <p:cNvSpPr>
              <a:spLocks noChangeArrowheads="1"/>
            </p:cNvSpPr>
            <p:nvPr/>
          </p:nvSpPr>
          <p:spPr bwMode="auto">
            <a:xfrm>
              <a:off x="1832" y="2984"/>
              <a:ext cx="309" cy="560"/>
            </a:xfrm>
            <a:custGeom>
              <a:avLst/>
              <a:gdLst>
                <a:gd name="T0" fmla="*/ 80 w 309"/>
                <a:gd name="T1" fmla="*/ 0 h 560"/>
                <a:gd name="T2" fmla="*/ 272 w 309"/>
                <a:gd name="T3" fmla="*/ 112 h 560"/>
                <a:gd name="T4" fmla="*/ 264 w 309"/>
                <a:gd name="T5" fmla="*/ 448 h 560"/>
                <a:gd name="T6" fmla="*/ 0 w 309"/>
                <a:gd name="T7" fmla="*/ 560 h 560"/>
              </a:gdLst>
              <a:ahLst/>
              <a:cxnLst>
                <a:cxn ang="0">
                  <a:pos x="T0" y="T1"/>
                </a:cxn>
                <a:cxn ang="0">
                  <a:pos x="T2" y="T3"/>
                </a:cxn>
                <a:cxn ang="0">
                  <a:pos x="T4" y="T5"/>
                </a:cxn>
                <a:cxn ang="0">
                  <a:pos x="T6" y="T7"/>
                </a:cxn>
              </a:cxnLst>
              <a:rect l="0" t="0" r="r" b="b"/>
              <a:pathLst>
                <a:path w="309" h="560">
                  <a:moveTo>
                    <a:pt x="80" y="0"/>
                  </a:moveTo>
                  <a:cubicBezTo>
                    <a:pt x="160" y="18"/>
                    <a:pt x="241" y="37"/>
                    <a:pt x="272" y="112"/>
                  </a:cubicBezTo>
                  <a:cubicBezTo>
                    <a:pt x="303" y="187"/>
                    <a:pt x="309" y="373"/>
                    <a:pt x="264" y="448"/>
                  </a:cubicBezTo>
                  <a:cubicBezTo>
                    <a:pt x="219" y="523"/>
                    <a:pt x="109" y="541"/>
                    <a:pt x="0" y="560"/>
                  </a:cubicBezTo>
                </a:path>
              </a:pathLst>
            </a:custGeom>
            <a:noFill/>
            <a:ln w="12700">
              <a:solidFill>
                <a:srgbClr val="FF0000"/>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8251" name="Rectangle 11">
            <a:extLst>
              <a:ext uri="{FF2B5EF4-FFF2-40B4-BE49-F238E27FC236}">
                <a16:creationId xmlns:a16="http://schemas.microsoft.com/office/drawing/2014/main" id="{D5F6B34C-4246-3F2E-77DD-219657E652A5}"/>
              </a:ext>
            </a:extLst>
          </p:cNvPr>
          <p:cNvSpPr>
            <a:spLocks noChangeArrowheads="1"/>
          </p:cNvSpPr>
          <p:nvPr/>
        </p:nvSpPr>
        <p:spPr bwMode="auto">
          <a:xfrm>
            <a:off x="214313" y="2427288"/>
            <a:ext cx="4108450"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en-US" altLang="zh-CN">
                <a:ea typeface="宋体" panose="02010600030101010101" pitchFamily="2" charset="-122"/>
              </a:rPr>
              <a:t> </a:t>
            </a:r>
            <a:r>
              <a:rPr lang="en-US" altLang="zh-CN" sz="2200">
                <a:solidFill>
                  <a:schemeClr val="accent1"/>
                </a:solidFill>
                <a:latin typeface="Arial" panose="020B0604020202020204" pitchFamily="34" charset="0"/>
                <a:ea typeface="宋体" panose="02010600030101010101" pitchFamily="2" charset="-122"/>
              </a:rPr>
              <a:t>Slow code:</a:t>
            </a:r>
          </a:p>
          <a:p>
            <a:pPr eaLnBrk="0" hangingPunct="0">
              <a:spcBef>
                <a:spcPct val="20000"/>
              </a:spcBef>
            </a:pPr>
            <a:r>
              <a:rPr lang="en-US" altLang="zh-CN" sz="2200">
                <a:latin typeface="Arial" panose="020B0604020202020204" pitchFamily="34" charset="0"/>
                <a:ea typeface="宋体" panose="02010600030101010101" pitchFamily="2" charset="-122"/>
              </a:rPr>
              <a:t>	</a:t>
            </a:r>
            <a:r>
              <a:rPr lang="en-US" altLang="zh-CN" sz="2000">
                <a:latin typeface="Arial" panose="020B0604020202020204" pitchFamily="34" charset="0"/>
                <a:ea typeface="宋体" panose="02010600030101010101" pitchFamily="2" charset="-122"/>
              </a:rPr>
              <a:t>lw	t2, b</a:t>
            </a:r>
          </a:p>
          <a:p>
            <a:pPr eaLnBrk="0" hangingPunct="0">
              <a:spcBef>
                <a:spcPct val="20000"/>
              </a:spcBef>
            </a:pPr>
            <a:r>
              <a:rPr lang="en-US" altLang="zh-CN" sz="2000">
                <a:latin typeface="Arial" panose="020B0604020202020204" pitchFamily="34" charset="0"/>
                <a:ea typeface="宋体" panose="02010600030101010101" pitchFamily="2" charset="-122"/>
              </a:rPr>
              <a:t>	lw 	</a:t>
            </a:r>
            <a:r>
              <a:rPr lang="en-US" altLang="zh-CN" sz="2000">
                <a:solidFill>
                  <a:schemeClr val="accent2"/>
                </a:solidFill>
                <a:latin typeface="Arial" panose="020B0604020202020204" pitchFamily="34" charset="0"/>
                <a:ea typeface="宋体" panose="02010600030101010101" pitchFamily="2" charset="-122"/>
              </a:rPr>
              <a:t>t3</a:t>
            </a:r>
            <a:r>
              <a:rPr lang="en-US" altLang="zh-CN" sz="2000">
                <a:latin typeface="Arial" panose="020B0604020202020204" pitchFamily="34" charset="0"/>
                <a:ea typeface="宋体" panose="02010600030101010101" pitchFamily="2" charset="-122"/>
              </a:rPr>
              <a:t>, c</a:t>
            </a:r>
          </a:p>
          <a:p>
            <a:pPr eaLnBrk="0" hangingPunct="0">
              <a:spcBef>
                <a:spcPct val="20000"/>
              </a:spcBef>
            </a:pPr>
            <a:r>
              <a:rPr lang="en-US" altLang="zh-CN" sz="2000">
                <a:latin typeface="Arial" panose="020B0604020202020204" pitchFamily="34" charset="0"/>
                <a:ea typeface="宋体" panose="02010600030101010101" pitchFamily="2" charset="-122"/>
              </a:rPr>
              <a:t>	add 	t1, t2, t</a:t>
            </a:r>
            <a:r>
              <a:rPr lang="en-US" altLang="zh-CN" sz="2000">
                <a:solidFill>
                  <a:schemeClr val="accent2"/>
                </a:solidFill>
                <a:latin typeface="Arial" panose="020B0604020202020204" pitchFamily="34" charset="0"/>
                <a:ea typeface="宋体" panose="02010600030101010101" pitchFamily="2" charset="-122"/>
              </a:rPr>
              <a:t>3</a:t>
            </a:r>
          </a:p>
          <a:p>
            <a:pPr eaLnBrk="0" hangingPunct="0">
              <a:spcBef>
                <a:spcPct val="20000"/>
              </a:spcBef>
            </a:pPr>
            <a:r>
              <a:rPr lang="en-US" altLang="zh-CN" sz="2000">
                <a:latin typeface="Arial" panose="020B0604020202020204" pitchFamily="34" charset="0"/>
                <a:ea typeface="宋体" panose="02010600030101010101" pitchFamily="2" charset="-122"/>
              </a:rPr>
              <a:t>	</a:t>
            </a:r>
            <a:r>
              <a:rPr lang="en-US" altLang="zh-CN" sz="2000">
                <a:solidFill>
                  <a:schemeClr val="accent1"/>
                </a:solidFill>
                <a:latin typeface="Arial" panose="020B0604020202020204" pitchFamily="34" charset="0"/>
                <a:ea typeface="宋体" panose="02010600030101010101" pitchFamily="2" charset="-122"/>
              </a:rPr>
              <a:t>sw  	t1, a</a:t>
            </a:r>
          </a:p>
          <a:p>
            <a:pPr eaLnBrk="0" hangingPunct="0">
              <a:spcBef>
                <a:spcPct val="20000"/>
              </a:spcBef>
            </a:pPr>
            <a:r>
              <a:rPr lang="en-US" altLang="zh-CN" sz="2000">
                <a:solidFill>
                  <a:schemeClr val="accent1"/>
                </a:solidFill>
                <a:latin typeface="Arial" panose="020B0604020202020204" pitchFamily="34" charset="0"/>
                <a:ea typeface="宋体" panose="02010600030101010101" pitchFamily="2" charset="-122"/>
              </a:rPr>
              <a:t>	lw 	t5, e</a:t>
            </a:r>
            <a:r>
              <a:rPr lang="en-US" altLang="zh-CN" sz="2000">
                <a:latin typeface="Arial" panose="020B0604020202020204" pitchFamily="34" charset="0"/>
                <a:ea typeface="宋体" panose="02010600030101010101" pitchFamily="2" charset="-122"/>
              </a:rPr>
              <a:t> </a:t>
            </a:r>
          </a:p>
          <a:p>
            <a:pPr eaLnBrk="0" hangingPunct="0">
              <a:spcBef>
                <a:spcPct val="20000"/>
              </a:spcBef>
            </a:pPr>
            <a:r>
              <a:rPr lang="en-US" altLang="zh-CN" sz="2000">
                <a:latin typeface="Arial" panose="020B0604020202020204" pitchFamily="34" charset="0"/>
                <a:ea typeface="宋体" panose="02010600030101010101" pitchFamily="2" charset="-122"/>
              </a:rPr>
              <a:t>	lw 	</a:t>
            </a:r>
            <a:r>
              <a:rPr lang="en-US" altLang="zh-CN" sz="2000">
                <a:solidFill>
                  <a:schemeClr val="accent2"/>
                </a:solidFill>
                <a:latin typeface="Arial" panose="020B0604020202020204" pitchFamily="34" charset="0"/>
                <a:ea typeface="宋体" panose="02010600030101010101" pitchFamily="2" charset="-122"/>
              </a:rPr>
              <a:t>t6</a:t>
            </a:r>
            <a:r>
              <a:rPr lang="en-US" altLang="zh-CN" sz="2000">
                <a:latin typeface="Arial" panose="020B0604020202020204" pitchFamily="34" charset="0"/>
                <a:ea typeface="宋体" panose="02010600030101010101" pitchFamily="2" charset="-122"/>
              </a:rPr>
              <a:t>, f</a:t>
            </a:r>
          </a:p>
          <a:p>
            <a:pPr eaLnBrk="0" hangingPunct="0">
              <a:spcBef>
                <a:spcPct val="20000"/>
              </a:spcBef>
            </a:pPr>
            <a:r>
              <a:rPr lang="en-US" altLang="zh-CN" sz="2000">
                <a:latin typeface="Arial" panose="020B0604020202020204" pitchFamily="34" charset="0"/>
                <a:ea typeface="宋体" panose="02010600030101010101" pitchFamily="2" charset="-122"/>
              </a:rPr>
              <a:t>	sub 	t4, t5, </a:t>
            </a:r>
            <a:r>
              <a:rPr lang="en-US" altLang="zh-CN" sz="2000">
                <a:solidFill>
                  <a:schemeClr val="accent2"/>
                </a:solidFill>
                <a:latin typeface="Arial" panose="020B0604020202020204" pitchFamily="34" charset="0"/>
                <a:ea typeface="宋体" panose="02010600030101010101" pitchFamily="2" charset="-122"/>
              </a:rPr>
              <a:t>t6</a:t>
            </a:r>
          </a:p>
          <a:p>
            <a:pPr eaLnBrk="0" hangingPunct="0">
              <a:spcBef>
                <a:spcPct val="20000"/>
              </a:spcBef>
            </a:pPr>
            <a:r>
              <a:rPr lang="en-US" altLang="zh-CN" sz="2000">
                <a:latin typeface="Arial" panose="020B0604020202020204" pitchFamily="34" charset="0"/>
                <a:ea typeface="宋体" panose="02010600030101010101" pitchFamily="2" charset="-122"/>
              </a:rPr>
              <a:t>	sw	t4, d</a:t>
            </a:r>
          </a:p>
        </p:txBody>
      </p:sp>
      <p:grpSp>
        <p:nvGrpSpPr>
          <p:cNvPr id="138255" name="Group 15">
            <a:extLst>
              <a:ext uri="{FF2B5EF4-FFF2-40B4-BE49-F238E27FC236}">
                <a16:creationId xmlns:a16="http://schemas.microsoft.com/office/drawing/2014/main" id="{6EF04D93-C3AF-5BA8-AF30-947010DAD2E7}"/>
              </a:ext>
            </a:extLst>
          </p:cNvPr>
          <p:cNvGrpSpPr>
            <a:grpSpLocks/>
          </p:cNvGrpSpPr>
          <p:nvPr/>
        </p:nvGrpSpPr>
        <p:grpSpPr bwMode="auto">
          <a:xfrm>
            <a:off x="3716338" y="3814763"/>
            <a:ext cx="1957387" cy="841375"/>
            <a:chOff x="2341" y="2574"/>
            <a:chExt cx="1233" cy="530"/>
          </a:xfrm>
        </p:grpSpPr>
        <p:sp>
          <p:nvSpPr>
            <p:cNvPr id="134153" name="AutoShape 12">
              <a:extLst>
                <a:ext uri="{FF2B5EF4-FFF2-40B4-BE49-F238E27FC236}">
                  <a16:creationId xmlns:a16="http://schemas.microsoft.com/office/drawing/2014/main" id="{909FBF0D-F807-8C42-393D-055182D717FC}"/>
                </a:ext>
              </a:extLst>
            </p:cNvPr>
            <p:cNvSpPr>
              <a:spLocks noChangeArrowheads="1"/>
            </p:cNvSpPr>
            <p:nvPr/>
          </p:nvSpPr>
          <p:spPr bwMode="auto">
            <a:xfrm>
              <a:off x="2341" y="2574"/>
              <a:ext cx="1233" cy="530"/>
            </a:xfrm>
            <a:prstGeom prst="rightArrow">
              <a:avLst>
                <a:gd name="adj1" fmla="val 50000"/>
                <a:gd name="adj2" fmla="val 58096"/>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4154" name="Text Box 13">
              <a:extLst>
                <a:ext uri="{FF2B5EF4-FFF2-40B4-BE49-F238E27FC236}">
                  <a16:creationId xmlns:a16="http://schemas.microsoft.com/office/drawing/2014/main" id="{C6EB4212-7353-F476-1064-94F2278E0EAD}"/>
                </a:ext>
              </a:extLst>
            </p:cNvPr>
            <p:cNvSpPr txBox="1">
              <a:spLocks noChangeArrowheads="1"/>
            </p:cNvSpPr>
            <p:nvPr/>
          </p:nvSpPr>
          <p:spPr bwMode="auto">
            <a:xfrm>
              <a:off x="2512" y="2720"/>
              <a:ext cx="6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ea typeface="黑体" panose="02010609060101010101" pitchFamily="49" charset="-122"/>
                </a:rPr>
                <a:t>调整后</a:t>
              </a:r>
            </a:p>
          </p:txBody>
        </p:sp>
      </p:grpSp>
      <p:sp>
        <p:nvSpPr>
          <p:cNvPr id="138254" name="Text Box 14">
            <a:extLst>
              <a:ext uri="{FF2B5EF4-FFF2-40B4-BE49-F238E27FC236}">
                <a16:creationId xmlns:a16="http://schemas.microsoft.com/office/drawing/2014/main" id="{2BCBC3A1-52E8-EBA1-3FA0-FD4D9C4D0CFB}"/>
              </a:ext>
            </a:extLst>
          </p:cNvPr>
          <p:cNvSpPr txBox="1">
            <a:spLocks noChangeArrowheads="1"/>
          </p:cNvSpPr>
          <p:nvPr/>
        </p:nvSpPr>
        <p:spPr bwMode="auto">
          <a:xfrm>
            <a:off x="4297363" y="1703388"/>
            <a:ext cx="36877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latin typeface="Arial" panose="020B0604020202020204" pitchFamily="34" charset="0"/>
                <a:ea typeface="黑体" panose="02010609060101010101" pitchFamily="49" charset="-122"/>
              </a:rPr>
              <a:t>编译器的优化很重要！</a:t>
            </a:r>
          </a:p>
        </p:txBody>
      </p:sp>
      <p:sp>
        <p:nvSpPr>
          <p:cNvPr id="138256" name="Rectangle 16">
            <a:extLst>
              <a:ext uri="{FF2B5EF4-FFF2-40B4-BE49-F238E27FC236}">
                <a16:creationId xmlns:a16="http://schemas.microsoft.com/office/drawing/2014/main" id="{4564D434-7348-E298-12DF-8DBE14C75F43}"/>
              </a:ext>
            </a:extLst>
          </p:cNvPr>
          <p:cNvSpPr>
            <a:spLocks noChangeArrowheads="1"/>
          </p:cNvSpPr>
          <p:nvPr/>
        </p:nvSpPr>
        <p:spPr bwMode="auto">
          <a:xfrm>
            <a:off x="952500" y="3157538"/>
            <a:ext cx="2451100" cy="800100"/>
          </a:xfrm>
          <a:prstGeom prst="rect">
            <a:avLst/>
          </a:prstGeom>
          <a:solidFill>
            <a:srgbClr val="FF99CC">
              <a:alpha val="38039"/>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38257" name="Rectangle 17">
            <a:extLst>
              <a:ext uri="{FF2B5EF4-FFF2-40B4-BE49-F238E27FC236}">
                <a16:creationId xmlns:a16="http://schemas.microsoft.com/office/drawing/2014/main" id="{6E70F546-2B13-5D98-027F-284A0619BFD4}"/>
              </a:ext>
            </a:extLst>
          </p:cNvPr>
          <p:cNvSpPr>
            <a:spLocks noChangeArrowheads="1"/>
          </p:cNvSpPr>
          <p:nvPr/>
        </p:nvSpPr>
        <p:spPr bwMode="auto">
          <a:xfrm>
            <a:off x="952500" y="4719638"/>
            <a:ext cx="2451100" cy="711200"/>
          </a:xfrm>
          <a:prstGeom prst="rect">
            <a:avLst/>
          </a:prstGeom>
          <a:solidFill>
            <a:srgbClr val="FF99CC">
              <a:alpha val="38039"/>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38261" name="Text Box 21">
            <a:extLst>
              <a:ext uri="{FF2B5EF4-FFF2-40B4-BE49-F238E27FC236}">
                <a16:creationId xmlns:a16="http://schemas.microsoft.com/office/drawing/2014/main" id="{EFD7A404-DB0C-5FCB-3439-3A6D0D62FE37}"/>
              </a:ext>
            </a:extLst>
          </p:cNvPr>
          <p:cNvSpPr txBox="1">
            <a:spLocks noChangeArrowheads="1"/>
          </p:cNvSpPr>
          <p:nvPr/>
        </p:nvSpPr>
        <p:spPr bwMode="auto">
          <a:xfrm>
            <a:off x="287338" y="6042025"/>
            <a:ext cx="83613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latin typeface="微软雅黑" panose="020B0503020204020204" pitchFamily="34" charset="-122"/>
                <a:ea typeface="微软雅黑" panose="020B0503020204020204" pitchFamily="34" charset="-122"/>
              </a:rPr>
              <a:t>如果硬件不支持阻塞处理的话，则编译器可以将顺序调整和插入</a:t>
            </a:r>
            <a:r>
              <a:rPr lang="en-US" altLang="zh-CN" sz="2000">
                <a:solidFill>
                  <a:srgbClr val="CC0000"/>
                </a:solidFill>
                <a:latin typeface="微软雅黑" panose="020B0503020204020204" pitchFamily="34" charset="-122"/>
                <a:ea typeface="微软雅黑" panose="020B0503020204020204" pitchFamily="34" charset="-122"/>
              </a:rPr>
              <a:t>NOP</a:t>
            </a:r>
            <a:r>
              <a:rPr lang="zh-CN" altLang="en-US" sz="2000">
                <a:solidFill>
                  <a:srgbClr val="CC0000"/>
                </a:solidFill>
                <a:latin typeface="微软雅黑" panose="020B0503020204020204" pitchFamily="34" charset="-122"/>
                <a:ea typeface="微软雅黑" panose="020B0503020204020204" pitchFamily="34" charset="-122"/>
              </a:rPr>
              <a:t>指令结合起来，在找不到可插入的指令时，插入</a:t>
            </a:r>
            <a:r>
              <a:rPr lang="en-US" altLang="zh-CN" sz="2000">
                <a:solidFill>
                  <a:srgbClr val="CC0000"/>
                </a:solidFill>
                <a:latin typeface="微软雅黑" panose="020B0503020204020204" pitchFamily="34" charset="-122"/>
                <a:ea typeface="微软雅黑" panose="020B0503020204020204" pitchFamily="34" charset="-122"/>
              </a:rPr>
              <a:t>NOP</a:t>
            </a:r>
            <a:r>
              <a:rPr lang="zh-CN" altLang="en-US" sz="2000">
                <a:solidFill>
                  <a:srgbClr val="CC0000"/>
                </a:solidFill>
                <a:latin typeface="微软雅黑" panose="020B0503020204020204" pitchFamily="34" charset="-122"/>
                <a:ea typeface="微软雅黑" panose="020B0503020204020204" pitchFamily="34" charset="-122"/>
              </a:rPr>
              <a:t>指令！</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8251"/>
                                        </p:tgtEl>
                                        <p:attrNameLst>
                                          <p:attrName>style.visibility</p:attrName>
                                        </p:attrNameLst>
                                      </p:cBhvr>
                                      <p:to>
                                        <p:strVal val="visible"/>
                                      </p:to>
                                    </p:set>
                                    <p:animEffect transition="in" filter="blinds(horizontal)">
                                      <p:cBhvr>
                                        <p:cTn id="7" dur="500"/>
                                        <p:tgtEl>
                                          <p:spTgt spid="1382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8256"/>
                                        </p:tgtEl>
                                        <p:attrNameLst>
                                          <p:attrName>style.visibility</p:attrName>
                                        </p:attrNameLst>
                                      </p:cBhvr>
                                      <p:to>
                                        <p:strVal val="visible"/>
                                      </p:to>
                                    </p:set>
                                    <p:animEffect transition="in" filter="blinds(horizontal)">
                                      <p:cBhvr>
                                        <p:cTn id="12" dur="500"/>
                                        <p:tgtEl>
                                          <p:spTgt spid="1382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8257"/>
                                        </p:tgtEl>
                                        <p:attrNameLst>
                                          <p:attrName>style.visibility</p:attrName>
                                        </p:attrNameLst>
                                      </p:cBhvr>
                                      <p:to>
                                        <p:strVal val="visible"/>
                                      </p:to>
                                    </p:set>
                                    <p:animEffect transition="in" filter="blinds(horizontal)">
                                      <p:cBhvr>
                                        <p:cTn id="17" dur="500"/>
                                        <p:tgtEl>
                                          <p:spTgt spid="1382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38246"/>
                                        </p:tgtEl>
                                        <p:attrNameLst>
                                          <p:attrName>style.visibility</p:attrName>
                                        </p:attrNameLst>
                                      </p:cBhvr>
                                      <p:to>
                                        <p:strVal val="visible"/>
                                      </p:to>
                                    </p:set>
                                    <p:animEffect transition="in" filter="checkerboard(across)">
                                      <p:cBhvr>
                                        <p:cTn id="22" dur="500"/>
                                        <p:tgtEl>
                                          <p:spTgt spid="1382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38255"/>
                                        </p:tgtEl>
                                        <p:attrNameLst>
                                          <p:attrName>style.visibility</p:attrName>
                                        </p:attrNameLst>
                                      </p:cBhvr>
                                      <p:to>
                                        <p:strVal val="visible"/>
                                      </p:to>
                                    </p:set>
                                    <p:animEffect transition="in" filter="blinds(horizontal)">
                                      <p:cBhvr>
                                        <p:cTn id="27" dur="500"/>
                                        <p:tgtEl>
                                          <p:spTgt spid="1382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138244"/>
                                        </p:tgtEl>
                                        <p:attrNameLst>
                                          <p:attrName>style.visibility</p:attrName>
                                        </p:attrNameLst>
                                      </p:cBhvr>
                                      <p:to>
                                        <p:strVal val="visible"/>
                                      </p:to>
                                    </p:set>
                                    <p:animEffect transition="in" filter="slide(fromLeft)">
                                      <p:cBhvr>
                                        <p:cTn id="32" dur="500"/>
                                        <p:tgtEl>
                                          <p:spTgt spid="1382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138254">
                                            <p:txEl>
                                              <p:pRg st="0" end="0"/>
                                            </p:txEl>
                                          </p:spTgt>
                                        </p:tgtEl>
                                        <p:attrNameLst>
                                          <p:attrName>style.visibility</p:attrName>
                                        </p:attrNameLst>
                                      </p:cBhvr>
                                      <p:to>
                                        <p:strVal val="visible"/>
                                      </p:to>
                                    </p:set>
                                    <p:animEffect transition="in" filter="checkerboard(across)">
                                      <p:cBhvr>
                                        <p:cTn id="37" dur="500"/>
                                        <p:tgtEl>
                                          <p:spTgt spid="138254">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138261">
                                            <p:txEl>
                                              <p:pRg st="0" end="0"/>
                                            </p:txEl>
                                          </p:spTgt>
                                        </p:tgtEl>
                                        <p:attrNameLst>
                                          <p:attrName>style.visibility</p:attrName>
                                        </p:attrNameLst>
                                      </p:cBhvr>
                                      <p:to>
                                        <p:strVal val="visible"/>
                                      </p:to>
                                    </p:set>
                                    <p:animEffect transition="in" filter="checkerboard(across)">
                                      <p:cBhvr>
                                        <p:cTn id="42" dur="500"/>
                                        <p:tgtEl>
                                          <p:spTgt spid="13826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4" grpId="0"/>
      <p:bldP spid="138251" grpId="0"/>
      <p:bldP spid="138256" grpId="0" animBg="1"/>
      <p:bldP spid="13825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8B6FB8A6-85B9-7BA0-6C07-A2277BB4D8CA}"/>
              </a:ext>
            </a:extLst>
          </p:cNvPr>
          <p:cNvSpPr>
            <a:spLocks noGrp="1" noChangeArrowheads="1"/>
          </p:cNvSpPr>
          <p:nvPr>
            <p:ph type="title"/>
          </p:nvPr>
        </p:nvSpPr>
        <p:spPr>
          <a:xfrm>
            <a:off x="812800" y="211138"/>
            <a:ext cx="5780088" cy="368300"/>
          </a:xfrm>
        </p:spPr>
        <p:txBody>
          <a:bodyPr/>
          <a:lstStyle/>
          <a:p>
            <a:r>
              <a:rPr lang="zh-CN" altLang="en-US">
                <a:ea typeface="宋体" panose="02010600030101010101" pitchFamily="2" charset="-122"/>
              </a:rPr>
              <a:t>编译器优化以避免阻塞的情况调查</a:t>
            </a:r>
            <a:r>
              <a:rPr lang="en-US" altLang="zh-CN">
                <a:ea typeface="宋体" panose="02010600030101010101" pitchFamily="2" charset="-122"/>
              </a:rPr>
              <a:t>:</a:t>
            </a:r>
          </a:p>
        </p:txBody>
      </p:sp>
      <p:graphicFrame>
        <p:nvGraphicFramePr>
          <p:cNvPr id="136194" name="Object 3">
            <a:hlinkClick r:id="" action="ppaction://ole?verb=1"/>
            <a:extLst>
              <a:ext uri="{FF2B5EF4-FFF2-40B4-BE49-F238E27FC236}">
                <a16:creationId xmlns:a16="http://schemas.microsoft.com/office/drawing/2014/main" id="{0A7CBAD1-CB08-A7D3-FAB2-ED7C6A25A23D}"/>
              </a:ext>
            </a:extLst>
          </p:cNvPr>
          <p:cNvGraphicFramePr>
            <a:graphicFrameLocks/>
          </p:cNvGraphicFramePr>
          <p:nvPr/>
        </p:nvGraphicFramePr>
        <p:xfrm>
          <a:off x="431800" y="798513"/>
          <a:ext cx="8270875" cy="5024437"/>
        </p:xfrm>
        <a:graphic>
          <a:graphicData uri="http://schemas.openxmlformats.org/presentationml/2006/ole">
            <mc:AlternateContent xmlns:mc="http://schemas.openxmlformats.org/markup-compatibility/2006">
              <mc:Choice xmlns:v="urn:schemas-microsoft-com:vml" Requires="v">
                <p:oleObj r:id="rId3" imgW="3985260" imgH="2247900" progId="Excel.Chart.8">
                  <p:embed/>
                </p:oleObj>
              </mc:Choice>
              <mc:Fallback>
                <p:oleObj r:id="rId3" imgW="3985260" imgH="2247900" progId="Excel.Chart.8">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800" y="798513"/>
                        <a:ext cx="8270875" cy="502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0292" name="Text Box 4">
            <a:extLst>
              <a:ext uri="{FF2B5EF4-FFF2-40B4-BE49-F238E27FC236}">
                <a16:creationId xmlns:a16="http://schemas.microsoft.com/office/drawing/2014/main" id="{C5517E72-7884-5144-3424-049FC47F76E5}"/>
              </a:ext>
            </a:extLst>
          </p:cNvPr>
          <p:cNvSpPr txBox="1">
            <a:spLocks noChangeArrowheads="1"/>
          </p:cNvSpPr>
          <p:nvPr/>
        </p:nvSpPr>
        <p:spPr bwMode="auto">
          <a:xfrm>
            <a:off x="415925" y="5761038"/>
            <a:ext cx="74088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200">
                <a:solidFill>
                  <a:schemeClr val="accent2"/>
                </a:solidFill>
                <a:latin typeface="微软雅黑" panose="020B0503020204020204" pitchFamily="34" charset="-122"/>
                <a:ea typeface="微软雅黑" panose="020B0503020204020204" pitchFamily="34" charset="-122"/>
              </a:rPr>
              <a:t>由此可见，优化调度后</a:t>
            </a:r>
            <a:r>
              <a:rPr lang="en-US" altLang="zh-CN" sz="2200">
                <a:solidFill>
                  <a:schemeClr val="accent2"/>
                </a:solidFill>
                <a:latin typeface="微软雅黑" panose="020B0503020204020204" pitchFamily="34" charset="-122"/>
                <a:ea typeface="微软雅黑" panose="020B0503020204020204" pitchFamily="34" charset="-122"/>
              </a:rPr>
              <a:t>load</a:t>
            </a:r>
            <a:r>
              <a:rPr lang="zh-CN" altLang="en-US" sz="2200">
                <a:solidFill>
                  <a:schemeClr val="accent2"/>
                </a:solidFill>
                <a:latin typeface="微软雅黑" panose="020B0503020204020204" pitchFamily="34" charset="-122"/>
                <a:ea typeface="微软雅黑" panose="020B0503020204020204" pitchFamily="34" charset="-122"/>
              </a:rPr>
              <a:t>阻塞现象大约降低了</a:t>
            </a:r>
            <a:r>
              <a:rPr lang="en-US" altLang="zh-CN" sz="2200">
                <a:solidFill>
                  <a:schemeClr val="accent2"/>
                </a:solidFill>
                <a:latin typeface="微软雅黑" panose="020B0503020204020204" pitchFamily="34" charset="-122"/>
                <a:ea typeface="微软雅黑" panose="020B0503020204020204" pitchFamily="34" charset="-122"/>
              </a:rPr>
              <a:t>1/2~1/3</a:t>
            </a:r>
          </a:p>
        </p:txBody>
      </p:sp>
      <p:sp>
        <p:nvSpPr>
          <p:cNvPr id="140296" name="Text Box 8">
            <a:extLst>
              <a:ext uri="{FF2B5EF4-FFF2-40B4-BE49-F238E27FC236}">
                <a16:creationId xmlns:a16="http://schemas.microsoft.com/office/drawing/2014/main" id="{44C1F742-A27F-8A0A-5F6B-734E0631530D}"/>
              </a:ext>
            </a:extLst>
          </p:cNvPr>
          <p:cNvSpPr txBox="1">
            <a:spLocks noChangeArrowheads="1"/>
          </p:cNvSpPr>
          <p:nvPr/>
        </p:nvSpPr>
        <p:spPr bwMode="auto">
          <a:xfrm>
            <a:off x="3046413" y="6300788"/>
            <a:ext cx="2584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2000">
                <a:ea typeface="宋体" panose="02010600030101010101" pitchFamily="2" charset="-122"/>
                <a:hlinkClick r:id="rId5" action="ppaction://hlinksldjump"/>
              </a:rPr>
              <a:t>BACK</a:t>
            </a:r>
            <a:endParaRPr lang="en-US" altLang="zh-CN" sz="2000">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0292">
                                            <p:txEl>
                                              <p:pRg st="0" end="0"/>
                                            </p:txEl>
                                          </p:spTgt>
                                        </p:tgtEl>
                                        <p:attrNameLst>
                                          <p:attrName>style.visibility</p:attrName>
                                        </p:attrNameLst>
                                      </p:cBhvr>
                                      <p:to>
                                        <p:strVal val="visible"/>
                                      </p:to>
                                    </p:set>
                                    <p:animEffect transition="in" filter="blinds(horizontal)">
                                      <p:cBhvr>
                                        <p:cTn id="7" dur="500"/>
                                        <p:tgtEl>
                                          <p:spTgt spid="14029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0296"/>
                                        </p:tgtEl>
                                        <p:attrNameLst>
                                          <p:attrName>style.visibility</p:attrName>
                                        </p:attrNameLst>
                                      </p:cBhvr>
                                      <p:to>
                                        <p:strVal val="visible"/>
                                      </p:to>
                                    </p:set>
                                    <p:animEffect transition="in" filter="blinds(horizontal)">
                                      <p:cBhvr>
                                        <p:cTn id="12" dur="500"/>
                                        <p:tgtEl>
                                          <p:spTgt spid="140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A6F78D11-C36F-A52A-1C5B-66D430193A60}"/>
              </a:ext>
            </a:extLst>
          </p:cNvPr>
          <p:cNvSpPr>
            <a:spLocks noGrp="1" noChangeArrowheads="1"/>
          </p:cNvSpPr>
          <p:nvPr>
            <p:ph type="title"/>
          </p:nvPr>
        </p:nvSpPr>
        <p:spPr>
          <a:xfrm>
            <a:off x="800100" y="228600"/>
            <a:ext cx="6862763" cy="373063"/>
          </a:xfrm>
        </p:spPr>
        <p:txBody>
          <a:bodyPr/>
          <a:lstStyle/>
          <a:p>
            <a:r>
              <a:rPr lang="en-US" altLang="zh-CN">
                <a:ea typeface="宋体" panose="02010600030101010101" pitchFamily="2" charset="-122"/>
              </a:rPr>
              <a:t>Control Hazard</a:t>
            </a:r>
            <a:r>
              <a:rPr lang="zh-CN" altLang="en-US">
                <a:ea typeface="宋体" panose="02010600030101010101" pitchFamily="2" charset="-122"/>
              </a:rPr>
              <a:t>的解决方法</a:t>
            </a:r>
          </a:p>
        </p:txBody>
      </p:sp>
      <p:sp>
        <p:nvSpPr>
          <p:cNvPr id="182275" name="Rectangle 3">
            <a:extLst>
              <a:ext uri="{FF2B5EF4-FFF2-40B4-BE49-F238E27FC236}">
                <a16:creationId xmlns:a16="http://schemas.microsoft.com/office/drawing/2014/main" id="{7F9C2C4C-3128-F486-279A-DADBCD88926E}"/>
              </a:ext>
            </a:extLst>
          </p:cNvPr>
          <p:cNvSpPr>
            <a:spLocks noGrp="1" noChangeArrowheads="1"/>
          </p:cNvSpPr>
          <p:nvPr>
            <p:ph idx="1"/>
          </p:nvPr>
        </p:nvSpPr>
        <p:spPr>
          <a:xfrm>
            <a:off x="125413" y="671513"/>
            <a:ext cx="8961437" cy="5603875"/>
          </a:xfrm>
        </p:spPr>
        <p:txBody>
          <a:bodyPr/>
          <a:lstStyle/>
          <a:p>
            <a:pPr>
              <a:spcBef>
                <a:spcPct val="20000"/>
              </a:spcBef>
            </a:pPr>
            <a:r>
              <a:rPr lang="zh-CN" altLang="en-US" sz="1900">
                <a:latin typeface="微软雅黑" panose="020B0503020204020204" pitchFamily="34" charset="-122"/>
                <a:ea typeface="微软雅黑" panose="020B0503020204020204" pitchFamily="34" charset="-122"/>
              </a:rPr>
              <a:t>方法</a:t>
            </a:r>
            <a:r>
              <a:rPr lang="en-US" altLang="zh-CN" sz="1900">
                <a:latin typeface="微软雅黑" panose="020B0503020204020204" pitchFamily="34" charset="-122"/>
                <a:ea typeface="微软雅黑" panose="020B0503020204020204" pitchFamily="34" charset="-122"/>
              </a:rPr>
              <a:t>1</a:t>
            </a:r>
            <a:r>
              <a:rPr lang="zh-CN" altLang="en-US" sz="1900">
                <a:latin typeface="微软雅黑" panose="020B0503020204020204" pitchFamily="34" charset="-122"/>
                <a:ea typeface="微软雅黑" panose="020B0503020204020204" pitchFamily="34" charset="-122"/>
              </a:rPr>
              <a:t>：硬件上阻塞（</a:t>
            </a:r>
            <a:r>
              <a:rPr lang="en-US" altLang="zh-CN" sz="1900">
                <a:latin typeface="微软雅黑" panose="020B0503020204020204" pitchFamily="34" charset="-122"/>
                <a:ea typeface="微软雅黑" panose="020B0503020204020204" pitchFamily="34" charset="-122"/>
              </a:rPr>
              <a:t>stall</a:t>
            </a:r>
            <a:r>
              <a:rPr lang="zh-CN" altLang="en-US" sz="1900">
                <a:latin typeface="微软雅黑" panose="020B0503020204020204" pitchFamily="34" charset="-122"/>
                <a:ea typeface="微软雅黑" panose="020B0503020204020204" pitchFamily="34" charset="-122"/>
              </a:rPr>
              <a:t>）分支指令后三条指令的执行</a:t>
            </a:r>
          </a:p>
          <a:p>
            <a:pPr>
              <a:spcBef>
                <a:spcPct val="20000"/>
              </a:spcBef>
            </a:pPr>
            <a:r>
              <a:rPr lang="zh-CN" altLang="en-US" sz="1900">
                <a:latin typeface="微软雅黑" panose="020B0503020204020204" pitchFamily="34" charset="-122"/>
                <a:ea typeface="微软雅黑" panose="020B0503020204020204" pitchFamily="34" charset="-122"/>
              </a:rPr>
              <a:t>方法</a:t>
            </a:r>
            <a:r>
              <a:rPr lang="en-US" altLang="zh-CN" sz="1900">
                <a:latin typeface="微软雅黑" panose="020B0503020204020204" pitchFamily="34" charset="-122"/>
                <a:ea typeface="微软雅黑" panose="020B0503020204020204" pitchFamily="34" charset="-122"/>
              </a:rPr>
              <a:t>2</a:t>
            </a:r>
            <a:r>
              <a:rPr lang="zh-CN" altLang="en-US" sz="1900">
                <a:latin typeface="微软雅黑" panose="020B0503020204020204" pitchFamily="34" charset="-122"/>
                <a:ea typeface="微软雅黑" panose="020B0503020204020204" pitchFamily="34" charset="-122"/>
              </a:rPr>
              <a:t>：软件上插入三条“</a:t>
            </a:r>
            <a:r>
              <a:rPr lang="en-US" altLang="zh-CN" sz="1900">
                <a:latin typeface="微软雅黑" panose="020B0503020204020204" pitchFamily="34" charset="-122"/>
                <a:ea typeface="微软雅黑" panose="020B0503020204020204" pitchFamily="34" charset="-122"/>
              </a:rPr>
              <a:t>NOP”</a:t>
            </a:r>
            <a:r>
              <a:rPr lang="zh-CN" altLang="en-US" sz="1900">
                <a:latin typeface="微软雅黑" panose="020B0503020204020204" pitchFamily="34" charset="-122"/>
                <a:ea typeface="微软雅黑" panose="020B0503020204020204" pitchFamily="34" charset="-122"/>
              </a:rPr>
              <a:t>指令</a:t>
            </a:r>
          </a:p>
          <a:p>
            <a:pPr>
              <a:spcBef>
                <a:spcPct val="20000"/>
              </a:spcBef>
              <a:buFont typeface="Times New Roman" panose="02020603050405020304" pitchFamily="18" charset="0"/>
              <a:buNone/>
            </a:pPr>
            <a:r>
              <a:rPr lang="zh-CN" altLang="en-US" sz="1900">
                <a:latin typeface="微软雅黑" panose="020B0503020204020204" pitchFamily="34" charset="-122"/>
                <a:ea typeface="微软雅黑" panose="020B0503020204020204" pitchFamily="34" charset="-122"/>
              </a:rPr>
              <a:t>    </a:t>
            </a:r>
            <a:r>
              <a:rPr lang="zh-CN" altLang="en-US" sz="1900">
                <a:solidFill>
                  <a:srgbClr val="008000"/>
                </a:solidFill>
                <a:latin typeface="微软雅黑" panose="020B0503020204020204" pitchFamily="34" charset="-122"/>
                <a:ea typeface="微软雅黑" panose="020B0503020204020204" pitchFamily="34" charset="-122"/>
              </a:rPr>
              <a:t>（以上两种方法的效率太低，需结合分支预测进行）</a:t>
            </a:r>
          </a:p>
          <a:p>
            <a:pPr>
              <a:spcBef>
                <a:spcPct val="20000"/>
              </a:spcBef>
              <a:buFont typeface="Times New Roman" panose="02020603050405020304" pitchFamily="18" charset="0"/>
              <a:buNone/>
            </a:pPr>
            <a:endParaRPr lang="zh-CN" altLang="en-US" sz="1900">
              <a:solidFill>
                <a:srgbClr val="008000"/>
              </a:solidFill>
              <a:latin typeface="微软雅黑" panose="020B0503020204020204" pitchFamily="34" charset="-122"/>
              <a:ea typeface="微软雅黑" panose="020B0503020204020204" pitchFamily="34" charset="-122"/>
            </a:endParaRPr>
          </a:p>
          <a:p>
            <a:pPr>
              <a:spcBef>
                <a:spcPct val="20000"/>
              </a:spcBef>
            </a:pPr>
            <a:r>
              <a:rPr lang="zh-CN" altLang="en-US" sz="1900">
                <a:latin typeface="微软雅黑" panose="020B0503020204020204" pitchFamily="34" charset="-122"/>
                <a:ea typeface="微软雅黑" panose="020B0503020204020204" pitchFamily="34" charset="-122"/>
              </a:rPr>
              <a:t>方法</a:t>
            </a:r>
            <a:r>
              <a:rPr lang="en-US" altLang="zh-CN" sz="1900">
                <a:latin typeface="微软雅黑" panose="020B0503020204020204" pitchFamily="34" charset="-122"/>
                <a:ea typeface="微软雅黑" panose="020B0503020204020204" pitchFamily="34" charset="-122"/>
              </a:rPr>
              <a:t>3</a:t>
            </a:r>
            <a:r>
              <a:rPr lang="zh-CN" altLang="en-US" sz="1900">
                <a:latin typeface="微软雅黑" panose="020B0503020204020204" pitchFamily="34" charset="-122"/>
                <a:ea typeface="微软雅黑" panose="020B0503020204020204" pitchFamily="34" charset="-122"/>
              </a:rPr>
              <a:t>：分支预测（</a:t>
            </a:r>
            <a:r>
              <a:rPr lang="en-US" altLang="zh-CN" sz="1900">
                <a:latin typeface="微软雅黑" panose="020B0503020204020204" pitchFamily="34" charset="-122"/>
                <a:ea typeface="微软雅黑" panose="020B0503020204020204" pitchFamily="34" charset="-122"/>
              </a:rPr>
              <a:t>Predict</a:t>
            </a:r>
            <a:r>
              <a:rPr lang="zh-CN" altLang="en-US" sz="1900">
                <a:latin typeface="微软雅黑" panose="020B0503020204020204" pitchFamily="34" charset="-122"/>
                <a:ea typeface="微软雅黑" panose="020B0503020204020204" pitchFamily="34" charset="-122"/>
              </a:rPr>
              <a:t>）</a:t>
            </a:r>
            <a:endParaRPr lang="en-US" altLang="zh-CN" sz="1900">
              <a:latin typeface="微软雅黑" panose="020B0503020204020204" pitchFamily="34" charset="-122"/>
              <a:ea typeface="微软雅黑" panose="020B0503020204020204" pitchFamily="34" charset="-122"/>
            </a:endParaRPr>
          </a:p>
          <a:p>
            <a:pPr lvl="1">
              <a:lnSpc>
                <a:spcPct val="100000"/>
              </a:lnSpc>
              <a:spcBef>
                <a:spcPct val="20000"/>
              </a:spcBef>
            </a:pPr>
            <a:r>
              <a:rPr lang="zh-CN" altLang="en-US" sz="1900">
                <a:latin typeface="微软雅黑" panose="020B0503020204020204" pitchFamily="34" charset="-122"/>
                <a:ea typeface="微软雅黑" panose="020B0503020204020204" pitchFamily="34" charset="-122"/>
                <a:hlinkClick r:id="" action="ppaction://hlinkshowjump?jump=nextslide"/>
              </a:rPr>
              <a:t>简单（静态）预测</a:t>
            </a:r>
            <a:r>
              <a:rPr lang="zh-CN" altLang="en-US" sz="1900">
                <a:latin typeface="微软雅黑" panose="020B0503020204020204" pitchFamily="34" charset="-122"/>
                <a:ea typeface="微软雅黑" panose="020B0503020204020204" pitchFamily="34" charset="-122"/>
              </a:rPr>
              <a:t>：</a:t>
            </a:r>
          </a:p>
          <a:p>
            <a:pPr lvl="2">
              <a:lnSpc>
                <a:spcPct val="100000"/>
              </a:lnSpc>
              <a:spcBef>
                <a:spcPct val="20000"/>
              </a:spcBef>
            </a:pPr>
            <a:r>
              <a:rPr lang="zh-CN" altLang="en-US" sz="1900">
                <a:latin typeface="微软雅黑" panose="020B0503020204020204" pitchFamily="34" charset="-122"/>
                <a:ea typeface="微软雅黑" panose="020B0503020204020204" pitchFamily="34" charset="-122"/>
              </a:rPr>
              <a:t>总是预测条件不满足</a:t>
            </a:r>
            <a:r>
              <a:rPr lang="en-US" altLang="zh-CN" sz="1900">
                <a:latin typeface="微软雅黑" panose="020B0503020204020204" pitchFamily="34" charset="-122"/>
                <a:ea typeface="微软雅黑" panose="020B0503020204020204" pitchFamily="34" charset="-122"/>
              </a:rPr>
              <a:t>(not taken)</a:t>
            </a:r>
            <a:r>
              <a:rPr lang="zh-CN" altLang="en-US" sz="1900">
                <a:latin typeface="微软雅黑" panose="020B0503020204020204" pitchFamily="34" charset="-122"/>
                <a:ea typeface="微软雅黑" panose="020B0503020204020204" pitchFamily="34" charset="-122"/>
              </a:rPr>
              <a:t>，即：继续执行分支指令的后续指令</a:t>
            </a:r>
          </a:p>
          <a:p>
            <a:pPr lvl="1">
              <a:lnSpc>
                <a:spcPct val="100000"/>
              </a:lnSpc>
              <a:spcBef>
                <a:spcPct val="20000"/>
              </a:spcBef>
            </a:pPr>
            <a:r>
              <a:rPr lang="zh-CN" altLang="en-US" sz="1900">
                <a:latin typeface="微软雅黑" panose="020B0503020204020204" pitchFamily="34" charset="-122"/>
                <a:ea typeface="微软雅黑" panose="020B0503020204020204" pitchFamily="34" charset="-122"/>
                <a:hlinkClick r:id="rId2" action="ppaction://hlinksldjump"/>
              </a:rPr>
              <a:t>动态预测</a:t>
            </a:r>
            <a:r>
              <a:rPr lang="zh-CN" altLang="en-US" sz="1900">
                <a:latin typeface="微软雅黑" panose="020B0503020204020204" pitchFamily="34" charset="-122"/>
                <a:ea typeface="微软雅黑" panose="020B0503020204020204" pitchFamily="34" charset="-122"/>
              </a:rPr>
              <a:t>：</a:t>
            </a:r>
          </a:p>
          <a:p>
            <a:pPr lvl="2">
              <a:lnSpc>
                <a:spcPct val="100000"/>
              </a:lnSpc>
              <a:spcBef>
                <a:spcPct val="20000"/>
              </a:spcBef>
            </a:pPr>
            <a:r>
              <a:rPr lang="zh-CN" altLang="en-US" sz="1900">
                <a:latin typeface="微软雅黑" panose="020B0503020204020204" pitchFamily="34" charset="-122"/>
                <a:ea typeface="微软雅黑" panose="020B0503020204020204" pitchFamily="34" charset="-122"/>
              </a:rPr>
              <a:t>根据程序执行的历史情况进行动态预测调整</a:t>
            </a:r>
          </a:p>
          <a:p>
            <a:pPr>
              <a:spcBef>
                <a:spcPct val="20000"/>
              </a:spcBef>
              <a:buFont typeface="Times New Roman" panose="02020603050405020304" pitchFamily="18" charset="0"/>
              <a:buNone/>
            </a:pPr>
            <a:r>
              <a:rPr lang="zh-CN" altLang="en-US" sz="1900">
                <a:solidFill>
                  <a:srgbClr val="008000"/>
                </a:solidFill>
                <a:latin typeface="微软雅黑" panose="020B0503020204020204" pitchFamily="34" charset="-122"/>
                <a:ea typeface="微软雅黑" panose="020B0503020204020204" pitchFamily="34" charset="-122"/>
              </a:rPr>
              <a:t>        注：流水线控制必须确保被错误预测指令的执行结果不能生效，而且要能从正</a:t>
            </a:r>
          </a:p>
          <a:p>
            <a:pPr>
              <a:spcBef>
                <a:spcPct val="20000"/>
              </a:spcBef>
              <a:buFont typeface="Times New Roman" panose="02020603050405020304" pitchFamily="18" charset="0"/>
              <a:buNone/>
            </a:pPr>
            <a:r>
              <a:rPr lang="zh-CN" altLang="en-US" sz="1900">
                <a:solidFill>
                  <a:srgbClr val="008000"/>
                </a:solidFill>
                <a:latin typeface="微软雅黑" panose="020B0503020204020204" pitchFamily="34" charset="-122"/>
                <a:ea typeface="微软雅黑" panose="020B0503020204020204" pitchFamily="34" charset="-122"/>
              </a:rPr>
              <a:t>               确的分支地址处重新启动流水线工作</a:t>
            </a:r>
          </a:p>
          <a:p>
            <a:pPr>
              <a:spcBef>
                <a:spcPct val="20000"/>
              </a:spcBef>
              <a:buFont typeface="Times New Roman" panose="02020603050405020304" pitchFamily="18" charset="0"/>
              <a:buNone/>
            </a:pPr>
            <a:endParaRPr lang="zh-CN" altLang="en-US" sz="1900">
              <a:solidFill>
                <a:srgbClr val="008000"/>
              </a:solidFill>
              <a:latin typeface="微软雅黑" panose="020B0503020204020204" pitchFamily="34" charset="-122"/>
              <a:ea typeface="微软雅黑" panose="020B0503020204020204" pitchFamily="34" charset="-122"/>
            </a:endParaRPr>
          </a:p>
          <a:p>
            <a:pPr>
              <a:spcBef>
                <a:spcPct val="20000"/>
              </a:spcBef>
            </a:pPr>
            <a:r>
              <a:rPr lang="zh-CN" altLang="en-US" sz="1900">
                <a:latin typeface="微软雅黑" panose="020B0503020204020204" pitchFamily="34" charset="-122"/>
                <a:ea typeface="微软雅黑" panose="020B0503020204020204" pitchFamily="34" charset="-122"/>
              </a:rPr>
              <a:t>方法</a:t>
            </a:r>
            <a:r>
              <a:rPr lang="en-US" altLang="zh-CN" sz="1900">
                <a:latin typeface="微软雅黑" panose="020B0503020204020204" pitchFamily="34" charset="-122"/>
                <a:ea typeface="微软雅黑" panose="020B0503020204020204" pitchFamily="34" charset="-122"/>
              </a:rPr>
              <a:t>4</a:t>
            </a:r>
            <a:r>
              <a:rPr lang="zh-CN" altLang="en-US" sz="1900">
                <a:latin typeface="微软雅黑" panose="020B0503020204020204" pitchFamily="34" charset="-122"/>
                <a:ea typeface="微软雅黑" panose="020B0503020204020204" pitchFamily="34" charset="-122"/>
              </a:rPr>
              <a:t>：延迟分支（</a:t>
            </a:r>
            <a:r>
              <a:rPr lang="en-US" altLang="zh-CN" sz="1900">
                <a:latin typeface="微软雅黑" panose="020B0503020204020204" pitchFamily="34" charset="-122"/>
                <a:ea typeface="微软雅黑" panose="020B0503020204020204" pitchFamily="34" charset="-122"/>
              </a:rPr>
              <a:t>Delayed branch</a:t>
            </a:r>
            <a:r>
              <a:rPr lang="zh-CN" altLang="en-US" sz="1900">
                <a:latin typeface="微软雅黑" panose="020B0503020204020204" pitchFamily="34" charset="-122"/>
                <a:ea typeface="微软雅黑" panose="020B0503020204020204" pitchFamily="34" charset="-122"/>
              </a:rPr>
              <a:t>）（通过编译程序优化指令顺序！）</a:t>
            </a:r>
          </a:p>
          <a:p>
            <a:pPr lvl="1">
              <a:lnSpc>
                <a:spcPct val="100000"/>
              </a:lnSpc>
              <a:spcBef>
                <a:spcPct val="20000"/>
              </a:spcBef>
            </a:pPr>
            <a:r>
              <a:rPr lang="zh-CN" altLang="en-US" sz="1900">
                <a:latin typeface="微软雅黑" panose="020B0503020204020204" pitchFamily="34" charset="-122"/>
                <a:ea typeface="微软雅黑" panose="020B0503020204020204" pitchFamily="34" charset="-122"/>
              </a:rPr>
              <a:t>把分支指令前面与分支指令无关的指令调到分支指令后执行，也称</a:t>
            </a:r>
            <a:r>
              <a:rPr lang="zh-CN" altLang="en-US" sz="1900">
                <a:solidFill>
                  <a:srgbClr val="008000"/>
                </a:solidFill>
                <a:latin typeface="微软雅黑" panose="020B0503020204020204" pitchFamily="34" charset="-122"/>
                <a:ea typeface="微软雅黑" panose="020B0503020204020204" pitchFamily="34" charset="-122"/>
              </a:rPr>
              <a:t>延迟转移</a:t>
            </a:r>
          </a:p>
          <a:p>
            <a:pPr lvl="1">
              <a:lnSpc>
                <a:spcPct val="100000"/>
              </a:lnSpc>
              <a:spcBef>
                <a:spcPct val="20000"/>
              </a:spcBef>
            </a:pPr>
            <a:endParaRPr lang="en-US" altLang="zh-CN" sz="1900">
              <a:solidFill>
                <a:schemeClr val="tx1"/>
              </a:solidFill>
              <a:latin typeface="微软雅黑" panose="020B0503020204020204" pitchFamily="34" charset="-122"/>
              <a:ea typeface="微软雅黑" panose="020B0503020204020204" pitchFamily="34" charset="-122"/>
            </a:endParaRPr>
          </a:p>
          <a:p>
            <a:pPr>
              <a:spcBef>
                <a:spcPct val="20000"/>
              </a:spcBef>
            </a:pPr>
            <a:r>
              <a:rPr lang="en-US" altLang="zh-CN" sz="1900">
                <a:latin typeface="微软雅黑" panose="020B0503020204020204" pitchFamily="34" charset="-122"/>
                <a:ea typeface="微软雅黑" panose="020B0503020204020204" pitchFamily="34" charset="-122"/>
              </a:rPr>
              <a:t>另一种控制冒险：</a:t>
            </a:r>
            <a:r>
              <a:rPr lang="en-US" altLang="zh-CN" sz="1900">
                <a:latin typeface="微软雅黑" panose="020B0503020204020204" pitchFamily="34" charset="-122"/>
                <a:ea typeface="微软雅黑" panose="020B0503020204020204" pitchFamily="34" charset="-122"/>
                <a:hlinkClick r:id="rId3" action="ppaction://hlinksldjump"/>
              </a:rPr>
              <a:t>异常或中断控制冒险的处理</a:t>
            </a:r>
            <a:endParaRPr lang="zh-CN" altLang="en-US" sz="1900">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blinds(horizontal)">
                                      <p:cBhvr>
                                        <p:cTn id="7" dur="500"/>
                                        <p:tgtEl>
                                          <p:spTgt spid="182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82275">
                                            <p:txEl>
                                              <p:pRg st="1" end="1"/>
                                            </p:txEl>
                                          </p:spTgt>
                                        </p:tgtEl>
                                        <p:attrNameLst>
                                          <p:attrName>style.visibility</p:attrName>
                                        </p:attrNameLst>
                                      </p:cBhvr>
                                      <p:to>
                                        <p:strVal val="visible"/>
                                      </p:to>
                                    </p:set>
                                    <p:animEffect transition="in" filter="blinds(horizontal)">
                                      <p:cBhvr>
                                        <p:cTn id="12" dur="500"/>
                                        <p:tgtEl>
                                          <p:spTgt spid="1822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82275">
                                            <p:txEl>
                                              <p:pRg st="2" end="2"/>
                                            </p:txEl>
                                          </p:spTgt>
                                        </p:tgtEl>
                                        <p:attrNameLst>
                                          <p:attrName>style.visibility</p:attrName>
                                        </p:attrNameLst>
                                      </p:cBhvr>
                                      <p:to>
                                        <p:strVal val="visible"/>
                                      </p:to>
                                    </p:set>
                                    <p:animEffect transition="in" filter="blinds(horizontal)">
                                      <p:cBhvr>
                                        <p:cTn id="17" dur="500"/>
                                        <p:tgtEl>
                                          <p:spTgt spid="1822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82275">
                                            <p:txEl>
                                              <p:pRg st="4" end="4"/>
                                            </p:txEl>
                                          </p:spTgt>
                                        </p:tgtEl>
                                        <p:attrNameLst>
                                          <p:attrName>style.visibility</p:attrName>
                                        </p:attrNameLst>
                                      </p:cBhvr>
                                      <p:to>
                                        <p:strVal val="visible"/>
                                      </p:to>
                                    </p:set>
                                    <p:animEffect transition="in" filter="blinds(horizontal)">
                                      <p:cBhvr>
                                        <p:cTn id="22" dur="500"/>
                                        <p:tgtEl>
                                          <p:spTgt spid="18227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82275">
                                            <p:txEl>
                                              <p:pRg st="5" end="5"/>
                                            </p:txEl>
                                          </p:spTgt>
                                        </p:tgtEl>
                                        <p:attrNameLst>
                                          <p:attrName>style.visibility</p:attrName>
                                        </p:attrNameLst>
                                      </p:cBhvr>
                                      <p:to>
                                        <p:strVal val="visible"/>
                                      </p:to>
                                    </p:set>
                                    <p:animEffect transition="in" filter="blinds(horizontal)">
                                      <p:cBhvr>
                                        <p:cTn id="27" dur="500"/>
                                        <p:tgtEl>
                                          <p:spTgt spid="182275">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82275">
                                            <p:txEl>
                                              <p:pRg st="6" end="6"/>
                                            </p:txEl>
                                          </p:spTgt>
                                        </p:tgtEl>
                                        <p:attrNameLst>
                                          <p:attrName>style.visibility</p:attrName>
                                        </p:attrNameLst>
                                      </p:cBhvr>
                                      <p:to>
                                        <p:strVal val="visible"/>
                                      </p:to>
                                    </p:set>
                                    <p:animEffect transition="in" filter="blinds(horizontal)">
                                      <p:cBhvr>
                                        <p:cTn id="30" dur="500"/>
                                        <p:tgtEl>
                                          <p:spTgt spid="182275">
                                            <p:txEl>
                                              <p:pRg st="6" end="6"/>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82275">
                                            <p:txEl>
                                              <p:pRg st="7" end="7"/>
                                            </p:txEl>
                                          </p:spTgt>
                                        </p:tgtEl>
                                        <p:attrNameLst>
                                          <p:attrName>style.visibility</p:attrName>
                                        </p:attrNameLst>
                                      </p:cBhvr>
                                      <p:to>
                                        <p:strVal val="visible"/>
                                      </p:to>
                                    </p:set>
                                    <p:animEffect transition="in" filter="blinds(horizontal)">
                                      <p:cBhvr>
                                        <p:cTn id="35" dur="500"/>
                                        <p:tgtEl>
                                          <p:spTgt spid="182275">
                                            <p:txEl>
                                              <p:pRg st="7" end="7"/>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82275">
                                            <p:txEl>
                                              <p:pRg st="8" end="8"/>
                                            </p:txEl>
                                          </p:spTgt>
                                        </p:tgtEl>
                                        <p:attrNameLst>
                                          <p:attrName>style.visibility</p:attrName>
                                        </p:attrNameLst>
                                      </p:cBhvr>
                                      <p:to>
                                        <p:strVal val="visible"/>
                                      </p:to>
                                    </p:set>
                                    <p:animEffect transition="in" filter="blinds(horizontal)">
                                      <p:cBhvr>
                                        <p:cTn id="38" dur="500"/>
                                        <p:tgtEl>
                                          <p:spTgt spid="182275">
                                            <p:txEl>
                                              <p:pRg st="8" end="8"/>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182275">
                                            <p:txEl>
                                              <p:pRg st="9" end="9"/>
                                            </p:txEl>
                                          </p:spTgt>
                                        </p:tgtEl>
                                        <p:attrNameLst>
                                          <p:attrName>style.visibility</p:attrName>
                                        </p:attrNameLst>
                                      </p:cBhvr>
                                      <p:to>
                                        <p:strVal val="visible"/>
                                      </p:to>
                                    </p:set>
                                    <p:animEffect transition="in" filter="blinds(horizontal)">
                                      <p:cBhvr>
                                        <p:cTn id="43" dur="500"/>
                                        <p:tgtEl>
                                          <p:spTgt spid="182275">
                                            <p:txEl>
                                              <p:pRg st="9" end="9"/>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182275">
                                            <p:txEl>
                                              <p:pRg st="10" end="10"/>
                                            </p:txEl>
                                          </p:spTgt>
                                        </p:tgtEl>
                                        <p:attrNameLst>
                                          <p:attrName>style.visibility</p:attrName>
                                        </p:attrNameLst>
                                      </p:cBhvr>
                                      <p:to>
                                        <p:strVal val="visible"/>
                                      </p:to>
                                    </p:set>
                                    <p:animEffect transition="in" filter="blinds(horizontal)">
                                      <p:cBhvr>
                                        <p:cTn id="46" dur="500"/>
                                        <p:tgtEl>
                                          <p:spTgt spid="182275">
                                            <p:txEl>
                                              <p:pRg st="10" end="1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182275">
                                            <p:txEl>
                                              <p:pRg st="12" end="12"/>
                                            </p:txEl>
                                          </p:spTgt>
                                        </p:tgtEl>
                                        <p:attrNameLst>
                                          <p:attrName>style.visibility</p:attrName>
                                        </p:attrNameLst>
                                      </p:cBhvr>
                                      <p:to>
                                        <p:strVal val="visible"/>
                                      </p:to>
                                    </p:set>
                                    <p:animEffect transition="in" filter="blinds(horizontal)">
                                      <p:cBhvr>
                                        <p:cTn id="51" dur="500"/>
                                        <p:tgtEl>
                                          <p:spTgt spid="182275">
                                            <p:txEl>
                                              <p:pRg st="12" end="12"/>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182275">
                                            <p:txEl>
                                              <p:pRg st="13" end="13"/>
                                            </p:txEl>
                                          </p:spTgt>
                                        </p:tgtEl>
                                        <p:attrNameLst>
                                          <p:attrName>style.visibility</p:attrName>
                                        </p:attrNameLst>
                                      </p:cBhvr>
                                      <p:to>
                                        <p:strVal val="visible"/>
                                      </p:to>
                                    </p:set>
                                    <p:animEffect transition="in" filter="blinds(horizontal)">
                                      <p:cBhvr>
                                        <p:cTn id="54" dur="500"/>
                                        <p:tgtEl>
                                          <p:spTgt spid="182275">
                                            <p:txEl>
                                              <p:pRg st="13" end="13"/>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182275">
                                            <p:txEl>
                                              <p:pRg st="15" end="15"/>
                                            </p:txEl>
                                          </p:spTgt>
                                        </p:tgtEl>
                                        <p:attrNameLst>
                                          <p:attrName>style.visibility</p:attrName>
                                        </p:attrNameLst>
                                      </p:cBhvr>
                                      <p:to>
                                        <p:strVal val="visible"/>
                                      </p:to>
                                    </p:set>
                                    <p:animEffect transition="in" filter="blinds(horizontal)">
                                      <p:cBhvr>
                                        <p:cTn id="59" dur="500"/>
                                        <p:tgtEl>
                                          <p:spTgt spid="18227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Freeform 2">
            <a:extLst>
              <a:ext uri="{FF2B5EF4-FFF2-40B4-BE49-F238E27FC236}">
                <a16:creationId xmlns:a16="http://schemas.microsoft.com/office/drawing/2014/main" id="{11BB5E02-263E-D40E-B16B-FECE83E36323}"/>
              </a:ext>
            </a:extLst>
          </p:cNvPr>
          <p:cNvSpPr>
            <a:spLocks noChangeArrowheads="1"/>
          </p:cNvSpPr>
          <p:nvPr/>
        </p:nvSpPr>
        <p:spPr bwMode="auto">
          <a:xfrm>
            <a:off x="5821363" y="241458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266" name="Rectangle 3">
            <a:extLst>
              <a:ext uri="{FF2B5EF4-FFF2-40B4-BE49-F238E27FC236}">
                <a16:creationId xmlns:a16="http://schemas.microsoft.com/office/drawing/2014/main" id="{812DFF5C-6A05-B143-7EBC-3E3E3E2DA3BA}"/>
              </a:ext>
            </a:extLst>
          </p:cNvPr>
          <p:cNvSpPr>
            <a:spLocks noGrp="1" noChangeArrowheads="1"/>
          </p:cNvSpPr>
          <p:nvPr>
            <p:ph type="title"/>
          </p:nvPr>
        </p:nvSpPr>
        <p:spPr>
          <a:xfrm>
            <a:off x="563563" y="211138"/>
            <a:ext cx="7896225" cy="368300"/>
          </a:xfrm>
        </p:spPr>
        <p:txBody>
          <a:bodyPr/>
          <a:lstStyle/>
          <a:p>
            <a:r>
              <a:rPr lang="zh-CN" altLang="en-US">
                <a:ea typeface="宋体" panose="02010600030101010101" pitchFamily="2" charset="-122"/>
              </a:rPr>
              <a:t>方案</a:t>
            </a:r>
            <a:r>
              <a:rPr lang="en-US" altLang="zh-CN">
                <a:ea typeface="宋体" panose="02010600030101010101" pitchFamily="2" charset="-122"/>
              </a:rPr>
              <a:t>1: </a:t>
            </a:r>
            <a:r>
              <a:rPr lang="zh-CN" altLang="en-US">
                <a:ea typeface="宋体" panose="02010600030101010101" pitchFamily="2" charset="-122"/>
              </a:rPr>
              <a:t>在硬件上采取措施，使相关指令延迟执行</a:t>
            </a:r>
          </a:p>
        </p:txBody>
      </p:sp>
      <p:sp>
        <p:nvSpPr>
          <p:cNvPr id="139267" name="Rectangle 4">
            <a:extLst>
              <a:ext uri="{FF2B5EF4-FFF2-40B4-BE49-F238E27FC236}">
                <a16:creationId xmlns:a16="http://schemas.microsoft.com/office/drawing/2014/main" id="{CC76C629-C552-4A63-7BCC-AC5C63E02271}"/>
              </a:ext>
            </a:extLst>
          </p:cNvPr>
          <p:cNvSpPr>
            <a:spLocks noChangeArrowheads="1"/>
          </p:cNvSpPr>
          <p:nvPr/>
        </p:nvSpPr>
        <p:spPr bwMode="auto">
          <a:xfrm>
            <a:off x="295275" y="2600325"/>
            <a:ext cx="358775"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1800" b="0" i="1">
                <a:latin typeface="Arial" panose="020B0604020202020204" pitchFamily="34" charset="0"/>
                <a:ea typeface="宋体" panose="02010600030101010101" pitchFamily="2" charset="-122"/>
              </a:rPr>
              <a:t>I</a:t>
            </a:r>
          </a:p>
          <a:p>
            <a:pPr algn="ctr"/>
            <a:r>
              <a:rPr lang="en-US" altLang="zh-CN" sz="1800" b="0" i="1">
                <a:latin typeface="Arial" panose="020B0604020202020204" pitchFamily="34" charset="0"/>
                <a:ea typeface="宋体" panose="02010600030101010101" pitchFamily="2" charset="-122"/>
              </a:rPr>
              <a:t>n</a:t>
            </a:r>
          </a:p>
          <a:p>
            <a:pPr algn="ctr"/>
            <a:r>
              <a:rPr lang="en-US" altLang="zh-CN" sz="1800" b="0" i="1">
                <a:latin typeface="Arial" panose="020B0604020202020204" pitchFamily="34" charset="0"/>
                <a:ea typeface="宋体" panose="02010600030101010101" pitchFamily="2" charset="-122"/>
              </a:rPr>
              <a:t>s</a:t>
            </a:r>
          </a:p>
          <a:p>
            <a:pPr algn="ctr"/>
            <a:r>
              <a:rPr lang="en-US" altLang="zh-CN" sz="1800" b="0" i="1">
                <a:latin typeface="Arial" panose="020B0604020202020204" pitchFamily="34" charset="0"/>
                <a:ea typeface="宋体" panose="02010600030101010101" pitchFamily="2" charset="-122"/>
              </a:rPr>
              <a:t>t</a:t>
            </a:r>
          </a:p>
          <a:p>
            <a:pPr algn="ctr"/>
            <a:r>
              <a:rPr lang="en-US" altLang="zh-CN" sz="1800" b="0" i="1">
                <a:latin typeface="Arial" panose="020B0604020202020204" pitchFamily="34" charset="0"/>
                <a:ea typeface="宋体" panose="02010600030101010101" pitchFamily="2" charset="-122"/>
              </a:rPr>
              <a:t>r.</a:t>
            </a:r>
          </a:p>
          <a:p>
            <a:pPr algn="ctr"/>
            <a:endParaRPr lang="en-US" altLang="zh-CN" sz="1800" b="0" i="1">
              <a:latin typeface="Arial" panose="020B0604020202020204" pitchFamily="34" charset="0"/>
              <a:ea typeface="宋体" panose="02010600030101010101" pitchFamily="2" charset="-122"/>
            </a:endParaRPr>
          </a:p>
          <a:p>
            <a:pPr algn="ctr"/>
            <a:r>
              <a:rPr lang="en-US" altLang="zh-CN" sz="1800" b="0" i="1">
                <a:latin typeface="Arial" panose="020B0604020202020204" pitchFamily="34" charset="0"/>
                <a:ea typeface="宋体" panose="02010600030101010101" pitchFamily="2" charset="-122"/>
              </a:rPr>
              <a:t>O</a:t>
            </a:r>
          </a:p>
          <a:p>
            <a:pPr algn="ctr"/>
            <a:r>
              <a:rPr lang="en-US" altLang="zh-CN" sz="1800" b="0" i="1">
                <a:latin typeface="Arial" panose="020B0604020202020204" pitchFamily="34" charset="0"/>
                <a:ea typeface="宋体" panose="02010600030101010101" pitchFamily="2" charset="-122"/>
              </a:rPr>
              <a:t>r</a:t>
            </a:r>
          </a:p>
          <a:p>
            <a:pPr algn="ctr"/>
            <a:r>
              <a:rPr lang="en-US" altLang="zh-CN" sz="1800" b="0" i="1">
                <a:latin typeface="Arial" panose="020B0604020202020204" pitchFamily="34" charset="0"/>
                <a:ea typeface="宋体" panose="02010600030101010101" pitchFamily="2" charset="-122"/>
              </a:rPr>
              <a:t>d</a:t>
            </a:r>
          </a:p>
          <a:p>
            <a:pPr algn="ctr"/>
            <a:r>
              <a:rPr lang="en-US" altLang="zh-CN" sz="1800" b="0" i="1">
                <a:latin typeface="Arial" panose="020B0604020202020204" pitchFamily="34" charset="0"/>
                <a:ea typeface="宋体" panose="02010600030101010101" pitchFamily="2" charset="-122"/>
              </a:rPr>
              <a:t>e</a:t>
            </a:r>
          </a:p>
          <a:p>
            <a:pPr algn="ctr"/>
            <a:r>
              <a:rPr lang="en-US" altLang="zh-CN" sz="1800" b="0" i="1">
                <a:latin typeface="Arial" panose="020B0604020202020204" pitchFamily="34" charset="0"/>
                <a:ea typeface="宋体" panose="02010600030101010101" pitchFamily="2" charset="-122"/>
              </a:rPr>
              <a:t>r</a:t>
            </a:r>
          </a:p>
        </p:txBody>
      </p:sp>
      <p:sp>
        <p:nvSpPr>
          <p:cNvPr id="139268" name="Line 5">
            <a:extLst>
              <a:ext uri="{FF2B5EF4-FFF2-40B4-BE49-F238E27FC236}">
                <a16:creationId xmlns:a16="http://schemas.microsoft.com/office/drawing/2014/main" id="{FA22F2F7-44DA-8256-928E-E8A8B22A83FD}"/>
              </a:ext>
            </a:extLst>
          </p:cNvPr>
          <p:cNvSpPr>
            <a:spLocks noChangeShapeType="1"/>
          </p:cNvSpPr>
          <p:nvPr/>
        </p:nvSpPr>
        <p:spPr bwMode="auto">
          <a:xfrm>
            <a:off x="779463" y="2590800"/>
            <a:ext cx="0" cy="323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269" name="Line 6">
            <a:extLst>
              <a:ext uri="{FF2B5EF4-FFF2-40B4-BE49-F238E27FC236}">
                <a16:creationId xmlns:a16="http://schemas.microsoft.com/office/drawing/2014/main" id="{7A67C278-570B-EC8B-511C-ADE09C848142}"/>
              </a:ext>
            </a:extLst>
          </p:cNvPr>
          <p:cNvSpPr>
            <a:spLocks noChangeShapeType="1"/>
          </p:cNvSpPr>
          <p:nvPr/>
        </p:nvSpPr>
        <p:spPr bwMode="auto">
          <a:xfrm>
            <a:off x="1433513" y="2165350"/>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270" name="Rectangle 7">
            <a:extLst>
              <a:ext uri="{FF2B5EF4-FFF2-40B4-BE49-F238E27FC236}">
                <a16:creationId xmlns:a16="http://schemas.microsoft.com/office/drawing/2014/main" id="{29A6C145-A25A-F219-C68D-50A68D65A263}"/>
              </a:ext>
            </a:extLst>
          </p:cNvPr>
          <p:cNvSpPr>
            <a:spLocks noChangeArrowheads="1"/>
          </p:cNvSpPr>
          <p:nvPr/>
        </p:nvSpPr>
        <p:spPr bwMode="auto">
          <a:xfrm>
            <a:off x="1196975" y="1774825"/>
            <a:ext cx="21240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800" b="0" i="1">
                <a:latin typeface="Arial" panose="020B0604020202020204" pitchFamily="34" charset="0"/>
                <a:ea typeface="宋体" panose="02010600030101010101" pitchFamily="2" charset="-122"/>
              </a:rPr>
              <a:t>Time (clock cycles)</a:t>
            </a:r>
          </a:p>
        </p:txBody>
      </p:sp>
      <p:sp>
        <p:nvSpPr>
          <p:cNvPr id="139271" name="Rectangle 8">
            <a:extLst>
              <a:ext uri="{FF2B5EF4-FFF2-40B4-BE49-F238E27FC236}">
                <a16:creationId xmlns:a16="http://schemas.microsoft.com/office/drawing/2014/main" id="{5D458794-4D36-DA4A-98DB-BF30C566ED60}"/>
              </a:ext>
            </a:extLst>
          </p:cNvPr>
          <p:cNvSpPr>
            <a:spLocks noChangeArrowheads="1"/>
          </p:cNvSpPr>
          <p:nvPr/>
        </p:nvSpPr>
        <p:spPr bwMode="auto">
          <a:xfrm>
            <a:off x="815975" y="2409825"/>
            <a:ext cx="220027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latin typeface="Arial" panose="020B0604020202020204" pitchFamily="34" charset="0"/>
                <a:ea typeface="宋体" panose="02010600030101010101" pitchFamily="2" charset="-122"/>
              </a:rPr>
              <a:t>beq r1,r2,12</a:t>
            </a:r>
          </a:p>
        </p:txBody>
      </p:sp>
      <p:sp>
        <p:nvSpPr>
          <p:cNvPr id="12297" name="Rectangle 9">
            <a:extLst>
              <a:ext uri="{FF2B5EF4-FFF2-40B4-BE49-F238E27FC236}">
                <a16:creationId xmlns:a16="http://schemas.microsoft.com/office/drawing/2014/main" id="{1E29707C-AFEB-1F9B-92D7-C6D8A48938D3}"/>
              </a:ext>
            </a:extLst>
          </p:cNvPr>
          <p:cNvSpPr>
            <a:spLocks noChangeArrowheads="1"/>
          </p:cNvSpPr>
          <p:nvPr/>
        </p:nvSpPr>
        <p:spPr bwMode="auto">
          <a:xfrm>
            <a:off x="806450" y="5153025"/>
            <a:ext cx="1985963" cy="520700"/>
          </a:xfrm>
          <a:prstGeom prst="rect">
            <a:avLst/>
          </a:prstGeom>
          <a:solidFill>
            <a:srgbClr val="FF99CC"/>
          </a:solidFill>
          <a:ln w="12700">
            <a:noFill/>
            <a:miter lim="800000"/>
          </a:ln>
        </p:spPr>
        <p:txBody>
          <a:bodyPr wrap="none" lIns="90488" tIns="44450" rIns="90488" bIns="44450">
            <a:spAutoFit/>
          </a:bodyPr>
          <a:lstStyle/>
          <a:p>
            <a:pPr eaLnBrk="0" hangingPunct="0">
              <a:defRPr/>
            </a:pPr>
            <a:r>
              <a:rPr lang="zh-CN" altLang="en-US" sz="2800" dirty="0">
                <a:latin typeface="+mn-lt"/>
                <a:ea typeface="宋体" panose="02010600030101010101" pitchFamily="2" charset="-122"/>
              </a:rPr>
              <a:t>？？？？？</a:t>
            </a:r>
            <a:endParaRPr lang="en-US" altLang="zh-CN" sz="2800" dirty="0">
              <a:latin typeface="+mn-lt"/>
              <a:ea typeface="宋体" panose="02010600030101010101" pitchFamily="2" charset="-122"/>
            </a:endParaRPr>
          </a:p>
        </p:txBody>
      </p:sp>
      <p:sp>
        <p:nvSpPr>
          <p:cNvPr id="139273" name="Rectangle 11">
            <a:extLst>
              <a:ext uri="{FF2B5EF4-FFF2-40B4-BE49-F238E27FC236}">
                <a16:creationId xmlns:a16="http://schemas.microsoft.com/office/drawing/2014/main" id="{5D5CA84F-FC3B-3A38-8CCE-0EC341CAB861}"/>
              </a:ext>
            </a:extLst>
          </p:cNvPr>
          <p:cNvSpPr>
            <a:spLocks noChangeArrowheads="1"/>
          </p:cNvSpPr>
          <p:nvPr/>
        </p:nvSpPr>
        <p:spPr bwMode="auto">
          <a:xfrm>
            <a:off x="3063875" y="2093913"/>
            <a:ext cx="4730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IF</a:t>
            </a:r>
          </a:p>
        </p:txBody>
      </p:sp>
      <p:sp>
        <p:nvSpPr>
          <p:cNvPr id="139274" name="Rectangle 12">
            <a:extLst>
              <a:ext uri="{FF2B5EF4-FFF2-40B4-BE49-F238E27FC236}">
                <a16:creationId xmlns:a16="http://schemas.microsoft.com/office/drawing/2014/main" id="{62DF2BE2-4ED7-9D3A-1DE1-C380A448CEE7}"/>
              </a:ext>
            </a:extLst>
          </p:cNvPr>
          <p:cNvSpPr>
            <a:spLocks noChangeArrowheads="1"/>
          </p:cNvSpPr>
          <p:nvPr/>
        </p:nvSpPr>
        <p:spPr bwMode="auto">
          <a:xfrm>
            <a:off x="3544888" y="2093913"/>
            <a:ext cx="865187"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   ID</a:t>
            </a:r>
          </a:p>
        </p:txBody>
      </p:sp>
      <p:sp>
        <p:nvSpPr>
          <p:cNvPr id="139275" name="Rectangle 13">
            <a:extLst>
              <a:ext uri="{FF2B5EF4-FFF2-40B4-BE49-F238E27FC236}">
                <a16:creationId xmlns:a16="http://schemas.microsoft.com/office/drawing/2014/main" id="{C2550E8F-6376-3499-3DDF-ADA7B50A37C1}"/>
              </a:ext>
            </a:extLst>
          </p:cNvPr>
          <p:cNvSpPr>
            <a:spLocks noChangeArrowheads="1"/>
          </p:cNvSpPr>
          <p:nvPr/>
        </p:nvSpPr>
        <p:spPr bwMode="auto">
          <a:xfrm>
            <a:off x="4383088" y="2093913"/>
            <a:ext cx="55245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EX</a:t>
            </a:r>
          </a:p>
        </p:txBody>
      </p:sp>
      <p:sp>
        <p:nvSpPr>
          <p:cNvPr id="139276" name="Rectangle 14">
            <a:extLst>
              <a:ext uri="{FF2B5EF4-FFF2-40B4-BE49-F238E27FC236}">
                <a16:creationId xmlns:a16="http://schemas.microsoft.com/office/drawing/2014/main" id="{244A388C-8CB2-4EBD-B506-0BFD75E7F47E}"/>
              </a:ext>
            </a:extLst>
          </p:cNvPr>
          <p:cNvSpPr>
            <a:spLocks noChangeArrowheads="1"/>
          </p:cNvSpPr>
          <p:nvPr/>
        </p:nvSpPr>
        <p:spPr bwMode="auto">
          <a:xfrm>
            <a:off x="4984750" y="2093913"/>
            <a:ext cx="7842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  M</a:t>
            </a:r>
          </a:p>
        </p:txBody>
      </p:sp>
      <p:sp>
        <p:nvSpPr>
          <p:cNvPr id="139277" name="Rectangle 15">
            <a:extLst>
              <a:ext uri="{FF2B5EF4-FFF2-40B4-BE49-F238E27FC236}">
                <a16:creationId xmlns:a16="http://schemas.microsoft.com/office/drawing/2014/main" id="{5D5CA40B-C55C-68B1-C717-11365F1769EE}"/>
              </a:ext>
            </a:extLst>
          </p:cNvPr>
          <p:cNvSpPr>
            <a:spLocks noChangeArrowheads="1"/>
          </p:cNvSpPr>
          <p:nvPr/>
        </p:nvSpPr>
        <p:spPr bwMode="auto">
          <a:xfrm>
            <a:off x="5759450" y="2093913"/>
            <a:ext cx="59531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WB</a:t>
            </a:r>
          </a:p>
        </p:txBody>
      </p:sp>
      <p:sp>
        <p:nvSpPr>
          <p:cNvPr id="139278" name="Line 16">
            <a:extLst>
              <a:ext uri="{FF2B5EF4-FFF2-40B4-BE49-F238E27FC236}">
                <a16:creationId xmlns:a16="http://schemas.microsoft.com/office/drawing/2014/main" id="{9DF55001-7FCD-994E-0954-A3205972EB20}"/>
              </a:ext>
            </a:extLst>
          </p:cNvPr>
          <p:cNvSpPr>
            <a:spLocks noChangeShapeType="1"/>
          </p:cNvSpPr>
          <p:nvPr/>
        </p:nvSpPr>
        <p:spPr bwMode="auto">
          <a:xfrm>
            <a:off x="3611563" y="18875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9" name="Line 17">
            <a:extLst>
              <a:ext uri="{FF2B5EF4-FFF2-40B4-BE49-F238E27FC236}">
                <a16:creationId xmlns:a16="http://schemas.microsoft.com/office/drawing/2014/main" id="{15D44C88-4830-9210-FD77-76014B970478}"/>
              </a:ext>
            </a:extLst>
          </p:cNvPr>
          <p:cNvSpPr>
            <a:spLocks noChangeShapeType="1"/>
          </p:cNvSpPr>
          <p:nvPr/>
        </p:nvSpPr>
        <p:spPr bwMode="auto">
          <a:xfrm>
            <a:off x="4297363" y="18875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0" name="Line 18">
            <a:extLst>
              <a:ext uri="{FF2B5EF4-FFF2-40B4-BE49-F238E27FC236}">
                <a16:creationId xmlns:a16="http://schemas.microsoft.com/office/drawing/2014/main" id="{31DDE825-D993-71D3-2713-190DB229506C}"/>
              </a:ext>
            </a:extLst>
          </p:cNvPr>
          <p:cNvSpPr>
            <a:spLocks noChangeShapeType="1"/>
          </p:cNvSpPr>
          <p:nvPr/>
        </p:nvSpPr>
        <p:spPr bwMode="auto">
          <a:xfrm>
            <a:off x="4983163" y="18875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1" name="Line 19">
            <a:extLst>
              <a:ext uri="{FF2B5EF4-FFF2-40B4-BE49-F238E27FC236}">
                <a16:creationId xmlns:a16="http://schemas.microsoft.com/office/drawing/2014/main" id="{DDC502C5-372A-A59B-0975-2BAB40AB1ED3}"/>
              </a:ext>
            </a:extLst>
          </p:cNvPr>
          <p:cNvSpPr>
            <a:spLocks noChangeShapeType="1"/>
          </p:cNvSpPr>
          <p:nvPr/>
        </p:nvSpPr>
        <p:spPr bwMode="auto">
          <a:xfrm>
            <a:off x="5668963" y="18875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2" name="Line 20">
            <a:extLst>
              <a:ext uri="{FF2B5EF4-FFF2-40B4-BE49-F238E27FC236}">
                <a16:creationId xmlns:a16="http://schemas.microsoft.com/office/drawing/2014/main" id="{1AD14A39-B0B3-F9C6-1259-2274091BBD0F}"/>
              </a:ext>
            </a:extLst>
          </p:cNvPr>
          <p:cNvSpPr>
            <a:spLocks noChangeShapeType="1"/>
          </p:cNvSpPr>
          <p:nvPr/>
        </p:nvSpPr>
        <p:spPr bwMode="auto">
          <a:xfrm>
            <a:off x="6354763" y="18875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3" name="Line 21">
            <a:extLst>
              <a:ext uri="{FF2B5EF4-FFF2-40B4-BE49-F238E27FC236}">
                <a16:creationId xmlns:a16="http://schemas.microsoft.com/office/drawing/2014/main" id="{1982EBF6-7B4A-B348-6ED3-4E84C3B7DAF7}"/>
              </a:ext>
            </a:extLst>
          </p:cNvPr>
          <p:cNvSpPr>
            <a:spLocks noChangeShapeType="1"/>
          </p:cNvSpPr>
          <p:nvPr/>
        </p:nvSpPr>
        <p:spPr bwMode="auto">
          <a:xfrm>
            <a:off x="7040563" y="18875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4" name="Line 22">
            <a:extLst>
              <a:ext uri="{FF2B5EF4-FFF2-40B4-BE49-F238E27FC236}">
                <a16:creationId xmlns:a16="http://schemas.microsoft.com/office/drawing/2014/main" id="{5844DC24-51D3-5BA1-1192-76991729ED84}"/>
              </a:ext>
            </a:extLst>
          </p:cNvPr>
          <p:cNvSpPr>
            <a:spLocks noChangeShapeType="1"/>
          </p:cNvSpPr>
          <p:nvPr/>
        </p:nvSpPr>
        <p:spPr bwMode="auto">
          <a:xfrm>
            <a:off x="7726363" y="18875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5" name="Line 23">
            <a:extLst>
              <a:ext uri="{FF2B5EF4-FFF2-40B4-BE49-F238E27FC236}">
                <a16:creationId xmlns:a16="http://schemas.microsoft.com/office/drawing/2014/main" id="{E50F6DA1-3B24-84EA-89D3-19244C3B9FCF}"/>
              </a:ext>
            </a:extLst>
          </p:cNvPr>
          <p:cNvSpPr>
            <a:spLocks noChangeShapeType="1"/>
          </p:cNvSpPr>
          <p:nvPr/>
        </p:nvSpPr>
        <p:spPr bwMode="auto">
          <a:xfrm>
            <a:off x="8412163" y="188753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6" name="Freeform 24">
            <a:extLst>
              <a:ext uri="{FF2B5EF4-FFF2-40B4-BE49-F238E27FC236}">
                <a16:creationId xmlns:a16="http://schemas.microsoft.com/office/drawing/2014/main" id="{C8BF4617-802F-4293-7FD5-8FC9DF972BAD}"/>
              </a:ext>
            </a:extLst>
          </p:cNvPr>
          <p:cNvSpPr>
            <a:spLocks noChangeArrowheads="1"/>
          </p:cNvSpPr>
          <p:nvPr/>
        </p:nvSpPr>
        <p:spPr bwMode="auto">
          <a:xfrm>
            <a:off x="5078413" y="241458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39287" name="Freeform 25">
            <a:extLst>
              <a:ext uri="{FF2B5EF4-FFF2-40B4-BE49-F238E27FC236}">
                <a16:creationId xmlns:a16="http://schemas.microsoft.com/office/drawing/2014/main" id="{DA317648-3894-BCDC-96E5-B11809F572EE}"/>
              </a:ext>
            </a:extLst>
          </p:cNvPr>
          <p:cNvSpPr>
            <a:spLocks noChangeArrowheads="1"/>
          </p:cNvSpPr>
          <p:nvPr/>
        </p:nvSpPr>
        <p:spPr bwMode="auto">
          <a:xfrm>
            <a:off x="5334000" y="241458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39288" name="Freeform 26">
            <a:extLst>
              <a:ext uri="{FF2B5EF4-FFF2-40B4-BE49-F238E27FC236}">
                <a16:creationId xmlns:a16="http://schemas.microsoft.com/office/drawing/2014/main" id="{4477FC8D-E108-B5FD-65F8-028FB1A3D3AE}"/>
              </a:ext>
            </a:extLst>
          </p:cNvPr>
          <p:cNvSpPr>
            <a:spLocks noChangeArrowheads="1"/>
          </p:cNvSpPr>
          <p:nvPr/>
        </p:nvSpPr>
        <p:spPr bwMode="auto">
          <a:xfrm>
            <a:off x="4470400" y="2262188"/>
            <a:ext cx="338138"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289" name="Rectangle 27">
            <a:extLst>
              <a:ext uri="{FF2B5EF4-FFF2-40B4-BE49-F238E27FC236}">
                <a16:creationId xmlns:a16="http://schemas.microsoft.com/office/drawing/2014/main" id="{74A48135-94FC-35F0-0E06-BAC6E0A0ED98}"/>
              </a:ext>
            </a:extLst>
          </p:cNvPr>
          <p:cNvSpPr>
            <a:spLocks noChangeArrowheads="1"/>
          </p:cNvSpPr>
          <p:nvPr/>
        </p:nvSpPr>
        <p:spPr bwMode="auto">
          <a:xfrm rot="5400000">
            <a:off x="4312445" y="2450306"/>
            <a:ext cx="6080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sp>
        <p:nvSpPr>
          <p:cNvPr id="139290" name="Rectangle 28">
            <a:extLst>
              <a:ext uri="{FF2B5EF4-FFF2-40B4-BE49-F238E27FC236}">
                <a16:creationId xmlns:a16="http://schemas.microsoft.com/office/drawing/2014/main" id="{4B9450A6-1F04-BB96-EC53-9B039AF5685D}"/>
              </a:ext>
            </a:extLst>
          </p:cNvPr>
          <p:cNvSpPr>
            <a:spLocks noChangeArrowheads="1"/>
          </p:cNvSpPr>
          <p:nvPr/>
        </p:nvSpPr>
        <p:spPr bwMode="auto">
          <a:xfrm>
            <a:off x="3062288" y="2474913"/>
            <a:ext cx="4302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nvGrpSpPr>
          <p:cNvPr id="139291" name="Group 29">
            <a:extLst>
              <a:ext uri="{FF2B5EF4-FFF2-40B4-BE49-F238E27FC236}">
                <a16:creationId xmlns:a16="http://schemas.microsoft.com/office/drawing/2014/main" id="{9792CCAF-420B-25C4-CFE0-20D50B6E5C09}"/>
              </a:ext>
            </a:extLst>
          </p:cNvPr>
          <p:cNvGrpSpPr>
            <a:grpSpLocks/>
          </p:cNvGrpSpPr>
          <p:nvPr/>
        </p:nvGrpSpPr>
        <p:grpSpPr bwMode="auto">
          <a:xfrm>
            <a:off x="3000375" y="2414588"/>
            <a:ext cx="539750" cy="458787"/>
            <a:chOff x="1935" y="1349"/>
            <a:chExt cx="340" cy="289"/>
          </a:xfrm>
        </p:grpSpPr>
        <p:sp>
          <p:nvSpPr>
            <p:cNvPr id="139292" name="Freeform 30">
              <a:extLst>
                <a:ext uri="{FF2B5EF4-FFF2-40B4-BE49-F238E27FC236}">
                  <a16:creationId xmlns:a16="http://schemas.microsoft.com/office/drawing/2014/main" id="{A7B437A1-CE3F-B5DC-63FC-62060C3996F5}"/>
                </a:ext>
              </a:extLst>
            </p:cNvPr>
            <p:cNvSpPr>
              <a:spLocks noChangeArrowheads="1"/>
            </p:cNvSpPr>
            <p:nvPr/>
          </p:nvSpPr>
          <p:spPr bwMode="auto">
            <a:xfrm>
              <a:off x="1935" y="1349"/>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293" name="Freeform 31">
              <a:extLst>
                <a:ext uri="{FF2B5EF4-FFF2-40B4-BE49-F238E27FC236}">
                  <a16:creationId xmlns:a16="http://schemas.microsoft.com/office/drawing/2014/main" id="{D0EFE58D-F254-1F1C-B90D-C90C95D19098}"/>
                </a:ext>
              </a:extLst>
            </p:cNvPr>
            <p:cNvSpPr>
              <a:spLocks noChangeArrowheads="1"/>
            </p:cNvSpPr>
            <p:nvPr/>
          </p:nvSpPr>
          <p:spPr bwMode="auto">
            <a:xfrm>
              <a:off x="2104" y="1349"/>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9294" name="Rectangle 32">
            <a:extLst>
              <a:ext uri="{FF2B5EF4-FFF2-40B4-BE49-F238E27FC236}">
                <a16:creationId xmlns:a16="http://schemas.microsoft.com/office/drawing/2014/main" id="{0A906CB6-CEFF-2C76-1844-7DC4A1ED4FD2}"/>
              </a:ext>
            </a:extLst>
          </p:cNvPr>
          <p:cNvSpPr>
            <a:spLocks noChangeArrowheads="1"/>
          </p:cNvSpPr>
          <p:nvPr/>
        </p:nvSpPr>
        <p:spPr bwMode="auto">
          <a:xfrm>
            <a:off x="3706813" y="243205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39295" name="Freeform 33">
            <a:extLst>
              <a:ext uri="{FF2B5EF4-FFF2-40B4-BE49-F238E27FC236}">
                <a16:creationId xmlns:a16="http://schemas.microsoft.com/office/drawing/2014/main" id="{1023B5F2-16D1-5BC0-817F-83E724BF0DF0}"/>
              </a:ext>
            </a:extLst>
          </p:cNvPr>
          <p:cNvSpPr>
            <a:spLocks noChangeArrowheads="1"/>
          </p:cNvSpPr>
          <p:nvPr/>
        </p:nvSpPr>
        <p:spPr bwMode="auto">
          <a:xfrm>
            <a:off x="3730625" y="241458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296" name="Freeform 34">
            <a:extLst>
              <a:ext uri="{FF2B5EF4-FFF2-40B4-BE49-F238E27FC236}">
                <a16:creationId xmlns:a16="http://schemas.microsoft.com/office/drawing/2014/main" id="{82CB87E0-452F-2070-DB49-D2552D626BBA}"/>
              </a:ext>
            </a:extLst>
          </p:cNvPr>
          <p:cNvSpPr>
            <a:spLocks noChangeArrowheads="1"/>
          </p:cNvSpPr>
          <p:nvPr/>
        </p:nvSpPr>
        <p:spPr bwMode="auto">
          <a:xfrm>
            <a:off x="3965575" y="241458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297" name="Line 35">
            <a:extLst>
              <a:ext uri="{FF2B5EF4-FFF2-40B4-BE49-F238E27FC236}">
                <a16:creationId xmlns:a16="http://schemas.microsoft.com/office/drawing/2014/main" id="{AA3E3E85-55F4-0AE7-0838-369D75A4C980}"/>
              </a:ext>
            </a:extLst>
          </p:cNvPr>
          <p:cNvSpPr>
            <a:spLocks noChangeShapeType="1"/>
          </p:cNvSpPr>
          <p:nvPr/>
        </p:nvSpPr>
        <p:spPr bwMode="auto">
          <a:xfrm>
            <a:off x="3541713" y="26431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98" name="Freeform 36">
            <a:extLst>
              <a:ext uri="{FF2B5EF4-FFF2-40B4-BE49-F238E27FC236}">
                <a16:creationId xmlns:a16="http://schemas.microsoft.com/office/drawing/2014/main" id="{DFC72C8E-850E-A953-DD1F-6077CF92AFB4}"/>
              </a:ext>
            </a:extLst>
          </p:cNvPr>
          <p:cNvSpPr>
            <a:spLocks noChangeArrowheads="1"/>
          </p:cNvSpPr>
          <p:nvPr/>
        </p:nvSpPr>
        <p:spPr bwMode="auto">
          <a:xfrm>
            <a:off x="3646488" y="24907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299" name="Line 37">
            <a:extLst>
              <a:ext uri="{FF2B5EF4-FFF2-40B4-BE49-F238E27FC236}">
                <a16:creationId xmlns:a16="http://schemas.microsoft.com/office/drawing/2014/main" id="{C52F24C8-DD88-9F3F-F27B-82EE18357686}"/>
              </a:ext>
            </a:extLst>
          </p:cNvPr>
          <p:cNvSpPr>
            <a:spLocks noChangeShapeType="1"/>
          </p:cNvSpPr>
          <p:nvPr/>
        </p:nvSpPr>
        <p:spPr bwMode="auto">
          <a:xfrm>
            <a:off x="4202113" y="24907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00" name="Rectangle 38">
            <a:extLst>
              <a:ext uri="{FF2B5EF4-FFF2-40B4-BE49-F238E27FC236}">
                <a16:creationId xmlns:a16="http://schemas.microsoft.com/office/drawing/2014/main" id="{F58B6FED-6372-6D56-8171-14CA8588D5F9}"/>
              </a:ext>
            </a:extLst>
          </p:cNvPr>
          <p:cNvSpPr>
            <a:spLocks noChangeArrowheads="1"/>
          </p:cNvSpPr>
          <p:nvPr/>
        </p:nvSpPr>
        <p:spPr bwMode="auto">
          <a:xfrm>
            <a:off x="5054600" y="2490788"/>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sp>
        <p:nvSpPr>
          <p:cNvPr id="139301" name="Rectangle 39">
            <a:extLst>
              <a:ext uri="{FF2B5EF4-FFF2-40B4-BE49-F238E27FC236}">
                <a16:creationId xmlns:a16="http://schemas.microsoft.com/office/drawing/2014/main" id="{1F500A56-1125-E7CA-AA85-43560FEB77ED}"/>
              </a:ext>
            </a:extLst>
          </p:cNvPr>
          <p:cNvSpPr>
            <a:spLocks noChangeArrowheads="1"/>
          </p:cNvSpPr>
          <p:nvPr/>
        </p:nvSpPr>
        <p:spPr bwMode="auto">
          <a:xfrm>
            <a:off x="5784850" y="242411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39302" name="Freeform 40">
            <a:extLst>
              <a:ext uri="{FF2B5EF4-FFF2-40B4-BE49-F238E27FC236}">
                <a16:creationId xmlns:a16="http://schemas.microsoft.com/office/drawing/2014/main" id="{A929EE20-F81A-4479-71B1-1F715F971663}"/>
              </a:ext>
            </a:extLst>
          </p:cNvPr>
          <p:cNvSpPr>
            <a:spLocks noChangeArrowheads="1"/>
          </p:cNvSpPr>
          <p:nvPr/>
        </p:nvSpPr>
        <p:spPr bwMode="auto">
          <a:xfrm>
            <a:off x="6045200" y="2414588"/>
            <a:ext cx="227013"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03" name="Line 41">
            <a:extLst>
              <a:ext uri="{FF2B5EF4-FFF2-40B4-BE49-F238E27FC236}">
                <a16:creationId xmlns:a16="http://schemas.microsoft.com/office/drawing/2014/main" id="{33F31699-261B-0672-47F4-58ECA484EEDD}"/>
              </a:ext>
            </a:extLst>
          </p:cNvPr>
          <p:cNvSpPr>
            <a:spLocks noChangeShapeType="1"/>
          </p:cNvSpPr>
          <p:nvPr/>
        </p:nvSpPr>
        <p:spPr bwMode="auto">
          <a:xfrm>
            <a:off x="5581650" y="264318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04" name="Line 42">
            <a:extLst>
              <a:ext uri="{FF2B5EF4-FFF2-40B4-BE49-F238E27FC236}">
                <a16:creationId xmlns:a16="http://schemas.microsoft.com/office/drawing/2014/main" id="{8CB10B96-E6F5-D208-E566-8FFA839A899A}"/>
              </a:ext>
            </a:extLst>
          </p:cNvPr>
          <p:cNvSpPr>
            <a:spLocks noChangeShapeType="1"/>
          </p:cNvSpPr>
          <p:nvPr/>
        </p:nvSpPr>
        <p:spPr bwMode="auto">
          <a:xfrm>
            <a:off x="4813300" y="264318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05" name="Freeform 43">
            <a:extLst>
              <a:ext uri="{FF2B5EF4-FFF2-40B4-BE49-F238E27FC236}">
                <a16:creationId xmlns:a16="http://schemas.microsoft.com/office/drawing/2014/main" id="{90C8524E-4AD4-AABC-16EA-2C0F48EA273A}"/>
              </a:ext>
            </a:extLst>
          </p:cNvPr>
          <p:cNvSpPr>
            <a:spLocks noChangeArrowheads="1"/>
          </p:cNvSpPr>
          <p:nvPr/>
        </p:nvSpPr>
        <p:spPr bwMode="auto">
          <a:xfrm>
            <a:off x="5011738" y="264318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06" name="Line 44">
            <a:extLst>
              <a:ext uri="{FF2B5EF4-FFF2-40B4-BE49-F238E27FC236}">
                <a16:creationId xmlns:a16="http://schemas.microsoft.com/office/drawing/2014/main" id="{A47C5D36-C6BA-ACAA-54EC-72601C79D349}"/>
              </a:ext>
            </a:extLst>
          </p:cNvPr>
          <p:cNvSpPr>
            <a:spLocks noChangeShapeType="1"/>
          </p:cNvSpPr>
          <p:nvPr/>
        </p:nvSpPr>
        <p:spPr bwMode="auto">
          <a:xfrm>
            <a:off x="4202113" y="27955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07" name="Freeform 45">
            <a:extLst>
              <a:ext uri="{FF2B5EF4-FFF2-40B4-BE49-F238E27FC236}">
                <a16:creationId xmlns:a16="http://schemas.microsoft.com/office/drawing/2014/main" id="{C60EEF17-BFEA-9765-0555-045C2FC10F04}"/>
              </a:ext>
            </a:extLst>
          </p:cNvPr>
          <p:cNvSpPr>
            <a:spLocks noChangeArrowheads="1"/>
          </p:cNvSpPr>
          <p:nvPr/>
        </p:nvSpPr>
        <p:spPr bwMode="auto">
          <a:xfrm>
            <a:off x="4381500" y="263525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39308" name="Group 46">
            <a:extLst>
              <a:ext uri="{FF2B5EF4-FFF2-40B4-BE49-F238E27FC236}">
                <a16:creationId xmlns:a16="http://schemas.microsoft.com/office/drawing/2014/main" id="{45921579-1265-B6CA-A0B0-9952ADFF801C}"/>
              </a:ext>
            </a:extLst>
          </p:cNvPr>
          <p:cNvGrpSpPr>
            <a:grpSpLocks/>
          </p:cNvGrpSpPr>
          <p:nvPr/>
        </p:nvGrpSpPr>
        <p:grpSpPr bwMode="auto">
          <a:xfrm>
            <a:off x="7167563" y="5106988"/>
            <a:ext cx="352425" cy="763587"/>
            <a:chOff x="4560" y="3045"/>
            <a:chExt cx="222" cy="481"/>
          </a:xfrm>
        </p:grpSpPr>
        <p:sp>
          <p:nvSpPr>
            <p:cNvPr id="139309" name="Freeform 47">
              <a:extLst>
                <a:ext uri="{FF2B5EF4-FFF2-40B4-BE49-F238E27FC236}">
                  <a16:creationId xmlns:a16="http://schemas.microsoft.com/office/drawing/2014/main" id="{620987D3-B5A7-0B2A-E8EF-B3B455663D91}"/>
                </a:ext>
              </a:extLst>
            </p:cNvPr>
            <p:cNvSpPr>
              <a:spLocks noChangeArrowheads="1"/>
            </p:cNvSpPr>
            <p:nvPr/>
          </p:nvSpPr>
          <p:spPr bwMode="auto">
            <a:xfrm>
              <a:off x="4569" y="3045"/>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10" name="Rectangle 48">
              <a:extLst>
                <a:ext uri="{FF2B5EF4-FFF2-40B4-BE49-F238E27FC236}">
                  <a16:creationId xmlns:a16="http://schemas.microsoft.com/office/drawing/2014/main" id="{EA37BAE4-563F-C519-960F-BD0785B93C93}"/>
                </a:ext>
              </a:extLst>
            </p:cNvPr>
            <p:cNvSpPr>
              <a:spLocks noChangeArrowheads="1"/>
            </p:cNvSpPr>
            <p:nvPr/>
          </p:nvSpPr>
          <p:spPr bwMode="auto">
            <a:xfrm rot="5400000">
              <a:off x="4469" y="3164"/>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grpSp>
      <p:grpSp>
        <p:nvGrpSpPr>
          <p:cNvPr id="139311" name="Group 49">
            <a:extLst>
              <a:ext uri="{FF2B5EF4-FFF2-40B4-BE49-F238E27FC236}">
                <a16:creationId xmlns:a16="http://schemas.microsoft.com/office/drawing/2014/main" id="{EA715BD2-A280-BDF7-69CB-7C45911221FD}"/>
              </a:ext>
            </a:extLst>
          </p:cNvPr>
          <p:cNvGrpSpPr>
            <a:grpSpLocks/>
          </p:cNvGrpSpPr>
          <p:nvPr/>
        </p:nvGrpSpPr>
        <p:grpSpPr bwMode="auto">
          <a:xfrm>
            <a:off x="5688013" y="5259388"/>
            <a:ext cx="563562" cy="458787"/>
            <a:chOff x="3628" y="3141"/>
            <a:chExt cx="355" cy="289"/>
          </a:xfrm>
        </p:grpSpPr>
        <p:sp>
          <p:nvSpPr>
            <p:cNvPr id="139312" name="Rectangle 50">
              <a:extLst>
                <a:ext uri="{FF2B5EF4-FFF2-40B4-BE49-F238E27FC236}">
                  <a16:creationId xmlns:a16="http://schemas.microsoft.com/office/drawing/2014/main" id="{FFAB45C2-FF93-A695-7D1A-A8A5AC4F8543}"/>
                </a:ext>
              </a:extLst>
            </p:cNvPr>
            <p:cNvSpPr>
              <a:spLocks noChangeArrowheads="1"/>
            </p:cNvSpPr>
            <p:nvPr/>
          </p:nvSpPr>
          <p:spPr bwMode="auto">
            <a:xfrm>
              <a:off x="3628" y="3147"/>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nvGrpSpPr>
            <p:cNvPr id="139313" name="Group 51">
              <a:extLst>
                <a:ext uri="{FF2B5EF4-FFF2-40B4-BE49-F238E27FC236}">
                  <a16:creationId xmlns:a16="http://schemas.microsoft.com/office/drawing/2014/main" id="{E85105D0-932E-A324-A0A6-EB7DCA086219}"/>
                </a:ext>
              </a:extLst>
            </p:cNvPr>
            <p:cNvGrpSpPr>
              <a:grpSpLocks/>
            </p:cNvGrpSpPr>
            <p:nvPr/>
          </p:nvGrpSpPr>
          <p:grpSpPr bwMode="auto">
            <a:xfrm>
              <a:off x="3643" y="3141"/>
              <a:ext cx="340" cy="289"/>
              <a:chOff x="3643" y="3141"/>
              <a:chExt cx="340" cy="289"/>
            </a:xfrm>
          </p:grpSpPr>
          <p:sp>
            <p:nvSpPr>
              <p:cNvPr id="139314" name="Freeform 52">
                <a:extLst>
                  <a:ext uri="{FF2B5EF4-FFF2-40B4-BE49-F238E27FC236}">
                    <a16:creationId xmlns:a16="http://schemas.microsoft.com/office/drawing/2014/main" id="{7FB9D463-11C5-C148-0FF8-9953710A104F}"/>
                  </a:ext>
                </a:extLst>
              </p:cNvPr>
              <p:cNvSpPr>
                <a:spLocks noChangeArrowheads="1"/>
              </p:cNvSpPr>
              <p:nvPr/>
            </p:nvSpPr>
            <p:spPr bwMode="auto">
              <a:xfrm>
                <a:off x="3643" y="3141"/>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15" name="Freeform 53">
                <a:extLst>
                  <a:ext uri="{FF2B5EF4-FFF2-40B4-BE49-F238E27FC236}">
                    <a16:creationId xmlns:a16="http://schemas.microsoft.com/office/drawing/2014/main" id="{EA5261E1-A52E-90FF-ED92-16922FC3C658}"/>
                  </a:ext>
                </a:extLst>
              </p:cNvPr>
              <p:cNvSpPr>
                <a:spLocks noChangeArrowheads="1"/>
              </p:cNvSpPr>
              <p:nvPr/>
            </p:nvSpPr>
            <p:spPr bwMode="auto">
              <a:xfrm>
                <a:off x="3812" y="3141"/>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39316" name="Rectangle 54">
            <a:extLst>
              <a:ext uri="{FF2B5EF4-FFF2-40B4-BE49-F238E27FC236}">
                <a16:creationId xmlns:a16="http://schemas.microsoft.com/office/drawing/2014/main" id="{CDBD6B53-E178-AF28-E74F-3984FE3D0C8B}"/>
              </a:ext>
            </a:extLst>
          </p:cNvPr>
          <p:cNvSpPr>
            <a:spLocks noChangeArrowheads="1"/>
          </p:cNvSpPr>
          <p:nvPr/>
        </p:nvSpPr>
        <p:spPr bwMode="auto">
          <a:xfrm>
            <a:off x="6418263" y="527685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grpSp>
        <p:nvGrpSpPr>
          <p:cNvPr id="139317" name="Group 55">
            <a:extLst>
              <a:ext uri="{FF2B5EF4-FFF2-40B4-BE49-F238E27FC236}">
                <a16:creationId xmlns:a16="http://schemas.microsoft.com/office/drawing/2014/main" id="{175887F6-C1CF-7785-1CE1-241141F8477C}"/>
              </a:ext>
            </a:extLst>
          </p:cNvPr>
          <p:cNvGrpSpPr>
            <a:grpSpLocks/>
          </p:cNvGrpSpPr>
          <p:nvPr/>
        </p:nvGrpSpPr>
        <p:grpSpPr bwMode="auto">
          <a:xfrm>
            <a:off x="6442075" y="5259388"/>
            <a:ext cx="469900" cy="458787"/>
            <a:chOff x="4103" y="3141"/>
            <a:chExt cx="296" cy="289"/>
          </a:xfrm>
        </p:grpSpPr>
        <p:sp>
          <p:nvSpPr>
            <p:cNvPr id="139318" name="Freeform 56">
              <a:extLst>
                <a:ext uri="{FF2B5EF4-FFF2-40B4-BE49-F238E27FC236}">
                  <a16:creationId xmlns:a16="http://schemas.microsoft.com/office/drawing/2014/main" id="{8CBD1698-536A-E3B6-4DA3-6F74CF3DB233}"/>
                </a:ext>
              </a:extLst>
            </p:cNvPr>
            <p:cNvSpPr>
              <a:spLocks noChangeArrowheads="1"/>
            </p:cNvSpPr>
            <p:nvPr/>
          </p:nvSpPr>
          <p:spPr bwMode="auto">
            <a:xfrm>
              <a:off x="4103" y="3141"/>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19" name="Freeform 57">
              <a:extLst>
                <a:ext uri="{FF2B5EF4-FFF2-40B4-BE49-F238E27FC236}">
                  <a16:creationId xmlns:a16="http://schemas.microsoft.com/office/drawing/2014/main" id="{8DE97EEA-9D79-E439-066D-8F33DE3054F8}"/>
                </a:ext>
              </a:extLst>
            </p:cNvPr>
            <p:cNvSpPr>
              <a:spLocks noChangeArrowheads="1"/>
            </p:cNvSpPr>
            <p:nvPr/>
          </p:nvSpPr>
          <p:spPr bwMode="auto">
            <a:xfrm>
              <a:off x="4251" y="3141"/>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9320" name="Line 58">
            <a:extLst>
              <a:ext uri="{FF2B5EF4-FFF2-40B4-BE49-F238E27FC236}">
                <a16:creationId xmlns:a16="http://schemas.microsoft.com/office/drawing/2014/main" id="{3235F9A5-F97D-861D-B4C7-66F9A50FB1EE}"/>
              </a:ext>
            </a:extLst>
          </p:cNvPr>
          <p:cNvSpPr>
            <a:spLocks noChangeShapeType="1"/>
          </p:cNvSpPr>
          <p:nvPr/>
        </p:nvSpPr>
        <p:spPr bwMode="auto">
          <a:xfrm>
            <a:off x="6253163" y="54879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21" name="Freeform 59">
            <a:extLst>
              <a:ext uri="{FF2B5EF4-FFF2-40B4-BE49-F238E27FC236}">
                <a16:creationId xmlns:a16="http://schemas.microsoft.com/office/drawing/2014/main" id="{36752BAD-EAFB-C9CD-4F16-8AA4FDB17A03}"/>
              </a:ext>
            </a:extLst>
          </p:cNvPr>
          <p:cNvSpPr>
            <a:spLocks noChangeArrowheads="1"/>
          </p:cNvSpPr>
          <p:nvPr/>
        </p:nvSpPr>
        <p:spPr bwMode="auto">
          <a:xfrm>
            <a:off x="6357938" y="53355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22" name="Line 60">
            <a:extLst>
              <a:ext uri="{FF2B5EF4-FFF2-40B4-BE49-F238E27FC236}">
                <a16:creationId xmlns:a16="http://schemas.microsoft.com/office/drawing/2014/main" id="{AAB2BEA1-DB20-B327-A6BA-10FEAA19BD82}"/>
              </a:ext>
            </a:extLst>
          </p:cNvPr>
          <p:cNvSpPr>
            <a:spLocks noChangeShapeType="1"/>
          </p:cNvSpPr>
          <p:nvPr/>
        </p:nvSpPr>
        <p:spPr bwMode="auto">
          <a:xfrm>
            <a:off x="6913563" y="53355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23" name="Rectangle 61">
            <a:extLst>
              <a:ext uri="{FF2B5EF4-FFF2-40B4-BE49-F238E27FC236}">
                <a16:creationId xmlns:a16="http://schemas.microsoft.com/office/drawing/2014/main" id="{EFA060E8-2F79-47D8-DD7A-AA6AD731C7C8}"/>
              </a:ext>
            </a:extLst>
          </p:cNvPr>
          <p:cNvSpPr>
            <a:spLocks noChangeArrowheads="1"/>
          </p:cNvSpPr>
          <p:nvPr/>
        </p:nvSpPr>
        <p:spPr bwMode="auto">
          <a:xfrm>
            <a:off x="7715250" y="526891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grpSp>
        <p:nvGrpSpPr>
          <p:cNvPr id="139324" name="Group 62">
            <a:extLst>
              <a:ext uri="{FF2B5EF4-FFF2-40B4-BE49-F238E27FC236}">
                <a16:creationId xmlns:a16="http://schemas.microsoft.com/office/drawing/2014/main" id="{71F38216-67FE-1C33-44E5-3C7CA10000AD}"/>
              </a:ext>
            </a:extLst>
          </p:cNvPr>
          <p:cNvGrpSpPr>
            <a:grpSpLocks/>
          </p:cNvGrpSpPr>
          <p:nvPr/>
        </p:nvGrpSpPr>
        <p:grpSpPr bwMode="auto">
          <a:xfrm>
            <a:off x="7789863" y="5259388"/>
            <a:ext cx="515937" cy="458787"/>
            <a:chOff x="4952" y="3141"/>
            <a:chExt cx="325" cy="289"/>
          </a:xfrm>
        </p:grpSpPr>
        <p:sp>
          <p:nvSpPr>
            <p:cNvPr id="139325" name="Freeform 63">
              <a:extLst>
                <a:ext uri="{FF2B5EF4-FFF2-40B4-BE49-F238E27FC236}">
                  <a16:creationId xmlns:a16="http://schemas.microsoft.com/office/drawing/2014/main" id="{F9FECBD4-449A-AEBB-DF99-6D18B69ABB7F}"/>
                </a:ext>
              </a:extLst>
            </p:cNvPr>
            <p:cNvSpPr>
              <a:spLocks noChangeArrowheads="1"/>
            </p:cNvSpPr>
            <p:nvPr/>
          </p:nvSpPr>
          <p:spPr bwMode="auto">
            <a:xfrm>
              <a:off x="4952" y="3141"/>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26" name="Freeform 64">
              <a:extLst>
                <a:ext uri="{FF2B5EF4-FFF2-40B4-BE49-F238E27FC236}">
                  <a16:creationId xmlns:a16="http://schemas.microsoft.com/office/drawing/2014/main" id="{1D0462DA-8996-3BDE-8025-3C4AA8D59715}"/>
                </a:ext>
              </a:extLst>
            </p:cNvPr>
            <p:cNvSpPr>
              <a:spLocks noChangeArrowheads="1"/>
            </p:cNvSpPr>
            <p:nvPr/>
          </p:nvSpPr>
          <p:spPr bwMode="auto">
            <a:xfrm>
              <a:off x="5113" y="3141"/>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9327" name="Rectangle 65">
            <a:extLst>
              <a:ext uri="{FF2B5EF4-FFF2-40B4-BE49-F238E27FC236}">
                <a16:creationId xmlns:a16="http://schemas.microsoft.com/office/drawing/2014/main" id="{0B287F3B-53E6-202D-B7AC-9D9357ABF56E}"/>
              </a:ext>
            </a:extLst>
          </p:cNvPr>
          <p:cNvSpPr>
            <a:spLocks noChangeArrowheads="1"/>
          </p:cNvSpPr>
          <p:nvPr/>
        </p:nvSpPr>
        <p:spPr bwMode="auto">
          <a:xfrm>
            <a:off x="8496300" y="526891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grpSp>
        <p:nvGrpSpPr>
          <p:cNvPr id="139328" name="Group 66">
            <a:extLst>
              <a:ext uri="{FF2B5EF4-FFF2-40B4-BE49-F238E27FC236}">
                <a16:creationId xmlns:a16="http://schemas.microsoft.com/office/drawing/2014/main" id="{C81ECE5E-C5C8-0872-40E0-02F2EED8CC64}"/>
              </a:ext>
            </a:extLst>
          </p:cNvPr>
          <p:cNvGrpSpPr>
            <a:grpSpLocks/>
          </p:cNvGrpSpPr>
          <p:nvPr/>
        </p:nvGrpSpPr>
        <p:grpSpPr bwMode="auto">
          <a:xfrm>
            <a:off x="8532813" y="5259388"/>
            <a:ext cx="450850" cy="458787"/>
            <a:chOff x="5420" y="3141"/>
            <a:chExt cx="284" cy="289"/>
          </a:xfrm>
        </p:grpSpPr>
        <p:sp>
          <p:nvSpPr>
            <p:cNvPr id="139329" name="Freeform 67">
              <a:extLst>
                <a:ext uri="{FF2B5EF4-FFF2-40B4-BE49-F238E27FC236}">
                  <a16:creationId xmlns:a16="http://schemas.microsoft.com/office/drawing/2014/main" id="{504304FD-402F-88AC-EFED-D70CECE9006C}"/>
                </a:ext>
              </a:extLst>
            </p:cNvPr>
            <p:cNvSpPr>
              <a:spLocks noChangeArrowheads="1"/>
            </p:cNvSpPr>
            <p:nvPr/>
          </p:nvSpPr>
          <p:spPr bwMode="auto">
            <a:xfrm>
              <a:off x="5420" y="3141"/>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30" name="Freeform 68">
              <a:extLst>
                <a:ext uri="{FF2B5EF4-FFF2-40B4-BE49-F238E27FC236}">
                  <a16:creationId xmlns:a16="http://schemas.microsoft.com/office/drawing/2014/main" id="{5EC2387E-0844-D8BE-3FAF-E32F9C5C28D0}"/>
                </a:ext>
              </a:extLst>
            </p:cNvPr>
            <p:cNvSpPr>
              <a:spLocks noChangeArrowheads="1"/>
            </p:cNvSpPr>
            <p:nvPr/>
          </p:nvSpPr>
          <p:spPr bwMode="auto">
            <a:xfrm>
              <a:off x="5561" y="3141"/>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9331" name="Line 69">
            <a:extLst>
              <a:ext uri="{FF2B5EF4-FFF2-40B4-BE49-F238E27FC236}">
                <a16:creationId xmlns:a16="http://schemas.microsoft.com/office/drawing/2014/main" id="{268645D2-0C96-B235-B313-D63B329FCF22}"/>
              </a:ext>
            </a:extLst>
          </p:cNvPr>
          <p:cNvSpPr>
            <a:spLocks noChangeShapeType="1"/>
          </p:cNvSpPr>
          <p:nvPr/>
        </p:nvSpPr>
        <p:spPr bwMode="auto">
          <a:xfrm>
            <a:off x="8293100" y="548798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32" name="Line 70">
            <a:extLst>
              <a:ext uri="{FF2B5EF4-FFF2-40B4-BE49-F238E27FC236}">
                <a16:creationId xmlns:a16="http://schemas.microsoft.com/office/drawing/2014/main" id="{D28490A2-D8FD-30EE-3CA2-5AA8D5469F31}"/>
              </a:ext>
            </a:extLst>
          </p:cNvPr>
          <p:cNvSpPr>
            <a:spLocks noChangeShapeType="1"/>
          </p:cNvSpPr>
          <p:nvPr/>
        </p:nvSpPr>
        <p:spPr bwMode="auto">
          <a:xfrm>
            <a:off x="7524750" y="548798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33" name="Freeform 71">
            <a:extLst>
              <a:ext uri="{FF2B5EF4-FFF2-40B4-BE49-F238E27FC236}">
                <a16:creationId xmlns:a16="http://schemas.microsoft.com/office/drawing/2014/main" id="{437A3975-84A8-CA45-C9E5-D7DC008FB9C5}"/>
              </a:ext>
            </a:extLst>
          </p:cNvPr>
          <p:cNvSpPr>
            <a:spLocks noChangeArrowheads="1"/>
          </p:cNvSpPr>
          <p:nvPr/>
        </p:nvSpPr>
        <p:spPr bwMode="auto">
          <a:xfrm>
            <a:off x="7723188" y="548798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34" name="Line 72">
            <a:extLst>
              <a:ext uri="{FF2B5EF4-FFF2-40B4-BE49-F238E27FC236}">
                <a16:creationId xmlns:a16="http://schemas.microsoft.com/office/drawing/2014/main" id="{7A411819-E865-D19E-ABB3-7EBB2F3C49E6}"/>
              </a:ext>
            </a:extLst>
          </p:cNvPr>
          <p:cNvSpPr>
            <a:spLocks noChangeShapeType="1"/>
          </p:cNvSpPr>
          <p:nvPr/>
        </p:nvSpPr>
        <p:spPr bwMode="auto">
          <a:xfrm>
            <a:off x="6913563" y="56403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35" name="Freeform 73">
            <a:extLst>
              <a:ext uri="{FF2B5EF4-FFF2-40B4-BE49-F238E27FC236}">
                <a16:creationId xmlns:a16="http://schemas.microsoft.com/office/drawing/2014/main" id="{DE8A78D2-3C39-8A43-3B4E-0040703AD987}"/>
              </a:ext>
            </a:extLst>
          </p:cNvPr>
          <p:cNvSpPr>
            <a:spLocks noChangeArrowheads="1"/>
          </p:cNvSpPr>
          <p:nvPr/>
        </p:nvSpPr>
        <p:spPr bwMode="auto">
          <a:xfrm>
            <a:off x="7092950" y="548005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36" name="Rectangle 76">
            <a:extLst>
              <a:ext uri="{FF2B5EF4-FFF2-40B4-BE49-F238E27FC236}">
                <a16:creationId xmlns:a16="http://schemas.microsoft.com/office/drawing/2014/main" id="{0B6FEBC2-0C6D-DF6A-292A-76023480E09D}"/>
              </a:ext>
            </a:extLst>
          </p:cNvPr>
          <p:cNvSpPr>
            <a:spLocks noChangeArrowheads="1"/>
          </p:cNvSpPr>
          <p:nvPr/>
        </p:nvSpPr>
        <p:spPr bwMode="auto">
          <a:xfrm>
            <a:off x="876300" y="3165475"/>
            <a:ext cx="893763"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solidFill>
                  <a:schemeClr val="accent1"/>
                </a:solidFill>
                <a:latin typeface="Arial" panose="020B0604020202020204" pitchFamily="34" charset="0"/>
                <a:ea typeface="宋体" panose="02010600030101010101" pitchFamily="2" charset="-122"/>
              </a:rPr>
              <a:t>stall</a:t>
            </a:r>
          </a:p>
        </p:txBody>
      </p:sp>
      <p:sp>
        <p:nvSpPr>
          <p:cNvPr id="139337" name="Rectangle 77">
            <a:extLst>
              <a:ext uri="{FF2B5EF4-FFF2-40B4-BE49-F238E27FC236}">
                <a16:creationId xmlns:a16="http://schemas.microsoft.com/office/drawing/2014/main" id="{22831AB3-1AAE-7E77-E7F3-2C59BE1442B0}"/>
              </a:ext>
            </a:extLst>
          </p:cNvPr>
          <p:cNvSpPr>
            <a:spLocks noChangeArrowheads="1"/>
          </p:cNvSpPr>
          <p:nvPr/>
        </p:nvSpPr>
        <p:spPr bwMode="auto">
          <a:xfrm>
            <a:off x="876300" y="3838575"/>
            <a:ext cx="893763"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solidFill>
                  <a:schemeClr val="accent1"/>
                </a:solidFill>
                <a:latin typeface="Arial" panose="020B0604020202020204" pitchFamily="34" charset="0"/>
                <a:ea typeface="宋体" panose="02010600030101010101" pitchFamily="2" charset="-122"/>
              </a:rPr>
              <a:t>stall</a:t>
            </a:r>
          </a:p>
        </p:txBody>
      </p:sp>
      <p:sp>
        <p:nvSpPr>
          <p:cNvPr id="139338" name="Rectangle 78">
            <a:extLst>
              <a:ext uri="{FF2B5EF4-FFF2-40B4-BE49-F238E27FC236}">
                <a16:creationId xmlns:a16="http://schemas.microsoft.com/office/drawing/2014/main" id="{CF84FE19-A4C3-0E72-E0C8-2C314B6E5803}"/>
              </a:ext>
            </a:extLst>
          </p:cNvPr>
          <p:cNvSpPr>
            <a:spLocks noChangeArrowheads="1"/>
          </p:cNvSpPr>
          <p:nvPr/>
        </p:nvSpPr>
        <p:spPr bwMode="auto">
          <a:xfrm>
            <a:off x="876300" y="4486275"/>
            <a:ext cx="893763"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solidFill>
                  <a:schemeClr val="accent1"/>
                </a:solidFill>
                <a:latin typeface="Arial" panose="020B0604020202020204" pitchFamily="34" charset="0"/>
                <a:ea typeface="宋体" panose="02010600030101010101" pitchFamily="2" charset="-122"/>
              </a:rPr>
              <a:t>stall</a:t>
            </a:r>
          </a:p>
        </p:txBody>
      </p:sp>
      <p:grpSp>
        <p:nvGrpSpPr>
          <p:cNvPr id="139339" name="Group 102">
            <a:extLst>
              <a:ext uri="{FF2B5EF4-FFF2-40B4-BE49-F238E27FC236}">
                <a16:creationId xmlns:a16="http://schemas.microsoft.com/office/drawing/2014/main" id="{CD6D1E47-91B4-9A8B-6C5C-F7A3C1F098C4}"/>
              </a:ext>
            </a:extLst>
          </p:cNvPr>
          <p:cNvGrpSpPr>
            <a:grpSpLocks/>
          </p:cNvGrpSpPr>
          <p:nvPr/>
        </p:nvGrpSpPr>
        <p:grpSpPr bwMode="auto">
          <a:xfrm>
            <a:off x="3627438" y="3109913"/>
            <a:ext cx="3462337" cy="542925"/>
            <a:chOff x="2330" y="1787"/>
            <a:chExt cx="2181" cy="342"/>
          </a:xfrm>
        </p:grpSpPr>
        <p:grpSp>
          <p:nvGrpSpPr>
            <p:cNvPr id="139340" name="Group 103">
              <a:extLst>
                <a:ext uri="{FF2B5EF4-FFF2-40B4-BE49-F238E27FC236}">
                  <a16:creationId xmlns:a16="http://schemas.microsoft.com/office/drawing/2014/main" id="{8C02FD3D-C731-AEFD-3BC8-F7FC0E3FB090}"/>
                </a:ext>
              </a:extLst>
            </p:cNvPr>
            <p:cNvGrpSpPr>
              <a:grpSpLocks/>
            </p:cNvGrpSpPr>
            <p:nvPr/>
          </p:nvGrpSpPr>
          <p:grpSpPr bwMode="auto">
            <a:xfrm>
              <a:off x="2736" y="1787"/>
              <a:ext cx="485" cy="342"/>
              <a:chOff x="2736" y="1787"/>
              <a:chExt cx="485" cy="342"/>
            </a:xfrm>
          </p:grpSpPr>
          <p:sp>
            <p:nvSpPr>
              <p:cNvPr id="139341" name="Freeform 104">
                <a:extLst>
                  <a:ext uri="{FF2B5EF4-FFF2-40B4-BE49-F238E27FC236}">
                    <a16:creationId xmlns:a16="http://schemas.microsoft.com/office/drawing/2014/main" id="{4237AD7F-42F5-29B8-8775-AF0AF9B658D2}"/>
                  </a:ext>
                </a:extLst>
              </p:cNvPr>
              <p:cNvSpPr>
                <a:spLocks noChangeArrowheads="1"/>
              </p:cNvSpPr>
              <p:nvPr/>
            </p:nvSpPr>
            <p:spPr bwMode="auto">
              <a:xfrm>
                <a:off x="2762"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42" name="Rectangle 105">
                <a:extLst>
                  <a:ext uri="{FF2B5EF4-FFF2-40B4-BE49-F238E27FC236}">
                    <a16:creationId xmlns:a16="http://schemas.microsoft.com/office/drawing/2014/main" id="{F458E51E-22F0-2395-58E7-87057EB095CD}"/>
                  </a:ext>
                </a:extLst>
              </p:cNvPr>
              <p:cNvSpPr>
                <a:spLocks noChangeArrowheads="1"/>
              </p:cNvSpPr>
              <p:nvPr/>
            </p:nvSpPr>
            <p:spPr bwMode="auto">
              <a:xfrm>
                <a:off x="2736" y="1857"/>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grpSp>
          <p:nvGrpSpPr>
            <p:cNvPr id="139343" name="Group 106">
              <a:extLst>
                <a:ext uri="{FF2B5EF4-FFF2-40B4-BE49-F238E27FC236}">
                  <a16:creationId xmlns:a16="http://schemas.microsoft.com/office/drawing/2014/main" id="{6AA3A9DA-4440-F608-4C9F-A20BB452F412}"/>
                </a:ext>
              </a:extLst>
            </p:cNvPr>
            <p:cNvGrpSpPr>
              <a:grpSpLocks/>
            </p:cNvGrpSpPr>
            <p:nvPr/>
          </p:nvGrpSpPr>
          <p:grpSpPr bwMode="auto">
            <a:xfrm>
              <a:off x="3173" y="1787"/>
              <a:ext cx="485" cy="342"/>
              <a:chOff x="3173" y="1787"/>
              <a:chExt cx="485" cy="342"/>
            </a:xfrm>
          </p:grpSpPr>
          <p:sp>
            <p:nvSpPr>
              <p:cNvPr id="139344" name="Freeform 107">
                <a:extLst>
                  <a:ext uri="{FF2B5EF4-FFF2-40B4-BE49-F238E27FC236}">
                    <a16:creationId xmlns:a16="http://schemas.microsoft.com/office/drawing/2014/main" id="{737F64D8-8E60-4543-9DA2-547A03F344AF}"/>
                  </a:ext>
                </a:extLst>
              </p:cNvPr>
              <p:cNvSpPr>
                <a:spLocks noChangeArrowheads="1"/>
              </p:cNvSpPr>
              <p:nvPr/>
            </p:nvSpPr>
            <p:spPr bwMode="auto">
              <a:xfrm>
                <a:off x="3199"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45" name="Rectangle 108">
                <a:extLst>
                  <a:ext uri="{FF2B5EF4-FFF2-40B4-BE49-F238E27FC236}">
                    <a16:creationId xmlns:a16="http://schemas.microsoft.com/office/drawing/2014/main" id="{43844D71-A3F2-2F4D-F5FE-C2D925E97326}"/>
                  </a:ext>
                </a:extLst>
              </p:cNvPr>
              <p:cNvSpPr>
                <a:spLocks noChangeArrowheads="1"/>
              </p:cNvSpPr>
              <p:nvPr/>
            </p:nvSpPr>
            <p:spPr bwMode="auto">
              <a:xfrm>
                <a:off x="3173" y="1857"/>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grpSp>
          <p:nvGrpSpPr>
            <p:cNvPr id="139346" name="Group 109">
              <a:extLst>
                <a:ext uri="{FF2B5EF4-FFF2-40B4-BE49-F238E27FC236}">
                  <a16:creationId xmlns:a16="http://schemas.microsoft.com/office/drawing/2014/main" id="{8536B78B-480C-5613-80A8-988E0CAC7E5E}"/>
                </a:ext>
              </a:extLst>
            </p:cNvPr>
            <p:cNvGrpSpPr>
              <a:grpSpLocks/>
            </p:cNvGrpSpPr>
            <p:nvPr/>
          </p:nvGrpSpPr>
          <p:grpSpPr bwMode="auto">
            <a:xfrm>
              <a:off x="3610" y="1787"/>
              <a:ext cx="485" cy="342"/>
              <a:chOff x="3610" y="1787"/>
              <a:chExt cx="485" cy="342"/>
            </a:xfrm>
          </p:grpSpPr>
          <p:sp>
            <p:nvSpPr>
              <p:cNvPr id="139347" name="Freeform 110">
                <a:extLst>
                  <a:ext uri="{FF2B5EF4-FFF2-40B4-BE49-F238E27FC236}">
                    <a16:creationId xmlns:a16="http://schemas.microsoft.com/office/drawing/2014/main" id="{E16B5BB9-6702-29C3-0AC3-5EE77E2D2041}"/>
                  </a:ext>
                </a:extLst>
              </p:cNvPr>
              <p:cNvSpPr>
                <a:spLocks noChangeArrowheads="1"/>
              </p:cNvSpPr>
              <p:nvPr/>
            </p:nvSpPr>
            <p:spPr bwMode="auto">
              <a:xfrm>
                <a:off x="3636"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48" name="Rectangle 111">
                <a:extLst>
                  <a:ext uri="{FF2B5EF4-FFF2-40B4-BE49-F238E27FC236}">
                    <a16:creationId xmlns:a16="http://schemas.microsoft.com/office/drawing/2014/main" id="{D27E9C2C-6B0B-2E5C-56CD-2661DA3F1080}"/>
                  </a:ext>
                </a:extLst>
              </p:cNvPr>
              <p:cNvSpPr>
                <a:spLocks noChangeArrowheads="1"/>
              </p:cNvSpPr>
              <p:nvPr/>
            </p:nvSpPr>
            <p:spPr bwMode="auto">
              <a:xfrm>
                <a:off x="3610" y="1857"/>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grpSp>
          <p:nvGrpSpPr>
            <p:cNvPr id="139349" name="Group 112">
              <a:extLst>
                <a:ext uri="{FF2B5EF4-FFF2-40B4-BE49-F238E27FC236}">
                  <a16:creationId xmlns:a16="http://schemas.microsoft.com/office/drawing/2014/main" id="{BBE685CE-537E-B099-B546-6D65A361E659}"/>
                </a:ext>
              </a:extLst>
            </p:cNvPr>
            <p:cNvGrpSpPr>
              <a:grpSpLocks/>
            </p:cNvGrpSpPr>
            <p:nvPr/>
          </p:nvGrpSpPr>
          <p:grpSpPr bwMode="auto">
            <a:xfrm>
              <a:off x="2330" y="1808"/>
              <a:ext cx="340" cy="289"/>
              <a:chOff x="2330" y="1808"/>
              <a:chExt cx="340" cy="289"/>
            </a:xfrm>
          </p:grpSpPr>
          <p:sp>
            <p:nvSpPr>
              <p:cNvPr id="139350" name="Freeform 113">
                <a:extLst>
                  <a:ext uri="{FF2B5EF4-FFF2-40B4-BE49-F238E27FC236}">
                    <a16:creationId xmlns:a16="http://schemas.microsoft.com/office/drawing/2014/main" id="{E3FF9956-E2F1-B0C1-8C11-B5D53360F363}"/>
                  </a:ext>
                </a:extLst>
              </p:cNvPr>
              <p:cNvSpPr>
                <a:spLocks noChangeArrowheads="1"/>
              </p:cNvSpPr>
              <p:nvPr/>
            </p:nvSpPr>
            <p:spPr bwMode="auto">
              <a:xfrm>
                <a:off x="2330" y="1808"/>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51" name="Freeform 114">
                <a:extLst>
                  <a:ext uri="{FF2B5EF4-FFF2-40B4-BE49-F238E27FC236}">
                    <a16:creationId xmlns:a16="http://schemas.microsoft.com/office/drawing/2014/main" id="{C9FB36EC-8507-66D9-2579-DB06A7EB0AD0}"/>
                  </a:ext>
                </a:extLst>
              </p:cNvPr>
              <p:cNvSpPr>
                <a:spLocks noChangeArrowheads="1"/>
              </p:cNvSpPr>
              <p:nvPr/>
            </p:nvSpPr>
            <p:spPr bwMode="auto">
              <a:xfrm>
                <a:off x="2499" y="1808"/>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9352" name="Line 115">
              <a:extLst>
                <a:ext uri="{FF2B5EF4-FFF2-40B4-BE49-F238E27FC236}">
                  <a16:creationId xmlns:a16="http://schemas.microsoft.com/office/drawing/2014/main" id="{7CF4153D-090D-1217-8C35-936793D95C10}"/>
                </a:ext>
              </a:extLst>
            </p:cNvPr>
            <p:cNvSpPr>
              <a:spLocks noChangeShapeType="1"/>
            </p:cNvSpPr>
            <p:nvPr/>
          </p:nvSpPr>
          <p:spPr bwMode="auto">
            <a:xfrm>
              <a:off x="2671" y="1952"/>
              <a:ext cx="10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353" name="Group 116">
              <a:extLst>
                <a:ext uri="{FF2B5EF4-FFF2-40B4-BE49-F238E27FC236}">
                  <a16:creationId xmlns:a16="http://schemas.microsoft.com/office/drawing/2014/main" id="{DEC41B0A-79C1-E7C0-6D24-1AEB3EE8DD4B}"/>
                </a:ext>
              </a:extLst>
            </p:cNvPr>
            <p:cNvGrpSpPr>
              <a:grpSpLocks/>
            </p:cNvGrpSpPr>
            <p:nvPr/>
          </p:nvGrpSpPr>
          <p:grpSpPr bwMode="auto">
            <a:xfrm>
              <a:off x="4026" y="1787"/>
              <a:ext cx="485" cy="342"/>
              <a:chOff x="4026" y="1787"/>
              <a:chExt cx="485" cy="342"/>
            </a:xfrm>
          </p:grpSpPr>
          <p:sp>
            <p:nvSpPr>
              <p:cNvPr id="139354" name="Freeform 117">
                <a:extLst>
                  <a:ext uri="{FF2B5EF4-FFF2-40B4-BE49-F238E27FC236}">
                    <a16:creationId xmlns:a16="http://schemas.microsoft.com/office/drawing/2014/main" id="{4F940F95-038B-8840-DE03-B607104A5A2E}"/>
                  </a:ext>
                </a:extLst>
              </p:cNvPr>
              <p:cNvSpPr>
                <a:spLocks noChangeArrowheads="1"/>
              </p:cNvSpPr>
              <p:nvPr/>
            </p:nvSpPr>
            <p:spPr bwMode="auto">
              <a:xfrm>
                <a:off x="4052" y="1787"/>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55" name="Rectangle 118">
                <a:extLst>
                  <a:ext uri="{FF2B5EF4-FFF2-40B4-BE49-F238E27FC236}">
                    <a16:creationId xmlns:a16="http://schemas.microsoft.com/office/drawing/2014/main" id="{C73951FE-B061-C1BB-32B9-DB03E9F9E23F}"/>
                  </a:ext>
                </a:extLst>
              </p:cNvPr>
              <p:cNvSpPr>
                <a:spLocks noChangeArrowheads="1"/>
              </p:cNvSpPr>
              <p:nvPr/>
            </p:nvSpPr>
            <p:spPr bwMode="auto">
              <a:xfrm>
                <a:off x="4026" y="1857"/>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sp>
          <p:nvSpPr>
            <p:cNvPr id="139356" name="Rectangle 119">
              <a:extLst>
                <a:ext uri="{FF2B5EF4-FFF2-40B4-BE49-F238E27FC236}">
                  <a16:creationId xmlns:a16="http://schemas.microsoft.com/office/drawing/2014/main" id="{BED4B6DC-C06A-43E9-349A-F222E54A3FF3}"/>
                </a:ext>
              </a:extLst>
            </p:cNvPr>
            <p:cNvSpPr>
              <a:spLocks noChangeArrowheads="1"/>
            </p:cNvSpPr>
            <p:nvPr/>
          </p:nvSpPr>
          <p:spPr bwMode="auto">
            <a:xfrm>
              <a:off x="2369" y="1846"/>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grpSp>
        <p:nvGrpSpPr>
          <p:cNvPr id="139357" name="Group 120">
            <a:extLst>
              <a:ext uri="{FF2B5EF4-FFF2-40B4-BE49-F238E27FC236}">
                <a16:creationId xmlns:a16="http://schemas.microsoft.com/office/drawing/2014/main" id="{59C3B267-4314-3FFE-4E21-110852530C98}"/>
              </a:ext>
            </a:extLst>
          </p:cNvPr>
          <p:cNvGrpSpPr>
            <a:grpSpLocks/>
          </p:cNvGrpSpPr>
          <p:nvPr/>
        </p:nvGrpSpPr>
        <p:grpSpPr bwMode="auto">
          <a:xfrm>
            <a:off x="4321175" y="3821113"/>
            <a:ext cx="3462338" cy="542925"/>
            <a:chOff x="2767" y="2235"/>
            <a:chExt cx="2181" cy="342"/>
          </a:xfrm>
        </p:grpSpPr>
        <p:grpSp>
          <p:nvGrpSpPr>
            <p:cNvPr id="139358" name="Group 121">
              <a:extLst>
                <a:ext uri="{FF2B5EF4-FFF2-40B4-BE49-F238E27FC236}">
                  <a16:creationId xmlns:a16="http://schemas.microsoft.com/office/drawing/2014/main" id="{A1343B5B-2AF3-BA70-A86A-25A2A9D06DB4}"/>
                </a:ext>
              </a:extLst>
            </p:cNvPr>
            <p:cNvGrpSpPr>
              <a:grpSpLocks/>
            </p:cNvGrpSpPr>
            <p:nvPr/>
          </p:nvGrpSpPr>
          <p:grpSpPr bwMode="auto">
            <a:xfrm>
              <a:off x="3173" y="2235"/>
              <a:ext cx="485" cy="342"/>
              <a:chOff x="3173" y="2235"/>
              <a:chExt cx="485" cy="342"/>
            </a:xfrm>
          </p:grpSpPr>
          <p:sp>
            <p:nvSpPr>
              <p:cNvPr id="139359" name="Freeform 122">
                <a:extLst>
                  <a:ext uri="{FF2B5EF4-FFF2-40B4-BE49-F238E27FC236}">
                    <a16:creationId xmlns:a16="http://schemas.microsoft.com/office/drawing/2014/main" id="{F48284A8-924B-1E78-1C81-4B87F66FE84E}"/>
                  </a:ext>
                </a:extLst>
              </p:cNvPr>
              <p:cNvSpPr>
                <a:spLocks noChangeArrowheads="1"/>
              </p:cNvSpPr>
              <p:nvPr/>
            </p:nvSpPr>
            <p:spPr bwMode="auto">
              <a:xfrm>
                <a:off x="3199"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60" name="Rectangle 123">
                <a:extLst>
                  <a:ext uri="{FF2B5EF4-FFF2-40B4-BE49-F238E27FC236}">
                    <a16:creationId xmlns:a16="http://schemas.microsoft.com/office/drawing/2014/main" id="{FDAD2221-6552-1ACF-F9F9-58AF5881924A}"/>
                  </a:ext>
                </a:extLst>
              </p:cNvPr>
              <p:cNvSpPr>
                <a:spLocks noChangeArrowheads="1"/>
              </p:cNvSpPr>
              <p:nvPr/>
            </p:nvSpPr>
            <p:spPr bwMode="auto">
              <a:xfrm>
                <a:off x="3173" y="2305"/>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grpSp>
          <p:nvGrpSpPr>
            <p:cNvPr id="139361" name="Group 124">
              <a:extLst>
                <a:ext uri="{FF2B5EF4-FFF2-40B4-BE49-F238E27FC236}">
                  <a16:creationId xmlns:a16="http://schemas.microsoft.com/office/drawing/2014/main" id="{3F8C1D63-A3A0-D49F-2CC9-3576BB629D11}"/>
                </a:ext>
              </a:extLst>
            </p:cNvPr>
            <p:cNvGrpSpPr>
              <a:grpSpLocks/>
            </p:cNvGrpSpPr>
            <p:nvPr/>
          </p:nvGrpSpPr>
          <p:grpSpPr bwMode="auto">
            <a:xfrm>
              <a:off x="3610" y="2235"/>
              <a:ext cx="485" cy="342"/>
              <a:chOff x="3610" y="2235"/>
              <a:chExt cx="485" cy="342"/>
            </a:xfrm>
          </p:grpSpPr>
          <p:sp>
            <p:nvSpPr>
              <p:cNvPr id="139362" name="Freeform 125">
                <a:extLst>
                  <a:ext uri="{FF2B5EF4-FFF2-40B4-BE49-F238E27FC236}">
                    <a16:creationId xmlns:a16="http://schemas.microsoft.com/office/drawing/2014/main" id="{381F22C5-CC7F-A3F4-A761-FF14ED9FD2C3}"/>
                  </a:ext>
                </a:extLst>
              </p:cNvPr>
              <p:cNvSpPr>
                <a:spLocks noChangeArrowheads="1"/>
              </p:cNvSpPr>
              <p:nvPr/>
            </p:nvSpPr>
            <p:spPr bwMode="auto">
              <a:xfrm>
                <a:off x="3636"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63" name="Rectangle 126">
                <a:extLst>
                  <a:ext uri="{FF2B5EF4-FFF2-40B4-BE49-F238E27FC236}">
                    <a16:creationId xmlns:a16="http://schemas.microsoft.com/office/drawing/2014/main" id="{2955F798-3D25-38A0-F57D-4EEF1D6CBA7D}"/>
                  </a:ext>
                </a:extLst>
              </p:cNvPr>
              <p:cNvSpPr>
                <a:spLocks noChangeArrowheads="1"/>
              </p:cNvSpPr>
              <p:nvPr/>
            </p:nvSpPr>
            <p:spPr bwMode="auto">
              <a:xfrm>
                <a:off x="3610" y="2305"/>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grpSp>
          <p:nvGrpSpPr>
            <p:cNvPr id="139364" name="Group 127">
              <a:extLst>
                <a:ext uri="{FF2B5EF4-FFF2-40B4-BE49-F238E27FC236}">
                  <a16:creationId xmlns:a16="http://schemas.microsoft.com/office/drawing/2014/main" id="{AA23403C-FD2A-7B1D-94D6-213FD17AF99F}"/>
                </a:ext>
              </a:extLst>
            </p:cNvPr>
            <p:cNvGrpSpPr>
              <a:grpSpLocks/>
            </p:cNvGrpSpPr>
            <p:nvPr/>
          </p:nvGrpSpPr>
          <p:grpSpPr bwMode="auto">
            <a:xfrm>
              <a:off x="4047" y="2235"/>
              <a:ext cx="485" cy="342"/>
              <a:chOff x="4047" y="2235"/>
              <a:chExt cx="485" cy="342"/>
            </a:xfrm>
          </p:grpSpPr>
          <p:sp>
            <p:nvSpPr>
              <p:cNvPr id="139365" name="Freeform 128">
                <a:extLst>
                  <a:ext uri="{FF2B5EF4-FFF2-40B4-BE49-F238E27FC236}">
                    <a16:creationId xmlns:a16="http://schemas.microsoft.com/office/drawing/2014/main" id="{BF177EA4-ECBF-1BC6-2887-4A77B87FCC5E}"/>
                  </a:ext>
                </a:extLst>
              </p:cNvPr>
              <p:cNvSpPr>
                <a:spLocks noChangeArrowheads="1"/>
              </p:cNvSpPr>
              <p:nvPr/>
            </p:nvSpPr>
            <p:spPr bwMode="auto">
              <a:xfrm>
                <a:off x="4073"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66" name="Rectangle 129">
                <a:extLst>
                  <a:ext uri="{FF2B5EF4-FFF2-40B4-BE49-F238E27FC236}">
                    <a16:creationId xmlns:a16="http://schemas.microsoft.com/office/drawing/2014/main" id="{48AFAB5D-70DF-D093-21DF-2C0BC54E9040}"/>
                  </a:ext>
                </a:extLst>
              </p:cNvPr>
              <p:cNvSpPr>
                <a:spLocks noChangeArrowheads="1"/>
              </p:cNvSpPr>
              <p:nvPr/>
            </p:nvSpPr>
            <p:spPr bwMode="auto">
              <a:xfrm>
                <a:off x="4047" y="2305"/>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grpSp>
          <p:nvGrpSpPr>
            <p:cNvPr id="139367" name="Group 130">
              <a:extLst>
                <a:ext uri="{FF2B5EF4-FFF2-40B4-BE49-F238E27FC236}">
                  <a16:creationId xmlns:a16="http://schemas.microsoft.com/office/drawing/2014/main" id="{BD3D7D7C-4E7B-07E3-FDDE-E795407E821A}"/>
                </a:ext>
              </a:extLst>
            </p:cNvPr>
            <p:cNvGrpSpPr>
              <a:grpSpLocks/>
            </p:cNvGrpSpPr>
            <p:nvPr/>
          </p:nvGrpSpPr>
          <p:grpSpPr bwMode="auto">
            <a:xfrm>
              <a:off x="2767" y="2256"/>
              <a:ext cx="340" cy="289"/>
              <a:chOff x="2767" y="2256"/>
              <a:chExt cx="340" cy="289"/>
            </a:xfrm>
          </p:grpSpPr>
          <p:sp>
            <p:nvSpPr>
              <p:cNvPr id="139368" name="Freeform 131">
                <a:extLst>
                  <a:ext uri="{FF2B5EF4-FFF2-40B4-BE49-F238E27FC236}">
                    <a16:creationId xmlns:a16="http://schemas.microsoft.com/office/drawing/2014/main" id="{BC09F578-30CE-D4CE-6440-C87C2071710D}"/>
                  </a:ext>
                </a:extLst>
              </p:cNvPr>
              <p:cNvSpPr>
                <a:spLocks noChangeArrowheads="1"/>
              </p:cNvSpPr>
              <p:nvPr/>
            </p:nvSpPr>
            <p:spPr bwMode="auto">
              <a:xfrm>
                <a:off x="2767" y="2256"/>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69" name="Freeform 132">
                <a:extLst>
                  <a:ext uri="{FF2B5EF4-FFF2-40B4-BE49-F238E27FC236}">
                    <a16:creationId xmlns:a16="http://schemas.microsoft.com/office/drawing/2014/main" id="{A7DACA08-B795-B6E7-CBFC-1B55B9C51FA1}"/>
                  </a:ext>
                </a:extLst>
              </p:cNvPr>
              <p:cNvSpPr>
                <a:spLocks noChangeArrowheads="1"/>
              </p:cNvSpPr>
              <p:nvPr/>
            </p:nvSpPr>
            <p:spPr bwMode="auto">
              <a:xfrm>
                <a:off x="2936" y="2256"/>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9370" name="Line 133">
              <a:extLst>
                <a:ext uri="{FF2B5EF4-FFF2-40B4-BE49-F238E27FC236}">
                  <a16:creationId xmlns:a16="http://schemas.microsoft.com/office/drawing/2014/main" id="{F32B6389-D1F4-AE1F-DED6-A1D215B1EBE7}"/>
                </a:ext>
              </a:extLst>
            </p:cNvPr>
            <p:cNvSpPr>
              <a:spLocks noChangeShapeType="1"/>
            </p:cNvSpPr>
            <p:nvPr/>
          </p:nvSpPr>
          <p:spPr bwMode="auto">
            <a:xfrm>
              <a:off x="3108" y="2400"/>
              <a:ext cx="10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371" name="Group 134">
              <a:extLst>
                <a:ext uri="{FF2B5EF4-FFF2-40B4-BE49-F238E27FC236}">
                  <a16:creationId xmlns:a16="http://schemas.microsoft.com/office/drawing/2014/main" id="{6717FF77-837B-FFE1-90B9-268D1189E9E3}"/>
                </a:ext>
              </a:extLst>
            </p:cNvPr>
            <p:cNvGrpSpPr>
              <a:grpSpLocks/>
            </p:cNvGrpSpPr>
            <p:nvPr/>
          </p:nvGrpSpPr>
          <p:grpSpPr bwMode="auto">
            <a:xfrm>
              <a:off x="4463" y="2235"/>
              <a:ext cx="485" cy="342"/>
              <a:chOff x="4463" y="2235"/>
              <a:chExt cx="485" cy="342"/>
            </a:xfrm>
          </p:grpSpPr>
          <p:sp>
            <p:nvSpPr>
              <p:cNvPr id="139372" name="Freeform 135">
                <a:extLst>
                  <a:ext uri="{FF2B5EF4-FFF2-40B4-BE49-F238E27FC236}">
                    <a16:creationId xmlns:a16="http://schemas.microsoft.com/office/drawing/2014/main" id="{E3BEFF7C-28E5-F523-DC05-0D4C8E6E2C00}"/>
                  </a:ext>
                </a:extLst>
              </p:cNvPr>
              <p:cNvSpPr>
                <a:spLocks noChangeArrowheads="1"/>
              </p:cNvSpPr>
              <p:nvPr/>
            </p:nvSpPr>
            <p:spPr bwMode="auto">
              <a:xfrm>
                <a:off x="4489" y="2235"/>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73" name="Rectangle 136">
                <a:extLst>
                  <a:ext uri="{FF2B5EF4-FFF2-40B4-BE49-F238E27FC236}">
                    <a16:creationId xmlns:a16="http://schemas.microsoft.com/office/drawing/2014/main" id="{4BAAEE51-88A1-AE82-E7CB-A706780E6A13}"/>
                  </a:ext>
                </a:extLst>
              </p:cNvPr>
              <p:cNvSpPr>
                <a:spLocks noChangeArrowheads="1"/>
              </p:cNvSpPr>
              <p:nvPr/>
            </p:nvSpPr>
            <p:spPr bwMode="auto">
              <a:xfrm>
                <a:off x="4463" y="2305"/>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sp>
          <p:nvSpPr>
            <p:cNvPr id="139374" name="Rectangle 137">
              <a:extLst>
                <a:ext uri="{FF2B5EF4-FFF2-40B4-BE49-F238E27FC236}">
                  <a16:creationId xmlns:a16="http://schemas.microsoft.com/office/drawing/2014/main" id="{64205FAB-5877-7AA9-9B2B-AAF11858C75E}"/>
                </a:ext>
              </a:extLst>
            </p:cNvPr>
            <p:cNvSpPr>
              <a:spLocks noChangeArrowheads="1"/>
            </p:cNvSpPr>
            <p:nvPr/>
          </p:nvSpPr>
          <p:spPr bwMode="auto">
            <a:xfrm>
              <a:off x="2806" y="2294"/>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grpSp>
        <p:nvGrpSpPr>
          <p:cNvPr id="139375" name="Group 138">
            <a:extLst>
              <a:ext uri="{FF2B5EF4-FFF2-40B4-BE49-F238E27FC236}">
                <a16:creationId xmlns:a16="http://schemas.microsoft.com/office/drawing/2014/main" id="{92FCB7C3-B477-15DF-0FC5-2D8CA5057709}"/>
              </a:ext>
            </a:extLst>
          </p:cNvPr>
          <p:cNvGrpSpPr>
            <a:grpSpLocks/>
          </p:cNvGrpSpPr>
          <p:nvPr/>
        </p:nvGrpSpPr>
        <p:grpSpPr bwMode="auto">
          <a:xfrm>
            <a:off x="5030788" y="4414838"/>
            <a:ext cx="3462337" cy="542925"/>
            <a:chOff x="3214" y="2609"/>
            <a:chExt cx="2181" cy="342"/>
          </a:xfrm>
        </p:grpSpPr>
        <p:grpSp>
          <p:nvGrpSpPr>
            <p:cNvPr id="139376" name="Group 139">
              <a:extLst>
                <a:ext uri="{FF2B5EF4-FFF2-40B4-BE49-F238E27FC236}">
                  <a16:creationId xmlns:a16="http://schemas.microsoft.com/office/drawing/2014/main" id="{3C9EB952-A280-ACCB-D9B3-F3ED1322342F}"/>
                </a:ext>
              </a:extLst>
            </p:cNvPr>
            <p:cNvGrpSpPr>
              <a:grpSpLocks/>
            </p:cNvGrpSpPr>
            <p:nvPr/>
          </p:nvGrpSpPr>
          <p:grpSpPr bwMode="auto">
            <a:xfrm>
              <a:off x="3620" y="2609"/>
              <a:ext cx="485" cy="342"/>
              <a:chOff x="3620" y="2609"/>
              <a:chExt cx="485" cy="342"/>
            </a:xfrm>
          </p:grpSpPr>
          <p:sp>
            <p:nvSpPr>
              <p:cNvPr id="139377" name="Freeform 140">
                <a:extLst>
                  <a:ext uri="{FF2B5EF4-FFF2-40B4-BE49-F238E27FC236}">
                    <a16:creationId xmlns:a16="http://schemas.microsoft.com/office/drawing/2014/main" id="{F3E16110-C898-547B-8888-9BCF06233E5E}"/>
                  </a:ext>
                </a:extLst>
              </p:cNvPr>
              <p:cNvSpPr>
                <a:spLocks noChangeArrowheads="1"/>
              </p:cNvSpPr>
              <p:nvPr/>
            </p:nvSpPr>
            <p:spPr bwMode="auto">
              <a:xfrm>
                <a:off x="3646" y="2609"/>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78" name="Rectangle 141">
                <a:extLst>
                  <a:ext uri="{FF2B5EF4-FFF2-40B4-BE49-F238E27FC236}">
                    <a16:creationId xmlns:a16="http://schemas.microsoft.com/office/drawing/2014/main" id="{8FB45368-FF75-AFEB-6112-2C6AFEA0B38C}"/>
                  </a:ext>
                </a:extLst>
              </p:cNvPr>
              <p:cNvSpPr>
                <a:spLocks noChangeArrowheads="1"/>
              </p:cNvSpPr>
              <p:nvPr/>
            </p:nvSpPr>
            <p:spPr bwMode="auto">
              <a:xfrm>
                <a:off x="3620" y="2679"/>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grpSp>
          <p:nvGrpSpPr>
            <p:cNvPr id="139379" name="Group 142">
              <a:extLst>
                <a:ext uri="{FF2B5EF4-FFF2-40B4-BE49-F238E27FC236}">
                  <a16:creationId xmlns:a16="http://schemas.microsoft.com/office/drawing/2014/main" id="{731C6DD5-0FDD-372C-DC22-554A7DC0CA9E}"/>
                </a:ext>
              </a:extLst>
            </p:cNvPr>
            <p:cNvGrpSpPr>
              <a:grpSpLocks/>
            </p:cNvGrpSpPr>
            <p:nvPr/>
          </p:nvGrpSpPr>
          <p:grpSpPr bwMode="auto">
            <a:xfrm>
              <a:off x="4057" y="2609"/>
              <a:ext cx="485" cy="342"/>
              <a:chOff x="4057" y="2609"/>
              <a:chExt cx="485" cy="342"/>
            </a:xfrm>
          </p:grpSpPr>
          <p:sp>
            <p:nvSpPr>
              <p:cNvPr id="139380" name="Freeform 143">
                <a:extLst>
                  <a:ext uri="{FF2B5EF4-FFF2-40B4-BE49-F238E27FC236}">
                    <a16:creationId xmlns:a16="http://schemas.microsoft.com/office/drawing/2014/main" id="{F1E74D7E-7FD3-9BAA-0146-BB36540CF435}"/>
                  </a:ext>
                </a:extLst>
              </p:cNvPr>
              <p:cNvSpPr>
                <a:spLocks noChangeArrowheads="1"/>
              </p:cNvSpPr>
              <p:nvPr/>
            </p:nvSpPr>
            <p:spPr bwMode="auto">
              <a:xfrm>
                <a:off x="4083" y="2609"/>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81" name="Rectangle 144">
                <a:extLst>
                  <a:ext uri="{FF2B5EF4-FFF2-40B4-BE49-F238E27FC236}">
                    <a16:creationId xmlns:a16="http://schemas.microsoft.com/office/drawing/2014/main" id="{1020E3DB-BC3F-54F6-ED42-9B40C0A0B8D9}"/>
                  </a:ext>
                </a:extLst>
              </p:cNvPr>
              <p:cNvSpPr>
                <a:spLocks noChangeArrowheads="1"/>
              </p:cNvSpPr>
              <p:nvPr/>
            </p:nvSpPr>
            <p:spPr bwMode="auto">
              <a:xfrm>
                <a:off x="4057" y="2679"/>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grpSp>
          <p:nvGrpSpPr>
            <p:cNvPr id="139382" name="Group 145">
              <a:extLst>
                <a:ext uri="{FF2B5EF4-FFF2-40B4-BE49-F238E27FC236}">
                  <a16:creationId xmlns:a16="http://schemas.microsoft.com/office/drawing/2014/main" id="{A1C19A42-FB10-8991-F5F8-21EF243141DB}"/>
                </a:ext>
              </a:extLst>
            </p:cNvPr>
            <p:cNvGrpSpPr>
              <a:grpSpLocks/>
            </p:cNvGrpSpPr>
            <p:nvPr/>
          </p:nvGrpSpPr>
          <p:grpSpPr bwMode="auto">
            <a:xfrm>
              <a:off x="4494" y="2609"/>
              <a:ext cx="485" cy="342"/>
              <a:chOff x="4494" y="2609"/>
              <a:chExt cx="485" cy="342"/>
            </a:xfrm>
          </p:grpSpPr>
          <p:sp>
            <p:nvSpPr>
              <p:cNvPr id="139383" name="Freeform 146">
                <a:extLst>
                  <a:ext uri="{FF2B5EF4-FFF2-40B4-BE49-F238E27FC236}">
                    <a16:creationId xmlns:a16="http://schemas.microsoft.com/office/drawing/2014/main" id="{421C28B0-BF83-5CFF-23E4-D35D7C25FB3E}"/>
                  </a:ext>
                </a:extLst>
              </p:cNvPr>
              <p:cNvSpPr>
                <a:spLocks noChangeArrowheads="1"/>
              </p:cNvSpPr>
              <p:nvPr/>
            </p:nvSpPr>
            <p:spPr bwMode="auto">
              <a:xfrm>
                <a:off x="4520" y="2609"/>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84" name="Rectangle 147">
                <a:extLst>
                  <a:ext uri="{FF2B5EF4-FFF2-40B4-BE49-F238E27FC236}">
                    <a16:creationId xmlns:a16="http://schemas.microsoft.com/office/drawing/2014/main" id="{E8BC1B2E-BCD2-23DF-9710-DBFC37571A8D}"/>
                  </a:ext>
                </a:extLst>
              </p:cNvPr>
              <p:cNvSpPr>
                <a:spLocks noChangeArrowheads="1"/>
              </p:cNvSpPr>
              <p:nvPr/>
            </p:nvSpPr>
            <p:spPr bwMode="auto">
              <a:xfrm>
                <a:off x="4494" y="2679"/>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grpSp>
          <p:nvGrpSpPr>
            <p:cNvPr id="139385" name="Group 148">
              <a:extLst>
                <a:ext uri="{FF2B5EF4-FFF2-40B4-BE49-F238E27FC236}">
                  <a16:creationId xmlns:a16="http://schemas.microsoft.com/office/drawing/2014/main" id="{CE723A96-634B-E3A5-11C2-D9D9ECA23938}"/>
                </a:ext>
              </a:extLst>
            </p:cNvPr>
            <p:cNvGrpSpPr>
              <a:grpSpLocks/>
            </p:cNvGrpSpPr>
            <p:nvPr/>
          </p:nvGrpSpPr>
          <p:grpSpPr bwMode="auto">
            <a:xfrm>
              <a:off x="3214" y="2630"/>
              <a:ext cx="340" cy="289"/>
              <a:chOff x="3214" y="2630"/>
              <a:chExt cx="340" cy="289"/>
            </a:xfrm>
          </p:grpSpPr>
          <p:sp>
            <p:nvSpPr>
              <p:cNvPr id="139386" name="Freeform 149">
                <a:extLst>
                  <a:ext uri="{FF2B5EF4-FFF2-40B4-BE49-F238E27FC236}">
                    <a16:creationId xmlns:a16="http://schemas.microsoft.com/office/drawing/2014/main" id="{0BA79224-E907-9F1F-228C-40E867AFBD15}"/>
                  </a:ext>
                </a:extLst>
              </p:cNvPr>
              <p:cNvSpPr>
                <a:spLocks noChangeArrowheads="1"/>
              </p:cNvSpPr>
              <p:nvPr/>
            </p:nvSpPr>
            <p:spPr bwMode="auto">
              <a:xfrm>
                <a:off x="3214" y="2630"/>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39387" name="Freeform 150">
                <a:extLst>
                  <a:ext uri="{FF2B5EF4-FFF2-40B4-BE49-F238E27FC236}">
                    <a16:creationId xmlns:a16="http://schemas.microsoft.com/office/drawing/2014/main" id="{A85101B0-9BF6-EA17-F355-D3F25395F04C}"/>
                  </a:ext>
                </a:extLst>
              </p:cNvPr>
              <p:cNvSpPr>
                <a:spLocks noChangeArrowheads="1"/>
              </p:cNvSpPr>
              <p:nvPr/>
            </p:nvSpPr>
            <p:spPr bwMode="auto">
              <a:xfrm>
                <a:off x="3383" y="2630"/>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39388" name="Line 151">
              <a:extLst>
                <a:ext uri="{FF2B5EF4-FFF2-40B4-BE49-F238E27FC236}">
                  <a16:creationId xmlns:a16="http://schemas.microsoft.com/office/drawing/2014/main" id="{A815DB43-55CD-8403-B204-5A13CDC7E09C}"/>
                </a:ext>
              </a:extLst>
            </p:cNvPr>
            <p:cNvSpPr>
              <a:spLocks noChangeShapeType="1"/>
            </p:cNvSpPr>
            <p:nvPr/>
          </p:nvSpPr>
          <p:spPr bwMode="auto">
            <a:xfrm>
              <a:off x="3555" y="2774"/>
              <a:ext cx="10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389" name="Group 152">
              <a:extLst>
                <a:ext uri="{FF2B5EF4-FFF2-40B4-BE49-F238E27FC236}">
                  <a16:creationId xmlns:a16="http://schemas.microsoft.com/office/drawing/2014/main" id="{3C8D8B76-E65A-7676-05FE-4EEDB739271F}"/>
                </a:ext>
              </a:extLst>
            </p:cNvPr>
            <p:cNvGrpSpPr>
              <a:grpSpLocks/>
            </p:cNvGrpSpPr>
            <p:nvPr/>
          </p:nvGrpSpPr>
          <p:grpSpPr bwMode="auto">
            <a:xfrm>
              <a:off x="4910" y="2609"/>
              <a:ext cx="485" cy="342"/>
              <a:chOff x="4910" y="2609"/>
              <a:chExt cx="485" cy="342"/>
            </a:xfrm>
          </p:grpSpPr>
          <p:sp>
            <p:nvSpPr>
              <p:cNvPr id="139390" name="Freeform 153">
                <a:extLst>
                  <a:ext uri="{FF2B5EF4-FFF2-40B4-BE49-F238E27FC236}">
                    <a16:creationId xmlns:a16="http://schemas.microsoft.com/office/drawing/2014/main" id="{9F7E170E-D460-4164-0AAB-6FCDB26946A6}"/>
                  </a:ext>
                </a:extLst>
              </p:cNvPr>
              <p:cNvSpPr>
                <a:spLocks noChangeArrowheads="1"/>
              </p:cNvSpPr>
              <p:nvPr/>
            </p:nvSpPr>
            <p:spPr bwMode="auto">
              <a:xfrm>
                <a:off x="4936" y="2609"/>
                <a:ext cx="459" cy="342"/>
              </a:xfrm>
              <a:custGeom>
                <a:avLst/>
                <a:gdLst>
                  <a:gd name="T0" fmla="*/ 42 w 459"/>
                  <a:gd name="T1" fmla="*/ 117 h 342"/>
                  <a:gd name="T2" fmla="*/ 64 w 459"/>
                  <a:gd name="T3" fmla="*/ 64 h 342"/>
                  <a:gd name="T4" fmla="*/ 64 w 459"/>
                  <a:gd name="T5" fmla="*/ 43 h 342"/>
                  <a:gd name="T6" fmla="*/ 74 w 459"/>
                  <a:gd name="T7" fmla="*/ 21 h 342"/>
                  <a:gd name="T8" fmla="*/ 96 w 459"/>
                  <a:gd name="T9" fmla="*/ 11 h 342"/>
                  <a:gd name="T10" fmla="*/ 117 w 459"/>
                  <a:gd name="T11" fmla="*/ 0 h 342"/>
                  <a:gd name="T12" fmla="*/ 138 w 459"/>
                  <a:gd name="T13" fmla="*/ 11 h 342"/>
                  <a:gd name="T14" fmla="*/ 160 w 459"/>
                  <a:gd name="T15" fmla="*/ 11 h 342"/>
                  <a:gd name="T16" fmla="*/ 170 w 459"/>
                  <a:gd name="T17" fmla="*/ 32 h 342"/>
                  <a:gd name="T18" fmla="*/ 192 w 459"/>
                  <a:gd name="T19" fmla="*/ 43 h 342"/>
                  <a:gd name="T20" fmla="*/ 213 w 459"/>
                  <a:gd name="T21" fmla="*/ 43 h 342"/>
                  <a:gd name="T22" fmla="*/ 213 w 459"/>
                  <a:gd name="T23" fmla="*/ 21 h 342"/>
                  <a:gd name="T24" fmla="*/ 234 w 459"/>
                  <a:gd name="T25" fmla="*/ 11 h 342"/>
                  <a:gd name="T26" fmla="*/ 256 w 459"/>
                  <a:gd name="T27" fmla="*/ 11 h 342"/>
                  <a:gd name="T28" fmla="*/ 277 w 459"/>
                  <a:gd name="T29" fmla="*/ 32 h 342"/>
                  <a:gd name="T30" fmla="*/ 309 w 459"/>
                  <a:gd name="T31" fmla="*/ 43 h 342"/>
                  <a:gd name="T32" fmla="*/ 309 w 459"/>
                  <a:gd name="T33" fmla="*/ 64 h 342"/>
                  <a:gd name="T34" fmla="*/ 352 w 459"/>
                  <a:gd name="T35" fmla="*/ 32 h 342"/>
                  <a:gd name="T36" fmla="*/ 373 w 459"/>
                  <a:gd name="T37" fmla="*/ 21 h 342"/>
                  <a:gd name="T38" fmla="*/ 394 w 459"/>
                  <a:gd name="T39" fmla="*/ 43 h 342"/>
                  <a:gd name="T40" fmla="*/ 394 w 459"/>
                  <a:gd name="T41" fmla="*/ 64 h 342"/>
                  <a:gd name="T42" fmla="*/ 394 w 459"/>
                  <a:gd name="T43" fmla="*/ 85 h 342"/>
                  <a:gd name="T44" fmla="*/ 394 w 459"/>
                  <a:gd name="T45" fmla="*/ 107 h 342"/>
                  <a:gd name="T46" fmla="*/ 416 w 459"/>
                  <a:gd name="T47" fmla="*/ 117 h 342"/>
                  <a:gd name="T48" fmla="*/ 437 w 459"/>
                  <a:gd name="T49" fmla="*/ 117 h 342"/>
                  <a:gd name="T50" fmla="*/ 448 w 459"/>
                  <a:gd name="T51" fmla="*/ 149 h 342"/>
                  <a:gd name="T52" fmla="*/ 448 w 459"/>
                  <a:gd name="T53" fmla="*/ 171 h 342"/>
                  <a:gd name="T54" fmla="*/ 458 w 459"/>
                  <a:gd name="T55" fmla="*/ 235 h 342"/>
                  <a:gd name="T56" fmla="*/ 458 w 459"/>
                  <a:gd name="T57" fmla="*/ 256 h 342"/>
                  <a:gd name="T58" fmla="*/ 448 w 459"/>
                  <a:gd name="T59" fmla="*/ 277 h 342"/>
                  <a:gd name="T60" fmla="*/ 437 w 459"/>
                  <a:gd name="T61" fmla="*/ 256 h 342"/>
                  <a:gd name="T62" fmla="*/ 394 w 459"/>
                  <a:gd name="T63" fmla="*/ 267 h 342"/>
                  <a:gd name="T64" fmla="*/ 362 w 459"/>
                  <a:gd name="T65" fmla="*/ 277 h 342"/>
                  <a:gd name="T66" fmla="*/ 341 w 459"/>
                  <a:gd name="T67" fmla="*/ 277 h 342"/>
                  <a:gd name="T68" fmla="*/ 320 w 459"/>
                  <a:gd name="T69" fmla="*/ 299 h 342"/>
                  <a:gd name="T70" fmla="*/ 320 w 459"/>
                  <a:gd name="T71" fmla="*/ 277 h 342"/>
                  <a:gd name="T72" fmla="*/ 309 w 459"/>
                  <a:gd name="T73" fmla="*/ 299 h 342"/>
                  <a:gd name="T74" fmla="*/ 288 w 459"/>
                  <a:gd name="T75" fmla="*/ 309 h 342"/>
                  <a:gd name="T76" fmla="*/ 277 w 459"/>
                  <a:gd name="T77" fmla="*/ 331 h 342"/>
                  <a:gd name="T78" fmla="*/ 234 w 459"/>
                  <a:gd name="T79" fmla="*/ 341 h 342"/>
                  <a:gd name="T80" fmla="*/ 213 w 459"/>
                  <a:gd name="T81" fmla="*/ 320 h 342"/>
                  <a:gd name="T82" fmla="*/ 181 w 459"/>
                  <a:gd name="T83" fmla="*/ 299 h 342"/>
                  <a:gd name="T84" fmla="*/ 160 w 459"/>
                  <a:gd name="T85" fmla="*/ 277 h 342"/>
                  <a:gd name="T86" fmla="*/ 138 w 459"/>
                  <a:gd name="T87" fmla="*/ 288 h 342"/>
                  <a:gd name="T88" fmla="*/ 128 w 459"/>
                  <a:gd name="T89" fmla="*/ 267 h 342"/>
                  <a:gd name="T90" fmla="*/ 106 w 459"/>
                  <a:gd name="T91" fmla="*/ 235 h 342"/>
                  <a:gd name="T92" fmla="*/ 85 w 459"/>
                  <a:gd name="T93" fmla="*/ 245 h 342"/>
                  <a:gd name="T94" fmla="*/ 74 w 459"/>
                  <a:gd name="T95" fmla="*/ 267 h 342"/>
                  <a:gd name="T96" fmla="*/ 53 w 459"/>
                  <a:gd name="T97" fmla="*/ 277 h 342"/>
                  <a:gd name="T98" fmla="*/ 53 w 459"/>
                  <a:gd name="T99" fmla="*/ 256 h 342"/>
                  <a:gd name="T100" fmla="*/ 32 w 459"/>
                  <a:gd name="T101" fmla="*/ 245 h 342"/>
                  <a:gd name="T102" fmla="*/ 21 w 459"/>
                  <a:gd name="T103" fmla="*/ 224 h 342"/>
                  <a:gd name="T104" fmla="*/ 10 w 459"/>
                  <a:gd name="T105" fmla="*/ 203 h 342"/>
                  <a:gd name="T106" fmla="*/ 10 w 459"/>
                  <a:gd name="T107" fmla="*/ 171 h 342"/>
                  <a:gd name="T108" fmla="*/ 0 w 459"/>
                  <a:gd name="T109" fmla="*/ 149 h 342"/>
                  <a:gd name="T110" fmla="*/ 21 w 459"/>
                  <a:gd name="T111" fmla="*/ 139 h 342"/>
                  <a:gd name="T112" fmla="*/ 53 w 459"/>
                  <a:gd name="T113" fmla="*/ 128 h 342"/>
                  <a:gd name="T114" fmla="*/ 53 w 459"/>
                  <a:gd name="T115" fmla="*/ 107 h 342"/>
                  <a:gd name="T116" fmla="*/ 42 w 459"/>
                  <a:gd name="T117" fmla="*/ 1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9" h="342">
                    <a:moveTo>
                      <a:pt x="42" y="117"/>
                    </a:moveTo>
                    <a:lnTo>
                      <a:pt x="64" y="64"/>
                    </a:lnTo>
                    <a:lnTo>
                      <a:pt x="64" y="43"/>
                    </a:lnTo>
                    <a:lnTo>
                      <a:pt x="74" y="21"/>
                    </a:lnTo>
                    <a:lnTo>
                      <a:pt x="96" y="11"/>
                    </a:lnTo>
                    <a:lnTo>
                      <a:pt x="117" y="0"/>
                    </a:lnTo>
                    <a:lnTo>
                      <a:pt x="138" y="11"/>
                    </a:lnTo>
                    <a:lnTo>
                      <a:pt x="160" y="11"/>
                    </a:lnTo>
                    <a:lnTo>
                      <a:pt x="170" y="32"/>
                    </a:lnTo>
                    <a:lnTo>
                      <a:pt x="192" y="43"/>
                    </a:lnTo>
                    <a:lnTo>
                      <a:pt x="213" y="43"/>
                    </a:lnTo>
                    <a:lnTo>
                      <a:pt x="213" y="21"/>
                    </a:lnTo>
                    <a:lnTo>
                      <a:pt x="234" y="11"/>
                    </a:lnTo>
                    <a:lnTo>
                      <a:pt x="256" y="11"/>
                    </a:lnTo>
                    <a:lnTo>
                      <a:pt x="277" y="32"/>
                    </a:lnTo>
                    <a:lnTo>
                      <a:pt x="309" y="43"/>
                    </a:lnTo>
                    <a:lnTo>
                      <a:pt x="309" y="64"/>
                    </a:lnTo>
                    <a:lnTo>
                      <a:pt x="352" y="32"/>
                    </a:lnTo>
                    <a:lnTo>
                      <a:pt x="373" y="21"/>
                    </a:lnTo>
                    <a:lnTo>
                      <a:pt x="394" y="43"/>
                    </a:lnTo>
                    <a:lnTo>
                      <a:pt x="394" y="64"/>
                    </a:lnTo>
                    <a:lnTo>
                      <a:pt x="394" y="85"/>
                    </a:lnTo>
                    <a:lnTo>
                      <a:pt x="394" y="107"/>
                    </a:lnTo>
                    <a:lnTo>
                      <a:pt x="416" y="117"/>
                    </a:lnTo>
                    <a:lnTo>
                      <a:pt x="437" y="117"/>
                    </a:lnTo>
                    <a:lnTo>
                      <a:pt x="448" y="149"/>
                    </a:lnTo>
                    <a:lnTo>
                      <a:pt x="448" y="171"/>
                    </a:lnTo>
                    <a:lnTo>
                      <a:pt x="458" y="235"/>
                    </a:lnTo>
                    <a:lnTo>
                      <a:pt x="458" y="256"/>
                    </a:lnTo>
                    <a:lnTo>
                      <a:pt x="448" y="277"/>
                    </a:lnTo>
                    <a:lnTo>
                      <a:pt x="437" y="256"/>
                    </a:lnTo>
                    <a:lnTo>
                      <a:pt x="394" y="267"/>
                    </a:lnTo>
                    <a:lnTo>
                      <a:pt x="362" y="277"/>
                    </a:lnTo>
                    <a:lnTo>
                      <a:pt x="341" y="277"/>
                    </a:lnTo>
                    <a:lnTo>
                      <a:pt x="320" y="299"/>
                    </a:lnTo>
                    <a:lnTo>
                      <a:pt x="320" y="277"/>
                    </a:lnTo>
                    <a:lnTo>
                      <a:pt x="309" y="299"/>
                    </a:lnTo>
                    <a:lnTo>
                      <a:pt x="288" y="309"/>
                    </a:lnTo>
                    <a:lnTo>
                      <a:pt x="277" y="331"/>
                    </a:lnTo>
                    <a:lnTo>
                      <a:pt x="234" y="341"/>
                    </a:lnTo>
                    <a:lnTo>
                      <a:pt x="213" y="320"/>
                    </a:lnTo>
                    <a:lnTo>
                      <a:pt x="181" y="299"/>
                    </a:lnTo>
                    <a:lnTo>
                      <a:pt x="160" y="277"/>
                    </a:lnTo>
                    <a:lnTo>
                      <a:pt x="138" y="288"/>
                    </a:lnTo>
                    <a:lnTo>
                      <a:pt x="128" y="267"/>
                    </a:lnTo>
                    <a:lnTo>
                      <a:pt x="106" y="235"/>
                    </a:lnTo>
                    <a:lnTo>
                      <a:pt x="85" y="245"/>
                    </a:lnTo>
                    <a:lnTo>
                      <a:pt x="74" y="267"/>
                    </a:lnTo>
                    <a:lnTo>
                      <a:pt x="53" y="277"/>
                    </a:lnTo>
                    <a:lnTo>
                      <a:pt x="53" y="256"/>
                    </a:lnTo>
                    <a:lnTo>
                      <a:pt x="32" y="245"/>
                    </a:lnTo>
                    <a:lnTo>
                      <a:pt x="21" y="224"/>
                    </a:lnTo>
                    <a:lnTo>
                      <a:pt x="10" y="203"/>
                    </a:lnTo>
                    <a:lnTo>
                      <a:pt x="10" y="171"/>
                    </a:lnTo>
                    <a:lnTo>
                      <a:pt x="0" y="149"/>
                    </a:lnTo>
                    <a:lnTo>
                      <a:pt x="21" y="139"/>
                    </a:lnTo>
                    <a:lnTo>
                      <a:pt x="53" y="128"/>
                    </a:lnTo>
                    <a:lnTo>
                      <a:pt x="53" y="107"/>
                    </a:lnTo>
                    <a:lnTo>
                      <a:pt x="42" y="117"/>
                    </a:lnTo>
                  </a:path>
                </a:pathLst>
              </a:custGeom>
              <a:solidFill>
                <a:srgbClr val="8CF4EA"/>
              </a:solidFill>
              <a:ln w="12700" cap="rnd">
                <a:solidFill>
                  <a:schemeClr val="accent1"/>
                </a:solidFill>
                <a:round/>
                <a:headEnd/>
                <a:tailEnd/>
              </a:ln>
            </p:spPr>
            <p:txBody>
              <a:bodyPr/>
              <a:lstStyle/>
              <a:p>
                <a:endParaRPr lang="zh-CN" altLang="en-US">
                  <a:ea typeface="宋体" panose="02010600030101010101" pitchFamily="2" charset="-122"/>
                </a:endParaRPr>
              </a:p>
            </p:txBody>
          </p:sp>
          <p:sp>
            <p:nvSpPr>
              <p:cNvPr id="139391" name="Rectangle 154">
                <a:extLst>
                  <a:ext uri="{FF2B5EF4-FFF2-40B4-BE49-F238E27FC236}">
                    <a16:creationId xmlns:a16="http://schemas.microsoft.com/office/drawing/2014/main" id="{918BE62B-7C98-E342-E8EF-AC94FD04D326}"/>
                  </a:ext>
                </a:extLst>
              </p:cNvPr>
              <p:cNvSpPr>
                <a:spLocks noChangeArrowheads="1"/>
              </p:cNvSpPr>
              <p:nvPr/>
            </p:nvSpPr>
            <p:spPr bwMode="auto">
              <a:xfrm>
                <a:off x="4910" y="2679"/>
                <a:ext cx="4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i="1">
                    <a:solidFill>
                      <a:schemeClr val="accent1"/>
                    </a:solidFill>
                    <a:ea typeface="宋体" panose="02010600030101010101" pitchFamily="2" charset="-122"/>
                  </a:rPr>
                  <a:t>bubble</a:t>
                </a:r>
              </a:p>
            </p:txBody>
          </p:sp>
        </p:grpSp>
        <p:sp>
          <p:nvSpPr>
            <p:cNvPr id="139392" name="Rectangle 155">
              <a:extLst>
                <a:ext uri="{FF2B5EF4-FFF2-40B4-BE49-F238E27FC236}">
                  <a16:creationId xmlns:a16="http://schemas.microsoft.com/office/drawing/2014/main" id="{96D92AE0-0FDE-641B-FCF9-55D44429E9FE}"/>
                </a:ext>
              </a:extLst>
            </p:cNvPr>
            <p:cNvSpPr>
              <a:spLocks noChangeArrowheads="1"/>
            </p:cNvSpPr>
            <p:nvPr/>
          </p:nvSpPr>
          <p:spPr bwMode="auto">
            <a:xfrm>
              <a:off x="3253" y="2668"/>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sp>
        <p:nvSpPr>
          <p:cNvPr id="360604" name="Rectangle 156">
            <a:extLst>
              <a:ext uri="{FF2B5EF4-FFF2-40B4-BE49-F238E27FC236}">
                <a16:creationId xmlns:a16="http://schemas.microsoft.com/office/drawing/2014/main" id="{1B274E32-A2D8-2096-B481-88BD2AEA7AED}"/>
              </a:ext>
            </a:extLst>
          </p:cNvPr>
          <p:cNvSpPr>
            <a:spLocks noChangeArrowheads="1"/>
          </p:cNvSpPr>
          <p:nvPr/>
        </p:nvSpPr>
        <p:spPr bwMode="auto">
          <a:xfrm>
            <a:off x="549275" y="679450"/>
            <a:ext cx="7972425"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buFontTx/>
              <a:buChar char="•"/>
            </a:pPr>
            <a:r>
              <a:rPr lang="zh-CN" altLang="en-US" sz="2000">
                <a:latin typeface="华光细黑_CNKI" pitchFamily="2" charset="-122"/>
                <a:ea typeface="华光细黑_CNKI" pitchFamily="2" charset="-122"/>
              </a:rPr>
              <a:t> 硬件上通过阻塞</a:t>
            </a:r>
            <a:r>
              <a:rPr lang="en-US" altLang="zh-CN" sz="2000">
                <a:latin typeface="华光细黑_CNKI" pitchFamily="2" charset="-122"/>
                <a:ea typeface="华光细黑_CNKI" pitchFamily="2" charset="-122"/>
              </a:rPr>
              <a:t>(stall)</a:t>
            </a:r>
            <a:r>
              <a:rPr lang="zh-CN" altLang="en-US" sz="2000">
                <a:latin typeface="华光细黑_CNKI" pitchFamily="2" charset="-122"/>
                <a:ea typeface="华光细黑_CNKI" pitchFamily="2" charset="-122"/>
              </a:rPr>
              <a:t>方式阻止后续指令执行，延迟到分支指令能够确定是否转移以后！</a:t>
            </a:r>
            <a:r>
              <a:rPr lang="en-US" altLang="zh-CN" sz="2000">
                <a:latin typeface="华光细黑_CNKI" pitchFamily="2" charset="-122"/>
                <a:ea typeface="华光细黑_CNKI" pitchFamily="2" charset="-122"/>
              </a:rPr>
              <a:t>——</a:t>
            </a:r>
            <a:r>
              <a:rPr lang="zh-CN" altLang="en-US" sz="2000">
                <a:latin typeface="华光细黑_CNKI" pitchFamily="2" charset="-122"/>
                <a:ea typeface="华光细黑_CNKI" pitchFamily="2" charset="-122"/>
              </a:rPr>
              <a:t>使接下来三条指令清</a:t>
            </a:r>
            <a:r>
              <a:rPr lang="en-US" altLang="zh-CN" sz="2000">
                <a:latin typeface="华光细黑_CNKI" pitchFamily="2" charset="-122"/>
                <a:ea typeface="华光细黑_CNKI" pitchFamily="2" charset="-122"/>
              </a:rPr>
              <a:t>0</a:t>
            </a:r>
            <a:r>
              <a:rPr lang="zh-CN" altLang="en-US" sz="2000">
                <a:latin typeface="华光细黑_CNKI" pitchFamily="2" charset="-122"/>
                <a:ea typeface="华光细黑_CNKI" pitchFamily="2" charset="-122"/>
              </a:rPr>
              <a:t>或 其操作信号清</a:t>
            </a:r>
            <a:r>
              <a:rPr lang="en-US" altLang="zh-CN" sz="2000">
                <a:latin typeface="华光细黑_CNKI" pitchFamily="2" charset="-122"/>
                <a:ea typeface="华光细黑_CNKI" pitchFamily="2" charset="-122"/>
              </a:rPr>
              <a:t>0</a:t>
            </a:r>
            <a:r>
              <a:rPr lang="zh-CN" altLang="en-US" sz="2000">
                <a:latin typeface="华光细黑_CNKI" pitchFamily="2" charset="-122"/>
                <a:ea typeface="华光细黑_CNKI" pitchFamily="2" charset="-122"/>
              </a:rPr>
              <a:t>，以插入三条</a:t>
            </a:r>
            <a:r>
              <a:rPr lang="en-US" altLang="zh-CN" sz="2000">
                <a:latin typeface="华光细黑_CNKI" pitchFamily="2" charset="-122"/>
                <a:ea typeface="华光细黑_CNKI" pitchFamily="2" charset="-122"/>
              </a:rPr>
              <a:t>NOP</a:t>
            </a:r>
            <a:r>
              <a:rPr lang="zh-CN" altLang="en-US" sz="2000">
                <a:latin typeface="华光细黑_CNKI" pitchFamily="2" charset="-122"/>
                <a:ea typeface="华光细黑_CNKI" pitchFamily="2" charset="-122"/>
              </a:rPr>
              <a:t>指令</a:t>
            </a:r>
          </a:p>
          <a:p>
            <a:pPr>
              <a:buFontTx/>
              <a:buChar char="•"/>
            </a:pPr>
            <a:endParaRPr lang="zh-CN" altLang="en-US" sz="2000">
              <a:latin typeface="华光细黑_CNKI" pitchFamily="2" charset="-122"/>
              <a:ea typeface="华光细黑_CNKI" pitchFamily="2" charset="-122"/>
            </a:endParaRPr>
          </a:p>
        </p:txBody>
      </p:sp>
      <p:sp>
        <p:nvSpPr>
          <p:cNvPr id="360606" name="Rectangle 158">
            <a:extLst>
              <a:ext uri="{FF2B5EF4-FFF2-40B4-BE49-F238E27FC236}">
                <a16:creationId xmlns:a16="http://schemas.microsoft.com/office/drawing/2014/main" id="{5D040D45-4B3B-4081-0359-5088EAF0BE0E}"/>
              </a:ext>
            </a:extLst>
          </p:cNvPr>
          <p:cNvSpPr>
            <a:spLocks noChangeArrowheads="1"/>
          </p:cNvSpPr>
          <p:nvPr/>
        </p:nvSpPr>
        <p:spPr bwMode="auto">
          <a:xfrm>
            <a:off x="119063" y="6392863"/>
            <a:ext cx="82629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buFontTx/>
              <a:buChar char="•"/>
            </a:pPr>
            <a:r>
              <a:rPr lang="zh-CN" altLang="en-US" sz="2000">
                <a:solidFill>
                  <a:srgbClr val="CC0000"/>
                </a:solidFill>
                <a:latin typeface="Arial" panose="020B0604020202020204" pitchFamily="34" charset="0"/>
                <a:ea typeface="黑体" panose="02010609060101010101" pitchFamily="49" charset="-122"/>
              </a:rPr>
              <a:t> 缺点：控制比较复杂，需要改数据通路；指令被延迟三个时钟执行。</a:t>
            </a:r>
          </a:p>
        </p:txBody>
      </p:sp>
      <p:cxnSp>
        <p:nvCxnSpPr>
          <p:cNvPr id="139395" name="直接箭头连接符 159">
            <a:extLst>
              <a:ext uri="{FF2B5EF4-FFF2-40B4-BE49-F238E27FC236}">
                <a16:creationId xmlns:a16="http://schemas.microsoft.com/office/drawing/2014/main" id="{513BEEC7-D836-CEDF-2799-6C4049D348BB}"/>
              </a:ext>
            </a:extLst>
          </p:cNvPr>
          <p:cNvCxnSpPr>
            <a:cxnSpLocks noChangeShapeType="1"/>
          </p:cNvCxnSpPr>
          <p:nvPr/>
        </p:nvCxnSpPr>
        <p:spPr bwMode="auto">
          <a:xfrm rot="16200000" flipH="1">
            <a:off x="4483101" y="3783012"/>
            <a:ext cx="2341562" cy="519113"/>
          </a:xfrm>
          <a:prstGeom prst="straightConnector1">
            <a:avLst/>
          </a:prstGeom>
          <a:noFill/>
          <a:ln w="38100">
            <a:solidFill>
              <a:schemeClr val="accent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0604"/>
                                        </p:tgtEl>
                                        <p:attrNameLst>
                                          <p:attrName>style.visibility</p:attrName>
                                        </p:attrNameLst>
                                      </p:cBhvr>
                                      <p:to>
                                        <p:strVal val="visible"/>
                                      </p:to>
                                    </p:set>
                                    <p:animEffect transition="in" filter="blinds(horizontal)">
                                      <p:cBhvr>
                                        <p:cTn id="7" dur="500"/>
                                        <p:tgtEl>
                                          <p:spTgt spid="3606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0606"/>
                                        </p:tgtEl>
                                        <p:attrNameLst>
                                          <p:attrName>style.visibility</p:attrName>
                                        </p:attrNameLst>
                                      </p:cBhvr>
                                      <p:to>
                                        <p:strVal val="visible"/>
                                      </p:to>
                                    </p:set>
                                    <p:animEffect transition="in" filter="blinds(horizontal)">
                                      <p:cBhvr>
                                        <p:cTn id="12" dur="500"/>
                                        <p:tgtEl>
                                          <p:spTgt spid="360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604" grpId="0"/>
      <p:bldP spid="36060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Freeform 2">
            <a:extLst>
              <a:ext uri="{FF2B5EF4-FFF2-40B4-BE49-F238E27FC236}">
                <a16:creationId xmlns:a16="http://schemas.microsoft.com/office/drawing/2014/main" id="{04F85F4B-C559-4EAF-9BF8-CC4D951344B0}"/>
              </a:ext>
            </a:extLst>
          </p:cNvPr>
          <p:cNvSpPr>
            <a:spLocks noChangeArrowheads="1"/>
          </p:cNvSpPr>
          <p:nvPr/>
        </p:nvSpPr>
        <p:spPr bwMode="auto">
          <a:xfrm>
            <a:off x="5892800" y="233838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14" name="Rectangle 3">
            <a:extLst>
              <a:ext uri="{FF2B5EF4-FFF2-40B4-BE49-F238E27FC236}">
                <a16:creationId xmlns:a16="http://schemas.microsoft.com/office/drawing/2014/main" id="{F8CAEF48-82D4-CAE1-B832-AD587D92BF2D}"/>
              </a:ext>
            </a:extLst>
          </p:cNvPr>
          <p:cNvSpPr>
            <a:spLocks noGrp="1" noChangeArrowheads="1"/>
          </p:cNvSpPr>
          <p:nvPr>
            <p:ph type="title"/>
          </p:nvPr>
        </p:nvSpPr>
        <p:spPr>
          <a:xfrm>
            <a:off x="563563" y="211138"/>
            <a:ext cx="5853112" cy="368300"/>
          </a:xfrm>
        </p:spPr>
        <p:txBody>
          <a:bodyPr/>
          <a:lstStyle/>
          <a:p>
            <a:r>
              <a:rPr lang="zh-CN" altLang="en-US">
                <a:ea typeface="宋体" panose="02010600030101010101" pitchFamily="2" charset="-122"/>
              </a:rPr>
              <a:t>方案 </a:t>
            </a:r>
            <a:r>
              <a:rPr lang="en-US" altLang="zh-CN">
                <a:ea typeface="宋体" panose="02010600030101010101" pitchFamily="2" charset="-122"/>
              </a:rPr>
              <a:t>2: </a:t>
            </a:r>
            <a:r>
              <a:rPr lang="zh-CN" altLang="en-US">
                <a:ea typeface="宋体" panose="02010600030101010101" pitchFamily="2" charset="-122"/>
              </a:rPr>
              <a:t>软件上插入无关指令</a:t>
            </a:r>
          </a:p>
        </p:txBody>
      </p:sp>
      <p:sp>
        <p:nvSpPr>
          <p:cNvPr id="141315" name="Rectangle 4">
            <a:extLst>
              <a:ext uri="{FF2B5EF4-FFF2-40B4-BE49-F238E27FC236}">
                <a16:creationId xmlns:a16="http://schemas.microsoft.com/office/drawing/2014/main" id="{3992BA48-E92F-FC1E-9007-8644C6183298}"/>
              </a:ext>
            </a:extLst>
          </p:cNvPr>
          <p:cNvSpPr>
            <a:spLocks noChangeArrowheads="1"/>
          </p:cNvSpPr>
          <p:nvPr/>
        </p:nvSpPr>
        <p:spPr bwMode="auto">
          <a:xfrm>
            <a:off x="366713" y="2524125"/>
            <a:ext cx="358775"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sz="1800" b="0" i="1">
                <a:latin typeface="Arial" panose="020B0604020202020204" pitchFamily="34" charset="0"/>
                <a:ea typeface="宋体" panose="02010600030101010101" pitchFamily="2" charset="-122"/>
              </a:rPr>
              <a:t>I</a:t>
            </a:r>
          </a:p>
          <a:p>
            <a:pPr algn="ctr"/>
            <a:r>
              <a:rPr lang="en-US" altLang="zh-CN" sz="1800" b="0" i="1">
                <a:latin typeface="Arial" panose="020B0604020202020204" pitchFamily="34" charset="0"/>
                <a:ea typeface="宋体" panose="02010600030101010101" pitchFamily="2" charset="-122"/>
              </a:rPr>
              <a:t>n</a:t>
            </a:r>
          </a:p>
          <a:p>
            <a:pPr algn="ctr"/>
            <a:r>
              <a:rPr lang="en-US" altLang="zh-CN" sz="1800" b="0" i="1">
                <a:latin typeface="Arial" panose="020B0604020202020204" pitchFamily="34" charset="0"/>
                <a:ea typeface="宋体" panose="02010600030101010101" pitchFamily="2" charset="-122"/>
              </a:rPr>
              <a:t>s</a:t>
            </a:r>
          </a:p>
          <a:p>
            <a:pPr algn="ctr"/>
            <a:r>
              <a:rPr lang="en-US" altLang="zh-CN" sz="1800" b="0" i="1">
                <a:latin typeface="Arial" panose="020B0604020202020204" pitchFamily="34" charset="0"/>
                <a:ea typeface="宋体" panose="02010600030101010101" pitchFamily="2" charset="-122"/>
              </a:rPr>
              <a:t>t</a:t>
            </a:r>
          </a:p>
          <a:p>
            <a:pPr algn="ctr"/>
            <a:r>
              <a:rPr lang="en-US" altLang="zh-CN" sz="1800" b="0" i="1">
                <a:latin typeface="Arial" panose="020B0604020202020204" pitchFamily="34" charset="0"/>
                <a:ea typeface="宋体" panose="02010600030101010101" pitchFamily="2" charset="-122"/>
              </a:rPr>
              <a:t>r.</a:t>
            </a:r>
          </a:p>
          <a:p>
            <a:pPr algn="ctr"/>
            <a:endParaRPr lang="en-US" altLang="zh-CN" sz="1800" b="0" i="1">
              <a:latin typeface="Arial" panose="020B0604020202020204" pitchFamily="34" charset="0"/>
              <a:ea typeface="宋体" panose="02010600030101010101" pitchFamily="2" charset="-122"/>
            </a:endParaRPr>
          </a:p>
          <a:p>
            <a:pPr algn="ctr"/>
            <a:r>
              <a:rPr lang="en-US" altLang="zh-CN" sz="1800" b="0" i="1">
                <a:latin typeface="Arial" panose="020B0604020202020204" pitchFamily="34" charset="0"/>
                <a:ea typeface="宋体" panose="02010600030101010101" pitchFamily="2" charset="-122"/>
              </a:rPr>
              <a:t>O</a:t>
            </a:r>
          </a:p>
          <a:p>
            <a:pPr algn="ctr"/>
            <a:r>
              <a:rPr lang="en-US" altLang="zh-CN" sz="1800" b="0" i="1">
                <a:latin typeface="Arial" panose="020B0604020202020204" pitchFamily="34" charset="0"/>
                <a:ea typeface="宋体" panose="02010600030101010101" pitchFamily="2" charset="-122"/>
              </a:rPr>
              <a:t>r</a:t>
            </a:r>
          </a:p>
          <a:p>
            <a:pPr algn="ctr"/>
            <a:r>
              <a:rPr lang="en-US" altLang="zh-CN" sz="1800" b="0" i="1">
                <a:latin typeface="Arial" panose="020B0604020202020204" pitchFamily="34" charset="0"/>
                <a:ea typeface="宋体" panose="02010600030101010101" pitchFamily="2" charset="-122"/>
              </a:rPr>
              <a:t>d</a:t>
            </a:r>
          </a:p>
          <a:p>
            <a:pPr algn="ctr"/>
            <a:r>
              <a:rPr lang="en-US" altLang="zh-CN" sz="1800" b="0" i="1">
                <a:latin typeface="Arial" panose="020B0604020202020204" pitchFamily="34" charset="0"/>
                <a:ea typeface="宋体" panose="02010600030101010101" pitchFamily="2" charset="-122"/>
              </a:rPr>
              <a:t>e</a:t>
            </a:r>
          </a:p>
          <a:p>
            <a:pPr algn="ctr"/>
            <a:r>
              <a:rPr lang="en-US" altLang="zh-CN" sz="1800" b="0" i="1">
                <a:latin typeface="Arial" panose="020B0604020202020204" pitchFamily="34" charset="0"/>
                <a:ea typeface="宋体" panose="02010600030101010101" pitchFamily="2" charset="-122"/>
              </a:rPr>
              <a:t>r</a:t>
            </a:r>
          </a:p>
        </p:txBody>
      </p:sp>
      <p:sp>
        <p:nvSpPr>
          <p:cNvPr id="141316" name="Line 5">
            <a:extLst>
              <a:ext uri="{FF2B5EF4-FFF2-40B4-BE49-F238E27FC236}">
                <a16:creationId xmlns:a16="http://schemas.microsoft.com/office/drawing/2014/main" id="{15CEE66B-66D7-90DE-CFCE-F5BCBC17DD2C}"/>
              </a:ext>
            </a:extLst>
          </p:cNvPr>
          <p:cNvSpPr>
            <a:spLocks noChangeShapeType="1"/>
          </p:cNvSpPr>
          <p:nvPr/>
        </p:nvSpPr>
        <p:spPr bwMode="auto">
          <a:xfrm>
            <a:off x="850900" y="2514600"/>
            <a:ext cx="0" cy="3238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317" name="Line 6">
            <a:extLst>
              <a:ext uri="{FF2B5EF4-FFF2-40B4-BE49-F238E27FC236}">
                <a16:creationId xmlns:a16="http://schemas.microsoft.com/office/drawing/2014/main" id="{85E476FA-8D5F-5742-770F-CEDF6CBD3F2A}"/>
              </a:ext>
            </a:extLst>
          </p:cNvPr>
          <p:cNvSpPr>
            <a:spLocks noChangeShapeType="1"/>
          </p:cNvSpPr>
          <p:nvPr/>
        </p:nvSpPr>
        <p:spPr bwMode="auto">
          <a:xfrm>
            <a:off x="1504950" y="2089150"/>
            <a:ext cx="63246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318" name="Rectangle 7">
            <a:extLst>
              <a:ext uri="{FF2B5EF4-FFF2-40B4-BE49-F238E27FC236}">
                <a16:creationId xmlns:a16="http://schemas.microsoft.com/office/drawing/2014/main" id="{437B498F-E5AB-05F1-5B57-3A473067723C}"/>
              </a:ext>
            </a:extLst>
          </p:cNvPr>
          <p:cNvSpPr>
            <a:spLocks noChangeArrowheads="1"/>
          </p:cNvSpPr>
          <p:nvPr/>
        </p:nvSpPr>
        <p:spPr bwMode="auto">
          <a:xfrm>
            <a:off x="1268413" y="1698625"/>
            <a:ext cx="21240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1800" b="0" i="1">
                <a:latin typeface="Arial" panose="020B0604020202020204" pitchFamily="34" charset="0"/>
                <a:ea typeface="宋体" panose="02010600030101010101" pitchFamily="2" charset="-122"/>
              </a:rPr>
              <a:t>Time (clock cycles)</a:t>
            </a:r>
          </a:p>
        </p:txBody>
      </p:sp>
      <p:sp>
        <p:nvSpPr>
          <p:cNvPr id="141319" name="Rectangle 8">
            <a:extLst>
              <a:ext uri="{FF2B5EF4-FFF2-40B4-BE49-F238E27FC236}">
                <a16:creationId xmlns:a16="http://schemas.microsoft.com/office/drawing/2014/main" id="{0F956F1A-6C49-61F3-F70B-6B4211B8A0ED}"/>
              </a:ext>
            </a:extLst>
          </p:cNvPr>
          <p:cNvSpPr>
            <a:spLocks noChangeArrowheads="1"/>
          </p:cNvSpPr>
          <p:nvPr/>
        </p:nvSpPr>
        <p:spPr bwMode="auto">
          <a:xfrm>
            <a:off x="887413" y="2333625"/>
            <a:ext cx="220027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latin typeface="Arial" panose="020B0604020202020204" pitchFamily="34" charset="0"/>
                <a:ea typeface="宋体" panose="02010600030101010101" pitchFamily="2" charset="-122"/>
              </a:rPr>
              <a:t>beq r1,r2,12</a:t>
            </a:r>
          </a:p>
        </p:txBody>
      </p:sp>
      <p:sp>
        <p:nvSpPr>
          <p:cNvPr id="141320" name="Rectangle 9">
            <a:extLst>
              <a:ext uri="{FF2B5EF4-FFF2-40B4-BE49-F238E27FC236}">
                <a16:creationId xmlns:a16="http://schemas.microsoft.com/office/drawing/2014/main" id="{A46313E9-227A-CC2D-2B4B-68E3181DAC48}"/>
              </a:ext>
            </a:extLst>
          </p:cNvPr>
          <p:cNvSpPr>
            <a:spLocks noChangeArrowheads="1"/>
          </p:cNvSpPr>
          <p:nvPr/>
        </p:nvSpPr>
        <p:spPr bwMode="auto">
          <a:xfrm>
            <a:off x="877888" y="5076825"/>
            <a:ext cx="1985962" cy="520700"/>
          </a:xfrm>
          <a:prstGeom prst="rect">
            <a:avLst/>
          </a:prstGeom>
          <a:solidFill>
            <a:srgbClr val="FF99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zh-CN" altLang="en-US" sz="2800">
                <a:ea typeface="宋体" panose="02010600030101010101" pitchFamily="2" charset="-122"/>
              </a:rPr>
              <a:t>？？？？？</a:t>
            </a:r>
            <a:endParaRPr lang="en-US" altLang="zh-CN" sz="2800">
              <a:ea typeface="宋体" panose="02010600030101010101" pitchFamily="2" charset="-122"/>
            </a:endParaRPr>
          </a:p>
        </p:txBody>
      </p:sp>
      <p:sp>
        <p:nvSpPr>
          <p:cNvPr id="141321" name="Rectangle 11">
            <a:extLst>
              <a:ext uri="{FF2B5EF4-FFF2-40B4-BE49-F238E27FC236}">
                <a16:creationId xmlns:a16="http://schemas.microsoft.com/office/drawing/2014/main" id="{3CFBE93F-B3F2-5A4E-AF02-929DF3AF0188}"/>
              </a:ext>
            </a:extLst>
          </p:cNvPr>
          <p:cNvSpPr>
            <a:spLocks noChangeArrowheads="1"/>
          </p:cNvSpPr>
          <p:nvPr/>
        </p:nvSpPr>
        <p:spPr bwMode="auto">
          <a:xfrm>
            <a:off x="3206750" y="2032000"/>
            <a:ext cx="44608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IF</a:t>
            </a:r>
          </a:p>
        </p:txBody>
      </p:sp>
      <p:sp>
        <p:nvSpPr>
          <p:cNvPr id="141322" name="Rectangle 12">
            <a:extLst>
              <a:ext uri="{FF2B5EF4-FFF2-40B4-BE49-F238E27FC236}">
                <a16:creationId xmlns:a16="http://schemas.microsoft.com/office/drawing/2014/main" id="{FD43C32B-C1C9-3887-91D6-4E7E55C20EF7}"/>
              </a:ext>
            </a:extLst>
          </p:cNvPr>
          <p:cNvSpPr>
            <a:spLocks noChangeArrowheads="1"/>
          </p:cNvSpPr>
          <p:nvPr/>
        </p:nvSpPr>
        <p:spPr bwMode="auto">
          <a:xfrm>
            <a:off x="3619500" y="2032000"/>
            <a:ext cx="8382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   ID</a:t>
            </a:r>
          </a:p>
        </p:txBody>
      </p:sp>
      <p:sp>
        <p:nvSpPr>
          <p:cNvPr id="141323" name="Rectangle 13">
            <a:extLst>
              <a:ext uri="{FF2B5EF4-FFF2-40B4-BE49-F238E27FC236}">
                <a16:creationId xmlns:a16="http://schemas.microsoft.com/office/drawing/2014/main" id="{98C62B1D-0E8E-49DA-8A01-F6D22B3732BC}"/>
              </a:ext>
            </a:extLst>
          </p:cNvPr>
          <p:cNvSpPr>
            <a:spLocks noChangeArrowheads="1"/>
          </p:cNvSpPr>
          <p:nvPr/>
        </p:nvSpPr>
        <p:spPr bwMode="auto">
          <a:xfrm>
            <a:off x="4560888" y="2032000"/>
            <a:ext cx="625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EX</a:t>
            </a:r>
          </a:p>
        </p:txBody>
      </p:sp>
      <p:sp>
        <p:nvSpPr>
          <p:cNvPr id="141324" name="Rectangle 14">
            <a:extLst>
              <a:ext uri="{FF2B5EF4-FFF2-40B4-BE49-F238E27FC236}">
                <a16:creationId xmlns:a16="http://schemas.microsoft.com/office/drawing/2014/main" id="{8F96AB5D-FF83-884F-3AC5-6CA8FC9F8BA1}"/>
              </a:ext>
            </a:extLst>
          </p:cNvPr>
          <p:cNvSpPr>
            <a:spLocks noChangeArrowheads="1"/>
          </p:cNvSpPr>
          <p:nvPr/>
        </p:nvSpPr>
        <p:spPr bwMode="auto">
          <a:xfrm>
            <a:off x="5040313" y="2032000"/>
            <a:ext cx="752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  M</a:t>
            </a:r>
          </a:p>
        </p:txBody>
      </p:sp>
      <p:sp>
        <p:nvSpPr>
          <p:cNvPr id="141325" name="Rectangle 15">
            <a:extLst>
              <a:ext uri="{FF2B5EF4-FFF2-40B4-BE49-F238E27FC236}">
                <a16:creationId xmlns:a16="http://schemas.microsoft.com/office/drawing/2014/main" id="{D2BEE70C-B05A-ADF3-7094-B610FCF82EDD}"/>
              </a:ext>
            </a:extLst>
          </p:cNvPr>
          <p:cNvSpPr>
            <a:spLocks noChangeArrowheads="1"/>
          </p:cNvSpPr>
          <p:nvPr/>
        </p:nvSpPr>
        <p:spPr bwMode="auto">
          <a:xfrm>
            <a:off x="5845175" y="2032000"/>
            <a:ext cx="5937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zh-CN" sz="1800">
                <a:latin typeface="Arial" panose="020B0604020202020204" pitchFamily="34" charset="0"/>
                <a:ea typeface="宋体" panose="02010600030101010101" pitchFamily="2" charset="-122"/>
              </a:rPr>
              <a:t>WB</a:t>
            </a:r>
          </a:p>
        </p:txBody>
      </p:sp>
      <p:sp>
        <p:nvSpPr>
          <p:cNvPr id="141326" name="Line 16">
            <a:extLst>
              <a:ext uri="{FF2B5EF4-FFF2-40B4-BE49-F238E27FC236}">
                <a16:creationId xmlns:a16="http://schemas.microsoft.com/office/drawing/2014/main" id="{CB10794F-D6E3-8033-EBBE-BEA1F717E1B0}"/>
              </a:ext>
            </a:extLst>
          </p:cNvPr>
          <p:cNvSpPr>
            <a:spLocks noChangeShapeType="1"/>
          </p:cNvSpPr>
          <p:nvPr/>
        </p:nvSpPr>
        <p:spPr bwMode="auto">
          <a:xfrm>
            <a:off x="36830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27" name="Line 17">
            <a:extLst>
              <a:ext uri="{FF2B5EF4-FFF2-40B4-BE49-F238E27FC236}">
                <a16:creationId xmlns:a16="http://schemas.microsoft.com/office/drawing/2014/main" id="{A2C0ED6E-34A8-3421-C879-263892735D9A}"/>
              </a:ext>
            </a:extLst>
          </p:cNvPr>
          <p:cNvSpPr>
            <a:spLocks noChangeShapeType="1"/>
          </p:cNvSpPr>
          <p:nvPr/>
        </p:nvSpPr>
        <p:spPr bwMode="auto">
          <a:xfrm>
            <a:off x="43688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28" name="Line 18">
            <a:extLst>
              <a:ext uri="{FF2B5EF4-FFF2-40B4-BE49-F238E27FC236}">
                <a16:creationId xmlns:a16="http://schemas.microsoft.com/office/drawing/2014/main" id="{C9979D15-289B-3CB5-F805-55BF4ECE75B8}"/>
              </a:ext>
            </a:extLst>
          </p:cNvPr>
          <p:cNvSpPr>
            <a:spLocks noChangeShapeType="1"/>
          </p:cNvSpPr>
          <p:nvPr/>
        </p:nvSpPr>
        <p:spPr bwMode="auto">
          <a:xfrm>
            <a:off x="50546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29" name="Line 19">
            <a:extLst>
              <a:ext uri="{FF2B5EF4-FFF2-40B4-BE49-F238E27FC236}">
                <a16:creationId xmlns:a16="http://schemas.microsoft.com/office/drawing/2014/main" id="{E7C1168F-5C6E-AC94-5DF9-174077DDF6EB}"/>
              </a:ext>
            </a:extLst>
          </p:cNvPr>
          <p:cNvSpPr>
            <a:spLocks noChangeShapeType="1"/>
          </p:cNvSpPr>
          <p:nvPr/>
        </p:nvSpPr>
        <p:spPr bwMode="auto">
          <a:xfrm>
            <a:off x="57404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30" name="Line 20">
            <a:extLst>
              <a:ext uri="{FF2B5EF4-FFF2-40B4-BE49-F238E27FC236}">
                <a16:creationId xmlns:a16="http://schemas.microsoft.com/office/drawing/2014/main" id="{87D9D605-F1CD-AF49-1680-D269141CE44D}"/>
              </a:ext>
            </a:extLst>
          </p:cNvPr>
          <p:cNvSpPr>
            <a:spLocks noChangeShapeType="1"/>
          </p:cNvSpPr>
          <p:nvPr/>
        </p:nvSpPr>
        <p:spPr bwMode="auto">
          <a:xfrm>
            <a:off x="64262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31" name="Line 21">
            <a:extLst>
              <a:ext uri="{FF2B5EF4-FFF2-40B4-BE49-F238E27FC236}">
                <a16:creationId xmlns:a16="http://schemas.microsoft.com/office/drawing/2014/main" id="{AECEB603-5FFE-5BDE-A4C8-69631D7CD6EF}"/>
              </a:ext>
            </a:extLst>
          </p:cNvPr>
          <p:cNvSpPr>
            <a:spLocks noChangeShapeType="1"/>
          </p:cNvSpPr>
          <p:nvPr/>
        </p:nvSpPr>
        <p:spPr bwMode="auto">
          <a:xfrm>
            <a:off x="71120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32" name="Line 22">
            <a:extLst>
              <a:ext uri="{FF2B5EF4-FFF2-40B4-BE49-F238E27FC236}">
                <a16:creationId xmlns:a16="http://schemas.microsoft.com/office/drawing/2014/main" id="{DBFD7513-96D9-D1B5-0666-6001C07B1A09}"/>
              </a:ext>
            </a:extLst>
          </p:cNvPr>
          <p:cNvSpPr>
            <a:spLocks noChangeShapeType="1"/>
          </p:cNvSpPr>
          <p:nvPr/>
        </p:nvSpPr>
        <p:spPr bwMode="auto">
          <a:xfrm>
            <a:off x="77978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33" name="Line 23">
            <a:extLst>
              <a:ext uri="{FF2B5EF4-FFF2-40B4-BE49-F238E27FC236}">
                <a16:creationId xmlns:a16="http://schemas.microsoft.com/office/drawing/2014/main" id="{67AB0F5B-2416-CBB6-7A5C-5DE65685E2E1}"/>
              </a:ext>
            </a:extLst>
          </p:cNvPr>
          <p:cNvSpPr>
            <a:spLocks noChangeShapeType="1"/>
          </p:cNvSpPr>
          <p:nvPr/>
        </p:nvSpPr>
        <p:spPr bwMode="auto">
          <a:xfrm>
            <a:off x="8483600" y="1614488"/>
            <a:ext cx="0" cy="44831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34" name="Freeform 24">
            <a:extLst>
              <a:ext uri="{FF2B5EF4-FFF2-40B4-BE49-F238E27FC236}">
                <a16:creationId xmlns:a16="http://schemas.microsoft.com/office/drawing/2014/main" id="{64985D69-159E-BF87-C06B-FCB1C16B6492}"/>
              </a:ext>
            </a:extLst>
          </p:cNvPr>
          <p:cNvSpPr>
            <a:spLocks noChangeArrowheads="1"/>
          </p:cNvSpPr>
          <p:nvPr/>
        </p:nvSpPr>
        <p:spPr bwMode="auto">
          <a:xfrm>
            <a:off x="5149850" y="233838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41335" name="Freeform 25">
            <a:extLst>
              <a:ext uri="{FF2B5EF4-FFF2-40B4-BE49-F238E27FC236}">
                <a16:creationId xmlns:a16="http://schemas.microsoft.com/office/drawing/2014/main" id="{2DBBCB82-EC34-A969-95AE-144E35623DC6}"/>
              </a:ext>
            </a:extLst>
          </p:cNvPr>
          <p:cNvSpPr>
            <a:spLocks noChangeArrowheads="1"/>
          </p:cNvSpPr>
          <p:nvPr/>
        </p:nvSpPr>
        <p:spPr bwMode="auto">
          <a:xfrm>
            <a:off x="5405438" y="233838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solidFill>
            <a:schemeClr val="accent1"/>
          </a:solidFill>
          <a:ln w="12700" cap="rnd">
            <a:solidFill>
              <a:schemeClr val="tx1"/>
            </a:solidFill>
            <a:round/>
            <a:headEnd/>
            <a:tailEnd/>
          </a:ln>
        </p:spPr>
        <p:txBody>
          <a:bodyPr/>
          <a:lstStyle/>
          <a:p>
            <a:endParaRPr lang="zh-CN" altLang="en-US">
              <a:ea typeface="宋体" panose="02010600030101010101" pitchFamily="2" charset="-122"/>
            </a:endParaRPr>
          </a:p>
        </p:txBody>
      </p:sp>
      <p:sp>
        <p:nvSpPr>
          <p:cNvPr id="141336" name="Freeform 26">
            <a:extLst>
              <a:ext uri="{FF2B5EF4-FFF2-40B4-BE49-F238E27FC236}">
                <a16:creationId xmlns:a16="http://schemas.microsoft.com/office/drawing/2014/main" id="{F4399CC9-9163-3243-7EEF-62360DAC24A2}"/>
              </a:ext>
            </a:extLst>
          </p:cNvPr>
          <p:cNvSpPr>
            <a:spLocks noChangeArrowheads="1"/>
          </p:cNvSpPr>
          <p:nvPr/>
        </p:nvSpPr>
        <p:spPr bwMode="auto">
          <a:xfrm>
            <a:off x="4541838" y="2185988"/>
            <a:ext cx="338137"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37" name="Rectangle 27">
            <a:extLst>
              <a:ext uri="{FF2B5EF4-FFF2-40B4-BE49-F238E27FC236}">
                <a16:creationId xmlns:a16="http://schemas.microsoft.com/office/drawing/2014/main" id="{4D8F129A-2C6A-FE14-0E5B-67C05FD16747}"/>
              </a:ext>
            </a:extLst>
          </p:cNvPr>
          <p:cNvSpPr>
            <a:spLocks noChangeArrowheads="1"/>
          </p:cNvSpPr>
          <p:nvPr/>
        </p:nvSpPr>
        <p:spPr bwMode="auto">
          <a:xfrm rot="5400000">
            <a:off x="4389438" y="2379663"/>
            <a:ext cx="6064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sp>
        <p:nvSpPr>
          <p:cNvPr id="141338" name="Rectangle 28">
            <a:extLst>
              <a:ext uri="{FF2B5EF4-FFF2-40B4-BE49-F238E27FC236}">
                <a16:creationId xmlns:a16="http://schemas.microsoft.com/office/drawing/2014/main" id="{78E1C44A-06A5-C283-7AF2-7385EC78ABE5}"/>
              </a:ext>
            </a:extLst>
          </p:cNvPr>
          <p:cNvSpPr>
            <a:spLocks noChangeArrowheads="1"/>
          </p:cNvSpPr>
          <p:nvPr/>
        </p:nvSpPr>
        <p:spPr bwMode="auto">
          <a:xfrm>
            <a:off x="3133725" y="2398713"/>
            <a:ext cx="4302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nvGrpSpPr>
          <p:cNvPr id="141339" name="Group 29">
            <a:extLst>
              <a:ext uri="{FF2B5EF4-FFF2-40B4-BE49-F238E27FC236}">
                <a16:creationId xmlns:a16="http://schemas.microsoft.com/office/drawing/2014/main" id="{6C995017-D627-71BE-3CCB-D93DBC781FDB}"/>
              </a:ext>
            </a:extLst>
          </p:cNvPr>
          <p:cNvGrpSpPr>
            <a:grpSpLocks/>
          </p:cNvGrpSpPr>
          <p:nvPr/>
        </p:nvGrpSpPr>
        <p:grpSpPr bwMode="auto">
          <a:xfrm>
            <a:off x="3071813" y="2338388"/>
            <a:ext cx="539750" cy="458787"/>
            <a:chOff x="1935" y="1349"/>
            <a:chExt cx="340" cy="289"/>
          </a:xfrm>
        </p:grpSpPr>
        <p:sp>
          <p:nvSpPr>
            <p:cNvPr id="141340" name="Freeform 30">
              <a:extLst>
                <a:ext uri="{FF2B5EF4-FFF2-40B4-BE49-F238E27FC236}">
                  <a16:creationId xmlns:a16="http://schemas.microsoft.com/office/drawing/2014/main" id="{425C1489-7A83-311C-1367-C1FC6EBD4A5B}"/>
                </a:ext>
              </a:extLst>
            </p:cNvPr>
            <p:cNvSpPr>
              <a:spLocks noChangeArrowheads="1"/>
            </p:cNvSpPr>
            <p:nvPr/>
          </p:nvSpPr>
          <p:spPr bwMode="auto">
            <a:xfrm>
              <a:off x="1935" y="1349"/>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41" name="Freeform 31">
              <a:extLst>
                <a:ext uri="{FF2B5EF4-FFF2-40B4-BE49-F238E27FC236}">
                  <a16:creationId xmlns:a16="http://schemas.microsoft.com/office/drawing/2014/main" id="{52AF64B3-0B9E-C721-590A-B74F92FE3F77}"/>
                </a:ext>
              </a:extLst>
            </p:cNvPr>
            <p:cNvSpPr>
              <a:spLocks noChangeArrowheads="1"/>
            </p:cNvSpPr>
            <p:nvPr/>
          </p:nvSpPr>
          <p:spPr bwMode="auto">
            <a:xfrm>
              <a:off x="2104" y="1349"/>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41342" name="Rectangle 32">
            <a:extLst>
              <a:ext uri="{FF2B5EF4-FFF2-40B4-BE49-F238E27FC236}">
                <a16:creationId xmlns:a16="http://schemas.microsoft.com/office/drawing/2014/main" id="{F8B8E0F4-49BB-6978-B1AC-2EA2869BEAA6}"/>
              </a:ext>
            </a:extLst>
          </p:cNvPr>
          <p:cNvSpPr>
            <a:spLocks noChangeArrowheads="1"/>
          </p:cNvSpPr>
          <p:nvPr/>
        </p:nvSpPr>
        <p:spPr bwMode="auto">
          <a:xfrm>
            <a:off x="3778250" y="235585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41343" name="Freeform 33">
            <a:extLst>
              <a:ext uri="{FF2B5EF4-FFF2-40B4-BE49-F238E27FC236}">
                <a16:creationId xmlns:a16="http://schemas.microsoft.com/office/drawing/2014/main" id="{68709B48-9699-9242-2543-E85A7631309B}"/>
              </a:ext>
            </a:extLst>
          </p:cNvPr>
          <p:cNvSpPr>
            <a:spLocks noChangeArrowheads="1"/>
          </p:cNvSpPr>
          <p:nvPr/>
        </p:nvSpPr>
        <p:spPr bwMode="auto">
          <a:xfrm>
            <a:off x="3802063" y="2338388"/>
            <a:ext cx="236537"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44" name="Freeform 34">
            <a:extLst>
              <a:ext uri="{FF2B5EF4-FFF2-40B4-BE49-F238E27FC236}">
                <a16:creationId xmlns:a16="http://schemas.microsoft.com/office/drawing/2014/main" id="{64A837D9-B498-AB31-D979-E664CA0F991E}"/>
              </a:ext>
            </a:extLst>
          </p:cNvPr>
          <p:cNvSpPr>
            <a:spLocks noChangeArrowheads="1"/>
          </p:cNvSpPr>
          <p:nvPr/>
        </p:nvSpPr>
        <p:spPr bwMode="auto">
          <a:xfrm>
            <a:off x="4037013" y="233838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45" name="Line 35">
            <a:extLst>
              <a:ext uri="{FF2B5EF4-FFF2-40B4-BE49-F238E27FC236}">
                <a16:creationId xmlns:a16="http://schemas.microsoft.com/office/drawing/2014/main" id="{8B7A71F9-B6B9-4A83-A684-36DDF7017ED5}"/>
              </a:ext>
            </a:extLst>
          </p:cNvPr>
          <p:cNvSpPr>
            <a:spLocks noChangeShapeType="1"/>
          </p:cNvSpPr>
          <p:nvPr/>
        </p:nvSpPr>
        <p:spPr bwMode="auto">
          <a:xfrm>
            <a:off x="3613150" y="25669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46" name="Freeform 36">
            <a:extLst>
              <a:ext uri="{FF2B5EF4-FFF2-40B4-BE49-F238E27FC236}">
                <a16:creationId xmlns:a16="http://schemas.microsoft.com/office/drawing/2014/main" id="{A7D31391-8726-4EE3-69D3-E5E75CCD4B91}"/>
              </a:ext>
            </a:extLst>
          </p:cNvPr>
          <p:cNvSpPr>
            <a:spLocks noChangeArrowheads="1"/>
          </p:cNvSpPr>
          <p:nvPr/>
        </p:nvSpPr>
        <p:spPr bwMode="auto">
          <a:xfrm>
            <a:off x="3717925" y="24145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47" name="Line 37">
            <a:extLst>
              <a:ext uri="{FF2B5EF4-FFF2-40B4-BE49-F238E27FC236}">
                <a16:creationId xmlns:a16="http://schemas.microsoft.com/office/drawing/2014/main" id="{2EE2FECF-5308-78A1-0520-C886C1CE0096}"/>
              </a:ext>
            </a:extLst>
          </p:cNvPr>
          <p:cNvSpPr>
            <a:spLocks noChangeShapeType="1"/>
          </p:cNvSpPr>
          <p:nvPr/>
        </p:nvSpPr>
        <p:spPr bwMode="auto">
          <a:xfrm>
            <a:off x="4273550" y="24145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48" name="Rectangle 38">
            <a:extLst>
              <a:ext uri="{FF2B5EF4-FFF2-40B4-BE49-F238E27FC236}">
                <a16:creationId xmlns:a16="http://schemas.microsoft.com/office/drawing/2014/main" id="{E659E112-D489-293A-7939-2C2FEB6C1FA8}"/>
              </a:ext>
            </a:extLst>
          </p:cNvPr>
          <p:cNvSpPr>
            <a:spLocks noChangeArrowheads="1"/>
          </p:cNvSpPr>
          <p:nvPr/>
        </p:nvSpPr>
        <p:spPr bwMode="auto">
          <a:xfrm>
            <a:off x="5126038" y="2414588"/>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sp>
        <p:nvSpPr>
          <p:cNvPr id="141349" name="Rectangle 39">
            <a:extLst>
              <a:ext uri="{FF2B5EF4-FFF2-40B4-BE49-F238E27FC236}">
                <a16:creationId xmlns:a16="http://schemas.microsoft.com/office/drawing/2014/main" id="{43462A65-570C-72F2-65B7-39FCCB9235DC}"/>
              </a:ext>
            </a:extLst>
          </p:cNvPr>
          <p:cNvSpPr>
            <a:spLocks noChangeArrowheads="1"/>
          </p:cNvSpPr>
          <p:nvPr/>
        </p:nvSpPr>
        <p:spPr bwMode="auto">
          <a:xfrm>
            <a:off x="5856288" y="234791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41350" name="Freeform 40">
            <a:extLst>
              <a:ext uri="{FF2B5EF4-FFF2-40B4-BE49-F238E27FC236}">
                <a16:creationId xmlns:a16="http://schemas.microsoft.com/office/drawing/2014/main" id="{3C3505C7-71A1-7E43-8763-8302A6DC239B}"/>
              </a:ext>
            </a:extLst>
          </p:cNvPr>
          <p:cNvSpPr>
            <a:spLocks noChangeArrowheads="1"/>
          </p:cNvSpPr>
          <p:nvPr/>
        </p:nvSpPr>
        <p:spPr bwMode="auto">
          <a:xfrm>
            <a:off x="6116638" y="2338388"/>
            <a:ext cx="227012"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51" name="Line 41">
            <a:extLst>
              <a:ext uri="{FF2B5EF4-FFF2-40B4-BE49-F238E27FC236}">
                <a16:creationId xmlns:a16="http://schemas.microsoft.com/office/drawing/2014/main" id="{8DCB66A1-55C3-2A34-6B6F-F02DE1024298}"/>
              </a:ext>
            </a:extLst>
          </p:cNvPr>
          <p:cNvSpPr>
            <a:spLocks noChangeShapeType="1"/>
          </p:cNvSpPr>
          <p:nvPr/>
        </p:nvSpPr>
        <p:spPr bwMode="auto">
          <a:xfrm>
            <a:off x="5653088" y="256698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52" name="Line 42">
            <a:extLst>
              <a:ext uri="{FF2B5EF4-FFF2-40B4-BE49-F238E27FC236}">
                <a16:creationId xmlns:a16="http://schemas.microsoft.com/office/drawing/2014/main" id="{080A8885-481F-B643-5A57-A353DF6124BC}"/>
              </a:ext>
            </a:extLst>
          </p:cNvPr>
          <p:cNvSpPr>
            <a:spLocks noChangeShapeType="1"/>
          </p:cNvSpPr>
          <p:nvPr/>
        </p:nvSpPr>
        <p:spPr bwMode="auto">
          <a:xfrm>
            <a:off x="4884738" y="256698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53" name="Freeform 43">
            <a:extLst>
              <a:ext uri="{FF2B5EF4-FFF2-40B4-BE49-F238E27FC236}">
                <a16:creationId xmlns:a16="http://schemas.microsoft.com/office/drawing/2014/main" id="{A2786E08-6F63-B52E-87AA-F290E462603F}"/>
              </a:ext>
            </a:extLst>
          </p:cNvPr>
          <p:cNvSpPr>
            <a:spLocks noChangeArrowheads="1"/>
          </p:cNvSpPr>
          <p:nvPr/>
        </p:nvSpPr>
        <p:spPr bwMode="auto">
          <a:xfrm>
            <a:off x="5083175" y="256698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54" name="Line 44">
            <a:extLst>
              <a:ext uri="{FF2B5EF4-FFF2-40B4-BE49-F238E27FC236}">
                <a16:creationId xmlns:a16="http://schemas.microsoft.com/office/drawing/2014/main" id="{1B5B0130-08FE-1733-BEBF-CF724CFC696B}"/>
              </a:ext>
            </a:extLst>
          </p:cNvPr>
          <p:cNvSpPr>
            <a:spLocks noChangeShapeType="1"/>
          </p:cNvSpPr>
          <p:nvPr/>
        </p:nvSpPr>
        <p:spPr bwMode="auto">
          <a:xfrm>
            <a:off x="4273550" y="27193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55" name="Freeform 45">
            <a:extLst>
              <a:ext uri="{FF2B5EF4-FFF2-40B4-BE49-F238E27FC236}">
                <a16:creationId xmlns:a16="http://schemas.microsoft.com/office/drawing/2014/main" id="{F96BC39E-FE16-C8AA-5834-B2BEA69296C0}"/>
              </a:ext>
            </a:extLst>
          </p:cNvPr>
          <p:cNvSpPr>
            <a:spLocks noChangeArrowheads="1"/>
          </p:cNvSpPr>
          <p:nvPr/>
        </p:nvSpPr>
        <p:spPr bwMode="auto">
          <a:xfrm>
            <a:off x="4452938" y="255905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41356" name="Group 46">
            <a:extLst>
              <a:ext uri="{FF2B5EF4-FFF2-40B4-BE49-F238E27FC236}">
                <a16:creationId xmlns:a16="http://schemas.microsoft.com/office/drawing/2014/main" id="{932FF75D-43A4-D658-EB80-E272B807C156}"/>
              </a:ext>
            </a:extLst>
          </p:cNvPr>
          <p:cNvGrpSpPr>
            <a:grpSpLocks/>
          </p:cNvGrpSpPr>
          <p:nvPr/>
        </p:nvGrpSpPr>
        <p:grpSpPr bwMode="auto">
          <a:xfrm>
            <a:off x="7239000" y="5030788"/>
            <a:ext cx="352425" cy="763587"/>
            <a:chOff x="4560" y="3045"/>
            <a:chExt cx="222" cy="481"/>
          </a:xfrm>
        </p:grpSpPr>
        <p:sp>
          <p:nvSpPr>
            <p:cNvPr id="141357" name="Freeform 47">
              <a:extLst>
                <a:ext uri="{FF2B5EF4-FFF2-40B4-BE49-F238E27FC236}">
                  <a16:creationId xmlns:a16="http://schemas.microsoft.com/office/drawing/2014/main" id="{7906C14C-2A72-6438-616B-C140CFBF4AB0}"/>
                </a:ext>
              </a:extLst>
            </p:cNvPr>
            <p:cNvSpPr>
              <a:spLocks noChangeArrowheads="1"/>
            </p:cNvSpPr>
            <p:nvPr/>
          </p:nvSpPr>
          <p:spPr bwMode="auto">
            <a:xfrm>
              <a:off x="4569" y="3045"/>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58" name="Rectangle 48">
              <a:extLst>
                <a:ext uri="{FF2B5EF4-FFF2-40B4-BE49-F238E27FC236}">
                  <a16:creationId xmlns:a16="http://schemas.microsoft.com/office/drawing/2014/main" id="{F75B2AC3-993A-D38E-DD3D-28133B4735FB}"/>
                </a:ext>
              </a:extLst>
            </p:cNvPr>
            <p:cNvSpPr>
              <a:spLocks noChangeArrowheads="1"/>
            </p:cNvSpPr>
            <p:nvPr/>
          </p:nvSpPr>
          <p:spPr bwMode="auto">
            <a:xfrm rot="5400000">
              <a:off x="4469" y="3164"/>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grpSp>
      <p:grpSp>
        <p:nvGrpSpPr>
          <p:cNvPr id="141359" name="Group 49">
            <a:extLst>
              <a:ext uri="{FF2B5EF4-FFF2-40B4-BE49-F238E27FC236}">
                <a16:creationId xmlns:a16="http://schemas.microsoft.com/office/drawing/2014/main" id="{3DF82327-CE32-0436-0C1A-609388DADF2A}"/>
              </a:ext>
            </a:extLst>
          </p:cNvPr>
          <p:cNvGrpSpPr>
            <a:grpSpLocks/>
          </p:cNvGrpSpPr>
          <p:nvPr/>
        </p:nvGrpSpPr>
        <p:grpSpPr bwMode="auto">
          <a:xfrm>
            <a:off x="5759450" y="5183188"/>
            <a:ext cx="563563" cy="458787"/>
            <a:chOff x="3628" y="3141"/>
            <a:chExt cx="355" cy="289"/>
          </a:xfrm>
        </p:grpSpPr>
        <p:sp>
          <p:nvSpPr>
            <p:cNvPr id="141360" name="Rectangle 50">
              <a:extLst>
                <a:ext uri="{FF2B5EF4-FFF2-40B4-BE49-F238E27FC236}">
                  <a16:creationId xmlns:a16="http://schemas.microsoft.com/office/drawing/2014/main" id="{EB599C18-9A62-CB9E-E938-3273FB649B5C}"/>
                </a:ext>
              </a:extLst>
            </p:cNvPr>
            <p:cNvSpPr>
              <a:spLocks noChangeArrowheads="1"/>
            </p:cNvSpPr>
            <p:nvPr/>
          </p:nvSpPr>
          <p:spPr bwMode="auto">
            <a:xfrm>
              <a:off x="3628" y="3147"/>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nvGrpSpPr>
            <p:cNvPr id="141361" name="Group 51">
              <a:extLst>
                <a:ext uri="{FF2B5EF4-FFF2-40B4-BE49-F238E27FC236}">
                  <a16:creationId xmlns:a16="http://schemas.microsoft.com/office/drawing/2014/main" id="{1445A91E-C90E-E01E-31C2-FF529DEFCE73}"/>
                </a:ext>
              </a:extLst>
            </p:cNvPr>
            <p:cNvGrpSpPr>
              <a:grpSpLocks/>
            </p:cNvGrpSpPr>
            <p:nvPr/>
          </p:nvGrpSpPr>
          <p:grpSpPr bwMode="auto">
            <a:xfrm>
              <a:off x="3643" y="3141"/>
              <a:ext cx="340" cy="289"/>
              <a:chOff x="3643" y="3141"/>
              <a:chExt cx="340" cy="289"/>
            </a:xfrm>
          </p:grpSpPr>
          <p:sp>
            <p:nvSpPr>
              <p:cNvPr id="141362" name="Freeform 52">
                <a:extLst>
                  <a:ext uri="{FF2B5EF4-FFF2-40B4-BE49-F238E27FC236}">
                    <a16:creationId xmlns:a16="http://schemas.microsoft.com/office/drawing/2014/main" id="{E476BACE-D69E-2795-9DC0-6329413C2B32}"/>
                  </a:ext>
                </a:extLst>
              </p:cNvPr>
              <p:cNvSpPr>
                <a:spLocks noChangeArrowheads="1"/>
              </p:cNvSpPr>
              <p:nvPr/>
            </p:nvSpPr>
            <p:spPr bwMode="auto">
              <a:xfrm>
                <a:off x="3643" y="3141"/>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63" name="Freeform 53">
                <a:extLst>
                  <a:ext uri="{FF2B5EF4-FFF2-40B4-BE49-F238E27FC236}">
                    <a16:creationId xmlns:a16="http://schemas.microsoft.com/office/drawing/2014/main" id="{468E8FDC-8209-6824-4CC1-C98D0BD78783}"/>
                  </a:ext>
                </a:extLst>
              </p:cNvPr>
              <p:cNvSpPr>
                <a:spLocks noChangeArrowheads="1"/>
              </p:cNvSpPr>
              <p:nvPr/>
            </p:nvSpPr>
            <p:spPr bwMode="auto">
              <a:xfrm>
                <a:off x="3812" y="3141"/>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41364" name="Rectangle 54">
            <a:extLst>
              <a:ext uri="{FF2B5EF4-FFF2-40B4-BE49-F238E27FC236}">
                <a16:creationId xmlns:a16="http://schemas.microsoft.com/office/drawing/2014/main" id="{07D93491-C4C2-FE40-E503-D0302070FE90}"/>
              </a:ext>
            </a:extLst>
          </p:cNvPr>
          <p:cNvSpPr>
            <a:spLocks noChangeArrowheads="1"/>
          </p:cNvSpPr>
          <p:nvPr/>
        </p:nvSpPr>
        <p:spPr bwMode="auto">
          <a:xfrm>
            <a:off x="6489700" y="520065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grpSp>
        <p:nvGrpSpPr>
          <p:cNvPr id="141365" name="Group 55">
            <a:extLst>
              <a:ext uri="{FF2B5EF4-FFF2-40B4-BE49-F238E27FC236}">
                <a16:creationId xmlns:a16="http://schemas.microsoft.com/office/drawing/2014/main" id="{8BE77643-37BF-D57B-880E-48AFC9DE8DE3}"/>
              </a:ext>
            </a:extLst>
          </p:cNvPr>
          <p:cNvGrpSpPr>
            <a:grpSpLocks/>
          </p:cNvGrpSpPr>
          <p:nvPr/>
        </p:nvGrpSpPr>
        <p:grpSpPr bwMode="auto">
          <a:xfrm>
            <a:off x="6513513" y="5183188"/>
            <a:ext cx="469900" cy="458787"/>
            <a:chOff x="4103" y="3141"/>
            <a:chExt cx="296" cy="289"/>
          </a:xfrm>
        </p:grpSpPr>
        <p:sp>
          <p:nvSpPr>
            <p:cNvPr id="141366" name="Freeform 56">
              <a:extLst>
                <a:ext uri="{FF2B5EF4-FFF2-40B4-BE49-F238E27FC236}">
                  <a16:creationId xmlns:a16="http://schemas.microsoft.com/office/drawing/2014/main" id="{40217637-0E5C-D239-76C2-0900D075DB54}"/>
                </a:ext>
              </a:extLst>
            </p:cNvPr>
            <p:cNvSpPr>
              <a:spLocks noChangeArrowheads="1"/>
            </p:cNvSpPr>
            <p:nvPr/>
          </p:nvSpPr>
          <p:spPr bwMode="auto">
            <a:xfrm>
              <a:off x="4103" y="3141"/>
              <a:ext cx="149" cy="289"/>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67" name="Freeform 57">
              <a:extLst>
                <a:ext uri="{FF2B5EF4-FFF2-40B4-BE49-F238E27FC236}">
                  <a16:creationId xmlns:a16="http://schemas.microsoft.com/office/drawing/2014/main" id="{DA25C33E-DA89-7A34-F8F9-19ACD657C69C}"/>
                </a:ext>
              </a:extLst>
            </p:cNvPr>
            <p:cNvSpPr>
              <a:spLocks noChangeArrowheads="1"/>
            </p:cNvSpPr>
            <p:nvPr/>
          </p:nvSpPr>
          <p:spPr bwMode="auto">
            <a:xfrm>
              <a:off x="4251" y="3141"/>
              <a:ext cx="148" cy="289"/>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41368" name="Line 58">
            <a:extLst>
              <a:ext uri="{FF2B5EF4-FFF2-40B4-BE49-F238E27FC236}">
                <a16:creationId xmlns:a16="http://schemas.microsoft.com/office/drawing/2014/main" id="{37AC9905-21FA-8445-BE0E-55824B9D3C98}"/>
              </a:ext>
            </a:extLst>
          </p:cNvPr>
          <p:cNvSpPr>
            <a:spLocks noChangeShapeType="1"/>
          </p:cNvSpPr>
          <p:nvPr/>
        </p:nvSpPr>
        <p:spPr bwMode="auto">
          <a:xfrm>
            <a:off x="6324600" y="54117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69" name="Freeform 59">
            <a:extLst>
              <a:ext uri="{FF2B5EF4-FFF2-40B4-BE49-F238E27FC236}">
                <a16:creationId xmlns:a16="http://schemas.microsoft.com/office/drawing/2014/main" id="{0DF9B0E8-E6F5-3D90-D39E-4166CB7DAA33}"/>
              </a:ext>
            </a:extLst>
          </p:cNvPr>
          <p:cNvSpPr>
            <a:spLocks noChangeArrowheads="1"/>
          </p:cNvSpPr>
          <p:nvPr/>
        </p:nvSpPr>
        <p:spPr bwMode="auto">
          <a:xfrm>
            <a:off x="6429375" y="52593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70" name="Line 60">
            <a:extLst>
              <a:ext uri="{FF2B5EF4-FFF2-40B4-BE49-F238E27FC236}">
                <a16:creationId xmlns:a16="http://schemas.microsoft.com/office/drawing/2014/main" id="{11201FA8-58F4-B8EE-F34E-C4DFEE25D9E4}"/>
              </a:ext>
            </a:extLst>
          </p:cNvPr>
          <p:cNvSpPr>
            <a:spLocks noChangeShapeType="1"/>
          </p:cNvSpPr>
          <p:nvPr/>
        </p:nvSpPr>
        <p:spPr bwMode="auto">
          <a:xfrm>
            <a:off x="6985000" y="52593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71" name="Rectangle 61">
            <a:extLst>
              <a:ext uri="{FF2B5EF4-FFF2-40B4-BE49-F238E27FC236}">
                <a16:creationId xmlns:a16="http://schemas.microsoft.com/office/drawing/2014/main" id="{5A00BE1A-2C92-AC30-A039-8BC85B5CDB24}"/>
              </a:ext>
            </a:extLst>
          </p:cNvPr>
          <p:cNvSpPr>
            <a:spLocks noChangeArrowheads="1"/>
          </p:cNvSpPr>
          <p:nvPr/>
        </p:nvSpPr>
        <p:spPr bwMode="auto">
          <a:xfrm>
            <a:off x="7786688" y="519271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grpSp>
        <p:nvGrpSpPr>
          <p:cNvPr id="141372" name="Group 62">
            <a:extLst>
              <a:ext uri="{FF2B5EF4-FFF2-40B4-BE49-F238E27FC236}">
                <a16:creationId xmlns:a16="http://schemas.microsoft.com/office/drawing/2014/main" id="{2FEFB2E2-FA44-4A44-4708-BD54EC84C1AB}"/>
              </a:ext>
            </a:extLst>
          </p:cNvPr>
          <p:cNvGrpSpPr>
            <a:grpSpLocks/>
          </p:cNvGrpSpPr>
          <p:nvPr/>
        </p:nvGrpSpPr>
        <p:grpSpPr bwMode="auto">
          <a:xfrm>
            <a:off x="7861300" y="5183188"/>
            <a:ext cx="515938" cy="458787"/>
            <a:chOff x="4952" y="3141"/>
            <a:chExt cx="325" cy="289"/>
          </a:xfrm>
        </p:grpSpPr>
        <p:sp>
          <p:nvSpPr>
            <p:cNvPr id="141373" name="Freeform 63">
              <a:extLst>
                <a:ext uri="{FF2B5EF4-FFF2-40B4-BE49-F238E27FC236}">
                  <a16:creationId xmlns:a16="http://schemas.microsoft.com/office/drawing/2014/main" id="{68849A15-446F-61DC-4FF8-03CB02B574B9}"/>
                </a:ext>
              </a:extLst>
            </p:cNvPr>
            <p:cNvSpPr>
              <a:spLocks noChangeArrowheads="1"/>
            </p:cNvSpPr>
            <p:nvPr/>
          </p:nvSpPr>
          <p:spPr bwMode="auto">
            <a:xfrm>
              <a:off x="4952" y="3141"/>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74" name="Freeform 64">
              <a:extLst>
                <a:ext uri="{FF2B5EF4-FFF2-40B4-BE49-F238E27FC236}">
                  <a16:creationId xmlns:a16="http://schemas.microsoft.com/office/drawing/2014/main" id="{4103AFD1-1F6A-F911-7AE7-F63C48D3FCC8}"/>
                </a:ext>
              </a:extLst>
            </p:cNvPr>
            <p:cNvSpPr>
              <a:spLocks noChangeArrowheads="1"/>
            </p:cNvSpPr>
            <p:nvPr/>
          </p:nvSpPr>
          <p:spPr bwMode="auto">
            <a:xfrm>
              <a:off x="5113" y="3141"/>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41375" name="Rectangle 65">
            <a:extLst>
              <a:ext uri="{FF2B5EF4-FFF2-40B4-BE49-F238E27FC236}">
                <a16:creationId xmlns:a16="http://schemas.microsoft.com/office/drawing/2014/main" id="{8139EC07-5B90-B297-D481-6D62979040FC}"/>
              </a:ext>
            </a:extLst>
          </p:cNvPr>
          <p:cNvSpPr>
            <a:spLocks noChangeArrowheads="1"/>
          </p:cNvSpPr>
          <p:nvPr/>
        </p:nvSpPr>
        <p:spPr bwMode="auto">
          <a:xfrm>
            <a:off x="8567738" y="519271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grpSp>
        <p:nvGrpSpPr>
          <p:cNvPr id="141376" name="Group 66">
            <a:extLst>
              <a:ext uri="{FF2B5EF4-FFF2-40B4-BE49-F238E27FC236}">
                <a16:creationId xmlns:a16="http://schemas.microsoft.com/office/drawing/2014/main" id="{2FF25378-98B7-360A-C7CE-4F0959E71E21}"/>
              </a:ext>
            </a:extLst>
          </p:cNvPr>
          <p:cNvGrpSpPr>
            <a:grpSpLocks/>
          </p:cNvGrpSpPr>
          <p:nvPr/>
        </p:nvGrpSpPr>
        <p:grpSpPr bwMode="auto">
          <a:xfrm>
            <a:off x="8604250" y="5183188"/>
            <a:ext cx="450850" cy="458787"/>
            <a:chOff x="5420" y="3141"/>
            <a:chExt cx="284" cy="289"/>
          </a:xfrm>
        </p:grpSpPr>
        <p:sp>
          <p:nvSpPr>
            <p:cNvPr id="141377" name="Freeform 67">
              <a:extLst>
                <a:ext uri="{FF2B5EF4-FFF2-40B4-BE49-F238E27FC236}">
                  <a16:creationId xmlns:a16="http://schemas.microsoft.com/office/drawing/2014/main" id="{56FE5CD7-7871-B38D-5878-A1F722673325}"/>
                </a:ext>
              </a:extLst>
            </p:cNvPr>
            <p:cNvSpPr>
              <a:spLocks noChangeArrowheads="1"/>
            </p:cNvSpPr>
            <p:nvPr/>
          </p:nvSpPr>
          <p:spPr bwMode="auto">
            <a:xfrm>
              <a:off x="5420" y="3141"/>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78" name="Freeform 68">
              <a:extLst>
                <a:ext uri="{FF2B5EF4-FFF2-40B4-BE49-F238E27FC236}">
                  <a16:creationId xmlns:a16="http://schemas.microsoft.com/office/drawing/2014/main" id="{813629D5-4EA2-ED5E-E745-75522EDD516B}"/>
                </a:ext>
              </a:extLst>
            </p:cNvPr>
            <p:cNvSpPr>
              <a:spLocks noChangeArrowheads="1"/>
            </p:cNvSpPr>
            <p:nvPr/>
          </p:nvSpPr>
          <p:spPr bwMode="auto">
            <a:xfrm>
              <a:off x="5561" y="3141"/>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41379" name="Line 69">
            <a:extLst>
              <a:ext uri="{FF2B5EF4-FFF2-40B4-BE49-F238E27FC236}">
                <a16:creationId xmlns:a16="http://schemas.microsoft.com/office/drawing/2014/main" id="{BF987CE8-0C02-40CE-D99D-B548B638B602}"/>
              </a:ext>
            </a:extLst>
          </p:cNvPr>
          <p:cNvSpPr>
            <a:spLocks noChangeShapeType="1"/>
          </p:cNvSpPr>
          <p:nvPr/>
        </p:nvSpPr>
        <p:spPr bwMode="auto">
          <a:xfrm>
            <a:off x="8364538" y="541178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80" name="Line 70">
            <a:extLst>
              <a:ext uri="{FF2B5EF4-FFF2-40B4-BE49-F238E27FC236}">
                <a16:creationId xmlns:a16="http://schemas.microsoft.com/office/drawing/2014/main" id="{B331B639-CEE0-8212-F685-39AF4B2551C7}"/>
              </a:ext>
            </a:extLst>
          </p:cNvPr>
          <p:cNvSpPr>
            <a:spLocks noChangeShapeType="1"/>
          </p:cNvSpPr>
          <p:nvPr/>
        </p:nvSpPr>
        <p:spPr bwMode="auto">
          <a:xfrm>
            <a:off x="7596188" y="541178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81" name="Freeform 71">
            <a:extLst>
              <a:ext uri="{FF2B5EF4-FFF2-40B4-BE49-F238E27FC236}">
                <a16:creationId xmlns:a16="http://schemas.microsoft.com/office/drawing/2014/main" id="{CCFF792F-F2A2-4390-4E00-20D011AC17D9}"/>
              </a:ext>
            </a:extLst>
          </p:cNvPr>
          <p:cNvSpPr>
            <a:spLocks noChangeArrowheads="1"/>
          </p:cNvSpPr>
          <p:nvPr/>
        </p:nvSpPr>
        <p:spPr bwMode="auto">
          <a:xfrm>
            <a:off x="7794625" y="541178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82" name="Line 72">
            <a:extLst>
              <a:ext uri="{FF2B5EF4-FFF2-40B4-BE49-F238E27FC236}">
                <a16:creationId xmlns:a16="http://schemas.microsoft.com/office/drawing/2014/main" id="{4F8195D6-71AD-6619-BB0C-646976DC9955}"/>
              </a:ext>
            </a:extLst>
          </p:cNvPr>
          <p:cNvSpPr>
            <a:spLocks noChangeShapeType="1"/>
          </p:cNvSpPr>
          <p:nvPr/>
        </p:nvSpPr>
        <p:spPr bwMode="auto">
          <a:xfrm>
            <a:off x="6985000" y="55641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83" name="Freeform 73">
            <a:extLst>
              <a:ext uri="{FF2B5EF4-FFF2-40B4-BE49-F238E27FC236}">
                <a16:creationId xmlns:a16="http://schemas.microsoft.com/office/drawing/2014/main" id="{B6BE2339-AA56-EA4F-7085-CCE7E149690A}"/>
              </a:ext>
            </a:extLst>
          </p:cNvPr>
          <p:cNvSpPr>
            <a:spLocks noChangeArrowheads="1"/>
          </p:cNvSpPr>
          <p:nvPr/>
        </p:nvSpPr>
        <p:spPr bwMode="auto">
          <a:xfrm>
            <a:off x="7177088" y="540385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23980" name="Rectangle 76">
            <a:extLst>
              <a:ext uri="{FF2B5EF4-FFF2-40B4-BE49-F238E27FC236}">
                <a16:creationId xmlns:a16="http://schemas.microsoft.com/office/drawing/2014/main" id="{3178B900-7DE5-D197-68E5-D249FCF4403D}"/>
              </a:ext>
            </a:extLst>
          </p:cNvPr>
          <p:cNvSpPr>
            <a:spLocks noChangeArrowheads="1"/>
          </p:cNvSpPr>
          <p:nvPr/>
        </p:nvSpPr>
        <p:spPr bwMode="auto">
          <a:xfrm>
            <a:off x="85725" y="714375"/>
            <a:ext cx="8904288"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buFontTx/>
              <a:buChar char="•"/>
            </a:pPr>
            <a:r>
              <a:rPr lang="zh-CN" altLang="en-US" sz="2000">
                <a:solidFill>
                  <a:srgbClr val="CC0000"/>
                </a:solidFill>
                <a:latin typeface="Arial" panose="020B0604020202020204" pitchFamily="34" charset="0"/>
                <a:ea typeface="黑体" panose="02010609060101010101" pitchFamily="49" charset="-122"/>
              </a:rPr>
              <a:t> </a:t>
            </a:r>
            <a:r>
              <a:rPr lang="zh-CN" altLang="en-US" sz="2000">
                <a:solidFill>
                  <a:srgbClr val="CC0000"/>
                </a:solidFill>
                <a:latin typeface="微软雅黑" panose="020B0503020204020204" pitchFamily="34" charset="-122"/>
                <a:ea typeface="微软雅黑" panose="020B0503020204020204" pitchFamily="34" charset="-122"/>
              </a:rPr>
              <a:t>由编译器插入三条</a:t>
            </a:r>
            <a:r>
              <a:rPr lang="en-US" altLang="zh-CN" sz="2000">
                <a:solidFill>
                  <a:srgbClr val="CC0000"/>
                </a:solidFill>
                <a:latin typeface="微软雅黑" panose="020B0503020204020204" pitchFamily="34" charset="-122"/>
                <a:ea typeface="微软雅黑" panose="020B0503020204020204" pitchFamily="34" charset="-122"/>
              </a:rPr>
              <a:t>NOP</a:t>
            </a:r>
            <a:r>
              <a:rPr lang="zh-CN" altLang="en-US" sz="2000">
                <a:solidFill>
                  <a:srgbClr val="CC0000"/>
                </a:solidFill>
                <a:latin typeface="微软雅黑" panose="020B0503020204020204" pitchFamily="34" charset="-122"/>
                <a:ea typeface="微软雅黑" panose="020B0503020204020204" pitchFamily="34" charset="-122"/>
              </a:rPr>
              <a:t>指令，</a:t>
            </a:r>
            <a:r>
              <a:rPr lang="zh-CN" altLang="en-US" sz="2000">
                <a:latin typeface="华光细黑_CNKI" pitchFamily="2" charset="-122"/>
                <a:ea typeface="华光细黑_CNKI" pitchFamily="2" charset="-122"/>
              </a:rPr>
              <a:t>延迟到分支指令能够确定是否转移有新值以后再执行后续有效的指令！</a:t>
            </a:r>
            <a:r>
              <a:rPr lang="zh-CN" altLang="en-US" sz="2000">
                <a:solidFill>
                  <a:srgbClr val="CC0000"/>
                </a:solidFill>
                <a:latin typeface="微软雅黑" panose="020B0503020204020204" pitchFamily="34" charset="-122"/>
                <a:ea typeface="微软雅黑" panose="020B0503020204020204" pitchFamily="34" charset="-122"/>
              </a:rPr>
              <a:t>浪费三条指令的空间和时间，是最差的做法。</a:t>
            </a:r>
          </a:p>
          <a:p>
            <a:r>
              <a:rPr lang="zh-CN" altLang="en-US" sz="2000">
                <a:solidFill>
                  <a:srgbClr val="CC0000"/>
                </a:solidFill>
                <a:latin typeface="微软雅黑" panose="020B0503020204020204" pitchFamily="34" charset="-122"/>
                <a:ea typeface="微软雅黑" panose="020B0503020204020204" pitchFamily="34" charset="-122"/>
              </a:rPr>
              <a:t>  好处：数据通路简单，即无需改数据通路。</a:t>
            </a:r>
          </a:p>
        </p:txBody>
      </p:sp>
      <p:sp>
        <p:nvSpPr>
          <p:cNvPr id="141385" name="Rectangle 77">
            <a:extLst>
              <a:ext uri="{FF2B5EF4-FFF2-40B4-BE49-F238E27FC236}">
                <a16:creationId xmlns:a16="http://schemas.microsoft.com/office/drawing/2014/main" id="{6509858E-2B5D-5D3C-71A3-DC20E41932AF}"/>
              </a:ext>
            </a:extLst>
          </p:cNvPr>
          <p:cNvSpPr>
            <a:spLocks noChangeArrowheads="1"/>
          </p:cNvSpPr>
          <p:nvPr/>
        </p:nvSpPr>
        <p:spPr bwMode="auto">
          <a:xfrm>
            <a:off x="947738" y="2898775"/>
            <a:ext cx="833437"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solidFill>
                  <a:schemeClr val="accent1"/>
                </a:solidFill>
                <a:latin typeface="Arial" panose="020B0604020202020204" pitchFamily="34" charset="0"/>
                <a:ea typeface="宋体" panose="02010600030101010101" pitchFamily="2" charset="-122"/>
              </a:rPr>
              <a:t>nop</a:t>
            </a:r>
          </a:p>
        </p:txBody>
      </p:sp>
      <p:sp>
        <p:nvSpPr>
          <p:cNvPr id="141386" name="Rectangle 78">
            <a:extLst>
              <a:ext uri="{FF2B5EF4-FFF2-40B4-BE49-F238E27FC236}">
                <a16:creationId xmlns:a16="http://schemas.microsoft.com/office/drawing/2014/main" id="{B7A25862-C670-6D2B-849D-D0E08D24FA49}"/>
              </a:ext>
            </a:extLst>
          </p:cNvPr>
          <p:cNvSpPr>
            <a:spLocks noChangeArrowheads="1"/>
          </p:cNvSpPr>
          <p:nvPr/>
        </p:nvSpPr>
        <p:spPr bwMode="auto">
          <a:xfrm>
            <a:off x="947738" y="3592513"/>
            <a:ext cx="833437"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solidFill>
                  <a:schemeClr val="accent1"/>
                </a:solidFill>
                <a:latin typeface="Arial" panose="020B0604020202020204" pitchFamily="34" charset="0"/>
                <a:ea typeface="宋体" panose="02010600030101010101" pitchFamily="2" charset="-122"/>
              </a:rPr>
              <a:t>nop</a:t>
            </a:r>
          </a:p>
        </p:txBody>
      </p:sp>
      <p:sp>
        <p:nvSpPr>
          <p:cNvPr id="141387" name="Rectangle 79">
            <a:extLst>
              <a:ext uri="{FF2B5EF4-FFF2-40B4-BE49-F238E27FC236}">
                <a16:creationId xmlns:a16="http://schemas.microsoft.com/office/drawing/2014/main" id="{AA1B41AD-EF6F-9798-B79D-1BB97AF65720}"/>
              </a:ext>
            </a:extLst>
          </p:cNvPr>
          <p:cNvSpPr>
            <a:spLocks noChangeArrowheads="1"/>
          </p:cNvSpPr>
          <p:nvPr/>
        </p:nvSpPr>
        <p:spPr bwMode="auto">
          <a:xfrm>
            <a:off x="985838" y="4321175"/>
            <a:ext cx="833437"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a:solidFill>
                  <a:schemeClr val="accent1"/>
                </a:solidFill>
                <a:latin typeface="Arial" panose="020B0604020202020204" pitchFamily="34" charset="0"/>
                <a:ea typeface="宋体" panose="02010600030101010101" pitchFamily="2" charset="-122"/>
              </a:rPr>
              <a:t>nop</a:t>
            </a:r>
          </a:p>
        </p:txBody>
      </p:sp>
      <p:sp>
        <p:nvSpPr>
          <p:cNvPr id="141388" name="Freeform 103">
            <a:extLst>
              <a:ext uri="{FF2B5EF4-FFF2-40B4-BE49-F238E27FC236}">
                <a16:creationId xmlns:a16="http://schemas.microsoft.com/office/drawing/2014/main" id="{6DB1E877-45B7-5BAF-8E28-A54CC1C1339D}"/>
              </a:ext>
            </a:extLst>
          </p:cNvPr>
          <p:cNvSpPr>
            <a:spLocks noChangeArrowheads="1"/>
          </p:cNvSpPr>
          <p:nvPr/>
        </p:nvSpPr>
        <p:spPr bwMode="auto">
          <a:xfrm>
            <a:off x="4714875" y="304958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89" name="Freeform 104">
            <a:extLst>
              <a:ext uri="{FF2B5EF4-FFF2-40B4-BE49-F238E27FC236}">
                <a16:creationId xmlns:a16="http://schemas.microsoft.com/office/drawing/2014/main" id="{41A66269-3213-125B-5231-0D849C48DD9B}"/>
              </a:ext>
            </a:extLst>
          </p:cNvPr>
          <p:cNvSpPr>
            <a:spLocks noChangeArrowheads="1"/>
          </p:cNvSpPr>
          <p:nvPr/>
        </p:nvSpPr>
        <p:spPr bwMode="auto">
          <a:xfrm>
            <a:off x="5392738" y="376078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90" name="Freeform 105">
            <a:extLst>
              <a:ext uri="{FF2B5EF4-FFF2-40B4-BE49-F238E27FC236}">
                <a16:creationId xmlns:a16="http://schemas.microsoft.com/office/drawing/2014/main" id="{B7876826-7267-8901-933B-FE07BCC80681}"/>
              </a:ext>
            </a:extLst>
          </p:cNvPr>
          <p:cNvSpPr>
            <a:spLocks noChangeArrowheads="1"/>
          </p:cNvSpPr>
          <p:nvPr/>
        </p:nvSpPr>
        <p:spPr bwMode="auto">
          <a:xfrm>
            <a:off x="6070600" y="4471988"/>
            <a:ext cx="234950" cy="458787"/>
          </a:xfrm>
          <a:custGeom>
            <a:avLst/>
            <a:gdLst>
              <a:gd name="T0" fmla="*/ 0 w 148"/>
              <a:gd name="T1" fmla="*/ 0 h 289"/>
              <a:gd name="T2" fmla="*/ 147 w 148"/>
              <a:gd name="T3" fmla="*/ 0 h 289"/>
              <a:gd name="T4" fmla="*/ 147 w 148"/>
              <a:gd name="T5" fmla="*/ 288 h 289"/>
              <a:gd name="T6" fmla="*/ 0 w 148"/>
              <a:gd name="T7" fmla="*/ 288 h 289"/>
            </a:gdLst>
            <a:ahLst/>
            <a:cxnLst>
              <a:cxn ang="0">
                <a:pos x="T0" y="T1"/>
              </a:cxn>
              <a:cxn ang="0">
                <a:pos x="T2" y="T3"/>
              </a:cxn>
              <a:cxn ang="0">
                <a:pos x="T4" y="T5"/>
              </a:cxn>
              <a:cxn ang="0">
                <a:pos x="T6" y="T7"/>
              </a:cxn>
            </a:cxnLst>
            <a:rect l="0" t="0" r="r" b="b"/>
            <a:pathLst>
              <a:path w="148" h="289">
                <a:moveTo>
                  <a:pt x="0" y="0"/>
                </a:moveTo>
                <a:lnTo>
                  <a:pt x="147" y="0"/>
                </a:lnTo>
                <a:lnTo>
                  <a:pt x="147"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41391" name="Group 106">
            <a:extLst>
              <a:ext uri="{FF2B5EF4-FFF2-40B4-BE49-F238E27FC236}">
                <a16:creationId xmlns:a16="http://schemas.microsoft.com/office/drawing/2014/main" id="{BDC53784-2548-08AD-3F48-D9FE6766BBA1}"/>
              </a:ext>
            </a:extLst>
          </p:cNvPr>
          <p:cNvGrpSpPr>
            <a:grpSpLocks/>
          </p:cNvGrpSpPr>
          <p:nvPr/>
        </p:nvGrpSpPr>
        <p:grpSpPr bwMode="auto">
          <a:xfrm>
            <a:off x="5205413" y="2897188"/>
            <a:ext cx="352425" cy="763587"/>
            <a:chOff x="3279" y="1701"/>
            <a:chExt cx="222" cy="481"/>
          </a:xfrm>
        </p:grpSpPr>
        <p:sp>
          <p:nvSpPr>
            <p:cNvPr id="141392" name="Freeform 107">
              <a:extLst>
                <a:ext uri="{FF2B5EF4-FFF2-40B4-BE49-F238E27FC236}">
                  <a16:creationId xmlns:a16="http://schemas.microsoft.com/office/drawing/2014/main" id="{D29E17FD-9FC9-ACDA-860C-D2C80DD0A7F4}"/>
                </a:ext>
              </a:extLst>
            </p:cNvPr>
            <p:cNvSpPr>
              <a:spLocks noChangeArrowheads="1"/>
            </p:cNvSpPr>
            <p:nvPr/>
          </p:nvSpPr>
          <p:spPr bwMode="auto">
            <a:xfrm>
              <a:off x="3288" y="1701"/>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93" name="Rectangle 108">
              <a:extLst>
                <a:ext uri="{FF2B5EF4-FFF2-40B4-BE49-F238E27FC236}">
                  <a16:creationId xmlns:a16="http://schemas.microsoft.com/office/drawing/2014/main" id="{BD385F63-10B7-F19E-FD90-F240D838B292}"/>
                </a:ext>
              </a:extLst>
            </p:cNvPr>
            <p:cNvSpPr>
              <a:spLocks noChangeArrowheads="1"/>
            </p:cNvSpPr>
            <p:nvPr/>
          </p:nvSpPr>
          <p:spPr bwMode="auto">
            <a:xfrm rot="5400000">
              <a:off x="3188" y="1820"/>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grpSp>
      <p:grpSp>
        <p:nvGrpSpPr>
          <p:cNvPr id="141394" name="Group 109">
            <a:extLst>
              <a:ext uri="{FF2B5EF4-FFF2-40B4-BE49-F238E27FC236}">
                <a16:creationId xmlns:a16="http://schemas.microsoft.com/office/drawing/2014/main" id="{324AEBFA-76F1-6646-88E4-6F6BF09CEB01}"/>
              </a:ext>
            </a:extLst>
          </p:cNvPr>
          <p:cNvGrpSpPr>
            <a:grpSpLocks/>
          </p:cNvGrpSpPr>
          <p:nvPr/>
        </p:nvGrpSpPr>
        <p:grpSpPr bwMode="auto">
          <a:xfrm>
            <a:off x="3725863" y="3049588"/>
            <a:ext cx="563562" cy="458787"/>
            <a:chOff x="2347" y="1797"/>
            <a:chExt cx="355" cy="289"/>
          </a:xfrm>
        </p:grpSpPr>
        <p:sp>
          <p:nvSpPr>
            <p:cNvPr id="141395" name="Rectangle 110">
              <a:extLst>
                <a:ext uri="{FF2B5EF4-FFF2-40B4-BE49-F238E27FC236}">
                  <a16:creationId xmlns:a16="http://schemas.microsoft.com/office/drawing/2014/main" id="{04FC60F1-1E83-7291-8A01-21AE69397F1E}"/>
                </a:ext>
              </a:extLst>
            </p:cNvPr>
            <p:cNvSpPr>
              <a:spLocks noChangeArrowheads="1"/>
            </p:cNvSpPr>
            <p:nvPr/>
          </p:nvSpPr>
          <p:spPr bwMode="auto">
            <a:xfrm>
              <a:off x="2347" y="1803"/>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nvGrpSpPr>
            <p:cNvPr id="141396" name="Group 111">
              <a:extLst>
                <a:ext uri="{FF2B5EF4-FFF2-40B4-BE49-F238E27FC236}">
                  <a16:creationId xmlns:a16="http://schemas.microsoft.com/office/drawing/2014/main" id="{7EF3E2A6-AB2A-327A-942D-512BFA955492}"/>
                </a:ext>
              </a:extLst>
            </p:cNvPr>
            <p:cNvGrpSpPr>
              <a:grpSpLocks/>
            </p:cNvGrpSpPr>
            <p:nvPr/>
          </p:nvGrpSpPr>
          <p:grpSpPr bwMode="auto">
            <a:xfrm>
              <a:off x="2362" y="1797"/>
              <a:ext cx="340" cy="289"/>
              <a:chOff x="2362" y="1797"/>
              <a:chExt cx="340" cy="289"/>
            </a:xfrm>
          </p:grpSpPr>
          <p:sp>
            <p:nvSpPr>
              <p:cNvPr id="141397" name="Freeform 112">
                <a:extLst>
                  <a:ext uri="{FF2B5EF4-FFF2-40B4-BE49-F238E27FC236}">
                    <a16:creationId xmlns:a16="http://schemas.microsoft.com/office/drawing/2014/main" id="{F1806B54-0BEF-2CA0-83E8-41B78212E3EF}"/>
                  </a:ext>
                </a:extLst>
              </p:cNvPr>
              <p:cNvSpPr>
                <a:spLocks noChangeArrowheads="1"/>
              </p:cNvSpPr>
              <p:nvPr/>
            </p:nvSpPr>
            <p:spPr bwMode="auto">
              <a:xfrm>
                <a:off x="2362" y="1797"/>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398" name="Freeform 113">
                <a:extLst>
                  <a:ext uri="{FF2B5EF4-FFF2-40B4-BE49-F238E27FC236}">
                    <a16:creationId xmlns:a16="http://schemas.microsoft.com/office/drawing/2014/main" id="{C654676E-B403-489A-8761-EED6DF89CE68}"/>
                  </a:ext>
                </a:extLst>
              </p:cNvPr>
              <p:cNvSpPr>
                <a:spLocks noChangeArrowheads="1"/>
              </p:cNvSpPr>
              <p:nvPr/>
            </p:nvSpPr>
            <p:spPr bwMode="auto">
              <a:xfrm>
                <a:off x="2531" y="1797"/>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41399" name="Rectangle 114">
            <a:extLst>
              <a:ext uri="{FF2B5EF4-FFF2-40B4-BE49-F238E27FC236}">
                <a16:creationId xmlns:a16="http://schemas.microsoft.com/office/drawing/2014/main" id="{59B4F398-778E-01B4-1994-3289CE858BED}"/>
              </a:ext>
            </a:extLst>
          </p:cNvPr>
          <p:cNvSpPr>
            <a:spLocks noChangeArrowheads="1"/>
          </p:cNvSpPr>
          <p:nvPr/>
        </p:nvSpPr>
        <p:spPr bwMode="auto">
          <a:xfrm>
            <a:off x="4456113" y="306705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41400" name="Freeform 115">
            <a:extLst>
              <a:ext uri="{FF2B5EF4-FFF2-40B4-BE49-F238E27FC236}">
                <a16:creationId xmlns:a16="http://schemas.microsoft.com/office/drawing/2014/main" id="{823D64F7-69A9-7520-9AF0-18F6527CBA5B}"/>
              </a:ext>
            </a:extLst>
          </p:cNvPr>
          <p:cNvSpPr>
            <a:spLocks noChangeArrowheads="1"/>
          </p:cNvSpPr>
          <p:nvPr/>
        </p:nvSpPr>
        <p:spPr bwMode="auto">
          <a:xfrm>
            <a:off x="4479925" y="304958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01" name="Line 116">
            <a:extLst>
              <a:ext uri="{FF2B5EF4-FFF2-40B4-BE49-F238E27FC236}">
                <a16:creationId xmlns:a16="http://schemas.microsoft.com/office/drawing/2014/main" id="{2C4C2906-48E1-F7E1-6037-6940ADA2F99D}"/>
              </a:ext>
            </a:extLst>
          </p:cNvPr>
          <p:cNvSpPr>
            <a:spLocks noChangeShapeType="1"/>
          </p:cNvSpPr>
          <p:nvPr/>
        </p:nvSpPr>
        <p:spPr bwMode="auto">
          <a:xfrm>
            <a:off x="4291013" y="32781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02" name="Freeform 117">
            <a:extLst>
              <a:ext uri="{FF2B5EF4-FFF2-40B4-BE49-F238E27FC236}">
                <a16:creationId xmlns:a16="http://schemas.microsoft.com/office/drawing/2014/main" id="{2C2CBE3C-B061-0A27-6E29-22F95AFB7BED}"/>
              </a:ext>
            </a:extLst>
          </p:cNvPr>
          <p:cNvSpPr>
            <a:spLocks noChangeArrowheads="1"/>
          </p:cNvSpPr>
          <p:nvPr/>
        </p:nvSpPr>
        <p:spPr bwMode="auto">
          <a:xfrm>
            <a:off x="4395788" y="31257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03" name="Line 118">
            <a:extLst>
              <a:ext uri="{FF2B5EF4-FFF2-40B4-BE49-F238E27FC236}">
                <a16:creationId xmlns:a16="http://schemas.microsoft.com/office/drawing/2014/main" id="{CB19F64B-DE11-F223-408F-D12C32C6301F}"/>
              </a:ext>
            </a:extLst>
          </p:cNvPr>
          <p:cNvSpPr>
            <a:spLocks noChangeShapeType="1"/>
          </p:cNvSpPr>
          <p:nvPr/>
        </p:nvSpPr>
        <p:spPr bwMode="auto">
          <a:xfrm>
            <a:off x="4951413" y="31257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04" name="Rectangle 119">
            <a:extLst>
              <a:ext uri="{FF2B5EF4-FFF2-40B4-BE49-F238E27FC236}">
                <a16:creationId xmlns:a16="http://schemas.microsoft.com/office/drawing/2014/main" id="{27263CEC-B4D7-CD47-2F20-33BE195D5A30}"/>
              </a:ext>
            </a:extLst>
          </p:cNvPr>
          <p:cNvSpPr>
            <a:spLocks noChangeArrowheads="1"/>
          </p:cNvSpPr>
          <p:nvPr/>
        </p:nvSpPr>
        <p:spPr bwMode="auto">
          <a:xfrm>
            <a:off x="5753100" y="305911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grpSp>
        <p:nvGrpSpPr>
          <p:cNvPr id="141405" name="Group 120">
            <a:extLst>
              <a:ext uri="{FF2B5EF4-FFF2-40B4-BE49-F238E27FC236}">
                <a16:creationId xmlns:a16="http://schemas.microsoft.com/office/drawing/2014/main" id="{920160B1-9AAD-5D57-C410-4389BF2A1C17}"/>
              </a:ext>
            </a:extLst>
          </p:cNvPr>
          <p:cNvGrpSpPr>
            <a:grpSpLocks/>
          </p:cNvGrpSpPr>
          <p:nvPr/>
        </p:nvGrpSpPr>
        <p:grpSpPr bwMode="auto">
          <a:xfrm>
            <a:off x="5827713" y="3049588"/>
            <a:ext cx="515937" cy="458787"/>
            <a:chOff x="3671" y="1797"/>
            <a:chExt cx="325" cy="289"/>
          </a:xfrm>
        </p:grpSpPr>
        <p:sp>
          <p:nvSpPr>
            <p:cNvPr id="141406" name="Freeform 121">
              <a:extLst>
                <a:ext uri="{FF2B5EF4-FFF2-40B4-BE49-F238E27FC236}">
                  <a16:creationId xmlns:a16="http://schemas.microsoft.com/office/drawing/2014/main" id="{AF1B5521-FC4C-E0DD-DD1E-4834DDCB6A40}"/>
                </a:ext>
              </a:extLst>
            </p:cNvPr>
            <p:cNvSpPr>
              <a:spLocks noChangeArrowheads="1"/>
            </p:cNvSpPr>
            <p:nvPr/>
          </p:nvSpPr>
          <p:spPr bwMode="auto">
            <a:xfrm>
              <a:off x="3671" y="1797"/>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07" name="Freeform 122">
              <a:extLst>
                <a:ext uri="{FF2B5EF4-FFF2-40B4-BE49-F238E27FC236}">
                  <a16:creationId xmlns:a16="http://schemas.microsoft.com/office/drawing/2014/main" id="{EB4DCE0D-04C8-9FD9-67B3-3B85C3F037FC}"/>
                </a:ext>
              </a:extLst>
            </p:cNvPr>
            <p:cNvSpPr>
              <a:spLocks noChangeArrowheads="1"/>
            </p:cNvSpPr>
            <p:nvPr/>
          </p:nvSpPr>
          <p:spPr bwMode="auto">
            <a:xfrm>
              <a:off x="3832" y="1797"/>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41408" name="Rectangle 123">
            <a:extLst>
              <a:ext uri="{FF2B5EF4-FFF2-40B4-BE49-F238E27FC236}">
                <a16:creationId xmlns:a16="http://schemas.microsoft.com/office/drawing/2014/main" id="{E812D02B-EF3B-C719-6CA0-050646CC5BB3}"/>
              </a:ext>
            </a:extLst>
          </p:cNvPr>
          <p:cNvSpPr>
            <a:spLocks noChangeArrowheads="1"/>
          </p:cNvSpPr>
          <p:nvPr/>
        </p:nvSpPr>
        <p:spPr bwMode="auto">
          <a:xfrm>
            <a:off x="6534150" y="305911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grpSp>
        <p:nvGrpSpPr>
          <p:cNvPr id="141409" name="Group 124">
            <a:extLst>
              <a:ext uri="{FF2B5EF4-FFF2-40B4-BE49-F238E27FC236}">
                <a16:creationId xmlns:a16="http://schemas.microsoft.com/office/drawing/2014/main" id="{F56FE3CA-8A63-964A-5BBE-B969D32E0153}"/>
              </a:ext>
            </a:extLst>
          </p:cNvPr>
          <p:cNvGrpSpPr>
            <a:grpSpLocks/>
          </p:cNvGrpSpPr>
          <p:nvPr/>
        </p:nvGrpSpPr>
        <p:grpSpPr bwMode="auto">
          <a:xfrm>
            <a:off x="6570663" y="3049588"/>
            <a:ext cx="450850" cy="458787"/>
            <a:chOff x="4139" y="1797"/>
            <a:chExt cx="284" cy="289"/>
          </a:xfrm>
        </p:grpSpPr>
        <p:sp>
          <p:nvSpPr>
            <p:cNvPr id="141410" name="Freeform 125">
              <a:extLst>
                <a:ext uri="{FF2B5EF4-FFF2-40B4-BE49-F238E27FC236}">
                  <a16:creationId xmlns:a16="http://schemas.microsoft.com/office/drawing/2014/main" id="{BF2C1250-C3CF-B455-5FE7-54653CC9CF1F}"/>
                </a:ext>
              </a:extLst>
            </p:cNvPr>
            <p:cNvSpPr>
              <a:spLocks noChangeArrowheads="1"/>
            </p:cNvSpPr>
            <p:nvPr/>
          </p:nvSpPr>
          <p:spPr bwMode="auto">
            <a:xfrm>
              <a:off x="4139" y="1797"/>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11" name="Freeform 126">
              <a:extLst>
                <a:ext uri="{FF2B5EF4-FFF2-40B4-BE49-F238E27FC236}">
                  <a16:creationId xmlns:a16="http://schemas.microsoft.com/office/drawing/2014/main" id="{2E2E7F4B-F02A-B007-6348-6587284C8A4F}"/>
                </a:ext>
              </a:extLst>
            </p:cNvPr>
            <p:cNvSpPr>
              <a:spLocks noChangeArrowheads="1"/>
            </p:cNvSpPr>
            <p:nvPr/>
          </p:nvSpPr>
          <p:spPr bwMode="auto">
            <a:xfrm>
              <a:off x="4280" y="1797"/>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41412" name="Line 127">
            <a:extLst>
              <a:ext uri="{FF2B5EF4-FFF2-40B4-BE49-F238E27FC236}">
                <a16:creationId xmlns:a16="http://schemas.microsoft.com/office/drawing/2014/main" id="{BEEB9365-BAB9-A7CF-60FF-9DD2D0358F81}"/>
              </a:ext>
            </a:extLst>
          </p:cNvPr>
          <p:cNvSpPr>
            <a:spLocks noChangeShapeType="1"/>
          </p:cNvSpPr>
          <p:nvPr/>
        </p:nvSpPr>
        <p:spPr bwMode="auto">
          <a:xfrm>
            <a:off x="6330950" y="327818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13" name="Line 128">
            <a:extLst>
              <a:ext uri="{FF2B5EF4-FFF2-40B4-BE49-F238E27FC236}">
                <a16:creationId xmlns:a16="http://schemas.microsoft.com/office/drawing/2014/main" id="{B69ADA43-A1EC-10D6-486F-C3D0BF11068B}"/>
              </a:ext>
            </a:extLst>
          </p:cNvPr>
          <p:cNvSpPr>
            <a:spLocks noChangeShapeType="1"/>
          </p:cNvSpPr>
          <p:nvPr/>
        </p:nvSpPr>
        <p:spPr bwMode="auto">
          <a:xfrm>
            <a:off x="5562600" y="327818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14" name="Freeform 129">
            <a:extLst>
              <a:ext uri="{FF2B5EF4-FFF2-40B4-BE49-F238E27FC236}">
                <a16:creationId xmlns:a16="http://schemas.microsoft.com/office/drawing/2014/main" id="{40CDFCA0-0904-1D95-79A3-BC8DDBEBD793}"/>
              </a:ext>
            </a:extLst>
          </p:cNvPr>
          <p:cNvSpPr>
            <a:spLocks noChangeArrowheads="1"/>
          </p:cNvSpPr>
          <p:nvPr/>
        </p:nvSpPr>
        <p:spPr bwMode="auto">
          <a:xfrm>
            <a:off x="5761038" y="327818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15" name="Line 130">
            <a:extLst>
              <a:ext uri="{FF2B5EF4-FFF2-40B4-BE49-F238E27FC236}">
                <a16:creationId xmlns:a16="http://schemas.microsoft.com/office/drawing/2014/main" id="{8A43B46D-D9C4-10DE-0F39-27FFB73CDFC6}"/>
              </a:ext>
            </a:extLst>
          </p:cNvPr>
          <p:cNvSpPr>
            <a:spLocks noChangeShapeType="1"/>
          </p:cNvSpPr>
          <p:nvPr/>
        </p:nvSpPr>
        <p:spPr bwMode="auto">
          <a:xfrm>
            <a:off x="4951413" y="34305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16" name="Freeform 131">
            <a:extLst>
              <a:ext uri="{FF2B5EF4-FFF2-40B4-BE49-F238E27FC236}">
                <a16:creationId xmlns:a16="http://schemas.microsoft.com/office/drawing/2014/main" id="{00564E32-B56B-D076-FFF3-7AD921AA3C20}"/>
              </a:ext>
            </a:extLst>
          </p:cNvPr>
          <p:cNvSpPr>
            <a:spLocks noChangeArrowheads="1"/>
          </p:cNvSpPr>
          <p:nvPr/>
        </p:nvSpPr>
        <p:spPr bwMode="auto">
          <a:xfrm>
            <a:off x="5130800" y="3270250"/>
            <a:ext cx="534988"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17" name="Freeform 132">
            <a:extLst>
              <a:ext uri="{FF2B5EF4-FFF2-40B4-BE49-F238E27FC236}">
                <a16:creationId xmlns:a16="http://schemas.microsoft.com/office/drawing/2014/main" id="{74F4BFA2-4F0B-2BEF-5876-A70AFEC28ADB}"/>
              </a:ext>
            </a:extLst>
          </p:cNvPr>
          <p:cNvSpPr>
            <a:spLocks noChangeArrowheads="1"/>
          </p:cNvSpPr>
          <p:nvPr/>
        </p:nvSpPr>
        <p:spPr bwMode="auto">
          <a:xfrm>
            <a:off x="6438900" y="3989388"/>
            <a:ext cx="684213"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141418" name="Group 133">
            <a:extLst>
              <a:ext uri="{FF2B5EF4-FFF2-40B4-BE49-F238E27FC236}">
                <a16:creationId xmlns:a16="http://schemas.microsoft.com/office/drawing/2014/main" id="{82238269-E813-1D45-B6CC-A30DBC31F9D3}"/>
              </a:ext>
            </a:extLst>
          </p:cNvPr>
          <p:cNvGrpSpPr>
            <a:grpSpLocks/>
          </p:cNvGrpSpPr>
          <p:nvPr/>
        </p:nvGrpSpPr>
        <p:grpSpPr bwMode="auto">
          <a:xfrm>
            <a:off x="5883275" y="3608388"/>
            <a:ext cx="352425" cy="763587"/>
            <a:chOff x="3706" y="2149"/>
            <a:chExt cx="222" cy="481"/>
          </a:xfrm>
        </p:grpSpPr>
        <p:sp>
          <p:nvSpPr>
            <p:cNvPr id="141419" name="Freeform 134">
              <a:extLst>
                <a:ext uri="{FF2B5EF4-FFF2-40B4-BE49-F238E27FC236}">
                  <a16:creationId xmlns:a16="http://schemas.microsoft.com/office/drawing/2014/main" id="{4BC362BB-21A0-B125-1BB1-3689B4CAB2B8}"/>
                </a:ext>
              </a:extLst>
            </p:cNvPr>
            <p:cNvSpPr>
              <a:spLocks noChangeArrowheads="1"/>
            </p:cNvSpPr>
            <p:nvPr/>
          </p:nvSpPr>
          <p:spPr bwMode="auto">
            <a:xfrm>
              <a:off x="3715" y="2149"/>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20" name="Rectangle 135">
              <a:extLst>
                <a:ext uri="{FF2B5EF4-FFF2-40B4-BE49-F238E27FC236}">
                  <a16:creationId xmlns:a16="http://schemas.microsoft.com/office/drawing/2014/main" id="{DC9F9A88-219D-DE9A-A755-65797B6D308F}"/>
                </a:ext>
              </a:extLst>
            </p:cNvPr>
            <p:cNvSpPr>
              <a:spLocks noChangeArrowheads="1"/>
            </p:cNvSpPr>
            <p:nvPr/>
          </p:nvSpPr>
          <p:spPr bwMode="auto">
            <a:xfrm rot="5400000">
              <a:off x="3615" y="2268"/>
              <a:ext cx="38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grpSp>
      <p:grpSp>
        <p:nvGrpSpPr>
          <p:cNvPr id="141421" name="Group 136">
            <a:extLst>
              <a:ext uri="{FF2B5EF4-FFF2-40B4-BE49-F238E27FC236}">
                <a16:creationId xmlns:a16="http://schemas.microsoft.com/office/drawing/2014/main" id="{1BD513DD-1D74-4EEC-BED0-F6F511E88281}"/>
              </a:ext>
            </a:extLst>
          </p:cNvPr>
          <p:cNvGrpSpPr>
            <a:grpSpLocks/>
          </p:cNvGrpSpPr>
          <p:nvPr/>
        </p:nvGrpSpPr>
        <p:grpSpPr bwMode="auto">
          <a:xfrm>
            <a:off x="4403725" y="3760788"/>
            <a:ext cx="563563" cy="458787"/>
            <a:chOff x="2774" y="2245"/>
            <a:chExt cx="355" cy="289"/>
          </a:xfrm>
        </p:grpSpPr>
        <p:sp>
          <p:nvSpPr>
            <p:cNvPr id="141422" name="Rectangle 137">
              <a:extLst>
                <a:ext uri="{FF2B5EF4-FFF2-40B4-BE49-F238E27FC236}">
                  <a16:creationId xmlns:a16="http://schemas.microsoft.com/office/drawing/2014/main" id="{F634EDF3-23EB-FFE0-A2D3-0AC1AA60D34B}"/>
                </a:ext>
              </a:extLst>
            </p:cNvPr>
            <p:cNvSpPr>
              <a:spLocks noChangeArrowheads="1"/>
            </p:cNvSpPr>
            <p:nvPr/>
          </p:nvSpPr>
          <p:spPr bwMode="auto">
            <a:xfrm>
              <a:off x="2774" y="2251"/>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lang="en-US" altLang="zh-CN">
                  <a:ea typeface="宋体" panose="02010600030101010101" pitchFamily="2" charset="-122"/>
                </a:rPr>
                <a:t>Im</a:t>
              </a:r>
            </a:p>
          </p:txBody>
        </p:sp>
        <p:grpSp>
          <p:nvGrpSpPr>
            <p:cNvPr id="141423" name="Group 138">
              <a:extLst>
                <a:ext uri="{FF2B5EF4-FFF2-40B4-BE49-F238E27FC236}">
                  <a16:creationId xmlns:a16="http://schemas.microsoft.com/office/drawing/2014/main" id="{B6940BB6-5160-4FE5-FBDA-3B8E4AAFA116}"/>
                </a:ext>
              </a:extLst>
            </p:cNvPr>
            <p:cNvGrpSpPr>
              <a:grpSpLocks/>
            </p:cNvGrpSpPr>
            <p:nvPr/>
          </p:nvGrpSpPr>
          <p:grpSpPr bwMode="auto">
            <a:xfrm>
              <a:off x="2789" y="2245"/>
              <a:ext cx="340" cy="289"/>
              <a:chOff x="2789" y="2245"/>
              <a:chExt cx="340" cy="289"/>
            </a:xfrm>
          </p:grpSpPr>
          <p:sp>
            <p:nvSpPr>
              <p:cNvPr id="141424" name="Freeform 139">
                <a:extLst>
                  <a:ext uri="{FF2B5EF4-FFF2-40B4-BE49-F238E27FC236}">
                    <a16:creationId xmlns:a16="http://schemas.microsoft.com/office/drawing/2014/main" id="{3B78302D-2A34-C90B-7B63-6CF84C406A24}"/>
                  </a:ext>
                </a:extLst>
              </p:cNvPr>
              <p:cNvSpPr>
                <a:spLocks noChangeArrowheads="1"/>
              </p:cNvSpPr>
              <p:nvPr/>
            </p:nvSpPr>
            <p:spPr bwMode="auto">
              <a:xfrm>
                <a:off x="2789" y="2245"/>
                <a:ext cx="170" cy="289"/>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25" name="Freeform 140">
                <a:extLst>
                  <a:ext uri="{FF2B5EF4-FFF2-40B4-BE49-F238E27FC236}">
                    <a16:creationId xmlns:a16="http://schemas.microsoft.com/office/drawing/2014/main" id="{DFCDC98B-7CC4-DB6D-532E-B94D666AA2E6}"/>
                  </a:ext>
                </a:extLst>
              </p:cNvPr>
              <p:cNvSpPr>
                <a:spLocks noChangeArrowheads="1"/>
              </p:cNvSpPr>
              <p:nvPr/>
            </p:nvSpPr>
            <p:spPr bwMode="auto">
              <a:xfrm>
                <a:off x="2958" y="2245"/>
                <a:ext cx="171" cy="289"/>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grpSp>
      <p:sp>
        <p:nvSpPr>
          <p:cNvPr id="141426" name="Rectangle 141">
            <a:extLst>
              <a:ext uri="{FF2B5EF4-FFF2-40B4-BE49-F238E27FC236}">
                <a16:creationId xmlns:a16="http://schemas.microsoft.com/office/drawing/2014/main" id="{E47D7BD5-23D0-2D79-6CB7-BA0E096CEE0A}"/>
              </a:ext>
            </a:extLst>
          </p:cNvPr>
          <p:cNvSpPr>
            <a:spLocks noChangeArrowheads="1"/>
          </p:cNvSpPr>
          <p:nvPr/>
        </p:nvSpPr>
        <p:spPr bwMode="auto">
          <a:xfrm>
            <a:off x="5133975" y="3778250"/>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41427" name="Freeform 142">
            <a:extLst>
              <a:ext uri="{FF2B5EF4-FFF2-40B4-BE49-F238E27FC236}">
                <a16:creationId xmlns:a16="http://schemas.microsoft.com/office/drawing/2014/main" id="{4E85CA01-9A4D-8F60-B88E-D468438716BA}"/>
              </a:ext>
            </a:extLst>
          </p:cNvPr>
          <p:cNvSpPr>
            <a:spLocks noChangeArrowheads="1"/>
          </p:cNvSpPr>
          <p:nvPr/>
        </p:nvSpPr>
        <p:spPr bwMode="auto">
          <a:xfrm>
            <a:off x="5157788" y="3760788"/>
            <a:ext cx="236537"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28" name="Line 143">
            <a:extLst>
              <a:ext uri="{FF2B5EF4-FFF2-40B4-BE49-F238E27FC236}">
                <a16:creationId xmlns:a16="http://schemas.microsoft.com/office/drawing/2014/main" id="{E062AA6D-99C6-14DE-5450-F2791629FD7F}"/>
              </a:ext>
            </a:extLst>
          </p:cNvPr>
          <p:cNvSpPr>
            <a:spLocks noChangeShapeType="1"/>
          </p:cNvSpPr>
          <p:nvPr/>
        </p:nvSpPr>
        <p:spPr bwMode="auto">
          <a:xfrm>
            <a:off x="4968875" y="39893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29" name="Freeform 144">
            <a:extLst>
              <a:ext uri="{FF2B5EF4-FFF2-40B4-BE49-F238E27FC236}">
                <a16:creationId xmlns:a16="http://schemas.microsoft.com/office/drawing/2014/main" id="{473C513A-6EF4-7F34-7D24-66FC4574F5AA}"/>
              </a:ext>
            </a:extLst>
          </p:cNvPr>
          <p:cNvSpPr>
            <a:spLocks noChangeArrowheads="1"/>
          </p:cNvSpPr>
          <p:nvPr/>
        </p:nvSpPr>
        <p:spPr bwMode="auto">
          <a:xfrm>
            <a:off x="5073650" y="38369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30" name="Line 145">
            <a:extLst>
              <a:ext uri="{FF2B5EF4-FFF2-40B4-BE49-F238E27FC236}">
                <a16:creationId xmlns:a16="http://schemas.microsoft.com/office/drawing/2014/main" id="{1B75628D-8257-1A74-6D11-12DB5FF3A1CC}"/>
              </a:ext>
            </a:extLst>
          </p:cNvPr>
          <p:cNvSpPr>
            <a:spLocks noChangeShapeType="1"/>
          </p:cNvSpPr>
          <p:nvPr/>
        </p:nvSpPr>
        <p:spPr bwMode="auto">
          <a:xfrm>
            <a:off x="5629275" y="38369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31" name="Rectangle 146">
            <a:extLst>
              <a:ext uri="{FF2B5EF4-FFF2-40B4-BE49-F238E27FC236}">
                <a16:creationId xmlns:a16="http://schemas.microsoft.com/office/drawing/2014/main" id="{518D1B55-8143-986A-6BC0-C25407558637}"/>
              </a:ext>
            </a:extLst>
          </p:cNvPr>
          <p:cNvSpPr>
            <a:spLocks noChangeArrowheads="1"/>
          </p:cNvSpPr>
          <p:nvPr/>
        </p:nvSpPr>
        <p:spPr bwMode="auto">
          <a:xfrm>
            <a:off x="6430963" y="377031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grpSp>
        <p:nvGrpSpPr>
          <p:cNvPr id="141432" name="Group 147">
            <a:extLst>
              <a:ext uri="{FF2B5EF4-FFF2-40B4-BE49-F238E27FC236}">
                <a16:creationId xmlns:a16="http://schemas.microsoft.com/office/drawing/2014/main" id="{28F705A6-5B35-C2E3-ADD3-013910471F17}"/>
              </a:ext>
            </a:extLst>
          </p:cNvPr>
          <p:cNvGrpSpPr>
            <a:grpSpLocks/>
          </p:cNvGrpSpPr>
          <p:nvPr/>
        </p:nvGrpSpPr>
        <p:grpSpPr bwMode="auto">
          <a:xfrm>
            <a:off x="6505575" y="3760788"/>
            <a:ext cx="515938" cy="458787"/>
            <a:chOff x="4098" y="2245"/>
            <a:chExt cx="325" cy="289"/>
          </a:xfrm>
        </p:grpSpPr>
        <p:sp>
          <p:nvSpPr>
            <p:cNvPr id="141433" name="Freeform 148">
              <a:extLst>
                <a:ext uri="{FF2B5EF4-FFF2-40B4-BE49-F238E27FC236}">
                  <a16:creationId xmlns:a16="http://schemas.microsoft.com/office/drawing/2014/main" id="{7B7EE64E-EDA0-F3DD-3847-5551AEB0A9CB}"/>
                </a:ext>
              </a:extLst>
            </p:cNvPr>
            <p:cNvSpPr>
              <a:spLocks noChangeArrowheads="1"/>
            </p:cNvSpPr>
            <p:nvPr/>
          </p:nvSpPr>
          <p:spPr bwMode="auto">
            <a:xfrm>
              <a:off x="4098" y="2245"/>
              <a:ext cx="162" cy="289"/>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34" name="Freeform 149">
              <a:extLst>
                <a:ext uri="{FF2B5EF4-FFF2-40B4-BE49-F238E27FC236}">
                  <a16:creationId xmlns:a16="http://schemas.microsoft.com/office/drawing/2014/main" id="{6C558ACA-DC15-08D2-43F5-46CCDDD210F8}"/>
                </a:ext>
              </a:extLst>
            </p:cNvPr>
            <p:cNvSpPr>
              <a:spLocks noChangeArrowheads="1"/>
            </p:cNvSpPr>
            <p:nvPr/>
          </p:nvSpPr>
          <p:spPr bwMode="auto">
            <a:xfrm>
              <a:off x="4259" y="2245"/>
              <a:ext cx="164" cy="289"/>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41435" name="Rectangle 150">
            <a:extLst>
              <a:ext uri="{FF2B5EF4-FFF2-40B4-BE49-F238E27FC236}">
                <a16:creationId xmlns:a16="http://schemas.microsoft.com/office/drawing/2014/main" id="{D884841C-9892-2502-2827-DD5B0D9960EE}"/>
              </a:ext>
            </a:extLst>
          </p:cNvPr>
          <p:cNvSpPr>
            <a:spLocks noChangeArrowheads="1"/>
          </p:cNvSpPr>
          <p:nvPr/>
        </p:nvSpPr>
        <p:spPr bwMode="auto">
          <a:xfrm>
            <a:off x="7212013" y="3770313"/>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grpSp>
        <p:nvGrpSpPr>
          <p:cNvPr id="141436" name="Group 151">
            <a:extLst>
              <a:ext uri="{FF2B5EF4-FFF2-40B4-BE49-F238E27FC236}">
                <a16:creationId xmlns:a16="http://schemas.microsoft.com/office/drawing/2014/main" id="{0F5D457F-A0BA-9EB4-3C47-9E01D837A4FE}"/>
              </a:ext>
            </a:extLst>
          </p:cNvPr>
          <p:cNvGrpSpPr>
            <a:grpSpLocks/>
          </p:cNvGrpSpPr>
          <p:nvPr/>
        </p:nvGrpSpPr>
        <p:grpSpPr bwMode="auto">
          <a:xfrm>
            <a:off x="7248525" y="3760788"/>
            <a:ext cx="450850" cy="458787"/>
            <a:chOff x="4566" y="2245"/>
            <a:chExt cx="284" cy="289"/>
          </a:xfrm>
        </p:grpSpPr>
        <p:sp>
          <p:nvSpPr>
            <p:cNvPr id="141437" name="Freeform 152">
              <a:extLst>
                <a:ext uri="{FF2B5EF4-FFF2-40B4-BE49-F238E27FC236}">
                  <a16:creationId xmlns:a16="http://schemas.microsoft.com/office/drawing/2014/main" id="{744A7D12-C3D6-B243-4C08-3E41FFBCB361}"/>
                </a:ext>
              </a:extLst>
            </p:cNvPr>
            <p:cNvSpPr>
              <a:spLocks noChangeArrowheads="1"/>
            </p:cNvSpPr>
            <p:nvPr/>
          </p:nvSpPr>
          <p:spPr bwMode="auto">
            <a:xfrm>
              <a:off x="4566" y="2245"/>
              <a:ext cx="142" cy="289"/>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38" name="Freeform 153">
              <a:extLst>
                <a:ext uri="{FF2B5EF4-FFF2-40B4-BE49-F238E27FC236}">
                  <a16:creationId xmlns:a16="http://schemas.microsoft.com/office/drawing/2014/main" id="{8688FCCB-09B4-17C4-5930-94C75FAEF5B6}"/>
                </a:ext>
              </a:extLst>
            </p:cNvPr>
            <p:cNvSpPr>
              <a:spLocks noChangeArrowheads="1"/>
            </p:cNvSpPr>
            <p:nvPr/>
          </p:nvSpPr>
          <p:spPr bwMode="auto">
            <a:xfrm>
              <a:off x="4707" y="2245"/>
              <a:ext cx="143" cy="289"/>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sp>
        <p:nvSpPr>
          <p:cNvPr id="141439" name="Line 154">
            <a:extLst>
              <a:ext uri="{FF2B5EF4-FFF2-40B4-BE49-F238E27FC236}">
                <a16:creationId xmlns:a16="http://schemas.microsoft.com/office/drawing/2014/main" id="{26D9C1FD-39FA-DF37-B29A-C9FB63AA512C}"/>
              </a:ext>
            </a:extLst>
          </p:cNvPr>
          <p:cNvSpPr>
            <a:spLocks noChangeShapeType="1"/>
          </p:cNvSpPr>
          <p:nvPr/>
        </p:nvSpPr>
        <p:spPr bwMode="auto">
          <a:xfrm>
            <a:off x="7008813" y="3989388"/>
            <a:ext cx="2333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40" name="Line 155">
            <a:extLst>
              <a:ext uri="{FF2B5EF4-FFF2-40B4-BE49-F238E27FC236}">
                <a16:creationId xmlns:a16="http://schemas.microsoft.com/office/drawing/2014/main" id="{BBC71DEB-A0D7-3F0C-C353-422301FCEA90}"/>
              </a:ext>
            </a:extLst>
          </p:cNvPr>
          <p:cNvSpPr>
            <a:spLocks noChangeShapeType="1"/>
          </p:cNvSpPr>
          <p:nvPr/>
        </p:nvSpPr>
        <p:spPr bwMode="auto">
          <a:xfrm>
            <a:off x="6240463" y="3989388"/>
            <a:ext cx="25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41" name="Line 156">
            <a:extLst>
              <a:ext uri="{FF2B5EF4-FFF2-40B4-BE49-F238E27FC236}">
                <a16:creationId xmlns:a16="http://schemas.microsoft.com/office/drawing/2014/main" id="{71ED6DC6-384D-6A3C-8750-29F21BC1F023}"/>
              </a:ext>
            </a:extLst>
          </p:cNvPr>
          <p:cNvSpPr>
            <a:spLocks noChangeShapeType="1"/>
          </p:cNvSpPr>
          <p:nvPr/>
        </p:nvSpPr>
        <p:spPr bwMode="auto">
          <a:xfrm>
            <a:off x="5629275" y="4141788"/>
            <a:ext cx="2619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42" name="Freeform 157">
            <a:extLst>
              <a:ext uri="{FF2B5EF4-FFF2-40B4-BE49-F238E27FC236}">
                <a16:creationId xmlns:a16="http://schemas.microsoft.com/office/drawing/2014/main" id="{846F3E28-5749-F8D2-8A55-1BCCE389C542}"/>
              </a:ext>
            </a:extLst>
          </p:cNvPr>
          <p:cNvSpPr>
            <a:spLocks noChangeArrowheads="1"/>
          </p:cNvSpPr>
          <p:nvPr/>
        </p:nvSpPr>
        <p:spPr bwMode="auto">
          <a:xfrm>
            <a:off x="5821363" y="3981450"/>
            <a:ext cx="534987" cy="441325"/>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Lst>
            <a:ahLst/>
            <a:cxnLst>
              <a:cxn ang="0">
                <a:pos x="T0" y="T1"/>
              </a:cxn>
              <a:cxn ang="0">
                <a:pos x="T2" y="T3"/>
              </a:cxn>
              <a:cxn ang="0">
                <a:pos x="T4" y="T5"/>
              </a:cxn>
              <a:cxn ang="0">
                <a:pos x="T6" y="T7"/>
              </a:cxn>
              <a:cxn ang="0">
                <a:pos x="T8" y="T9"/>
              </a:cxn>
            </a:cxnLst>
            <a:rect l="0" t="0" r="r" b="b"/>
            <a:pathLst>
              <a:path w="337" h="278">
                <a:moveTo>
                  <a:pt x="0" y="101"/>
                </a:moveTo>
                <a:lnTo>
                  <a:pt x="0" y="277"/>
                </a:lnTo>
                <a:lnTo>
                  <a:pt x="294" y="277"/>
                </a:lnTo>
                <a:lnTo>
                  <a:pt x="294" y="90"/>
                </a:lnTo>
                <a:lnTo>
                  <a:pt x="336"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43" name="Freeform 158">
            <a:extLst>
              <a:ext uri="{FF2B5EF4-FFF2-40B4-BE49-F238E27FC236}">
                <a16:creationId xmlns:a16="http://schemas.microsoft.com/office/drawing/2014/main" id="{E3CAEE5C-E3B1-FE70-7FB3-E0157770D119}"/>
              </a:ext>
            </a:extLst>
          </p:cNvPr>
          <p:cNvSpPr>
            <a:spLocks noChangeArrowheads="1"/>
          </p:cNvSpPr>
          <p:nvPr/>
        </p:nvSpPr>
        <p:spPr bwMode="auto">
          <a:xfrm>
            <a:off x="7116763" y="4700588"/>
            <a:ext cx="684212" cy="306387"/>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Lst>
            <a:ahLst/>
            <a:cxnLst>
              <a:cxn ang="0">
                <a:pos x="T0" y="T1"/>
              </a:cxn>
              <a:cxn ang="0">
                <a:pos x="T2" y="T3"/>
              </a:cxn>
              <a:cxn ang="0">
                <a:pos x="T4" y="T5"/>
              </a:cxn>
              <a:cxn ang="0">
                <a:pos x="T6" y="T7"/>
              </a:cxn>
              <a:cxn ang="0">
                <a:pos x="T8" y="T9"/>
              </a:cxn>
            </a:cxnLst>
            <a:rect l="0" t="0" r="r" b="b"/>
            <a:pathLst>
              <a:path w="431" h="193">
                <a:moveTo>
                  <a:pt x="0" y="0"/>
                </a:moveTo>
                <a:lnTo>
                  <a:pt x="0" y="192"/>
                </a:lnTo>
                <a:lnTo>
                  <a:pt x="391" y="192"/>
                </a:lnTo>
                <a:lnTo>
                  <a:pt x="391" y="64"/>
                </a:lnTo>
                <a:lnTo>
                  <a:pt x="430"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44" name="Freeform 159">
            <a:extLst>
              <a:ext uri="{FF2B5EF4-FFF2-40B4-BE49-F238E27FC236}">
                <a16:creationId xmlns:a16="http://schemas.microsoft.com/office/drawing/2014/main" id="{71FF6004-3B19-C8FC-97C8-93C534427A57}"/>
              </a:ext>
            </a:extLst>
          </p:cNvPr>
          <p:cNvSpPr>
            <a:spLocks noChangeArrowheads="1"/>
          </p:cNvSpPr>
          <p:nvPr/>
        </p:nvSpPr>
        <p:spPr bwMode="auto">
          <a:xfrm>
            <a:off x="5105400" y="4471988"/>
            <a:ext cx="269875" cy="458787"/>
          </a:xfrm>
          <a:custGeom>
            <a:avLst/>
            <a:gdLst>
              <a:gd name="T0" fmla="*/ 169 w 170"/>
              <a:gd name="T1" fmla="*/ 0 h 289"/>
              <a:gd name="T2" fmla="*/ 0 w 170"/>
              <a:gd name="T3" fmla="*/ 0 h 289"/>
              <a:gd name="T4" fmla="*/ 0 w 170"/>
              <a:gd name="T5" fmla="*/ 288 h 289"/>
              <a:gd name="T6" fmla="*/ 169 w 170"/>
              <a:gd name="T7" fmla="*/ 288 h 289"/>
            </a:gdLst>
            <a:ahLst/>
            <a:cxnLst>
              <a:cxn ang="0">
                <a:pos x="T0" y="T1"/>
              </a:cxn>
              <a:cxn ang="0">
                <a:pos x="T2" y="T3"/>
              </a:cxn>
              <a:cxn ang="0">
                <a:pos x="T4" y="T5"/>
              </a:cxn>
              <a:cxn ang="0">
                <a:pos x="T6" y="T7"/>
              </a:cxn>
            </a:cxnLst>
            <a:rect l="0" t="0" r="r" b="b"/>
            <a:pathLst>
              <a:path w="170" h="289">
                <a:moveTo>
                  <a:pt x="169" y="0"/>
                </a:moveTo>
                <a:lnTo>
                  <a:pt x="0" y="0"/>
                </a:lnTo>
                <a:lnTo>
                  <a:pt x="0" y="288"/>
                </a:lnTo>
                <a:lnTo>
                  <a:pt x="169"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45" name="Freeform 160">
            <a:extLst>
              <a:ext uri="{FF2B5EF4-FFF2-40B4-BE49-F238E27FC236}">
                <a16:creationId xmlns:a16="http://schemas.microsoft.com/office/drawing/2014/main" id="{E33B6BA4-6230-24DF-CF2C-F69A600502AF}"/>
              </a:ext>
            </a:extLst>
          </p:cNvPr>
          <p:cNvSpPr>
            <a:spLocks noChangeArrowheads="1"/>
          </p:cNvSpPr>
          <p:nvPr/>
        </p:nvSpPr>
        <p:spPr bwMode="auto">
          <a:xfrm>
            <a:off x="5373688" y="4471988"/>
            <a:ext cx="271462" cy="458787"/>
          </a:xfrm>
          <a:custGeom>
            <a:avLst/>
            <a:gdLst>
              <a:gd name="T0" fmla="*/ 0 w 171"/>
              <a:gd name="T1" fmla="*/ 0 h 289"/>
              <a:gd name="T2" fmla="*/ 170 w 171"/>
              <a:gd name="T3" fmla="*/ 0 h 289"/>
              <a:gd name="T4" fmla="*/ 170 w 171"/>
              <a:gd name="T5" fmla="*/ 288 h 289"/>
              <a:gd name="T6" fmla="*/ 0 w 171"/>
              <a:gd name="T7" fmla="*/ 288 h 289"/>
            </a:gdLst>
            <a:ahLst/>
            <a:cxnLst>
              <a:cxn ang="0">
                <a:pos x="T0" y="T1"/>
              </a:cxn>
              <a:cxn ang="0">
                <a:pos x="T2" y="T3"/>
              </a:cxn>
              <a:cxn ang="0">
                <a:pos x="T4" y="T5"/>
              </a:cxn>
              <a:cxn ang="0">
                <a:pos x="T6" y="T7"/>
              </a:cxn>
            </a:cxnLst>
            <a:rect l="0" t="0" r="r" b="b"/>
            <a:pathLst>
              <a:path w="171" h="289">
                <a:moveTo>
                  <a:pt x="0" y="0"/>
                </a:moveTo>
                <a:lnTo>
                  <a:pt x="170" y="0"/>
                </a:lnTo>
                <a:lnTo>
                  <a:pt x="170"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46" name="Rectangle 161">
            <a:extLst>
              <a:ext uri="{FF2B5EF4-FFF2-40B4-BE49-F238E27FC236}">
                <a16:creationId xmlns:a16="http://schemas.microsoft.com/office/drawing/2014/main" id="{9FB78175-316D-B772-1F00-D071A8714154}"/>
              </a:ext>
            </a:extLst>
          </p:cNvPr>
          <p:cNvSpPr>
            <a:spLocks noChangeArrowheads="1"/>
          </p:cNvSpPr>
          <p:nvPr/>
        </p:nvSpPr>
        <p:spPr bwMode="auto">
          <a:xfrm>
            <a:off x="5081588" y="4481513"/>
            <a:ext cx="4302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Im</a:t>
            </a:r>
          </a:p>
        </p:txBody>
      </p:sp>
      <p:sp>
        <p:nvSpPr>
          <p:cNvPr id="141447" name="Rectangle 162">
            <a:extLst>
              <a:ext uri="{FF2B5EF4-FFF2-40B4-BE49-F238E27FC236}">
                <a16:creationId xmlns:a16="http://schemas.microsoft.com/office/drawing/2014/main" id="{CD4DD720-6CAC-CAEF-C911-3F43EEF3216B}"/>
              </a:ext>
            </a:extLst>
          </p:cNvPr>
          <p:cNvSpPr>
            <a:spLocks noChangeArrowheads="1"/>
          </p:cNvSpPr>
          <p:nvPr/>
        </p:nvSpPr>
        <p:spPr bwMode="auto">
          <a:xfrm rot="5400000">
            <a:off x="6417470" y="4507706"/>
            <a:ext cx="6080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ALU</a:t>
            </a:r>
          </a:p>
        </p:txBody>
      </p:sp>
      <p:sp>
        <p:nvSpPr>
          <p:cNvPr id="141448" name="Rectangle 163">
            <a:extLst>
              <a:ext uri="{FF2B5EF4-FFF2-40B4-BE49-F238E27FC236}">
                <a16:creationId xmlns:a16="http://schemas.microsoft.com/office/drawing/2014/main" id="{EDF39644-C577-7D4C-8F81-0C5A512690F9}"/>
              </a:ext>
            </a:extLst>
          </p:cNvPr>
          <p:cNvSpPr>
            <a:spLocks noChangeArrowheads="1"/>
          </p:cNvSpPr>
          <p:nvPr/>
        </p:nvSpPr>
        <p:spPr bwMode="auto">
          <a:xfrm>
            <a:off x="5811838" y="4489450"/>
            <a:ext cx="5191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41449" name="Freeform 164">
            <a:extLst>
              <a:ext uri="{FF2B5EF4-FFF2-40B4-BE49-F238E27FC236}">
                <a16:creationId xmlns:a16="http://schemas.microsoft.com/office/drawing/2014/main" id="{FB2BF75F-FB6C-961A-60EE-4FD4F8CB0259}"/>
              </a:ext>
            </a:extLst>
          </p:cNvPr>
          <p:cNvSpPr>
            <a:spLocks noChangeArrowheads="1"/>
          </p:cNvSpPr>
          <p:nvPr/>
        </p:nvSpPr>
        <p:spPr bwMode="auto">
          <a:xfrm>
            <a:off x="5835650" y="4471988"/>
            <a:ext cx="236538" cy="458787"/>
          </a:xfrm>
          <a:custGeom>
            <a:avLst/>
            <a:gdLst>
              <a:gd name="T0" fmla="*/ 148 w 149"/>
              <a:gd name="T1" fmla="*/ 0 h 289"/>
              <a:gd name="T2" fmla="*/ 0 w 149"/>
              <a:gd name="T3" fmla="*/ 0 h 289"/>
              <a:gd name="T4" fmla="*/ 0 w 149"/>
              <a:gd name="T5" fmla="*/ 288 h 289"/>
              <a:gd name="T6" fmla="*/ 148 w 149"/>
              <a:gd name="T7" fmla="*/ 288 h 289"/>
            </a:gdLst>
            <a:ahLst/>
            <a:cxnLst>
              <a:cxn ang="0">
                <a:pos x="T0" y="T1"/>
              </a:cxn>
              <a:cxn ang="0">
                <a:pos x="T2" y="T3"/>
              </a:cxn>
              <a:cxn ang="0">
                <a:pos x="T4" y="T5"/>
              </a:cxn>
              <a:cxn ang="0">
                <a:pos x="T6" y="T7"/>
              </a:cxn>
            </a:cxnLst>
            <a:rect l="0" t="0" r="r" b="b"/>
            <a:pathLst>
              <a:path w="149" h="289">
                <a:moveTo>
                  <a:pt x="148" y="0"/>
                </a:moveTo>
                <a:lnTo>
                  <a:pt x="0" y="0"/>
                </a:lnTo>
                <a:lnTo>
                  <a:pt x="0" y="288"/>
                </a:lnTo>
                <a:lnTo>
                  <a:pt x="148"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50" name="Line 165">
            <a:extLst>
              <a:ext uri="{FF2B5EF4-FFF2-40B4-BE49-F238E27FC236}">
                <a16:creationId xmlns:a16="http://schemas.microsoft.com/office/drawing/2014/main" id="{CAAE2859-AB95-3B29-A5C2-52520DEC219F}"/>
              </a:ext>
            </a:extLst>
          </p:cNvPr>
          <p:cNvSpPr>
            <a:spLocks noChangeShapeType="1"/>
          </p:cNvSpPr>
          <p:nvPr/>
        </p:nvSpPr>
        <p:spPr bwMode="auto">
          <a:xfrm>
            <a:off x="5646738" y="4700588"/>
            <a:ext cx="165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51" name="Freeform 166">
            <a:extLst>
              <a:ext uri="{FF2B5EF4-FFF2-40B4-BE49-F238E27FC236}">
                <a16:creationId xmlns:a16="http://schemas.microsoft.com/office/drawing/2014/main" id="{69F930EF-A5E6-6008-5CD3-5CC42B730EE3}"/>
              </a:ext>
            </a:extLst>
          </p:cNvPr>
          <p:cNvSpPr>
            <a:spLocks noChangeArrowheads="1"/>
          </p:cNvSpPr>
          <p:nvPr/>
        </p:nvSpPr>
        <p:spPr bwMode="auto">
          <a:xfrm>
            <a:off x="5751513" y="4548188"/>
            <a:ext cx="76200" cy="153987"/>
          </a:xfrm>
          <a:custGeom>
            <a:avLst/>
            <a:gdLst>
              <a:gd name="T0" fmla="*/ 0 w 48"/>
              <a:gd name="T1" fmla="*/ 96 h 97"/>
              <a:gd name="T2" fmla="*/ 0 w 48"/>
              <a:gd name="T3" fmla="*/ 0 h 97"/>
              <a:gd name="T4" fmla="*/ 47 w 48"/>
              <a:gd name="T5" fmla="*/ 0 h 97"/>
            </a:gdLst>
            <a:ahLst/>
            <a:cxnLst>
              <a:cxn ang="0">
                <a:pos x="T0" y="T1"/>
              </a:cxn>
              <a:cxn ang="0">
                <a:pos x="T2" y="T3"/>
              </a:cxn>
              <a:cxn ang="0">
                <a:pos x="T4" y="T5"/>
              </a:cxn>
            </a:cxnLst>
            <a:rect l="0" t="0" r="r" b="b"/>
            <a:pathLst>
              <a:path w="48" h="97">
                <a:moveTo>
                  <a:pt x="0" y="96"/>
                </a:moveTo>
                <a:lnTo>
                  <a:pt x="0" y="0"/>
                </a:lnTo>
                <a:lnTo>
                  <a:pt x="47"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52" name="Line 167">
            <a:extLst>
              <a:ext uri="{FF2B5EF4-FFF2-40B4-BE49-F238E27FC236}">
                <a16:creationId xmlns:a16="http://schemas.microsoft.com/office/drawing/2014/main" id="{FAE15148-1CCE-6F48-4E0F-EC3F27AB23B5}"/>
              </a:ext>
            </a:extLst>
          </p:cNvPr>
          <p:cNvSpPr>
            <a:spLocks noChangeShapeType="1"/>
          </p:cNvSpPr>
          <p:nvPr/>
        </p:nvSpPr>
        <p:spPr bwMode="auto">
          <a:xfrm>
            <a:off x="6307138" y="45481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53" name="Rectangle 168">
            <a:extLst>
              <a:ext uri="{FF2B5EF4-FFF2-40B4-BE49-F238E27FC236}">
                <a16:creationId xmlns:a16="http://schemas.microsoft.com/office/drawing/2014/main" id="{BD68D2C3-B19E-1495-A573-C5C09BB25F60}"/>
              </a:ext>
            </a:extLst>
          </p:cNvPr>
          <p:cNvSpPr>
            <a:spLocks noChangeArrowheads="1"/>
          </p:cNvSpPr>
          <p:nvPr/>
        </p:nvSpPr>
        <p:spPr bwMode="auto">
          <a:xfrm>
            <a:off x="7108825" y="4481513"/>
            <a:ext cx="4968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Dm</a:t>
            </a:r>
          </a:p>
        </p:txBody>
      </p:sp>
      <p:sp>
        <p:nvSpPr>
          <p:cNvPr id="141454" name="Freeform 169">
            <a:extLst>
              <a:ext uri="{FF2B5EF4-FFF2-40B4-BE49-F238E27FC236}">
                <a16:creationId xmlns:a16="http://schemas.microsoft.com/office/drawing/2014/main" id="{AFC81694-2373-94F8-2389-3A32E6554087}"/>
              </a:ext>
            </a:extLst>
          </p:cNvPr>
          <p:cNvSpPr>
            <a:spLocks noChangeArrowheads="1"/>
          </p:cNvSpPr>
          <p:nvPr/>
        </p:nvSpPr>
        <p:spPr bwMode="auto">
          <a:xfrm>
            <a:off x="7183438" y="4471988"/>
            <a:ext cx="257175" cy="458787"/>
          </a:xfrm>
          <a:custGeom>
            <a:avLst/>
            <a:gdLst>
              <a:gd name="T0" fmla="*/ 161 w 162"/>
              <a:gd name="T1" fmla="*/ 0 h 289"/>
              <a:gd name="T2" fmla="*/ 0 w 162"/>
              <a:gd name="T3" fmla="*/ 0 h 289"/>
              <a:gd name="T4" fmla="*/ 0 w 162"/>
              <a:gd name="T5" fmla="*/ 288 h 289"/>
              <a:gd name="T6" fmla="*/ 161 w 162"/>
              <a:gd name="T7" fmla="*/ 288 h 289"/>
            </a:gdLst>
            <a:ahLst/>
            <a:cxnLst>
              <a:cxn ang="0">
                <a:pos x="T0" y="T1"/>
              </a:cxn>
              <a:cxn ang="0">
                <a:pos x="T2" y="T3"/>
              </a:cxn>
              <a:cxn ang="0">
                <a:pos x="T4" y="T5"/>
              </a:cxn>
              <a:cxn ang="0">
                <a:pos x="T6" y="T7"/>
              </a:cxn>
            </a:cxnLst>
            <a:rect l="0" t="0" r="r" b="b"/>
            <a:pathLst>
              <a:path w="162" h="289">
                <a:moveTo>
                  <a:pt x="161" y="0"/>
                </a:moveTo>
                <a:lnTo>
                  <a:pt x="0" y="0"/>
                </a:lnTo>
                <a:lnTo>
                  <a:pt x="0" y="288"/>
                </a:lnTo>
                <a:lnTo>
                  <a:pt x="16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55" name="Freeform 170">
            <a:extLst>
              <a:ext uri="{FF2B5EF4-FFF2-40B4-BE49-F238E27FC236}">
                <a16:creationId xmlns:a16="http://schemas.microsoft.com/office/drawing/2014/main" id="{5EE2939D-15EE-ADF5-0F62-76C40E3138AA}"/>
              </a:ext>
            </a:extLst>
          </p:cNvPr>
          <p:cNvSpPr>
            <a:spLocks noChangeArrowheads="1"/>
          </p:cNvSpPr>
          <p:nvPr/>
        </p:nvSpPr>
        <p:spPr bwMode="auto">
          <a:xfrm>
            <a:off x="7439025" y="4471988"/>
            <a:ext cx="260350" cy="458787"/>
          </a:xfrm>
          <a:custGeom>
            <a:avLst/>
            <a:gdLst>
              <a:gd name="T0" fmla="*/ 0 w 164"/>
              <a:gd name="T1" fmla="*/ 0 h 289"/>
              <a:gd name="T2" fmla="*/ 163 w 164"/>
              <a:gd name="T3" fmla="*/ 0 h 289"/>
              <a:gd name="T4" fmla="*/ 163 w 164"/>
              <a:gd name="T5" fmla="*/ 288 h 289"/>
              <a:gd name="T6" fmla="*/ 0 w 164"/>
              <a:gd name="T7" fmla="*/ 288 h 289"/>
            </a:gdLst>
            <a:ahLst/>
            <a:cxnLst>
              <a:cxn ang="0">
                <a:pos x="T0" y="T1"/>
              </a:cxn>
              <a:cxn ang="0">
                <a:pos x="T2" y="T3"/>
              </a:cxn>
              <a:cxn ang="0">
                <a:pos x="T4" y="T5"/>
              </a:cxn>
              <a:cxn ang="0">
                <a:pos x="T6" y="T7"/>
              </a:cxn>
            </a:cxnLst>
            <a:rect l="0" t="0" r="r" b="b"/>
            <a:pathLst>
              <a:path w="164" h="289">
                <a:moveTo>
                  <a:pt x="0" y="0"/>
                </a:moveTo>
                <a:lnTo>
                  <a:pt x="163" y="0"/>
                </a:lnTo>
                <a:lnTo>
                  <a:pt x="163"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56" name="Rectangle 171">
            <a:extLst>
              <a:ext uri="{FF2B5EF4-FFF2-40B4-BE49-F238E27FC236}">
                <a16:creationId xmlns:a16="http://schemas.microsoft.com/office/drawing/2014/main" id="{E4BEED69-6FB3-9DFC-1978-9807F6A81AB5}"/>
              </a:ext>
            </a:extLst>
          </p:cNvPr>
          <p:cNvSpPr>
            <a:spLocks noChangeArrowheads="1"/>
          </p:cNvSpPr>
          <p:nvPr/>
        </p:nvSpPr>
        <p:spPr bwMode="auto">
          <a:xfrm>
            <a:off x="7889875" y="4481513"/>
            <a:ext cx="5191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a:ea typeface="宋体" panose="02010600030101010101" pitchFamily="2" charset="-122"/>
              </a:rPr>
              <a:t>Reg</a:t>
            </a:r>
          </a:p>
        </p:txBody>
      </p:sp>
      <p:sp>
        <p:nvSpPr>
          <p:cNvPr id="141457" name="Freeform 172">
            <a:extLst>
              <a:ext uri="{FF2B5EF4-FFF2-40B4-BE49-F238E27FC236}">
                <a16:creationId xmlns:a16="http://schemas.microsoft.com/office/drawing/2014/main" id="{B34C0581-0F44-94D6-BA47-0DBBD5A24211}"/>
              </a:ext>
            </a:extLst>
          </p:cNvPr>
          <p:cNvSpPr>
            <a:spLocks noChangeArrowheads="1"/>
          </p:cNvSpPr>
          <p:nvPr/>
        </p:nvSpPr>
        <p:spPr bwMode="auto">
          <a:xfrm>
            <a:off x="7926388" y="4471988"/>
            <a:ext cx="225425" cy="458787"/>
          </a:xfrm>
          <a:custGeom>
            <a:avLst/>
            <a:gdLst>
              <a:gd name="T0" fmla="*/ 141 w 142"/>
              <a:gd name="T1" fmla="*/ 0 h 289"/>
              <a:gd name="T2" fmla="*/ 0 w 142"/>
              <a:gd name="T3" fmla="*/ 0 h 289"/>
              <a:gd name="T4" fmla="*/ 0 w 142"/>
              <a:gd name="T5" fmla="*/ 288 h 289"/>
              <a:gd name="T6" fmla="*/ 141 w 142"/>
              <a:gd name="T7" fmla="*/ 288 h 289"/>
            </a:gdLst>
            <a:ahLst/>
            <a:cxnLst>
              <a:cxn ang="0">
                <a:pos x="T0" y="T1"/>
              </a:cxn>
              <a:cxn ang="0">
                <a:pos x="T2" y="T3"/>
              </a:cxn>
              <a:cxn ang="0">
                <a:pos x="T4" y="T5"/>
              </a:cxn>
              <a:cxn ang="0">
                <a:pos x="T6" y="T7"/>
              </a:cxn>
            </a:cxnLst>
            <a:rect l="0" t="0" r="r" b="b"/>
            <a:pathLst>
              <a:path w="142" h="289">
                <a:moveTo>
                  <a:pt x="141" y="0"/>
                </a:moveTo>
                <a:lnTo>
                  <a:pt x="0" y="0"/>
                </a:lnTo>
                <a:lnTo>
                  <a:pt x="0" y="288"/>
                </a:lnTo>
                <a:lnTo>
                  <a:pt x="141"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58" name="Freeform 173">
            <a:extLst>
              <a:ext uri="{FF2B5EF4-FFF2-40B4-BE49-F238E27FC236}">
                <a16:creationId xmlns:a16="http://schemas.microsoft.com/office/drawing/2014/main" id="{2BFA56D4-A93A-E7E9-FBFE-D53CE02E97F9}"/>
              </a:ext>
            </a:extLst>
          </p:cNvPr>
          <p:cNvSpPr>
            <a:spLocks noChangeArrowheads="1"/>
          </p:cNvSpPr>
          <p:nvPr/>
        </p:nvSpPr>
        <p:spPr bwMode="auto">
          <a:xfrm>
            <a:off x="8150225" y="4471988"/>
            <a:ext cx="227013" cy="458787"/>
          </a:xfrm>
          <a:custGeom>
            <a:avLst/>
            <a:gdLst>
              <a:gd name="T0" fmla="*/ 0 w 143"/>
              <a:gd name="T1" fmla="*/ 0 h 289"/>
              <a:gd name="T2" fmla="*/ 142 w 143"/>
              <a:gd name="T3" fmla="*/ 0 h 289"/>
              <a:gd name="T4" fmla="*/ 142 w 143"/>
              <a:gd name="T5" fmla="*/ 288 h 289"/>
              <a:gd name="T6" fmla="*/ 0 w 143"/>
              <a:gd name="T7" fmla="*/ 288 h 289"/>
            </a:gdLst>
            <a:ahLst/>
            <a:cxnLst>
              <a:cxn ang="0">
                <a:pos x="T0" y="T1"/>
              </a:cxn>
              <a:cxn ang="0">
                <a:pos x="T2" y="T3"/>
              </a:cxn>
              <a:cxn ang="0">
                <a:pos x="T4" y="T5"/>
              </a:cxn>
              <a:cxn ang="0">
                <a:pos x="T6" y="T7"/>
              </a:cxn>
            </a:cxnLst>
            <a:rect l="0" t="0" r="r" b="b"/>
            <a:pathLst>
              <a:path w="143" h="289">
                <a:moveTo>
                  <a:pt x="0" y="0"/>
                </a:moveTo>
                <a:lnTo>
                  <a:pt x="142" y="0"/>
                </a:lnTo>
                <a:lnTo>
                  <a:pt x="142" y="288"/>
                </a:lnTo>
                <a:lnTo>
                  <a:pt x="0" y="288"/>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59" name="Line 174">
            <a:extLst>
              <a:ext uri="{FF2B5EF4-FFF2-40B4-BE49-F238E27FC236}">
                <a16:creationId xmlns:a16="http://schemas.microsoft.com/office/drawing/2014/main" id="{A75FD228-70DA-4180-AABC-270C91E12238}"/>
              </a:ext>
            </a:extLst>
          </p:cNvPr>
          <p:cNvSpPr>
            <a:spLocks noChangeShapeType="1"/>
          </p:cNvSpPr>
          <p:nvPr/>
        </p:nvSpPr>
        <p:spPr bwMode="auto">
          <a:xfrm>
            <a:off x="7686675" y="4700588"/>
            <a:ext cx="233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60" name="Line 175">
            <a:extLst>
              <a:ext uri="{FF2B5EF4-FFF2-40B4-BE49-F238E27FC236}">
                <a16:creationId xmlns:a16="http://schemas.microsoft.com/office/drawing/2014/main" id="{A660A6FC-054B-B5AF-2598-C51E4D05C02D}"/>
              </a:ext>
            </a:extLst>
          </p:cNvPr>
          <p:cNvSpPr>
            <a:spLocks noChangeShapeType="1"/>
          </p:cNvSpPr>
          <p:nvPr/>
        </p:nvSpPr>
        <p:spPr bwMode="auto">
          <a:xfrm>
            <a:off x="6918325" y="4700588"/>
            <a:ext cx="2587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61" name="Line 176">
            <a:extLst>
              <a:ext uri="{FF2B5EF4-FFF2-40B4-BE49-F238E27FC236}">
                <a16:creationId xmlns:a16="http://schemas.microsoft.com/office/drawing/2014/main" id="{8480BBEE-9794-C6AD-6AF2-7B2483FF326E}"/>
              </a:ext>
            </a:extLst>
          </p:cNvPr>
          <p:cNvSpPr>
            <a:spLocks noChangeShapeType="1"/>
          </p:cNvSpPr>
          <p:nvPr/>
        </p:nvSpPr>
        <p:spPr bwMode="auto">
          <a:xfrm>
            <a:off x="6307138" y="4852988"/>
            <a:ext cx="2619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462" name="Freeform 177">
            <a:extLst>
              <a:ext uri="{FF2B5EF4-FFF2-40B4-BE49-F238E27FC236}">
                <a16:creationId xmlns:a16="http://schemas.microsoft.com/office/drawing/2014/main" id="{6C86BBCE-E510-2D8D-7D4E-1C8B9CBE741F}"/>
              </a:ext>
            </a:extLst>
          </p:cNvPr>
          <p:cNvSpPr>
            <a:spLocks noChangeArrowheads="1"/>
          </p:cNvSpPr>
          <p:nvPr/>
        </p:nvSpPr>
        <p:spPr bwMode="auto">
          <a:xfrm>
            <a:off x="6575425" y="4319588"/>
            <a:ext cx="338138" cy="763587"/>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481">
                <a:moveTo>
                  <a:pt x="0" y="320"/>
                </a:moveTo>
                <a:lnTo>
                  <a:pt x="71" y="240"/>
                </a:lnTo>
                <a:lnTo>
                  <a:pt x="0" y="160"/>
                </a:lnTo>
                <a:lnTo>
                  <a:pt x="0" y="0"/>
                </a:lnTo>
                <a:lnTo>
                  <a:pt x="212" y="160"/>
                </a:lnTo>
                <a:lnTo>
                  <a:pt x="212" y="320"/>
                </a:lnTo>
                <a:lnTo>
                  <a:pt x="0" y="480"/>
                </a:lnTo>
                <a:lnTo>
                  <a:pt x="0" y="32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141463" name="Text Box 178">
            <a:extLst>
              <a:ext uri="{FF2B5EF4-FFF2-40B4-BE49-F238E27FC236}">
                <a16:creationId xmlns:a16="http://schemas.microsoft.com/office/drawing/2014/main" id="{ED9D6589-1A82-28E7-D22D-FF852DFA3DC3}"/>
              </a:ext>
            </a:extLst>
          </p:cNvPr>
          <p:cNvSpPr txBox="1">
            <a:spLocks noChangeArrowheads="1"/>
          </p:cNvSpPr>
          <p:nvPr/>
        </p:nvSpPr>
        <p:spPr bwMode="auto">
          <a:xfrm>
            <a:off x="525463" y="6137275"/>
            <a:ext cx="3527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solidFill>
                  <a:srgbClr val="CC0000"/>
                </a:solidFill>
                <a:latin typeface="微软雅黑" panose="020B0503020204020204" pitchFamily="34" charset="-122"/>
                <a:ea typeface="微软雅黑" panose="020B0503020204020204" pitchFamily="34" charset="-122"/>
              </a:rPr>
              <a:t>与方案</a:t>
            </a:r>
            <a:r>
              <a:rPr lang="en-US" altLang="zh-CN" sz="2000">
                <a:solidFill>
                  <a:srgbClr val="CC0000"/>
                </a:solidFill>
                <a:latin typeface="微软雅黑" panose="020B0503020204020204" pitchFamily="34" charset="-122"/>
                <a:ea typeface="微软雅黑" panose="020B0503020204020204" pitchFamily="34" charset="-122"/>
              </a:rPr>
              <a:t>1</a:t>
            </a:r>
            <a:r>
              <a:rPr lang="zh-CN" altLang="en-US" sz="2000">
                <a:solidFill>
                  <a:srgbClr val="CC0000"/>
                </a:solidFill>
                <a:latin typeface="微软雅黑" panose="020B0503020204020204" pitchFamily="34" charset="-122"/>
                <a:ea typeface="微软雅黑" panose="020B0503020204020204" pitchFamily="34" charset="-122"/>
              </a:rPr>
              <a:t>比，哪个更快？</a:t>
            </a:r>
          </a:p>
        </p:txBody>
      </p:sp>
      <p:sp>
        <p:nvSpPr>
          <p:cNvPr id="141464" name="Text Box 179">
            <a:extLst>
              <a:ext uri="{FF2B5EF4-FFF2-40B4-BE49-F238E27FC236}">
                <a16:creationId xmlns:a16="http://schemas.microsoft.com/office/drawing/2014/main" id="{D2A4BF8F-146A-07CA-CE8C-CDFAAC4A26EE}"/>
              </a:ext>
            </a:extLst>
          </p:cNvPr>
          <p:cNvSpPr txBox="1">
            <a:spLocks noChangeArrowheads="1"/>
          </p:cNvSpPr>
          <p:nvPr/>
        </p:nvSpPr>
        <p:spPr bwMode="auto">
          <a:xfrm>
            <a:off x="3859213" y="6057900"/>
            <a:ext cx="3527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spcBef>
                <a:spcPct val="50000"/>
              </a:spcBef>
            </a:pPr>
            <a:r>
              <a:rPr lang="zh-CN" altLang="en-US" sz="2000">
                <a:solidFill>
                  <a:srgbClr val="3366FF"/>
                </a:solidFill>
                <a:latin typeface="微软雅黑" panose="020B0503020204020204" pitchFamily="34" charset="-122"/>
                <a:ea typeface="微软雅黑" panose="020B0503020204020204" pitchFamily="34" charset="-122"/>
              </a:rPr>
              <a:t>一样，都是多三个时钟周期！</a:t>
            </a:r>
          </a:p>
        </p:txBody>
      </p:sp>
      <p:cxnSp>
        <p:nvCxnSpPr>
          <p:cNvPr id="141465" name="直接箭头连接符 179">
            <a:extLst>
              <a:ext uri="{FF2B5EF4-FFF2-40B4-BE49-F238E27FC236}">
                <a16:creationId xmlns:a16="http://schemas.microsoft.com/office/drawing/2014/main" id="{BCA5BF3A-6BC0-05F9-420E-6B9CD99D3BC9}"/>
              </a:ext>
            </a:extLst>
          </p:cNvPr>
          <p:cNvCxnSpPr>
            <a:cxnSpLocks noChangeShapeType="1"/>
          </p:cNvCxnSpPr>
          <p:nvPr/>
        </p:nvCxnSpPr>
        <p:spPr bwMode="auto">
          <a:xfrm rot="16200000" flipH="1">
            <a:off x="4566445" y="3767931"/>
            <a:ext cx="2341562" cy="517525"/>
          </a:xfrm>
          <a:prstGeom prst="straightConnector1">
            <a:avLst/>
          </a:prstGeom>
          <a:noFill/>
          <a:ln w="38100">
            <a:solidFill>
              <a:schemeClr val="accent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980"/>
                                        </p:tgtEl>
                                        <p:attrNameLst>
                                          <p:attrName>style.visibility</p:attrName>
                                        </p:attrNameLst>
                                      </p:cBhvr>
                                      <p:to>
                                        <p:strVal val="visible"/>
                                      </p:to>
                                    </p:set>
                                    <p:animEffect transition="in" filter="blinds(horizontal)">
                                      <p:cBhvr>
                                        <p:cTn id="7" dur="500"/>
                                        <p:tgtEl>
                                          <p:spTgt spid="123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8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E8C530B0-2F28-ABCB-A50F-BFEF613C379A}"/>
              </a:ext>
            </a:extLst>
          </p:cNvPr>
          <p:cNvSpPr>
            <a:spLocks noGrp="1" noChangeArrowheads="1"/>
          </p:cNvSpPr>
          <p:nvPr>
            <p:ph type="title"/>
          </p:nvPr>
        </p:nvSpPr>
        <p:spPr>
          <a:xfrm>
            <a:off x="328613" y="190500"/>
            <a:ext cx="6862762" cy="371475"/>
          </a:xfrm>
        </p:spPr>
        <p:txBody>
          <a:bodyPr/>
          <a:lstStyle/>
          <a:p>
            <a:r>
              <a:rPr lang="zh-CN" altLang="en-US">
                <a:ea typeface="宋体" panose="02010600030101010101" pitchFamily="2" charset="-122"/>
              </a:rPr>
              <a:t>方案</a:t>
            </a:r>
            <a:r>
              <a:rPr lang="en-US" altLang="zh-CN">
                <a:ea typeface="宋体" panose="02010600030101010101" pitchFamily="2" charset="-122"/>
              </a:rPr>
              <a:t>3: </a:t>
            </a:r>
            <a:r>
              <a:rPr lang="zh-CN" altLang="en-US">
                <a:ea typeface="宋体" panose="02010600030101010101" pitchFamily="2" charset="-122"/>
              </a:rPr>
              <a:t>分支预测</a:t>
            </a:r>
            <a:r>
              <a:rPr lang="en-US" altLang="zh-CN">
                <a:ea typeface="宋体" panose="02010600030101010101" pitchFamily="2" charset="-122"/>
              </a:rPr>
              <a:t>——</a:t>
            </a:r>
            <a:r>
              <a:rPr lang="zh-CN" altLang="en-US">
                <a:ea typeface="宋体" panose="02010600030101010101" pitchFamily="2" charset="-122"/>
              </a:rPr>
              <a:t>简单（静态）分支预测方法</a:t>
            </a:r>
          </a:p>
        </p:txBody>
      </p:sp>
      <p:sp>
        <p:nvSpPr>
          <p:cNvPr id="224259" name="Rectangle 3">
            <a:extLst>
              <a:ext uri="{FF2B5EF4-FFF2-40B4-BE49-F238E27FC236}">
                <a16:creationId xmlns:a16="http://schemas.microsoft.com/office/drawing/2014/main" id="{7A5B6061-B3A4-2552-58FA-4350367B4672}"/>
              </a:ext>
            </a:extLst>
          </p:cNvPr>
          <p:cNvSpPr>
            <a:spLocks noGrp="1" noChangeArrowheads="1"/>
          </p:cNvSpPr>
          <p:nvPr>
            <p:ph idx="1"/>
          </p:nvPr>
        </p:nvSpPr>
        <p:spPr>
          <a:xfrm>
            <a:off x="150813" y="565150"/>
            <a:ext cx="8923337" cy="5667375"/>
          </a:xfrm>
        </p:spPr>
        <p:txBody>
          <a:bodyPr/>
          <a:lstStyle/>
          <a:p>
            <a:pPr>
              <a:spcBef>
                <a:spcPct val="25000"/>
              </a:spcBef>
            </a:pPr>
            <a:r>
              <a:rPr lang="zh-CN" altLang="en-US" sz="2000">
                <a:latin typeface="微软雅黑" panose="020B0503020204020204" pitchFamily="34" charset="-122"/>
                <a:ea typeface="微软雅黑" panose="020B0503020204020204" pitchFamily="34" charset="-122"/>
              </a:rPr>
              <a:t>基本做法</a:t>
            </a:r>
          </a:p>
          <a:p>
            <a:pPr lvl="1">
              <a:lnSpc>
                <a:spcPct val="100000"/>
              </a:lnSpc>
              <a:spcBef>
                <a:spcPct val="25000"/>
              </a:spcBef>
            </a:pPr>
            <a:r>
              <a:rPr lang="zh-CN" altLang="en-US" sz="2000">
                <a:latin typeface="微软雅黑" panose="020B0503020204020204" pitchFamily="34" charset="-122"/>
                <a:ea typeface="微软雅黑" panose="020B0503020204020204" pitchFamily="34" charset="-122"/>
              </a:rPr>
              <a:t>总预测条件不满足</a:t>
            </a:r>
            <a:r>
              <a:rPr lang="en-US" altLang="zh-CN" sz="2000">
                <a:latin typeface="微软雅黑" panose="020B0503020204020204" pitchFamily="34" charset="-122"/>
                <a:ea typeface="微软雅黑" panose="020B0503020204020204" pitchFamily="34" charset="-122"/>
              </a:rPr>
              <a:t>(not taken)</a:t>
            </a:r>
            <a:r>
              <a:rPr lang="zh-CN" altLang="en-US" sz="2000">
                <a:latin typeface="微软雅黑" panose="020B0503020204020204" pitchFamily="34" charset="-122"/>
                <a:ea typeface="微软雅黑" panose="020B0503020204020204" pitchFamily="34" charset="-122"/>
              </a:rPr>
              <a:t>，即：继续执行分支指令的后续指令</a:t>
            </a:r>
          </a:p>
          <a:p>
            <a:pPr lvl="2">
              <a:lnSpc>
                <a:spcPct val="100000"/>
              </a:lnSpc>
              <a:spcBef>
                <a:spcPct val="25000"/>
              </a:spcBef>
              <a:buFontTx/>
              <a:buNone/>
            </a:pPr>
            <a:r>
              <a:rPr lang="zh-CN" altLang="en-US" sz="2000">
                <a:solidFill>
                  <a:srgbClr val="008000"/>
                </a:solidFill>
                <a:latin typeface="微软雅黑" panose="020B0503020204020204" pitchFamily="34" charset="-122"/>
                <a:ea typeface="微软雅黑" panose="020B0503020204020204" pitchFamily="34" charset="-122"/>
              </a:rPr>
              <a:t>可加启发式规则：</a:t>
            </a:r>
          </a:p>
          <a:p>
            <a:pPr lvl="2">
              <a:lnSpc>
                <a:spcPct val="100000"/>
              </a:lnSpc>
              <a:spcBef>
                <a:spcPct val="25000"/>
              </a:spcBef>
              <a:buFontTx/>
              <a:buNone/>
            </a:pPr>
            <a:r>
              <a:rPr lang="zh-CN" altLang="en-US" sz="2000">
                <a:solidFill>
                  <a:srgbClr val="008000"/>
                </a:solidFill>
                <a:latin typeface="微软雅黑" panose="020B0503020204020204" pitchFamily="34" charset="-122"/>
                <a:ea typeface="微软雅黑" panose="020B0503020204020204" pitchFamily="34" charset="-122"/>
              </a:rPr>
              <a:t>在特定情况下总是预测满足</a:t>
            </a:r>
            <a:r>
              <a:rPr lang="en-US" altLang="zh-CN" sz="2000">
                <a:solidFill>
                  <a:srgbClr val="008000"/>
                </a:solidFill>
                <a:latin typeface="微软雅黑" panose="020B0503020204020204" pitchFamily="34" charset="-122"/>
                <a:ea typeface="微软雅黑" panose="020B0503020204020204" pitchFamily="34" charset="-122"/>
              </a:rPr>
              <a:t>(taken)</a:t>
            </a:r>
            <a:r>
              <a:rPr lang="zh-CN" altLang="en-US" sz="2000">
                <a:solidFill>
                  <a:srgbClr val="008000"/>
                </a:solidFill>
                <a:latin typeface="微软雅黑" panose="020B0503020204020204" pitchFamily="34" charset="-122"/>
                <a:ea typeface="微软雅黑" panose="020B0503020204020204" pitchFamily="34" charset="-122"/>
              </a:rPr>
              <a:t>，其他情况总是预测不满足</a:t>
            </a:r>
          </a:p>
          <a:p>
            <a:pPr lvl="2">
              <a:lnSpc>
                <a:spcPct val="100000"/>
              </a:lnSpc>
              <a:spcBef>
                <a:spcPct val="25000"/>
              </a:spcBef>
              <a:buFontTx/>
              <a:buNone/>
            </a:pPr>
            <a:r>
              <a:rPr lang="zh-CN" altLang="en-US" sz="2000">
                <a:solidFill>
                  <a:srgbClr val="008000"/>
                </a:solidFill>
                <a:latin typeface="微软雅黑" panose="020B0503020204020204" pitchFamily="34" charset="-122"/>
                <a:ea typeface="微软雅黑" panose="020B0503020204020204" pitchFamily="34" charset="-122"/>
              </a:rPr>
              <a:t>如：循环顶部（底部）分支总是预测为不满足（满足）。能达</a:t>
            </a:r>
            <a:r>
              <a:rPr lang="en-US" altLang="zh-CN" sz="2000">
                <a:solidFill>
                  <a:srgbClr val="008000"/>
                </a:solidFill>
                <a:latin typeface="微软雅黑" panose="020B0503020204020204" pitchFamily="34" charset="-122"/>
                <a:ea typeface="微软雅黑" panose="020B0503020204020204" pitchFamily="34" charset="-122"/>
              </a:rPr>
              <a:t>65%-85%</a:t>
            </a:r>
            <a:r>
              <a:rPr lang="zh-CN" altLang="en-US" sz="2000">
                <a:solidFill>
                  <a:srgbClr val="008000"/>
                </a:solidFill>
                <a:latin typeface="微软雅黑" panose="020B0503020204020204" pitchFamily="34" charset="-122"/>
                <a:ea typeface="微软雅黑" panose="020B0503020204020204" pitchFamily="34" charset="-122"/>
              </a:rPr>
              <a:t>的预测准确率</a:t>
            </a:r>
          </a:p>
          <a:p>
            <a:pPr lvl="1">
              <a:lnSpc>
                <a:spcPct val="100000"/>
              </a:lnSpc>
              <a:spcBef>
                <a:spcPct val="25000"/>
              </a:spcBef>
            </a:pPr>
            <a:r>
              <a:rPr lang="zh-CN" altLang="en-US" sz="2000">
                <a:latin typeface="微软雅黑" panose="020B0503020204020204" pitchFamily="34" charset="-122"/>
                <a:ea typeface="微软雅黑" panose="020B0503020204020204" pitchFamily="34" charset="-122"/>
              </a:rPr>
              <a:t>预测失败时，需把流水线中</a:t>
            </a:r>
            <a:r>
              <a:rPr lang="zh-CN" altLang="en-US" sz="2000">
                <a:latin typeface="微软雅黑" panose="020B0503020204020204" pitchFamily="34" charset="-122"/>
                <a:ea typeface="微软雅黑" panose="020B0503020204020204" pitchFamily="34" charset="-122"/>
                <a:hlinkClick r:id="" action="ppaction://hlinkshowjump?jump=nextslide"/>
              </a:rPr>
              <a:t>三条错误预测指令</a:t>
            </a:r>
            <a:r>
              <a:rPr lang="zh-CN" altLang="en-US" sz="2000">
                <a:latin typeface="微软雅黑" panose="020B0503020204020204" pitchFamily="34" charset="-122"/>
                <a:ea typeface="微软雅黑" panose="020B0503020204020204" pitchFamily="34" charset="-122"/>
              </a:rPr>
              <a:t>丢弃掉 </a:t>
            </a:r>
          </a:p>
          <a:p>
            <a:pPr lvl="2">
              <a:lnSpc>
                <a:spcPct val="100000"/>
              </a:lnSpc>
              <a:spcBef>
                <a:spcPct val="25000"/>
              </a:spcBef>
            </a:pPr>
            <a:r>
              <a:rPr lang="zh-CN" altLang="en-US" sz="2000">
                <a:latin typeface="微软雅黑" panose="020B0503020204020204" pitchFamily="34" charset="-122"/>
                <a:ea typeface="微软雅黑" panose="020B0503020204020204" pitchFamily="34" charset="-122"/>
              </a:rPr>
              <a:t>将被丢弃指令的控制信号值或指令设置为</a:t>
            </a:r>
            <a:r>
              <a:rPr lang="en-US" altLang="zh-CN" sz="2000">
                <a:latin typeface="微软雅黑" panose="020B0503020204020204" pitchFamily="34" charset="-122"/>
                <a:ea typeface="微软雅黑" panose="020B0503020204020204" pitchFamily="34" charset="-122"/>
              </a:rPr>
              <a:t>0</a:t>
            </a:r>
            <a:endParaRPr lang="zh-CN" altLang="en-US" sz="2000">
              <a:latin typeface="微软雅黑" panose="020B0503020204020204" pitchFamily="34" charset="-122"/>
              <a:ea typeface="微软雅黑" panose="020B0503020204020204" pitchFamily="34" charset="-122"/>
            </a:endParaRPr>
          </a:p>
          <a:p>
            <a:pPr lvl="2">
              <a:lnSpc>
                <a:spcPct val="100000"/>
              </a:lnSpc>
              <a:spcBef>
                <a:spcPct val="25000"/>
              </a:spcBef>
              <a:buFontTx/>
              <a:buNone/>
            </a:pPr>
            <a:r>
              <a:rPr lang="zh-CN" altLang="en-US" sz="2000">
                <a:solidFill>
                  <a:srgbClr val="008000"/>
                </a:solidFill>
                <a:latin typeface="微软雅黑" panose="020B0503020204020204" pitchFamily="34" charset="-122"/>
                <a:ea typeface="微软雅黑" panose="020B0503020204020204" pitchFamily="34" charset="-122"/>
              </a:rPr>
              <a:t>   （注：涉及到当时在</a:t>
            </a:r>
            <a:r>
              <a:rPr lang="en-US" altLang="zh-CN" sz="2000">
                <a:solidFill>
                  <a:srgbClr val="008000"/>
                </a:solidFill>
                <a:latin typeface="微软雅黑" panose="020B0503020204020204" pitchFamily="34" charset="-122"/>
                <a:ea typeface="微软雅黑" panose="020B0503020204020204" pitchFamily="34" charset="-122"/>
              </a:rPr>
              <a:t>IF</a:t>
            </a:r>
            <a:r>
              <a:rPr lang="zh-CN" altLang="en-US" sz="2000">
                <a:solidFill>
                  <a:srgbClr val="008000"/>
                </a:solidFill>
                <a:latin typeface="微软雅黑" panose="020B0503020204020204" pitchFamily="34" charset="-122"/>
                <a:ea typeface="微软雅黑" panose="020B0503020204020204" pitchFamily="34" charset="-122"/>
              </a:rPr>
              <a:t>、</a:t>
            </a:r>
            <a:r>
              <a:rPr lang="en-US" altLang="zh-CN" sz="2000">
                <a:solidFill>
                  <a:srgbClr val="008000"/>
                </a:solidFill>
                <a:latin typeface="微软雅黑" panose="020B0503020204020204" pitchFamily="34" charset="-122"/>
                <a:ea typeface="微软雅黑" panose="020B0503020204020204" pitchFamily="34" charset="-122"/>
              </a:rPr>
              <a:t>ID</a:t>
            </a:r>
            <a:r>
              <a:rPr lang="zh-CN" altLang="en-US" sz="2000">
                <a:solidFill>
                  <a:srgbClr val="008000"/>
                </a:solidFill>
                <a:latin typeface="微软雅黑" panose="020B0503020204020204" pitchFamily="34" charset="-122"/>
                <a:ea typeface="微软雅黑" panose="020B0503020204020204" pitchFamily="34" charset="-122"/>
              </a:rPr>
              <a:t>和</a:t>
            </a:r>
            <a:r>
              <a:rPr lang="en-US" altLang="zh-CN" sz="2000">
                <a:solidFill>
                  <a:srgbClr val="008000"/>
                </a:solidFill>
                <a:latin typeface="微软雅黑" panose="020B0503020204020204" pitchFamily="34" charset="-122"/>
                <a:ea typeface="微软雅黑" panose="020B0503020204020204" pitchFamily="34" charset="-122"/>
              </a:rPr>
              <a:t>EX</a:t>
            </a:r>
            <a:r>
              <a:rPr lang="zh-CN" altLang="en-US" sz="2000">
                <a:solidFill>
                  <a:srgbClr val="008000"/>
                </a:solidFill>
                <a:latin typeface="微软雅黑" panose="020B0503020204020204" pitchFamily="34" charset="-122"/>
                <a:ea typeface="微软雅黑" panose="020B0503020204020204" pitchFamily="34" charset="-122"/>
              </a:rPr>
              <a:t>三个阶段的指令）</a:t>
            </a:r>
          </a:p>
          <a:p>
            <a:pPr>
              <a:spcBef>
                <a:spcPct val="25000"/>
              </a:spcBef>
            </a:pPr>
            <a:r>
              <a:rPr lang="zh-CN" altLang="en-US" sz="2000">
                <a:latin typeface="微软雅黑" panose="020B0503020204020204" pitchFamily="34" charset="-122"/>
                <a:ea typeface="微软雅黑" panose="020B0503020204020204" pitchFamily="34" charset="-122"/>
              </a:rPr>
              <a:t>性能</a:t>
            </a:r>
          </a:p>
          <a:p>
            <a:pPr lvl="1">
              <a:lnSpc>
                <a:spcPct val="100000"/>
              </a:lnSpc>
              <a:spcBef>
                <a:spcPct val="25000"/>
              </a:spcBef>
            </a:pPr>
            <a:r>
              <a:rPr lang="zh-CN" altLang="en-US" sz="2000">
                <a:latin typeface="微软雅黑" panose="020B0503020204020204" pitchFamily="34" charset="-122"/>
                <a:ea typeface="微软雅黑" panose="020B0503020204020204" pitchFamily="34" charset="-122"/>
              </a:rPr>
              <a:t>如果转移概率是</a:t>
            </a:r>
            <a:r>
              <a:rPr lang="en-US" altLang="zh-CN" sz="2000">
                <a:latin typeface="微软雅黑" panose="020B0503020204020204" pitchFamily="34" charset="-122"/>
                <a:ea typeface="微软雅黑" panose="020B0503020204020204" pitchFamily="34" charset="-122"/>
              </a:rPr>
              <a:t>50%</a:t>
            </a:r>
            <a:r>
              <a:rPr lang="zh-CN" altLang="en-US" sz="2000">
                <a:latin typeface="微软雅黑" panose="020B0503020204020204" pitchFamily="34" charset="-122"/>
                <a:ea typeface="微软雅黑" panose="020B0503020204020204" pitchFamily="34" charset="-122"/>
              </a:rPr>
              <a:t>，则预测正确率仅有</a:t>
            </a:r>
            <a:r>
              <a:rPr lang="en-US" altLang="zh-CN" sz="2000">
                <a:latin typeface="微软雅黑" panose="020B0503020204020204" pitchFamily="34" charset="-122"/>
                <a:ea typeface="微软雅黑" panose="020B0503020204020204" pitchFamily="34" charset="-122"/>
              </a:rPr>
              <a:t>50%</a:t>
            </a:r>
            <a:endParaRPr lang="zh-CN" altLang="en-US" sz="2000">
              <a:latin typeface="微软雅黑" panose="020B0503020204020204" pitchFamily="34" charset="-122"/>
              <a:ea typeface="微软雅黑" panose="020B0503020204020204" pitchFamily="34" charset="-122"/>
            </a:endParaRPr>
          </a:p>
          <a:p>
            <a:pPr>
              <a:spcBef>
                <a:spcPct val="25000"/>
              </a:spcBef>
            </a:pPr>
            <a:r>
              <a:rPr lang="zh-CN" altLang="en-US" sz="2000">
                <a:latin typeface="微软雅黑" panose="020B0503020204020204" pitchFamily="34" charset="-122"/>
                <a:ea typeface="微软雅黑" panose="020B0503020204020204" pitchFamily="34" charset="-122"/>
              </a:rPr>
              <a:t>预测错误的代价</a:t>
            </a:r>
          </a:p>
          <a:p>
            <a:pPr lvl="1">
              <a:lnSpc>
                <a:spcPct val="100000"/>
              </a:lnSpc>
              <a:spcBef>
                <a:spcPct val="25000"/>
              </a:spcBef>
            </a:pPr>
            <a:r>
              <a:rPr lang="zh-CN" altLang="en-US" sz="2000">
                <a:latin typeface="微软雅黑" panose="020B0503020204020204" pitchFamily="34" charset="-122"/>
                <a:ea typeface="微软雅黑" panose="020B0503020204020204" pitchFamily="34" charset="-122"/>
              </a:rPr>
              <a:t>预测错误的代价与何时能确定是否转移有关。越早确定代价越少</a:t>
            </a:r>
          </a:p>
          <a:p>
            <a:pPr lvl="1">
              <a:lnSpc>
                <a:spcPct val="100000"/>
              </a:lnSpc>
              <a:spcBef>
                <a:spcPct val="25000"/>
              </a:spcBef>
            </a:pPr>
            <a:r>
              <a:rPr lang="zh-CN" altLang="en-US" sz="2000">
                <a:latin typeface="微软雅黑" panose="020B0503020204020204" pitchFamily="34" charset="-122"/>
                <a:ea typeface="微软雅黑" panose="020B0503020204020204" pitchFamily="34" charset="-122"/>
              </a:rPr>
              <a:t>是否可以把“是否转移”的确定工作提前，而不等到</a:t>
            </a:r>
            <a:r>
              <a:rPr lang="en-US" altLang="zh-CN" sz="2000">
                <a:latin typeface="微软雅黑" panose="020B0503020204020204" pitchFamily="34" charset="-122"/>
                <a:ea typeface="微软雅黑" panose="020B0503020204020204" pitchFamily="34" charset="-122"/>
              </a:rPr>
              <a:t>MEM</a:t>
            </a:r>
            <a:r>
              <a:rPr lang="zh-CN" altLang="en-US" sz="2000">
                <a:latin typeface="微软雅黑" panose="020B0503020204020204" pitchFamily="34" charset="-122"/>
                <a:ea typeface="微软雅黑" panose="020B0503020204020204" pitchFamily="34" charset="-122"/>
              </a:rPr>
              <a:t>阶段才确定？</a:t>
            </a:r>
          </a:p>
          <a:p>
            <a:pPr lvl="1">
              <a:lnSpc>
                <a:spcPct val="100000"/>
              </a:lnSpc>
              <a:spcBef>
                <a:spcPct val="25000"/>
              </a:spcBef>
              <a:buFontTx/>
              <a:buNone/>
            </a:pPr>
            <a:r>
              <a:rPr lang="zh-CN" altLang="en-US" sz="2000">
                <a:latin typeface="微软雅黑" panose="020B0503020204020204" pitchFamily="34" charset="-122"/>
                <a:ea typeface="微软雅黑" panose="020B0503020204020204" pitchFamily="34" charset="-122"/>
              </a:rPr>
              <a:t>   </a:t>
            </a:r>
          </a:p>
        </p:txBody>
      </p:sp>
      <p:sp>
        <p:nvSpPr>
          <p:cNvPr id="224261" name="Text Box 5">
            <a:extLst>
              <a:ext uri="{FF2B5EF4-FFF2-40B4-BE49-F238E27FC236}">
                <a16:creationId xmlns:a16="http://schemas.microsoft.com/office/drawing/2014/main" id="{E2B9CE6A-8DBB-C9A8-4CE6-B3413DECF662}"/>
              </a:ext>
            </a:extLst>
          </p:cNvPr>
          <p:cNvSpPr txBox="1">
            <a:spLocks noChangeArrowheads="1"/>
          </p:cNvSpPr>
          <p:nvPr/>
        </p:nvSpPr>
        <p:spPr bwMode="auto">
          <a:xfrm>
            <a:off x="6083300" y="5969000"/>
            <a:ext cx="1104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a:ea typeface="宋体" panose="02010600030101010101" pitchFamily="2" charset="-122"/>
                <a:hlinkClick r:id="rId2" action="ppaction://hlinksldjump"/>
              </a:rPr>
              <a:t>SKIP</a:t>
            </a:r>
            <a:endParaRPr lang="en-US" altLang="zh-CN">
              <a:ea typeface="宋体" panose="02010600030101010101" pitchFamily="2" charset="-122"/>
            </a:endParaRPr>
          </a:p>
        </p:txBody>
      </p:sp>
      <p:sp>
        <p:nvSpPr>
          <p:cNvPr id="224262" name="Text Box 6">
            <a:extLst>
              <a:ext uri="{FF2B5EF4-FFF2-40B4-BE49-F238E27FC236}">
                <a16:creationId xmlns:a16="http://schemas.microsoft.com/office/drawing/2014/main" id="{1940F4A5-74DC-CD26-97CB-BCDEF2198C76}"/>
              </a:ext>
            </a:extLst>
          </p:cNvPr>
          <p:cNvSpPr txBox="1">
            <a:spLocks noChangeArrowheads="1"/>
          </p:cNvSpPr>
          <p:nvPr/>
        </p:nvSpPr>
        <p:spPr bwMode="auto">
          <a:xfrm>
            <a:off x="790575" y="6199188"/>
            <a:ext cx="4400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008000"/>
                </a:solidFill>
                <a:latin typeface="微软雅黑" panose="020B0503020204020204" pitchFamily="34" charset="-122"/>
                <a:ea typeface="微软雅黑" panose="020B0503020204020204" pitchFamily="34" charset="-122"/>
              </a:rPr>
              <a:t>那最早可以提前到哪个阶段呢？</a:t>
            </a:r>
            <a:endParaRPr lang="en-US" altLang="zh-CN" sz="2000">
              <a:solidFill>
                <a:srgbClr val="CC0000"/>
              </a:solidFill>
              <a:latin typeface="微软雅黑" panose="020B0503020204020204" pitchFamily="34" charset="-122"/>
              <a:ea typeface="微软雅黑" panose="020B0503020204020204" pitchFamily="34" charset="-122"/>
            </a:endParaRPr>
          </a:p>
        </p:txBody>
      </p:sp>
      <p:sp>
        <p:nvSpPr>
          <p:cNvPr id="224263" name="Text Box 7">
            <a:extLst>
              <a:ext uri="{FF2B5EF4-FFF2-40B4-BE49-F238E27FC236}">
                <a16:creationId xmlns:a16="http://schemas.microsoft.com/office/drawing/2014/main" id="{CF67C391-3A4F-AE09-0062-5BD85FDE9FC2}"/>
              </a:ext>
            </a:extLst>
          </p:cNvPr>
          <p:cNvSpPr txBox="1">
            <a:spLocks noChangeArrowheads="1"/>
          </p:cNvSpPr>
          <p:nvPr/>
        </p:nvSpPr>
        <p:spPr bwMode="auto">
          <a:xfrm>
            <a:off x="785813" y="5821363"/>
            <a:ext cx="233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latin typeface="微软雅黑" panose="020B0503020204020204" pitchFamily="34" charset="-122"/>
                <a:ea typeface="微软雅黑" panose="020B0503020204020204" pitchFamily="34" charset="-122"/>
              </a:rPr>
              <a:t>可以！</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4259">
                                            <p:txEl>
                                              <p:pRg st="2" end="2"/>
                                            </p:txEl>
                                          </p:spTgt>
                                        </p:tgtEl>
                                        <p:attrNameLst>
                                          <p:attrName>style.visibility</p:attrName>
                                        </p:attrNameLst>
                                      </p:cBhvr>
                                      <p:to>
                                        <p:strVal val="visible"/>
                                      </p:to>
                                    </p:set>
                                    <p:animEffect transition="in" filter="blinds(horizontal)">
                                      <p:cBhvr>
                                        <p:cTn id="7" dur="500"/>
                                        <p:tgtEl>
                                          <p:spTgt spid="22425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24259">
                                            <p:txEl>
                                              <p:pRg st="3" end="3"/>
                                            </p:txEl>
                                          </p:spTgt>
                                        </p:tgtEl>
                                        <p:attrNameLst>
                                          <p:attrName>style.visibility</p:attrName>
                                        </p:attrNameLst>
                                      </p:cBhvr>
                                      <p:to>
                                        <p:strVal val="visible"/>
                                      </p:to>
                                    </p:set>
                                    <p:animEffect transition="in" filter="blinds(horizontal)">
                                      <p:cBhvr>
                                        <p:cTn id="10" dur="500"/>
                                        <p:tgtEl>
                                          <p:spTgt spid="224259">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24259">
                                            <p:txEl>
                                              <p:pRg st="4" end="4"/>
                                            </p:txEl>
                                          </p:spTgt>
                                        </p:tgtEl>
                                        <p:attrNameLst>
                                          <p:attrName>style.visibility</p:attrName>
                                        </p:attrNameLst>
                                      </p:cBhvr>
                                      <p:to>
                                        <p:strVal val="visible"/>
                                      </p:to>
                                    </p:set>
                                    <p:animEffect transition="in" filter="blinds(horizontal)">
                                      <p:cBhvr>
                                        <p:cTn id="13" dur="500"/>
                                        <p:tgtEl>
                                          <p:spTgt spid="224259">
                                            <p:txEl>
                                              <p:pRg st="4" end="4"/>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24259">
                                            <p:txEl>
                                              <p:charRg st="107" end="127"/>
                                            </p:txEl>
                                          </p:spTgt>
                                        </p:tgtEl>
                                        <p:attrNameLst>
                                          <p:attrName>style.visibility</p:attrName>
                                        </p:attrNameLst>
                                      </p:cBhvr>
                                      <p:to>
                                        <p:strVal val="visible"/>
                                      </p:to>
                                    </p:set>
                                    <p:animEffect transition="in" filter="blinds(horizontal)">
                                      <p:cBhvr>
                                        <p:cTn id="18" dur="500"/>
                                        <p:tgtEl>
                                          <p:spTgt spid="224259">
                                            <p:txEl>
                                              <p:charRg st="107" end="127"/>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24259">
                                            <p:txEl>
                                              <p:charRg st="127" end="156"/>
                                            </p:txEl>
                                          </p:spTgt>
                                        </p:tgtEl>
                                        <p:attrNameLst>
                                          <p:attrName>style.visibility</p:attrName>
                                        </p:attrNameLst>
                                      </p:cBhvr>
                                      <p:to>
                                        <p:strVal val="visible"/>
                                      </p:to>
                                    </p:set>
                                    <p:animEffect transition="in" filter="blinds(horizontal)">
                                      <p:cBhvr>
                                        <p:cTn id="21" dur="500"/>
                                        <p:tgtEl>
                                          <p:spTgt spid="224259">
                                            <p:txEl>
                                              <p:charRg st="127" end="156"/>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24259">
                                            <p:txEl>
                                              <p:charRg st="159" end="182"/>
                                            </p:txEl>
                                          </p:spTgt>
                                        </p:tgtEl>
                                        <p:attrNameLst>
                                          <p:attrName>style.visibility</p:attrName>
                                        </p:attrNameLst>
                                      </p:cBhvr>
                                      <p:to>
                                        <p:strVal val="visible"/>
                                      </p:to>
                                    </p:set>
                                    <p:animEffect transition="in" filter="blinds(horizontal)">
                                      <p:cBhvr>
                                        <p:cTn id="26" dur="500"/>
                                        <p:tgtEl>
                                          <p:spTgt spid="224259">
                                            <p:txEl>
                                              <p:charRg st="159" end="18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224259">
                                            <p:txEl>
                                              <p:charRg st="190" end="219"/>
                                            </p:txEl>
                                          </p:spTgt>
                                        </p:tgtEl>
                                        <p:attrNameLst>
                                          <p:attrName>style.visibility</p:attrName>
                                        </p:attrNameLst>
                                      </p:cBhvr>
                                      <p:to>
                                        <p:strVal val="visible"/>
                                      </p:to>
                                    </p:set>
                                    <p:animEffect transition="in" filter="blinds(horizontal)">
                                      <p:cBhvr>
                                        <p:cTn id="31" dur="500"/>
                                        <p:tgtEl>
                                          <p:spTgt spid="224259">
                                            <p:txEl>
                                              <p:charRg st="190" end="219"/>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224259">
                                            <p:txEl>
                                              <p:charRg st="219" end="252"/>
                                            </p:txEl>
                                          </p:spTgt>
                                        </p:tgtEl>
                                        <p:attrNameLst>
                                          <p:attrName>style.visibility</p:attrName>
                                        </p:attrNameLst>
                                      </p:cBhvr>
                                      <p:to>
                                        <p:strVal val="visible"/>
                                      </p:to>
                                    </p:set>
                                    <p:animEffect transition="in" filter="blinds(horizontal)">
                                      <p:cBhvr>
                                        <p:cTn id="36" dur="500"/>
                                        <p:tgtEl>
                                          <p:spTgt spid="224259">
                                            <p:txEl>
                                              <p:charRg st="219" end="252"/>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224259">
                                            <p:txEl>
                                              <p:charRg st="252" end="256"/>
                                            </p:txEl>
                                          </p:spTgt>
                                        </p:tgtEl>
                                        <p:attrNameLst>
                                          <p:attrName>style.visibility</p:attrName>
                                        </p:attrNameLst>
                                      </p:cBhvr>
                                      <p:to>
                                        <p:strVal val="visible"/>
                                      </p:to>
                                    </p:set>
                                    <p:animEffect transition="in" filter="blinds(horizontal)">
                                      <p:cBhvr>
                                        <p:cTn id="41" dur="500"/>
                                        <p:tgtEl>
                                          <p:spTgt spid="224259">
                                            <p:txEl>
                                              <p:charRg st="252" end="256"/>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24263"/>
                                        </p:tgtEl>
                                        <p:attrNameLst>
                                          <p:attrName>style.visibility</p:attrName>
                                        </p:attrNameLst>
                                      </p:cBhvr>
                                      <p:to>
                                        <p:strVal val="visible"/>
                                      </p:to>
                                    </p:set>
                                    <p:animEffect transition="in" filter="blinds(horizontal)">
                                      <p:cBhvr>
                                        <p:cTn id="46" dur="500"/>
                                        <p:tgtEl>
                                          <p:spTgt spid="22426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24262"/>
                                        </p:tgtEl>
                                        <p:attrNameLst>
                                          <p:attrName>style.visibility</p:attrName>
                                        </p:attrNameLst>
                                      </p:cBhvr>
                                      <p:to>
                                        <p:strVal val="visible"/>
                                      </p:to>
                                    </p:set>
                                    <p:animEffect transition="in" filter="blinds(horizontal)">
                                      <p:cBhvr>
                                        <p:cTn id="51" dur="500"/>
                                        <p:tgtEl>
                                          <p:spTgt spid="22426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24261"/>
                                        </p:tgtEl>
                                        <p:attrNameLst>
                                          <p:attrName>style.visibility</p:attrName>
                                        </p:attrNameLst>
                                      </p:cBhvr>
                                      <p:to>
                                        <p:strVal val="visible"/>
                                      </p:to>
                                    </p:set>
                                    <p:animEffect transition="in" filter="blinds(horizontal)">
                                      <p:cBhvr>
                                        <p:cTn id="56" dur="500"/>
                                        <p:tgtEl>
                                          <p:spTgt spid="224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1" grpId="0"/>
      <p:bldP spid="224262" grpId="0"/>
      <p:bldP spid="22426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E21C5A87-07FC-4DA0-9A0C-617C550CBFB3}"/>
              </a:ext>
            </a:extLst>
          </p:cNvPr>
          <p:cNvSpPr>
            <a:spLocks noGrp="1" noChangeArrowheads="1"/>
          </p:cNvSpPr>
          <p:nvPr>
            <p:ph type="title"/>
          </p:nvPr>
        </p:nvSpPr>
        <p:spPr>
          <a:xfrm>
            <a:off x="800100" y="228600"/>
            <a:ext cx="5716588" cy="371475"/>
          </a:xfrm>
        </p:spPr>
        <p:txBody>
          <a:bodyPr/>
          <a:lstStyle/>
          <a:p>
            <a:r>
              <a:rPr lang="zh-CN" altLang="zh-CN">
                <a:ea typeface="宋体" panose="02010600030101010101" pitchFamily="2" charset="-122"/>
              </a:rPr>
              <a:t>预测指令失败情况</a:t>
            </a:r>
            <a:endParaRPr lang="zh-CN" altLang="en-US">
              <a:ea typeface="宋体" panose="02010600030101010101" pitchFamily="2" charset="-122"/>
            </a:endParaRPr>
          </a:p>
        </p:txBody>
      </p:sp>
      <p:sp>
        <p:nvSpPr>
          <p:cNvPr id="323587" name="Rectangle 3">
            <a:extLst>
              <a:ext uri="{FF2B5EF4-FFF2-40B4-BE49-F238E27FC236}">
                <a16:creationId xmlns:a16="http://schemas.microsoft.com/office/drawing/2014/main" id="{D61864E5-9D34-4C9F-290F-2EBA61899871}"/>
              </a:ext>
            </a:extLst>
          </p:cNvPr>
          <p:cNvSpPr>
            <a:spLocks noGrp="1" noChangeArrowheads="1"/>
          </p:cNvSpPr>
          <p:nvPr>
            <p:ph idx="1"/>
          </p:nvPr>
        </p:nvSpPr>
        <p:spPr>
          <a:xfrm>
            <a:off x="107950" y="4094163"/>
            <a:ext cx="8764588" cy="2068512"/>
          </a:xfrm>
        </p:spPr>
        <p:txBody>
          <a:bodyPr/>
          <a:lstStyle/>
          <a:p>
            <a:r>
              <a:rPr lang="zh-CN" altLang="en-US">
                <a:latin typeface="微软雅黑" panose="020B0503020204020204" pitchFamily="34" charset="-122"/>
                <a:ea typeface="微软雅黑" panose="020B0503020204020204" pitchFamily="34" charset="-122"/>
              </a:rPr>
              <a:t>虽然</a:t>
            </a:r>
            <a:r>
              <a:rPr lang="en-US" altLang="zh-CN">
                <a:latin typeface="微软雅黑" panose="020B0503020204020204" pitchFamily="34" charset="-122"/>
                <a:ea typeface="微软雅黑" panose="020B0503020204020204" pitchFamily="34" charset="-122"/>
              </a:rPr>
              <a:t>Beq</a:t>
            </a:r>
            <a:r>
              <a:rPr lang="zh-CN" altLang="en-US">
                <a:latin typeface="微软雅黑" panose="020B0503020204020204" pitchFamily="34" charset="-122"/>
                <a:ea typeface="微软雅黑" panose="020B0503020204020204" pitchFamily="34" charset="-122"/>
              </a:rPr>
              <a:t>指令在第四周期取出，但</a:t>
            </a:r>
            <a:r>
              <a:rPr lang="en-US" altLang="zh-CN">
                <a:latin typeface="微软雅黑" panose="020B0503020204020204" pitchFamily="34" charset="-122"/>
                <a:ea typeface="微软雅黑" panose="020B0503020204020204" pitchFamily="34" charset="-122"/>
              </a:rPr>
              <a:t>:</a:t>
            </a:r>
          </a:p>
          <a:p>
            <a:pPr lvl="1"/>
            <a:r>
              <a:rPr lang="zh-CN" altLang="en-US">
                <a:latin typeface="微软雅黑" panose="020B0503020204020204" pitchFamily="34" charset="-122"/>
                <a:ea typeface="微软雅黑" panose="020B0503020204020204" pitchFamily="34" charset="-122"/>
              </a:rPr>
              <a:t>“是否转移”在</a:t>
            </a:r>
            <a:r>
              <a:rPr lang="en-US" altLang="zh-CN">
                <a:latin typeface="微软雅黑" panose="020B0503020204020204" pitchFamily="34" charset="-122"/>
                <a:ea typeface="微软雅黑" panose="020B0503020204020204" pitchFamily="34" charset="-122"/>
              </a:rPr>
              <a:t>M</a:t>
            </a:r>
            <a:r>
              <a:rPr lang="zh-CN" altLang="en-US">
                <a:latin typeface="微软雅黑" panose="020B0503020204020204" pitchFamily="34" charset="-122"/>
                <a:ea typeface="微软雅黑" panose="020B0503020204020204" pitchFamily="34" charset="-122"/>
              </a:rPr>
              <a:t>阶段确定，目标地址在第七周期才被送到</a:t>
            </a:r>
            <a:r>
              <a:rPr lang="en-US" altLang="zh-CN">
                <a:latin typeface="微软雅黑" panose="020B0503020204020204" pitchFamily="34" charset="-122"/>
                <a:ea typeface="微软雅黑" panose="020B0503020204020204" pitchFamily="34" charset="-122"/>
              </a:rPr>
              <a:t>PC</a:t>
            </a:r>
            <a:r>
              <a:rPr lang="zh-CN" altLang="en-US">
                <a:latin typeface="微软雅黑" panose="020B0503020204020204" pitchFamily="34" charset="-122"/>
                <a:ea typeface="微软雅黑" panose="020B0503020204020204" pitchFamily="34" charset="-122"/>
              </a:rPr>
              <a:t>输入端</a:t>
            </a:r>
          </a:p>
          <a:p>
            <a:pPr lvl="1"/>
            <a:r>
              <a:rPr lang="zh-CN" altLang="en-US">
                <a:latin typeface="微软雅黑" panose="020B0503020204020204" pitchFamily="34" charset="-122"/>
                <a:ea typeface="微软雅黑" panose="020B0503020204020204" pitchFamily="34" charset="-122"/>
              </a:rPr>
              <a:t>第八周期才取出目标地址处的指令执行</a:t>
            </a:r>
          </a:p>
          <a:p>
            <a:pPr lvl="1">
              <a:buFontTx/>
              <a:buNone/>
            </a:pPr>
            <a:r>
              <a:rPr lang="zh-CN" altLang="en-US">
                <a:solidFill>
                  <a:srgbClr val="CC0000"/>
                </a:solidFill>
                <a:latin typeface="微软雅黑" panose="020B0503020204020204" pitchFamily="34" charset="-122"/>
                <a:ea typeface="微软雅黑" panose="020B0503020204020204" pitchFamily="34" charset="-122"/>
              </a:rPr>
              <a:t>结果：在取目标指令之前，已有三条指令被取出，取错了三条指令！</a:t>
            </a:r>
          </a:p>
          <a:p>
            <a:r>
              <a:rPr lang="zh-CN" altLang="en-US">
                <a:latin typeface="微软雅黑" panose="020B0503020204020204" pitchFamily="34" charset="-122"/>
                <a:ea typeface="微软雅黑" panose="020B0503020204020204" pitchFamily="34" charset="-122"/>
              </a:rPr>
              <a:t>发生转移时，要在流水线中清除</a:t>
            </a:r>
            <a:r>
              <a:rPr lang="en-US" altLang="zh-CN">
                <a:latin typeface="微软雅黑" panose="020B0503020204020204" pitchFamily="34" charset="-122"/>
                <a:ea typeface="微软雅黑" panose="020B0503020204020204" pitchFamily="34" charset="-122"/>
              </a:rPr>
              <a:t>Beq</a:t>
            </a:r>
            <a:r>
              <a:rPr lang="zh-CN" altLang="en-US">
                <a:latin typeface="微软雅黑" panose="020B0503020204020204" pitchFamily="34" charset="-122"/>
                <a:ea typeface="微软雅黑" panose="020B0503020204020204" pitchFamily="34" charset="-122"/>
              </a:rPr>
              <a:t>后面的三条指令，分别在</a:t>
            </a:r>
            <a:r>
              <a:rPr lang="en-US" altLang="zh-CN">
                <a:latin typeface="微软雅黑" panose="020B0503020204020204" pitchFamily="34" charset="-122"/>
                <a:ea typeface="微软雅黑" panose="020B0503020204020204" pitchFamily="34" charset="-122"/>
              </a:rPr>
              <a:t>EX </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ID</a:t>
            </a:r>
            <a:r>
              <a:rPr lang="zh-CN" altLang="en-US">
                <a:latin typeface="微软雅黑" panose="020B0503020204020204" pitchFamily="34" charset="-122"/>
                <a:ea typeface="微软雅黑" panose="020B0503020204020204" pitchFamily="34" charset="-122"/>
              </a:rPr>
              <a:t>、 </a:t>
            </a:r>
            <a:r>
              <a:rPr lang="en-US" altLang="zh-CN">
                <a:latin typeface="微软雅黑" panose="020B0503020204020204" pitchFamily="34" charset="-122"/>
                <a:ea typeface="微软雅黑" panose="020B0503020204020204" pitchFamily="34" charset="-122"/>
              </a:rPr>
              <a:t>IF</a:t>
            </a:r>
            <a:r>
              <a:rPr lang="zh-CN" altLang="en-US">
                <a:latin typeface="微软雅黑" panose="020B0503020204020204" pitchFamily="34" charset="-122"/>
                <a:ea typeface="微软雅黑" panose="020B0503020204020204" pitchFamily="34" charset="-122"/>
              </a:rPr>
              <a:t>段中</a:t>
            </a:r>
          </a:p>
          <a:p>
            <a:r>
              <a:rPr lang="zh-CN" altLang="en-US">
                <a:solidFill>
                  <a:srgbClr val="008000"/>
                </a:solidFill>
                <a:latin typeface="微软雅黑" panose="020B0503020204020204" pitchFamily="34" charset="-122"/>
                <a:ea typeface="微软雅黑" panose="020B0503020204020204" pitchFamily="34" charset="-122"/>
              </a:rPr>
              <a:t>延迟损失时间片</a:t>
            </a:r>
            <a:r>
              <a:rPr lang="en-US" altLang="zh-CN">
                <a:solidFill>
                  <a:srgbClr val="008000"/>
                </a:solidFill>
                <a:latin typeface="微软雅黑" panose="020B0503020204020204" pitchFamily="34" charset="-122"/>
                <a:ea typeface="微软雅黑" panose="020B0503020204020204" pitchFamily="34" charset="-122"/>
              </a:rPr>
              <a:t>C</a:t>
            </a:r>
            <a:r>
              <a:rPr lang="zh-CN" altLang="en-US">
                <a:solidFill>
                  <a:srgbClr val="008000"/>
                </a:solidFill>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发生转移时，给流水线带来的延迟损失</a:t>
            </a:r>
            <a:endParaRPr lang="en-US" altLang="zh-CN">
              <a:latin typeface="微软雅黑" panose="020B0503020204020204" pitchFamily="34" charset="-122"/>
              <a:ea typeface="微软雅黑" panose="020B0503020204020204" pitchFamily="34" charset="-122"/>
            </a:endParaRPr>
          </a:p>
        </p:txBody>
      </p:sp>
      <p:grpSp>
        <p:nvGrpSpPr>
          <p:cNvPr id="144387" name="Group 4">
            <a:extLst>
              <a:ext uri="{FF2B5EF4-FFF2-40B4-BE49-F238E27FC236}">
                <a16:creationId xmlns:a16="http://schemas.microsoft.com/office/drawing/2014/main" id="{1F6AC4A3-3892-DE5F-F62B-2096FB849FA3}"/>
              </a:ext>
            </a:extLst>
          </p:cNvPr>
          <p:cNvGrpSpPr>
            <a:grpSpLocks/>
          </p:cNvGrpSpPr>
          <p:nvPr/>
        </p:nvGrpSpPr>
        <p:grpSpPr bwMode="auto">
          <a:xfrm>
            <a:off x="990600" y="1358900"/>
            <a:ext cx="825500" cy="254000"/>
            <a:chOff x="624" y="664"/>
            <a:chExt cx="520" cy="160"/>
          </a:xfrm>
        </p:grpSpPr>
        <p:sp>
          <p:nvSpPr>
            <p:cNvPr id="144388" name="Line 5">
              <a:extLst>
                <a:ext uri="{FF2B5EF4-FFF2-40B4-BE49-F238E27FC236}">
                  <a16:creationId xmlns:a16="http://schemas.microsoft.com/office/drawing/2014/main" id="{F901616D-87AB-D651-5918-6259A7273C71}"/>
                </a:ext>
              </a:extLst>
            </p:cNvPr>
            <p:cNvSpPr>
              <a:spLocks noChangeShapeType="1"/>
            </p:cNvSpPr>
            <p:nvPr/>
          </p:nvSpPr>
          <p:spPr bwMode="auto">
            <a:xfrm>
              <a:off x="632"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89" name="Line 6">
              <a:extLst>
                <a:ext uri="{FF2B5EF4-FFF2-40B4-BE49-F238E27FC236}">
                  <a16:creationId xmlns:a16="http://schemas.microsoft.com/office/drawing/2014/main" id="{1D57C073-B9F5-9D08-60B4-421C8F606CB7}"/>
                </a:ext>
              </a:extLst>
            </p:cNvPr>
            <p:cNvSpPr>
              <a:spLocks noChangeShapeType="1"/>
            </p:cNvSpPr>
            <p:nvPr/>
          </p:nvSpPr>
          <p:spPr bwMode="auto">
            <a:xfrm>
              <a:off x="624"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90" name="Line 7">
              <a:extLst>
                <a:ext uri="{FF2B5EF4-FFF2-40B4-BE49-F238E27FC236}">
                  <a16:creationId xmlns:a16="http://schemas.microsoft.com/office/drawing/2014/main" id="{C04B213F-DB4B-E0C9-7C76-2757E1F155EE}"/>
                </a:ext>
              </a:extLst>
            </p:cNvPr>
            <p:cNvSpPr>
              <a:spLocks noChangeShapeType="1"/>
            </p:cNvSpPr>
            <p:nvPr/>
          </p:nvSpPr>
          <p:spPr bwMode="auto">
            <a:xfrm flipV="1">
              <a:off x="912"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91" name="Line 8">
              <a:extLst>
                <a:ext uri="{FF2B5EF4-FFF2-40B4-BE49-F238E27FC236}">
                  <a16:creationId xmlns:a16="http://schemas.microsoft.com/office/drawing/2014/main" id="{D6AA48EE-41B0-5A7E-AF44-65CB6D291A33}"/>
                </a:ext>
              </a:extLst>
            </p:cNvPr>
            <p:cNvSpPr>
              <a:spLocks noChangeShapeType="1"/>
            </p:cNvSpPr>
            <p:nvPr/>
          </p:nvSpPr>
          <p:spPr bwMode="auto">
            <a:xfrm>
              <a:off x="920"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4392" name="Group 9">
            <a:extLst>
              <a:ext uri="{FF2B5EF4-FFF2-40B4-BE49-F238E27FC236}">
                <a16:creationId xmlns:a16="http://schemas.microsoft.com/office/drawing/2014/main" id="{988C84EF-AD2C-3D49-1781-CDAA50DCB0A5}"/>
              </a:ext>
            </a:extLst>
          </p:cNvPr>
          <p:cNvGrpSpPr>
            <a:grpSpLocks/>
          </p:cNvGrpSpPr>
          <p:nvPr/>
        </p:nvGrpSpPr>
        <p:grpSpPr bwMode="auto">
          <a:xfrm>
            <a:off x="1828800" y="1358900"/>
            <a:ext cx="825500" cy="254000"/>
            <a:chOff x="1152" y="664"/>
            <a:chExt cx="520" cy="160"/>
          </a:xfrm>
        </p:grpSpPr>
        <p:sp>
          <p:nvSpPr>
            <p:cNvPr id="144393" name="Line 10">
              <a:extLst>
                <a:ext uri="{FF2B5EF4-FFF2-40B4-BE49-F238E27FC236}">
                  <a16:creationId xmlns:a16="http://schemas.microsoft.com/office/drawing/2014/main" id="{A393EF26-A7AC-BBD6-F18A-22739C4E4026}"/>
                </a:ext>
              </a:extLst>
            </p:cNvPr>
            <p:cNvSpPr>
              <a:spLocks noChangeShapeType="1"/>
            </p:cNvSpPr>
            <p:nvPr/>
          </p:nvSpPr>
          <p:spPr bwMode="auto">
            <a:xfrm>
              <a:off x="1160"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94" name="Line 11">
              <a:extLst>
                <a:ext uri="{FF2B5EF4-FFF2-40B4-BE49-F238E27FC236}">
                  <a16:creationId xmlns:a16="http://schemas.microsoft.com/office/drawing/2014/main" id="{F24B1783-2985-3D4D-8310-8C66689DB2C8}"/>
                </a:ext>
              </a:extLst>
            </p:cNvPr>
            <p:cNvSpPr>
              <a:spLocks noChangeShapeType="1"/>
            </p:cNvSpPr>
            <p:nvPr/>
          </p:nvSpPr>
          <p:spPr bwMode="auto">
            <a:xfrm>
              <a:off x="1152"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95" name="Line 12">
              <a:extLst>
                <a:ext uri="{FF2B5EF4-FFF2-40B4-BE49-F238E27FC236}">
                  <a16:creationId xmlns:a16="http://schemas.microsoft.com/office/drawing/2014/main" id="{3653771F-A73A-7C69-7C20-E37E3AF2468E}"/>
                </a:ext>
              </a:extLst>
            </p:cNvPr>
            <p:cNvSpPr>
              <a:spLocks noChangeShapeType="1"/>
            </p:cNvSpPr>
            <p:nvPr/>
          </p:nvSpPr>
          <p:spPr bwMode="auto">
            <a:xfrm flipV="1">
              <a:off x="1440"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96" name="Line 13">
              <a:extLst>
                <a:ext uri="{FF2B5EF4-FFF2-40B4-BE49-F238E27FC236}">
                  <a16:creationId xmlns:a16="http://schemas.microsoft.com/office/drawing/2014/main" id="{0A860563-E346-050C-BA00-3A8ECC07181D}"/>
                </a:ext>
              </a:extLst>
            </p:cNvPr>
            <p:cNvSpPr>
              <a:spLocks noChangeShapeType="1"/>
            </p:cNvSpPr>
            <p:nvPr/>
          </p:nvSpPr>
          <p:spPr bwMode="auto">
            <a:xfrm>
              <a:off x="1448"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4397" name="Group 14">
            <a:extLst>
              <a:ext uri="{FF2B5EF4-FFF2-40B4-BE49-F238E27FC236}">
                <a16:creationId xmlns:a16="http://schemas.microsoft.com/office/drawing/2014/main" id="{2B0CD7A1-AC3F-335B-95B2-075C59344C6D}"/>
              </a:ext>
            </a:extLst>
          </p:cNvPr>
          <p:cNvGrpSpPr>
            <a:grpSpLocks/>
          </p:cNvGrpSpPr>
          <p:nvPr/>
        </p:nvGrpSpPr>
        <p:grpSpPr bwMode="auto">
          <a:xfrm>
            <a:off x="2667000" y="1358900"/>
            <a:ext cx="825500" cy="254000"/>
            <a:chOff x="1680" y="664"/>
            <a:chExt cx="520" cy="160"/>
          </a:xfrm>
        </p:grpSpPr>
        <p:sp>
          <p:nvSpPr>
            <p:cNvPr id="144398" name="Line 15">
              <a:extLst>
                <a:ext uri="{FF2B5EF4-FFF2-40B4-BE49-F238E27FC236}">
                  <a16:creationId xmlns:a16="http://schemas.microsoft.com/office/drawing/2014/main" id="{4F4BB5B5-7484-C95A-AED9-12D7343618AB}"/>
                </a:ext>
              </a:extLst>
            </p:cNvPr>
            <p:cNvSpPr>
              <a:spLocks noChangeShapeType="1"/>
            </p:cNvSpPr>
            <p:nvPr/>
          </p:nvSpPr>
          <p:spPr bwMode="auto">
            <a:xfrm>
              <a:off x="1688"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99" name="Line 16">
              <a:extLst>
                <a:ext uri="{FF2B5EF4-FFF2-40B4-BE49-F238E27FC236}">
                  <a16:creationId xmlns:a16="http://schemas.microsoft.com/office/drawing/2014/main" id="{75AC81F7-6F25-4D5F-2DA2-4B54C626CC87}"/>
                </a:ext>
              </a:extLst>
            </p:cNvPr>
            <p:cNvSpPr>
              <a:spLocks noChangeShapeType="1"/>
            </p:cNvSpPr>
            <p:nvPr/>
          </p:nvSpPr>
          <p:spPr bwMode="auto">
            <a:xfrm>
              <a:off x="1680"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00" name="Line 17">
              <a:extLst>
                <a:ext uri="{FF2B5EF4-FFF2-40B4-BE49-F238E27FC236}">
                  <a16:creationId xmlns:a16="http://schemas.microsoft.com/office/drawing/2014/main" id="{A1F4C6E1-D9DA-DCA9-88D1-32FEEE87B64D}"/>
                </a:ext>
              </a:extLst>
            </p:cNvPr>
            <p:cNvSpPr>
              <a:spLocks noChangeShapeType="1"/>
            </p:cNvSpPr>
            <p:nvPr/>
          </p:nvSpPr>
          <p:spPr bwMode="auto">
            <a:xfrm flipV="1">
              <a:off x="1968"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01" name="Line 18">
              <a:extLst>
                <a:ext uri="{FF2B5EF4-FFF2-40B4-BE49-F238E27FC236}">
                  <a16:creationId xmlns:a16="http://schemas.microsoft.com/office/drawing/2014/main" id="{FDBFB9A5-56BD-E9FA-AE23-C100A419519B}"/>
                </a:ext>
              </a:extLst>
            </p:cNvPr>
            <p:cNvSpPr>
              <a:spLocks noChangeShapeType="1"/>
            </p:cNvSpPr>
            <p:nvPr/>
          </p:nvSpPr>
          <p:spPr bwMode="auto">
            <a:xfrm>
              <a:off x="1976"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4402" name="Group 19">
            <a:extLst>
              <a:ext uri="{FF2B5EF4-FFF2-40B4-BE49-F238E27FC236}">
                <a16:creationId xmlns:a16="http://schemas.microsoft.com/office/drawing/2014/main" id="{7363B27F-975A-80EB-4635-92311452E383}"/>
              </a:ext>
            </a:extLst>
          </p:cNvPr>
          <p:cNvGrpSpPr>
            <a:grpSpLocks/>
          </p:cNvGrpSpPr>
          <p:nvPr/>
        </p:nvGrpSpPr>
        <p:grpSpPr bwMode="auto">
          <a:xfrm>
            <a:off x="3505200" y="1358900"/>
            <a:ext cx="825500" cy="254000"/>
            <a:chOff x="2208" y="664"/>
            <a:chExt cx="520" cy="160"/>
          </a:xfrm>
        </p:grpSpPr>
        <p:sp>
          <p:nvSpPr>
            <p:cNvPr id="144403" name="Line 20">
              <a:extLst>
                <a:ext uri="{FF2B5EF4-FFF2-40B4-BE49-F238E27FC236}">
                  <a16:creationId xmlns:a16="http://schemas.microsoft.com/office/drawing/2014/main" id="{4BDD1EC1-B668-357A-3773-3D77A51E070E}"/>
                </a:ext>
              </a:extLst>
            </p:cNvPr>
            <p:cNvSpPr>
              <a:spLocks noChangeShapeType="1"/>
            </p:cNvSpPr>
            <p:nvPr/>
          </p:nvSpPr>
          <p:spPr bwMode="auto">
            <a:xfrm>
              <a:off x="2216"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04" name="Line 21">
              <a:extLst>
                <a:ext uri="{FF2B5EF4-FFF2-40B4-BE49-F238E27FC236}">
                  <a16:creationId xmlns:a16="http://schemas.microsoft.com/office/drawing/2014/main" id="{536E5E1A-B969-D913-3D26-4AFAF6174225}"/>
                </a:ext>
              </a:extLst>
            </p:cNvPr>
            <p:cNvSpPr>
              <a:spLocks noChangeShapeType="1"/>
            </p:cNvSpPr>
            <p:nvPr/>
          </p:nvSpPr>
          <p:spPr bwMode="auto">
            <a:xfrm>
              <a:off x="2208"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05" name="Line 22">
              <a:extLst>
                <a:ext uri="{FF2B5EF4-FFF2-40B4-BE49-F238E27FC236}">
                  <a16:creationId xmlns:a16="http://schemas.microsoft.com/office/drawing/2014/main" id="{97B79DA4-B282-0176-06A6-B699981475FA}"/>
                </a:ext>
              </a:extLst>
            </p:cNvPr>
            <p:cNvSpPr>
              <a:spLocks noChangeShapeType="1"/>
            </p:cNvSpPr>
            <p:nvPr/>
          </p:nvSpPr>
          <p:spPr bwMode="auto">
            <a:xfrm flipV="1">
              <a:off x="2496"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06" name="Line 23">
              <a:extLst>
                <a:ext uri="{FF2B5EF4-FFF2-40B4-BE49-F238E27FC236}">
                  <a16:creationId xmlns:a16="http://schemas.microsoft.com/office/drawing/2014/main" id="{703CDA86-31BE-6CAF-908A-2A9EC79BB41C}"/>
                </a:ext>
              </a:extLst>
            </p:cNvPr>
            <p:cNvSpPr>
              <a:spLocks noChangeShapeType="1"/>
            </p:cNvSpPr>
            <p:nvPr/>
          </p:nvSpPr>
          <p:spPr bwMode="auto">
            <a:xfrm>
              <a:off x="2504"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4407" name="Group 24">
            <a:extLst>
              <a:ext uri="{FF2B5EF4-FFF2-40B4-BE49-F238E27FC236}">
                <a16:creationId xmlns:a16="http://schemas.microsoft.com/office/drawing/2014/main" id="{2678CB07-D5A1-0ACB-FF85-DAE8FE3C1F9D}"/>
              </a:ext>
            </a:extLst>
          </p:cNvPr>
          <p:cNvGrpSpPr>
            <a:grpSpLocks/>
          </p:cNvGrpSpPr>
          <p:nvPr/>
        </p:nvGrpSpPr>
        <p:grpSpPr bwMode="auto">
          <a:xfrm>
            <a:off x="4343400" y="1358900"/>
            <a:ext cx="825500" cy="254000"/>
            <a:chOff x="2736" y="664"/>
            <a:chExt cx="520" cy="160"/>
          </a:xfrm>
        </p:grpSpPr>
        <p:sp>
          <p:nvSpPr>
            <p:cNvPr id="144408" name="Line 25">
              <a:extLst>
                <a:ext uri="{FF2B5EF4-FFF2-40B4-BE49-F238E27FC236}">
                  <a16:creationId xmlns:a16="http://schemas.microsoft.com/office/drawing/2014/main" id="{9786EFE5-27D2-015D-93CD-F587E01E3787}"/>
                </a:ext>
              </a:extLst>
            </p:cNvPr>
            <p:cNvSpPr>
              <a:spLocks noChangeShapeType="1"/>
            </p:cNvSpPr>
            <p:nvPr/>
          </p:nvSpPr>
          <p:spPr bwMode="auto">
            <a:xfrm>
              <a:off x="2744"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09" name="Line 26">
              <a:extLst>
                <a:ext uri="{FF2B5EF4-FFF2-40B4-BE49-F238E27FC236}">
                  <a16:creationId xmlns:a16="http://schemas.microsoft.com/office/drawing/2014/main" id="{0D59AFF4-810C-5394-BCEE-821234084604}"/>
                </a:ext>
              </a:extLst>
            </p:cNvPr>
            <p:cNvSpPr>
              <a:spLocks noChangeShapeType="1"/>
            </p:cNvSpPr>
            <p:nvPr/>
          </p:nvSpPr>
          <p:spPr bwMode="auto">
            <a:xfrm>
              <a:off x="2736"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10" name="Line 27">
              <a:extLst>
                <a:ext uri="{FF2B5EF4-FFF2-40B4-BE49-F238E27FC236}">
                  <a16:creationId xmlns:a16="http://schemas.microsoft.com/office/drawing/2014/main" id="{D110D493-B218-683C-E898-2A5EE96A408C}"/>
                </a:ext>
              </a:extLst>
            </p:cNvPr>
            <p:cNvSpPr>
              <a:spLocks noChangeShapeType="1"/>
            </p:cNvSpPr>
            <p:nvPr/>
          </p:nvSpPr>
          <p:spPr bwMode="auto">
            <a:xfrm flipV="1">
              <a:off x="3024"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11" name="Line 28">
              <a:extLst>
                <a:ext uri="{FF2B5EF4-FFF2-40B4-BE49-F238E27FC236}">
                  <a16:creationId xmlns:a16="http://schemas.microsoft.com/office/drawing/2014/main" id="{AC52406C-2651-2537-E2B4-55169EFF4A41}"/>
                </a:ext>
              </a:extLst>
            </p:cNvPr>
            <p:cNvSpPr>
              <a:spLocks noChangeShapeType="1"/>
            </p:cNvSpPr>
            <p:nvPr/>
          </p:nvSpPr>
          <p:spPr bwMode="auto">
            <a:xfrm>
              <a:off x="3032"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4412" name="Group 29">
            <a:extLst>
              <a:ext uri="{FF2B5EF4-FFF2-40B4-BE49-F238E27FC236}">
                <a16:creationId xmlns:a16="http://schemas.microsoft.com/office/drawing/2014/main" id="{D70208D2-C054-84F2-FEBB-176F0BCCE7B1}"/>
              </a:ext>
            </a:extLst>
          </p:cNvPr>
          <p:cNvGrpSpPr>
            <a:grpSpLocks/>
          </p:cNvGrpSpPr>
          <p:nvPr/>
        </p:nvGrpSpPr>
        <p:grpSpPr bwMode="auto">
          <a:xfrm>
            <a:off x="5181600" y="1358900"/>
            <a:ext cx="825500" cy="254000"/>
            <a:chOff x="3264" y="664"/>
            <a:chExt cx="520" cy="160"/>
          </a:xfrm>
        </p:grpSpPr>
        <p:sp>
          <p:nvSpPr>
            <p:cNvPr id="144413" name="Line 30">
              <a:extLst>
                <a:ext uri="{FF2B5EF4-FFF2-40B4-BE49-F238E27FC236}">
                  <a16:creationId xmlns:a16="http://schemas.microsoft.com/office/drawing/2014/main" id="{015AEA9E-DF51-6190-3C48-8F02267DD422}"/>
                </a:ext>
              </a:extLst>
            </p:cNvPr>
            <p:cNvSpPr>
              <a:spLocks noChangeShapeType="1"/>
            </p:cNvSpPr>
            <p:nvPr/>
          </p:nvSpPr>
          <p:spPr bwMode="auto">
            <a:xfrm>
              <a:off x="3272"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14" name="Line 31">
              <a:extLst>
                <a:ext uri="{FF2B5EF4-FFF2-40B4-BE49-F238E27FC236}">
                  <a16:creationId xmlns:a16="http://schemas.microsoft.com/office/drawing/2014/main" id="{B6499734-9DB7-3EB4-4827-33DCE0590F40}"/>
                </a:ext>
              </a:extLst>
            </p:cNvPr>
            <p:cNvSpPr>
              <a:spLocks noChangeShapeType="1"/>
            </p:cNvSpPr>
            <p:nvPr/>
          </p:nvSpPr>
          <p:spPr bwMode="auto">
            <a:xfrm>
              <a:off x="3264"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15" name="Line 32">
              <a:extLst>
                <a:ext uri="{FF2B5EF4-FFF2-40B4-BE49-F238E27FC236}">
                  <a16:creationId xmlns:a16="http://schemas.microsoft.com/office/drawing/2014/main" id="{F118987B-33EB-D9D4-1148-4D88F8479995}"/>
                </a:ext>
              </a:extLst>
            </p:cNvPr>
            <p:cNvSpPr>
              <a:spLocks noChangeShapeType="1"/>
            </p:cNvSpPr>
            <p:nvPr/>
          </p:nvSpPr>
          <p:spPr bwMode="auto">
            <a:xfrm flipV="1">
              <a:off x="3552"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16" name="Line 33">
              <a:extLst>
                <a:ext uri="{FF2B5EF4-FFF2-40B4-BE49-F238E27FC236}">
                  <a16:creationId xmlns:a16="http://schemas.microsoft.com/office/drawing/2014/main" id="{915AB79C-B957-1C2B-9DFD-C1C5607D29B6}"/>
                </a:ext>
              </a:extLst>
            </p:cNvPr>
            <p:cNvSpPr>
              <a:spLocks noChangeShapeType="1"/>
            </p:cNvSpPr>
            <p:nvPr/>
          </p:nvSpPr>
          <p:spPr bwMode="auto">
            <a:xfrm>
              <a:off x="3560"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4417" name="Group 34">
            <a:extLst>
              <a:ext uri="{FF2B5EF4-FFF2-40B4-BE49-F238E27FC236}">
                <a16:creationId xmlns:a16="http://schemas.microsoft.com/office/drawing/2014/main" id="{FF4BF575-8BE0-7C84-8C88-409E689F5B8F}"/>
              </a:ext>
            </a:extLst>
          </p:cNvPr>
          <p:cNvGrpSpPr>
            <a:grpSpLocks/>
          </p:cNvGrpSpPr>
          <p:nvPr/>
        </p:nvGrpSpPr>
        <p:grpSpPr bwMode="auto">
          <a:xfrm>
            <a:off x="6019800" y="1358900"/>
            <a:ext cx="825500" cy="254000"/>
            <a:chOff x="3792" y="664"/>
            <a:chExt cx="520" cy="160"/>
          </a:xfrm>
        </p:grpSpPr>
        <p:sp>
          <p:nvSpPr>
            <p:cNvPr id="144418" name="Line 35">
              <a:extLst>
                <a:ext uri="{FF2B5EF4-FFF2-40B4-BE49-F238E27FC236}">
                  <a16:creationId xmlns:a16="http://schemas.microsoft.com/office/drawing/2014/main" id="{509DED47-AF9C-2824-E6CB-38A8770548F5}"/>
                </a:ext>
              </a:extLst>
            </p:cNvPr>
            <p:cNvSpPr>
              <a:spLocks noChangeShapeType="1"/>
            </p:cNvSpPr>
            <p:nvPr/>
          </p:nvSpPr>
          <p:spPr bwMode="auto">
            <a:xfrm>
              <a:off x="3800"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19" name="Line 36">
              <a:extLst>
                <a:ext uri="{FF2B5EF4-FFF2-40B4-BE49-F238E27FC236}">
                  <a16:creationId xmlns:a16="http://schemas.microsoft.com/office/drawing/2014/main" id="{31AB4EC6-337A-A8B9-0C56-CA7DE5333679}"/>
                </a:ext>
              </a:extLst>
            </p:cNvPr>
            <p:cNvSpPr>
              <a:spLocks noChangeShapeType="1"/>
            </p:cNvSpPr>
            <p:nvPr/>
          </p:nvSpPr>
          <p:spPr bwMode="auto">
            <a:xfrm>
              <a:off x="3792"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0" name="Line 37">
              <a:extLst>
                <a:ext uri="{FF2B5EF4-FFF2-40B4-BE49-F238E27FC236}">
                  <a16:creationId xmlns:a16="http://schemas.microsoft.com/office/drawing/2014/main" id="{81CF5A98-2714-3468-A713-D0E4220D7224}"/>
                </a:ext>
              </a:extLst>
            </p:cNvPr>
            <p:cNvSpPr>
              <a:spLocks noChangeShapeType="1"/>
            </p:cNvSpPr>
            <p:nvPr/>
          </p:nvSpPr>
          <p:spPr bwMode="auto">
            <a:xfrm flipV="1">
              <a:off x="4080"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1" name="Line 38">
              <a:extLst>
                <a:ext uri="{FF2B5EF4-FFF2-40B4-BE49-F238E27FC236}">
                  <a16:creationId xmlns:a16="http://schemas.microsoft.com/office/drawing/2014/main" id="{1CEF5253-AC14-CB48-7AF5-441302B3A856}"/>
                </a:ext>
              </a:extLst>
            </p:cNvPr>
            <p:cNvSpPr>
              <a:spLocks noChangeShapeType="1"/>
            </p:cNvSpPr>
            <p:nvPr/>
          </p:nvSpPr>
          <p:spPr bwMode="auto">
            <a:xfrm>
              <a:off x="4088"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4422" name="Group 39">
            <a:extLst>
              <a:ext uri="{FF2B5EF4-FFF2-40B4-BE49-F238E27FC236}">
                <a16:creationId xmlns:a16="http://schemas.microsoft.com/office/drawing/2014/main" id="{2748298B-44D2-1BEF-E739-0526A93F5BD2}"/>
              </a:ext>
            </a:extLst>
          </p:cNvPr>
          <p:cNvGrpSpPr>
            <a:grpSpLocks/>
          </p:cNvGrpSpPr>
          <p:nvPr/>
        </p:nvGrpSpPr>
        <p:grpSpPr bwMode="auto">
          <a:xfrm>
            <a:off x="6858000" y="1358900"/>
            <a:ext cx="825500" cy="254000"/>
            <a:chOff x="4320" y="664"/>
            <a:chExt cx="520" cy="160"/>
          </a:xfrm>
        </p:grpSpPr>
        <p:sp>
          <p:nvSpPr>
            <p:cNvPr id="144423" name="Line 40">
              <a:extLst>
                <a:ext uri="{FF2B5EF4-FFF2-40B4-BE49-F238E27FC236}">
                  <a16:creationId xmlns:a16="http://schemas.microsoft.com/office/drawing/2014/main" id="{A5C704B8-4E94-4596-B6A7-1BCF61C1192B}"/>
                </a:ext>
              </a:extLst>
            </p:cNvPr>
            <p:cNvSpPr>
              <a:spLocks noChangeShapeType="1"/>
            </p:cNvSpPr>
            <p:nvPr/>
          </p:nvSpPr>
          <p:spPr bwMode="auto">
            <a:xfrm>
              <a:off x="4328" y="816"/>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4" name="Line 41">
              <a:extLst>
                <a:ext uri="{FF2B5EF4-FFF2-40B4-BE49-F238E27FC236}">
                  <a16:creationId xmlns:a16="http://schemas.microsoft.com/office/drawing/2014/main" id="{A185F3AA-34BE-38AA-2EBE-AC2EC39B3B5D}"/>
                </a:ext>
              </a:extLst>
            </p:cNvPr>
            <p:cNvSpPr>
              <a:spLocks noChangeShapeType="1"/>
            </p:cNvSpPr>
            <p:nvPr/>
          </p:nvSpPr>
          <p:spPr bwMode="auto">
            <a:xfrm>
              <a:off x="4320" y="680"/>
              <a:ext cx="0" cy="12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5" name="Line 42">
              <a:extLst>
                <a:ext uri="{FF2B5EF4-FFF2-40B4-BE49-F238E27FC236}">
                  <a16:creationId xmlns:a16="http://schemas.microsoft.com/office/drawing/2014/main" id="{9090A07D-10EC-EC60-6FB1-20CC7E67A946}"/>
                </a:ext>
              </a:extLst>
            </p:cNvPr>
            <p:cNvSpPr>
              <a:spLocks noChangeShapeType="1"/>
            </p:cNvSpPr>
            <p:nvPr/>
          </p:nvSpPr>
          <p:spPr bwMode="auto">
            <a:xfrm flipV="1">
              <a:off x="4608" y="664"/>
              <a:ext cx="0"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6" name="Line 43">
              <a:extLst>
                <a:ext uri="{FF2B5EF4-FFF2-40B4-BE49-F238E27FC236}">
                  <a16:creationId xmlns:a16="http://schemas.microsoft.com/office/drawing/2014/main" id="{6278C2D9-B1E3-093F-78D4-AB6E30B88D8C}"/>
                </a:ext>
              </a:extLst>
            </p:cNvPr>
            <p:cNvSpPr>
              <a:spLocks noChangeShapeType="1"/>
            </p:cNvSpPr>
            <p:nvPr/>
          </p:nvSpPr>
          <p:spPr bwMode="auto">
            <a:xfrm>
              <a:off x="4616" y="672"/>
              <a:ext cx="2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4427" name="Line 44">
            <a:extLst>
              <a:ext uri="{FF2B5EF4-FFF2-40B4-BE49-F238E27FC236}">
                <a16:creationId xmlns:a16="http://schemas.microsoft.com/office/drawing/2014/main" id="{69441B56-72EA-08A0-6344-365816871F97}"/>
              </a:ext>
            </a:extLst>
          </p:cNvPr>
          <p:cNvSpPr>
            <a:spLocks noChangeShapeType="1"/>
          </p:cNvSpPr>
          <p:nvPr/>
        </p:nvSpPr>
        <p:spPr bwMode="auto">
          <a:xfrm>
            <a:off x="622300" y="1371600"/>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8" name="Line 45">
            <a:extLst>
              <a:ext uri="{FF2B5EF4-FFF2-40B4-BE49-F238E27FC236}">
                <a16:creationId xmlns:a16="http://schemas.microsoft.com/office/drawing/2014/main" id="{D6C33E21-73A7-E8C3-D090-56CA4C6D9AC7}"/>
              </a:ext>
            </a:extLst>
          </p:cNvPr>
          <p:cNvSpPr>
            <a:spLocks noChangeShapeType="1"/>
          </p:cNvSpPr>
          <p:nvPr/>
        </p:nvSpPr>
        <p:spPr bwMode="auto">
          <a:xfrm>
            <a:off x="7708900" y="16002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9" name="Line 46">
            <a:extLst>
              <a:ext uri="{FF2B5EF4-FFF2-40B4-BE49-F238E27FC236}">
                <a16:creationId xmlns:a16="http://schemas.microsoft.com/office/drawing/2014/main" id="{B1240EFC-AD34-718A-EB59-4EB3C3E7733A}"/>
              </a:ext>
            </a:extLst>
          </p:cNvPr>
          <p:cNvSpPr>
            <a:spLocks noChangeShapeType="1"/>
          </p:cNvSpPr>
          <p:nvPr/>
        </p:nvSpPr>
        <p:spPr bwMode="auto">
          <a:xfrm>
            <a:off x="7696200" y="1384300"/>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30" name="Line 47">
            <a:extLst>
              <a:ext uri="{FF2B5EF4-FFF2-40B4-BE49-F238E27FC236}">
                <a16:creationId xmlns:a16="http://schemas.microsoft.com/office/drawing/2014/main" id="{ADDC2C33-4FBC-F6B3-E3C9-6500153D69AB}"/>
              </a:ext>
            </a:extLst>
          </p:cNvPr>
          <p:cNvSpPr>
            <a:spLocks noChangeShapeType="1"/>
          </p:cNvSpPr>
          <p:nvPr/>
        </p:nvSpPr>
        <p:spPr bwMode="auto">
          <a:xfrm flipV="1">
            <a:off x="990600" y="9779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31" name="Line 48">
            <a:extLst>
              <a:ext uri="{FF2B5EF4-FFF2-40B4-BE49-F238E27FC236}">
                <a16:creationId xmlns:a16="http://schemas.microsoft.com/office/drawing/2014/main" id="{3897BFF3-4DF7-20E3-E35A-75B57048D964}"/>
              </a:ext>
            </a:extLst>
          </p:cNvPr>
          <p:cNvSpPr>
            <a:spLocks noChangeShapeType="1"/>
          </p:cNvSpPr>
          <p:nvPr/>
        </p:nvSpPr>
        <p:spPr bwMode="auto">
          <a:xfrm flipV="1">
            <a:off x="1828800" y="9779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32" name="Rectangle 49">
            <a:extLst>
              <a:ext uri="{FF2B5EF4-FFF2-40B4-BE49-F238E27FC236}">
                <a16:creationId xmlns:a16="http://schemas.microsoft.com/office/drawing/2014/main" id="{D25B0E3D-16BC-D3E1-8EEA-B7B1FE14FA7B}"/>
              </a:ext>
            </a:extLst>
          </p:cNvPr>
          <p:cNvSpPr>
            <a:spLocks noChangeArrowheads="1"/>
          </p:cNvSpPr>
          <p:nvPr/>
        </p:nvSpPr>
        <p:spPr bwMode="auto">
          <a:xfrm>
            <a:off x="1052513" y="9906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4</a:t>
            </a:r>
          </a:p>
        </p:txBody>
      </p:sp>
      <p:sp>
        <p:nvSpPr>
          <p:cNvPr id="144433" name="Rectangle 50">
            <a:extLst>
              <a:ext uri="{FF2B5EF4-FFF2-40B4-BE49-F238E27FC236}">
                <a16:creationId xmlns:a16="http://schemas.microsoft.com/office/drawing/2014/main" id="{B5047CFE-E749-D3BB-B7C7-0CC3D525A586}"/>
              </a:ext>
            </a:extLst>
          </p:cNvPr>
          <p:cNvSpPr>
            <a:spLocks noChangeArrowheads="1"/>
          </p:cNvSpPr>
          <p:nvPr/>
        </p:nvSpPr>
        <p:spPr bwMode="auto">
          <a:xfrm>
            <a:off x="1814513" y="9906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5</a:t>
            </a:r>
          </a:p>
        </p:txBody>
      </p:sp>
      <p:sp>
        <p:nvSpPr>
          <p:cNvPr id="144434" name="Line 51">
            <a:extLst>
              <a:ext uri="{FF2B5EF4-FFF2-40B4-BE49-F238E27FC236}">
                <a16:creationId xmlns:a16="http://schemas.microsoft.com/office/drawing/2014/main" id="{EC2EBA94-46BE-F10D-B90F-46516B7951F1}"/>
              </a:ext>
            </a:extLst>
          </p:cNvPr>
          <p:cNvSpPr>
            <a:spLocks noChangeShapeType="1"/>
          </p:cNvSpPr>
          <p:nvPr/>
        </p:nvSpPr>
        <p:spPr bwMode="auto">
          <a:xfrm flipV="1">
            <a:off x="2667000" y="9779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35" name="Line 52">
            <a:extLst>
              <a:ext uri="{FF2B5EF4-FFF2-40B4-BE49-F238E27FC236}">
                <a16:creationId xmlns:a16="http://schemas.microsoft.com/office/drawing/2014/main" id="{365F5C88-548D-2679-AEF0-640FA40E86B5}"/>
              </a:ext>
            </a:extLst>
          </p:cNvPr>
          <p:cNvSpPr>
            <a:spLocks noChangeShapeType="1"/>
          </p:cNvSpPr>
          <p:nvPr/>
        </p:nvSpPr>
        <p:spPr bwMode="auto">
          <a:xfrm flipV="1">
            <a:off x="3505200" y="9779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36" name="Line 53">
            <a:extLst>
              <a:ext uri="{FF2B5EF4-FFF2-40B4-BE49-F238E27FC236}">
                <a16:creationId xmlns:a16="http://schemas.microsoft.com/office/drawing/2014/main" id="{1170731D-FCDA-3A91-FB2E-B12AF8CF91F0}"/>
              </a:ext>
            </a:extLst>
          </p:cNvPr>
          <p:cNvSpPr>
            <a:spLocks noChangeShapeType="1"/>
          </p:cNvSpPr>
          <p:nvPr/>
        </p:nvSpPr>
        <p:spPr bwMode="auto">
          <a:xfrm flipV="1">
            <a:off x="4343400" y="9779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37" name="Line 54">
            <a:extLst>
              <a:ext uri="{FF2B5EF4-FFF2-40B4-BE49-F238E27FC236}">
                <a16:creationId xmlns:a16="http://schemas.microsoft.com/office/drawing/2014/main" id="{DC764998-2197-136E-BDB4-031C4019DF54}"/>
              </a:ext>
            </a:extLst>
          </p:cNvPr>
          <p:cNvSpPr>
            <a:spLocks noChangeShapeType="1"/>
          </p:cNvSpPr>
          <p:nvPr/>
        </p:nvSpPr>
        <p:spPr bwMode="auto">
          <a:xfrm flipV="1">
            <a:off x="5181600" y="9779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38" name="Line 55">
            <a:extLst>
              <a:ext uri="{FF2B5EF4-FFF2-40B4-BE49-F238E27FC236}">
                <a16:creationId xmlns:a16="http://schemas.microsoft.com/office/drawing/2014/main" id="{279634B0-D9EE-21B1-F333-30581AE097E5}"/>
              </a:ext>
            </a:extLst>
          </p:cNvPr>
          <p:cNvSpPr>
            <a:spLocks noChangeShapeType="1"/>
          </p:cNvSpPr>
          <p:nvPr/>
        </p:nvSpPr>
        <p:spPr bwMode="auto">
          <a:xfrm flipV="1">
            <a:off x="6019800" y="9779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39" name="Line 56">
            <a:extLst>
              <a:ext uri="{FF2B5EF4-FFF2-40B4-BE49-F238E27FC236}">
                <a16:creationId xmlns:a16="http://schemas.microsoft.com/office/drawing/2014/main" id="{A3753FE2-4513-8C3D-4B23-543D9457A23D}"/>
              </a:ext>
            </a:extLst>
          </p:cNvPr>
          <p:cNvSpPr>
            <a:spLocks noChangeShapeType="1"/>
          </p:cNvSpPr>
          <p:nvPr/>
        </p:nvSpPr>
        <p:spPr bwMode="auto">
          <a:xfrm flipV="1">
            <a:off x="6858000" y="9779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40" name="Line 57">
            <a:extLst>
              <a:ext uri="{FF2B5EF4-FFF2-40B4-BE49-F238E27FC236}">
                <a16:creationId xmlns:a16="http://schemas.microsoft.com/office/drawing/2014/main" id="{3B08187C-668A-B21A-748D-2BC6AE091510}"/>
              </a:ext>
            </a:extLst>
          </p:cNvPr>
          <p:cNvSpPr>
            <a:spLocks noChangeShapeType="1"/>
          </p:cNvSpPr>
          <p:nvPr/>
        </p:nvSpPr>
        <p:spPr bwMode="auto">
          <a:xfrm flipV="1">
            <a:off x="7696200" y="977900"/>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41" name="Rectangle 58">
            <a:extLst>
              <a:ext uri="{FF2B5EF4-FFF2-40B4-BE49-F238E27FC236}">
                <a16:creationId xmlns:a16="http://schemas.microsoft.com/office/drawing/2014/main" id="{975A69C2-9AE5-19E6-C4E4-9554457C46B2}"/>
              </a:ext>
            </a:extLst>
          </p:cNvPr>
          <p:cNvSpPr>
            <a:spLocks noChangeArrowheads="1"/>
          </p:cNvSpPr>
          <p:nvPr/>
        </p:nvSpPr>
        <p:spPr bwMode="auto">
          <a:xfrm>
            <a:off x="2728913" y="9906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6</a:t>
            </a:r>
          </a:p>
        </p:txBody>
      </p:sp>
      <p:sp>
        <p:nvSpPr>
          <p:cNvPr id="144442" name="Rectangle 59">
            <a:extLst>
              <a:ext uri="{FF2B5EF4-FFF2-40B4-BE49-F238E27FC236}">
                <a16:creationId xmlns:a16="http://schemas.microsoft.com/office/drawing/2014/main" id="{9419972C-78F0-0A55-C91E-779CDBBE06D5}"/>
              </a:ext>
            </a:extLst>
          </p:cNvPr>
          <p:cNvSpPr>
            <a:spLocks noChangeArrowheads="1"/>
          </p:cNvSpPr>
          <p:nvPr/>
        </p:nvSpPr>
        <p:spPr bwMode="auto">
          <a:xfrm>
            <a:off x="3490913" y="9906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7</a:t>
            </a:r>
          </a:p>
        </p:txBody>
      </p:sp>
      <p:sp>
        <p:nvSpPr>
          <p:cNvPr id="144443" name="Rectangle 60">
            <a:extLst>
              <a:ext uri="{FF2B5EF4-FFF2-40B4-BE49-F238E27FC236}">
                <a16:creationId xmlns:a16="http://schemas.microsoft.com/office/drawing/2014/main" id="{F4F2ED9E-9FD8-AE6C-4845-EEB3B28C9833}"/>
              </a:ext>
            </a:extLst>
          </p:cNvPr>
          <p:cNvSpPr>
            <a:spLocks noChangeArrowheads="1"/>
          </p:cNvSpPr>
          <p:nvPr/>
        </p:nvSpPr>
        <p:spPr bwMode="auto">
          <a:xfrm>
            <a:off x="4329113" y="9906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8</a:t>
            </a:r>
          </a:p>
        </p:txBody>
      </p:sp>
      <p:sp>
        <p:nvSpPr>
          <p:cNvPr id="144444" name="Rectangle 61">
            <a:extLst>
              <a:ext uri="{FF2B5EF4-FFF2-40B4-BE49-F238E27FC236}">
                <a16:creationId xmlns:a16="http://schemas.microsoft.com/office/drawing/2014/main" id="{19F8C0C5-E6B5-12CB-0A06-CEDCEAC71861}"/>
              </a:ext>
            </a:extLst>
          </p:cNvPr>
          <p:cNvSpPr>
            <a:spLocks noChangeArrowheads="1"/>
          </p:cNvSpPr>
          <p:nvPr/>
        </p:nvSpPr>
        <p:spPr bwMode="auto">
          <a:xfrm>
            <a:off x="5167313" y="990600"/>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9</a:t>
            </a:r>
          </a:p>
        </p:txBody>
      </p:sp>
      <p:sp>
        <p:nvSpPr>
          <p:cNvPr id="144445" name="Rectangle 62">
            <a:extLst>
              <a:ext uri="{FF2B5EF4-FFF2-40B4-BE49-F238E27FC236}">
                <a16:creationId xmlns:a16="http://schemas.microsoft.com/office/drawing/2014/main" id="{E97962EF-BCB2-4397-314C-F5CC19E0FAE5}"/>
              </a:ext>
            </a:extLst>
          </p:cNvPr>
          <p:cNvSpPr>
            <a:spLocks noChangeArrowheads="1"/>
          </p:cNvSpPr>
          <p:nvPr/>
        </p:nvSpPr>
        <p:spPr bwMode="auto">
          <a:xfrm>
            <a:off x="6005513" y="990600"/>
            <a:ext cx="920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10</a:t>
            </a:r>
          </a:p>
        </p:txBody>
      </p:sp>
      <p:sp>
        <p:nvSpPr>
          <p:cNvPr id="144446" name="Rectangle 63">
            <a:extLst>
              <a:ext uri="{FF2B5EF4-FFF2-40B4-BE49-F238E27FC236}">
                <a16:creationId xmlns:a16="http://schemas.microsoft.com/office/drawing/2014/main" id="{B1972258-E0EC-AFBD-4966-954BE6EE77EE}"/>
              </a:ext>
            </a:extLst>
          </p:cNvPr>
          <p:cNvSpPr>
            <a:spLocks noChangeArrowheads="1"/>
          </p:cNvSpPr>
          <p:nvPr/>
        </p:nvSpPr>
        <p:spPr bwMode="auto">
          <a:xfrm>
            <a:off x="6843713" y="990600"/>
            <a:ext cx="920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11</a:t>
            </a:r>
          </a:p>
        </p:txBody>
      </p:sp>
      <p:grpSp>
        <p:nvGrpSpPr>
          <p:cNvPr id="144447" name="Group 64">
            <a:extLst>
              <a:ext uri="{FF2B5EF4-FFF2-40B4-BE49-F238E27FC236}">
                <a16:creationId xmlns:a16="http://schemas.microsoft.com/office/drawing/2014/main" id="{5EAEFDB3-FD42-B4A2-2EE6-2FD524459E79}"/>
              </a:ext>
            </a:extLst>
          </p:cNvPr>
          <p:cNvGrpSpPr>
            <a:grpSpLocks/>
          </p:cNvGrpSpPr>
          <p:nvPr/>
        </p:nvGrpSpPr>
        <p:grpSpPr bwMode="auto">
          <a:xfrm>
            <a:off x="1003300" y="1828800"/>
            <a:ext cx="4165600" cy="333375"/>
            <a:chOff x="632" y="960"/>
            <a:chExt cx="2624" cy="210"/>
          </a:xfrm>
        </p:grpSpPr>
        <p:grpSp>
          <p:nvGrpSpPr>
            <p:cNvPr id="144448" name="Group 65">
              <a:extLst>
                <a:ext uri="{FF2B5EF4-FFF2-40B4-BE49-F238E27FC236}">
                  <a16:creationId xmlns:a16="http://schemas.microsoft.com/office/drawing/2014/main" id="{8590E5CD-148B-3D74-28AB-098E5373A9C1}"/>
                </a:ext>
              </a:extLst>
            </p:cNvPr>
            <p:cNvGrpSpPr>
              <a:grpSpLocks/>
            </p:cNvGrpSpPr>
            <p:nvPr/>
          </p:nvGrpSpPr>
          <p:grpSpPr bwMode="auto">
            <a:xfrm>
              <a:off x="632" y="960"/>
              <a:ext cx="512" cy="210"/>
              <a:chOff x="632" y="960"/>
              <a:chExt cx="512" cy="210"/>
            </a:xfrm>
          </p:grpSpPr>
          <p:sp>
            <p:nvSpPr>
              <p:cNvPr id="144449" name="Rectangle 66">
                <a:extLst>
                  <a:ext uri="{FF2B5EF4-FFF2-40B4-BE49-F238E27FC236}">
                    <a16:creationId xmlns:a16="http://schemas.microsoft.com/office/drawing/2014/main" id="{D250EBC3-2670-4CAE-095F-D3432F96E5C1}"/>
                  </a:ext>
                </a:extLst>
              </p:cNvPr>
              <p:cNvSpPr>
                <a:spLocks noChangeArrowheads="1"/>
              </p:cNvSpPr>
              <p:nvPr/>
            </p:nvSpPr>
            <p:spPr bwMode="auto">
              <a:xfrm>
                <a:off x="632"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50" name="Rectangle 67">
                <a:extLst>
                  <a:ext uri="{FF2B5EF4-FFF2-40B4-BE49-F238E27FC236}">
                    <a16:creationId xmlns:a16="http://schemas.microsoft.com/office/drawing/2014/main" id="{DBD5DF85-C4EF-7AC7-4E2B-6365E3DB9D91}"/>
                  </a:ext>
                </a:extLst>
              </p:cNvPr>
              <p:cNvSpPr>
                <a:spLocks noChangeArrowheads="1"/>
              </p:cNvSpPr>
              <p:nvPr/>
            </p:nvSpPr>
            <p:spPr bwMode="auto">
              <a:xfrm>
                <a:off x="673" y="960"/>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44451" name="Group 68">
              <a:extLst>
                <a:ext uri="{FF2B5EF4-FFF2-40B4-BE49-F238E27FC236}">
                  <a16:creationId xmlns:a16="http://schemas.microsoft.com/office/drawing/2014/main" id="{E3B4E436-D4F7-3506-9D44-1708B7DBBBAB}"/>
                </a:ext>
              </a:extLst>
            </p:cNvPr>
            <p:cNvGrpSpPr>
              <a:grpSpLocks/>
            </p:cNvGrpSpPr>
            <p:nvPr/>
          </p:nvGrpSpPr>
          <p:grpSpPr bwMode="auto">
            <a:xfrm>
              <a:off x="1143" y="960"/>
              <a:ext cx="569" cy="210"/>
              <a:chOff x="1143" y="960"/>
              <a:chExt cx="569" cy="210"/>
            </a:xfrm>
          </p:grpSpPr>
          <p:sp>
            <p:nvSpPr>
              <p:cNvPr id="144452" name="Rectangle 69">
                <a:extLst>
                  <a:ext uri="{FF2B5EF4-FFF2-40B4-BE49-F238E27FC236}">
                    <a16:creationId xmlns:a16="http://schemas.microsoft.com/office/drawing/2014/main" id="{52760E13-C9FD-C9FF-7284-D2A97BEDA3B9}"/>
                  </a:ext>
                </a:extLst>
              </p:cNvPr>
              <p:cNvSpPr>
                <a:spLocks noChangeArrowheads="1"/>
              </p:cNvSpPr>
              <p:nvPr/>
            </p:nvSpPr>
            <p:spPr bwMode="auto">
              <a:xfrm>
                <a:off x="1160"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53" name="Rectangle 70">
                <a:extLst>
                  <a:ext uri="{FF2B5EF4-FFF2-40B4-BE49-F238E27FC236}">
                    <a16:creationId xmlns:a16="http://schemas.microsoft.com/office/drawing/2014/main" id="{251DF36B-4872-ED05-F174-F731503F59F6}"/>
                  </a:ext>
                </a:extLst>
              </p:cNvPr>
              <p:cNvSpPr>
                <a:spLocks noChangeArrowheads="1"/>
              </p:cNvSpPr>
              <p:nvPr/>
            </p:nvSpPr>
            <p:spPr bwMode="auto">
              <a:xfrm>
                <a:off x="1143" y="960"/>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44454" name="Group 71">
              <a:extLst>
                <a:ext uri="{FF2B5EF4-FFF2-40B4-BE49-F238E27FC236}">
                  <a16:creationId xmlns:a16="http://schemas.microsoft.com/office/drawing/2014/main" id="{E4DBD0A0-9442-5429-1D98-D939775D8033}"/>
                </a:ext>
              </a:extLst>
            </p:cNvPr>
            <p:cNvGrpSpPr>
              <a:grpSpLocks/>
            </p:cNvGrpSpPr>
            <p:nvPr/>
          </p:nvGrpSpPr>
          <p:grpSpPr bwMode="auto">
            <a:xfrm>
              <a:off x="1688" y="960"/>
              <a:ext cx="512" cy="210"/>
              <a:chOff x="1688" y="960"/>
              <a:chExt cx="512" cy="210"/>
            </a:xfrm>
          </p:grpSpPr>
          <p:sp>
            <p:nvSpPr>
              <p:cNvPr id="144455" name="Rectangle 72">
                <a:extLst>
                  <a:ext uri="{FF2B5EF4-FFF2-40B4-BE49-F238E27FC236}">
                    <a16:creationId xmlns:a16="http://schemas.microsoft.com/office/drawing/2014/main" id="{08C763E9-747D-1E4F-2FA5-F53FFEDC3844}"/>
                  </a:ext>
                </a:extLst>
              </p:cNvPr>
              <p:cNvSpPr>
                <a:spLocks noChangeArrowheads="1"/>
              </p:cNvSpPr>
              <p:nvPr/>
            </p:nvSpPr>
            <p:spPr bwMode="auto">
              <a:xfrm>
                <a:off x="1688"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56" name="Rectangle 73">
                <a:extLst>
                  <a:ext uri="{FF2B5EF4-FFF2-40B4-BE49-F238E27FC236}">
                    <a16:creationId xmlns:a16="http://schemas.microsoft.com/office/drawing/2014/main" id="{C5B406DA-137D-9C96-B071-8E1473D76E51}"/>
                  </a:ext>
                </a:extLst>
              </p:cNvPr>
              <p:cNvSpPr>
                <a:spLocks noChangeArrowheads="1"/>
              </p:cNvSpPr>
              <p:nvPr/>
            </p:nvSpPr>
            <p:spPr bwMode="auto">
              <a:xfrm>
                <a:off x="1767" y="960"/>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44457" name="Group 74">
              <a:extLst>
                <a:ext uri="{FF2B5EF4-FFF2-40B4-BE49-F238E27FC236}">
                  <a16:creationId xmlns:a16="http://schemas.microsoft.com/office/drawing/2014/main" id="{59140F88-6E17-7B6E-159B-0699DEE74DE9}"/>
                </a:ext>
              </a:extLst>
            </p:cNvPr>
            <p:cNvGrpSpPr>
              <a:grpSpLocks/>
            </p:cNvGrpSpPr>
            <p:nvPr/>
          </p:nvGrpSpPr>
          <p:grpSpPr bwMode="auto">
            <a:xfrm>
              <a:off x="2216" y="960"/>
              <a:ext cx="512" cy="210"/>
              <a:chOff x="2216" y="960"/>
              <a:chExt cx="512" cy="210"/>
            </a:xfrm>
          </p:grpSpPr>
          <p:sp>
            <p:nvSpPr>
              <p:cNvPr id="144458" name="Rectangle 75">
                <a:extLst>
                  <a:ext uri="{FF2B5EF4-FFF2-40B4-BE49-F238E27FC236}">
                    <a16:creationId xmlns:a16="http://schemas.microsoft.com/office/drawing/2014/main" id="{5D6A75F3-1B3C-7FE4-2837-B2A36C442F64}"/>
                  </a:ext>
                </a:extLst>
              </p:cNvPr>
              <p:cNvSpPr>
                <a:spLocks noChangeArrowheads="1"/>
              </p:cNvSpPr>
              <p:nvPr/>
            </p:nvSpPr>
            <p:spPr bwMode="auto">
              <a:xfrm>
                <a:off x="2216"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59" name="Rectangle 76">
                <a:extLst>
                  <a:ext uri="{FF2B5EF4-FFF2-40B4-BE49-F238E27FC236}">
                    <a16:creationId xmlns:a16="http://schemas.microsoft.com/office/drawing/2014/main" id="{B445E56E-CDF9-7F0F-BD12-6770BB736CF3}"/>
                  </a:ext>
                </a:extLst>
              </p:cNvPr>
              <p:cNvSpPr>
                <a:spLocks noChangeArrowheads="1"/>
              </p:cNvSpPr>
              <p:nvPr/>
            </p:nvSpPr>
            <p:spPr bwMode="auto">
              <a:xfrm>
                <a:off x="2295" y="960"/>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44460" name="Group 77">
              <a:extLst>
                <a:ext uri="{FF2B5EF4-FFF2-40B4-BE49-F238E27FC236}">
                  <a16:creationId xmlns:a16="http://schemas.microsoft.com/office/drawing/2014/main" id="{68BB26C7-7B79-9334-CA9A-EFAA86A09FAE}"/>
                </a:ext>
              </a:extLst>
            </p:cNvPr>
            <p:cNvGrpSpPr>
              <a:grpSpLocks/>
            </p:cNvGrpSpPr>
            <p:nvPr/>
          </p:nvGrpSpPr>
          <p:grpSpPr bwMode="auto">
            <a:xfrm>
              <a:off x="2744" y="960"/>
              <a:ext cx="512" cy="210"/>
              <a:chOff x="2744" y="960"/>
              <a:chExt cx="512" cy="210"/>
            </a:xfrm>
          </p:grpSpPr>
          <p:sp>
            <p:nvSpPr>
              <p:cNvPr id="144461" name="Rectangle 78">
                <a:extLst>
                  <a:ext uri="{FF2B5EF4-FFF2-40B4-BE49-F238E27FC236}">
                    <a16:creationId xmlns:a16="http://schemas.microsoft.com/office/drawing/2014/main" id="{8917C924-7D1D-BD41-2B3A-099761445107}"/>
                  </a:ext>
                </a:extLst>
              </p:cNvPr>
              <p:cNvSpPr>
                <a:spLocks noChangeArrowheads="1"/>
              </p:cNvSpPr>
              <p:nvPr/>
            </p:nvSpPr>
            <p:spPr bwMode="auto">
              <a:xfrm>
                <a:off x="2744" y="96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62" name="Rectangle 79">
                <a:extLst>
                  <a:ext uri="{FF2B5EF4-FFF2-40B4-BE49-F238E27FC236}">
                    <a16:creationId xmlns:a16="http://schemas.microsoft.com/office/drawing/2014/main" id="{9C64878C-364B-21D6-0721-513940A78CA5}"/>
                  </a:ext>
                </a:extLst>
              </p:cNvPr>
              <p:cNvSpPr>
                <a:spLocks noChangeArrowheads="1"/>
              </p:cNvSpPr>
              <p:nvPr/>
            </p:nvSpPr>
            <p:spPr bwMode="auto">
              <a:xfrm>
                <a:off x="2823" y="960"/>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grpSp>
        <p:nvGrpSpPr>
          <p:cNvPr id="144463" name="Group 80">
            <a:extLst>
              <a:ext uri="{FF2B5EF4-FFF2-40B4-BE49-F238E27FC236}">
                <a16:creationId xmlns:a16="http://schemas.microsoft.com/office/drawing/2014/main" id="{CA61E7B8-1A66-FD0E-8DAA-EAF2F3887072}"/>
              </a:ext>
            </a:extLst>
          </p:cNvPr>
          <p:cNvGrpSpPr>
            <a:grpSpLocks/>
          </p:cNvGrpSpPr>
          <p:nvPr/>
        </p:nvGrpSpPr>
        <p:grpSpPr bwMode="auto">
          <a:xfrm>
            <a:off x="1841500" y="2286000"/>
            <a:ext cx="4165600" cy="333375"/>
            <a:chOff x="1160" y="1248"/>
            <a:chExt cx="2624" cy="210"/>
          </a:xfrm>
        </p:grpSpPr>
        <p:grpSp>
          <p:nvGrpSpPr>
            <p:cNvPr id="144464" name="Group 81">
              <a:extLst>
                <a:ext uri="{FF2B5EF4-FFF2-40B4-BE49-F238E27FC236}">
                  <a16:creationId xmlns:a16="http://schemas.microsoft.com/office/drawing/2014/main" id="{0BE61A84-79C2-0FC1-1BAA-3ED06016BD7D}"/>
                </a:ext>
              </a:extLst>
            </p:cNvPr>
            <p:cNvGrpSpPr>
              <a:grpSpLocks/>
            </p:cNvGrpSpPr>
            <p:nvPr/>
          </p:nvGrpSpPr>
          <p:grpSpPr bwMode="auto">
            <a:xfrm>
              <a:off x="1160" y="1248"/>
              <a:ext cx="512" cy="210"/>
              <a:chOff x="1160" y="1248"/>
              <a:chExt cx="512" cy="210"/>
            </a:xfrm>
          </p:grpSpPr>
          <p:sp>
            <p:nvSpPr>
              <p:cNvPr id="144465" name="Rectangle 82">
                <a:extLst>
                  <a:ext uri="{FF2B5EF4-FFF2-40B4-BE49-F238E27FC236}">
                    <a16:creationId xmlns:a16="http://schemas.microsoft.com/office/drawing/2014/main" id="{0958BE80-01F3-4DD3-474D-44EBF871B03A}"/>
                  </a:ext>
                </a:extLst>
              </p:cNvPr>
              <p:cNvSpPr>
                <a:spLocks noChangeArrowheads="1"/>
              </p:cNvSpPr>
              <p:nvPr/>
            </p:nvSpPr>
            <p:spPr bwMode="auto">
              <a:xfrm>
                <a:off x="1160"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66" name="Rectangle 83">
                <a:extLst>
                  <a:ext uri="{FF2B5EF4-FFF2-40B4-BE49-F238E27FC236}">
                    <a16:creationId xmlns:a16="http://schemas.microsoft.com/office/drawing/2014/main" id="{B39250A2-7271-17B8-2BA9-B9D32C46DD62}"/>
                  </a:ext>
                </a:extLst>
              </p:cNvPr>
              <p:cNvSpPr>
                <a:spLocks noChangeArrowheads="1"/>
              </p:cNvSpPr>
              <p:nvPr/>
            </p:nvSpPr>
            <p:spPr bwMode="auto">
              <a:xfrm>
                <a:off x="1201" y="1248"/>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44467" name="Group 84">
              <a:extLst>
                <a:ext uri="{FF2B5EF4-FFF2-40B4-BE49-F238E27FC236}">
                  <a16:creationId xmlns:a16="http://schemas.microsoft.com/office/drawing/2014/main" id="{4BF2435B-CB31-209A-33BE-5CA58D732180}"/>
                </a:ext>
              </a:extLst>
            </p:cNvPr>
            <p:cNvGrpSpPr>
              <a:grpSpLocks/>
            </p:cNvGrpSpPr>
            <p:nvPr/>
          </p:nvGrpSpPr>
          <p:grpSpPr bwMode="auto">
            <a:xfrm>
              <a:off x="1671" y="1248"/>
              <a:ext cx="569" cy="210"/>
              <a:chOff x="1671" y="1248"/>
              <a:chExt cx="569" cy="210"/>
            </a:xfrm>
          </p:grpSpPr>
          <p:sp>
            <p:nvSpPr>
              <p:cNvPr id="144468" name="Rectangle 85">
                <a:extLst>
                  <a:ext uri="{FF2B5EF4-FFF2-40B4-BE49-F238E27FC236}">
                    <a16:creationId xmlns:a16="http://schemas.microsoft.com/office/drawing/2014/main" id="{0D8086FD-60ED-A174-9DAB-424B5CE2A18B}"/>
                  </a:ext>
                </a:extLst>
              </p:cNvPr>
              <p:cNvSpPr>
                <a:spLocks noChangeArrowheads="1"/>
              </p:cNvSpPr>
              <p:nvPr/>
            </p:nvSpPr>
            <p:spPr bwMode="auto">
              <a:xfrm>
                <a:off x="1688"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69" name="Rectangle 86">
                <a:extLst>
                  <a:ext uri="{FF2B5EF4-FFF2-40B4-BE49-F238E27FC236}">
                    <a16:creationId xmlns:a16="http://schemas.microsoft.com/office/drawing/2014/main" id="{9B6AFAC2-6CEE-36B5-FAAF-DC6704CACB15}"/>
                  </a:ext>
                </a:extLst>
              </p:cNvPr>
              <p:cNvSpPr>
                <a:spLocks noChangeArrowheads="1"/>
              </p:cNvSpPr>
              <p:nvPr/>
            </p:nvSpPr>
            <p:spPr bwMode="auto">
              <a:xfrm>
                <a:off x="1671" y="1248"/>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44470" name="Group 87">
              <a:extLst>
                <a:ext uri="{FF2B5EF4-FFF2-40B4-BE49-F238E27FC236}">
                  <a16:creationId xmlns:a16="http://schemas.microsoft.com/office/drawing/2014/main" id="{ED50CF93-322B-E471-5472-0EFFD2706A05}"/>
                </a:ext>
              </a:extLst>
            </p:cNvPr>
            <p:cNvGrpSpPr>
              <a:grpSpLocks/>
            </p:cNvGrpSpPr>
            <p:nvPr/>
          </p:nvGrpSpPr>
          <p:grpSpPr bwMode="auto">
            <a:xfrm>
              <a:off x="2216" y="1248"/>
              <a:ext cx="512" cy="210"/>
              <a:chOff x="2216" y="1248"/>
              <a:chExt cx="512" cy="210"/>
            </a:xfrm>
          </p:grpSpPr>
          <p:sp>
            <p:nvSpPr>
              <p:cNvPr id="144471" name="Rectangle 88">
                <a:extLst>
                  <a:ext uri="{FF2B5EF4-FFF2-40B4-BE49-F238E27FC236}">
                    <a16:creationId xmlns:a16="http://schemas.microsoft.com/office/drawing/2014/main" id="{4AA44829-D1B9-DEBF-6F32-DEC86102959A}"/>
                  </a:ext>
                </a:extLst>
              </p:cNvPr>
              <p:cNvSpPr>
                <a:spLocks noChangeArrowheads="1"/>
              </p:cNvSpPr>
              <p:nvPr/>
            </p:nvSpPr>
            <p:spPr bwMode="auto">
              <a:xfrm>
                <a:off x="2216"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72" name="Rectangle 89">
                <a:extLst>
                  <a:ext uri="{FF2B5EF4-FFF2-40B4-BE49-F238E27FC236}">
                    <a16:creationId xmlns:a16="http://schemas.microsoft.com/office/drawing/2014/main" id="{74E39A58-728B-2ECB-7DF3-B3D531345FBF}"/>
                  </a:ext>
                </a:extLst>
              </p:cNvPr>
              <p:cNvSpPr>
                <a:spLocks noChangeArrowheads="1"/>
              </p:cNvSpPr>
              <p:nvPr/>
            </p:nvSpPr>
            <p:spPr bwMode="auto">
              <a:xfrm>
                <a:off x="2295" y="1248"/>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44473" name="Group 90">
              <a:extLst>
                <a:ext uri="{FF2B5EF4-FFF2-40B4-BE49-F238E27FC236}">
                  <a16:creationId xmlns:a16="http://schemas.microsoft.com/office/drawing/2014/main" id="{61E22CD2-C3E9-51B7-4541-03787F2540F0}"/>
                </a:ext>
              </a:extLst>
            </p:cNvPr>
            <p:cNvGrpSpPr>
              <a:grpSpLocks/>
            </p:cNvGrpSpPr>
            <p:nvPr/>
          </p:nvGrpSpPr>
          <p:grpSpPr bwMode="auto">
            <a:xfrm>
              <a:off x="2744" y="1248"/>
              <a:ext cx="512" cy="210"/>
              <a:chOff x="2744" y="1248"/>
              <a:chExt cx="512" cy="210"/>
            </a:xfrm>
          </p:grpSpPr>
          <p:sp>
            <p:nvSpPr>
              <p:cNvPr id="144474" name="Rectangle 91">
                <a:extLst>
                  <a:ext uri="{FF2B5EF4-FFF2-40B4-BE49-F238E27FC236}">
                    <a16:creationId xmlns:a16="http://schemas.microsoft.com/office/drawing/2014/main" id="{C9D9778D-F05E-50D0-4873-8150D6669271}"/>
                  </a:ext>
                </a:extLst>
              </p:cNvPr>
              <p:cNvSpPr>
                <a:spLocks noChangeArrowheads="1"/>
              </p:cNvSpPr>
              <p:nvPr/>
            </p:nvSpPr>
            <p:spPr bwMode="auto">
              <a:xfrm>
                <a:off x="2744"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75" name="Rectangle 92">
                <a:extLst>
                  <a:ext uri="{FF2B5EF4-FFF2-40B4-BE49-F238E27FC236}">
                    <a16:creationId xmlns:a16="http://schemas.microsoft.com/office/drawing/2014/main" id="{AA0B83AE-DFA8-9662-6DAB-E370FCBD1454}"/>
                  </a:ext>
                </a:extLst>
              </p:cNvPr>
              <p:cNvSpPr>
                <a:spLocks noChangeArrowheads="1"/>
              </p:cNvSpPr>
              <p:nvPr/>
            </p:nvSpPr>
            <p:spPr bwMode="auto">
              <a:xfrm>
                <a:off x="2823" y="1248"/>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44476" name="Group 93">
              <a:extLst>
                <a:ext uri="{FF2B5EF4-FFF2-40B4-BE49-F238E27FC236}">
                  <a16:creationId xmlns:a16="http://schemas.microsoft.com/office/drawing/2014/main" id="{4882BE8B-A2EC-67BF-170D-F08BF758890C}"/>
                </a:ext>
              </a:extLst>
            </p:cNvPr>
            <p:cNvGrpSpPr>
              <a:grpSpLocks/>
            </p:cNvGrpSpPr>
            <p:nvPr/>
          </p:nvGrpSpPr>
          <p:grpSpPr bwMode="auto">
            <a:xfrm>
              <a:off x="3272" y="1248"/>
              <a:ext cx="512" cy="210"/>
              <a:chOff x="3272" y="1248"/>
              <a:chExt cx="512" cy="210"/>
            </a:xfrm>
          </p:grpSpPr>
          <p:sp>
            <p:nvSpPr>
              <p:cNvPr id="144477" name="Rectangle 94">
                <a:extLst>
                  <a:ext uri="{FF2B5EF4-FFF2-40B4-BE49-F238E27FC236}">
                    <a16:creationId xmlns:a16="http://schemas.microsoft.com/office/drawing/2014/main" id="{6BD2F28E-1492-3641-9717-077D2D426FD6}"/>
                  </a:ext>
                </a:extLst>
              </p:cNvPr>
              <p:cNvSpPr>
                <a:spLocks noChangeArrowheads="1"/>
              </p:cNvSpPr>
              <p:nvPr/>
            </p:nvSpPr>
            <p:spPr bwMode="auto">
              <a:xfrm>
                <a:off x="3272" y="12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78" name="Rectangle 95">
                <a:extLst>
                  <a:ext uri="{FF2B5EF4-FFF2-40B4-BE49-F238E27FC236}">
                    <a16:creationId xmlns:a16="http://schemas.microsoft.com/office/drawing/2014/main" id="{FFE03392-55DC-213B-F7E2-D162942A7419}"/>
                  </a:ext>
                </a:extLst>
              </p:cNvPr>
              <p:cNvSpPr>
                <a:spLocks noChangeArrowheads="1"/>
              </p:cNvSpPr>
              <p:nvPr/>
            </p:nvSpPr>
            <p:spPr bwMode="auto">
              <a:xfrm>
                <a:off x="3351" y="1248"/>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44479" name="Rectangle 96">
            <a:extLst>
              <a:ext uri="{FF2B5EF4-FFF2-40B4-BE49-F238E27FC236}">
                <a16:creationId xmlns:a16="http://schemas.microsoft.com/office/drawing/2014/main" id="{FC696F7B-5EAC-5836-3AB2-E6FAA001C85C}"/>
              </a:ext>
            </a:extLst>
          </p:cNvPr>
          <p:cNvSpPr>
            <a:spLocks noChangeArrowheads="1"/>
          </p:cNvSpPr>
          <p:nvPr/>
        </p:nvSpPr>
        <p:spPr bwMode="auto">
          <a:xfrm>
            <a:off x="823913" y="2362200"/>
            <a:ext cx="10906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16: </a:t>
            </a:r>
            <a:r>
              <a:rPr lang="en-US" altLang="zh-CN">
                <a:ea typeface="宋体" panose="02010600030101010101" pitchFamily="2" charset="-122"/>
              </a:rPr>
              <a:t>R-type</a:t>
            </a:r>
          </a:p>
        </p:txBody>
      </p:sp>
      <p:grpSp>
        <p:nvGrpSpPr>
          <p:cNvPr id="144480" name="Group 97">
            <a:extLst>
              <a:ext uri="{FF2B5EF4-FFF2-40B4-BE49-F238E27FC236}">
                <a16:creationId xmlns:a16="http://schemas.microsoft.com/office/drawing/2014/main" id="{BDFE83E1-7786-83E1-1760-E248FEAFEB5C}"/>
              </a:ext>
            </a:extLst>
          </p:cNvPr>
          <p:cNvGrpSpPr>
            <a:grpSpLocks/>
          </p:cNvGrpSpPr>
          <p:nvPr/>
        </p:nvGrpSpPr>
        <p:grpSpPr bwMode="auto">
          <a:xfrm>
            <a:off x="2679700" y="2743200"/>
            <a:ext cx="4165600" cy="333375"/>
            <a:chOff x="1688" y="1536"/>
            <a:chExt cx="2624" cy="210"/>
          </a:xfrm>
        </p:grpSpPr>
        <p:grpSp>
          <p:nvGrpSpPr>
            <p:cNvPr id="144481" name="Group 98">
              <a:extLst>
                <a:ext uri="{FF2B5EF4-FFF2-40B4-BE49-F238E27FC236}">
                  <a16:creationId xmlns:a16="http://schemas.microsoft.com/office/drawing/2014/main" id="{242973F9-6FCC-9B76-395F-745D48CF1CA2}"/>
                </a:ext>
              </a:extLst>
            </p:cNvPr>
            <p:cNvGrpSpPr>
              <a:grpSpLocks/>
            </p:cNvGrpSpPr>
            <p:nvPr/>
          </p:nvGrpSpPr>
          <p:grpSpPr bwMode="auto">
            <a:xfrm>
              <a:off x="1688" y="1536"/>
              <a:ext cx="512" cy="210"/>
              <a:chOff x="1688" y="1536"/>
              <a:chExt cx="512" cy="210"/>
            </a:xfrm>
          </p:grpSpPr>
          <p:sp>
            <p:nvSpPr>
              <p:cNvPr id="144482" name="Rectangle 99">
                <a:extLst>
                  <a:ext uri="{FF2B5EF4-FFF2-40B4-BE49-F238E27FC236}">
                    <a16:creationId xmlns:a16="http://schemas.microsoft.com/office/drawing/2014/main" id="{F91F317D-6797-FFE5-CFE1-744C8FD844FD}"/>
                  </a:ext>
                </a:extLst>
              </p:cNvPr>
              <p:cNvSpPr>
                <a:spLocks noChangeArrowheads="1"/>
              </p:cNvSpPr>
              <p:nvPr/>
            </p:nvSpPr>
            <p:spPr bwMode="auto">
              <a:xfrm>
                <a:off x="1688"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83" name="Rectangle 100">
                <a:extLst>
                  <a:ext uri="{FF2B5EF4-FFF2-40B4-BE49-F238E27FC236}">
                    <a16:creationId xmlns:a16="http://schemas.microsoft.com/office/drawing/2014/main" id="{B9B94B8E-5F45-A510-F139-680062CB491A}"/>
                  </a:ext>
                </a:extLst>
              </p:cNvPr>
              <p:cNvSpPr>
                <a:spLocks noChangeArrowheads="1"/>
              </p:cNvSpPr>
              <p:nvPr/>
            </p:nvSpPr>
            <p:spPr bwMode="auto">
              <a:xfrm>
                <a:off x="1729" y="1536"/>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44484" name="Group 101">
              <a:extLst>
                <a:ext uri="{FF2B5EF4-FFF2-40B4-BE49-F238E27FC236}">
                  <a16:creationId xmlns:a16="http://schemas.microsoft.com/office/drawing/2014/main" id="{515A337B-9443-DC4F-A07F-84F5056BC944}"/>
                </a:ext>
              </a:extLst>
            </p:cNvPr>
            <p:cNvGrpSpPr>
              <a:grpSpLocks/>
            </p:cNvGrpSpPr>
            <p:nvPr/>
          </p:nvGrpSpPr>
          <p:grpSpPr bwMode="auto">
            <a:xfrm>
              <a:off x="2199" y="1536"/>
              <a:ext cx="569" cy="210"/>
              <a:chOff x="2199" y="1536"/>
              <a:chExt cx="569" cy="210"/>
            </a:xfrm>
          </p:grpSpPr>
          <p:sp>
            <p:nvSpPr>
              <p:cNvPr id="144485" name="Rectangle 102">
                <a:extLst>
                  <a:ext uri="{FF2B5EF4-FFF2-40B4-BE49-F238E27FC236}">
                    <a16:creationId xmlns:a16="http://schemas.microsoft.com/office/drawing/2014/main" id="{4BE9DE96-02AD-2BF3-0F42-C4BA561C5111}"/>
                  </a:ext>
                </a:extLst>
              </p:cNvPr>
              <p:cNvSpPr>
                <a:spLocks noChangeArrowheads="1"/>
              </p:cNvSpPr>
              <p:nvPr/>
            </p:nvSpPr>
            <p:spPr bwMode="auto">
              <a:xfrm>
                <a:off x="2216"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86" name="Rectangle 103">
                <a:extLst>
                  <a:ext uri="{FF2B5EF4-FFF2-40B4-BE49-F238E27FC236}">
                    <a16:creationId xmlns:a16="http://schemas.microsoft.com/office/drawing/2014/main" id="{FF2B7AC3-2F6A-9A74-EE24-1AE16EF09786}"/>
                  </a:ext>
                </a:extLst>
              </p:cNvPr>
              <p:cNvSpPr>
                <a:spLocks noChangeArrowheads="1"/>
              </p:cNvSpPr>
              <p:nvPr/>
            </p:nvSpPr>
            <p:spPr bwMode="auto">
              <a:xfrm>
                <a:off x="2199" y="1536"/>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44487" name="Group 104">
              <a:extLst>
                <a:ext uri="{FF2B5EF4-FFF2-40B4-BE49-F238E27FC236}">
                  <a16:creationId xmlns:a16="http://schemas.microsoft.com/office/drawing/2014/main" id="{4EAA79A2-0263-3546-21FA-039A050D5F3E}"/>
                </a:ext>
              </a:extLst>
            </p:cNvPr>
            <p:cNvGrpSpPr>
              <a:grpSpLocks/>
            </p:cNvGrpSpPr>
            <p:nvPr/>
          </p:nvGrpSpPr>
          <p:grpSpPr bwMode="auto">
            <a:xfrm>
              <a:off x="2744" y="1536"/>
              <a:ext cx="512" cy="210"/>
              <a:chOff x="2744" y="1536"/>
              <a:chExt cx="512" cy="210"/>
            </a:xfrm>
          </p:grpSpPr>
          <p:sp>
            <p:nvSpPr>
              <p:cNvPr id="144488" name="Rectangle 105">
                <a:extLst>
                  <a:ext uri="{FF2B5EF4-FFF2-40B4-BE49-F238E27FC236}">
                    <a16:creationId xmlns:a16="http://schemas.microsoft.com/office/drawing/2014/main" id="{4BC04A30-7C44-1B5F-EF51-AFA7E106B4B5}"/>
                  </a:ext>
                </a:extLst>
              </p:cNvPr>
              <p:cNvSpPr>
                <a:spLocks noChangeArrowheads="1"/>
              </p:cNvSpPr>
              <p:nvPr/>
            </p:nvSpPr>
            <p:spPr bwMode="auto">
              <a:xfrm>
                <a:off x="2744"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89" name="Rectangle 106">
                <a:extLst>
                  <a:ext uri="{FF2B5EF4-FFF2-40B4-BE49-F238E27FC236}">
                    <a16:creationId xmlns:a16="http://schemas.microsoft.com/office/drawing/2014/main" id="{DD9BF28C-8627-071F-2003-54FD8A35C859}"/>
                  </a:ext>
                </a:extLst>
              </p:cNvPr>
              <p:cNvSpPr>
                <a:spLocks noChangeArrowheads="1"/>
              </p:cNvSpPr>
              <p:nvPr/>
            </p:nvSpPr>
            <p:spPr bwMode="auto">
              <a:xfrm>
                <a:off x="2823" y="1536"/>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44490" name="Group 107">
              <a:extLst>
                <a:ext uri="{FF2B5EF4-FFF2-40B4-BE49-F238E27FC236}">
                  <a16:creationId xmlns:a16="http://schemas.microsoft.com/office/drawing/2014/main" id="{F35FDD00-54EB-B438-A88B-6D240E49C99D}"/>
                </a:ext>
              </a:extLst>
            </p:cNvPr>
            <p:cNvGrpSpPr>
              <a:grpSpLocks/>
            </p:cNvGrpSpPr>
            <p:nvPr/>
          </p:nvGrpSpPr>
          <p:grpSpPr bwMode="auto">
            <a:xfrm>
              <a:off x="3272" y="1536"/>
              <a:ext cx="512" cy="210"/>
              <a:chOff x="3272" y="1536"/>
              <a:chExt cx="512" cy="210"/>
            </a:xfrm>
          </p:grpSpPr>
          <p:sp>
            <p:nvSpPr>
              <p:cNvPr id="144491" name="Rectangle 108">
                <a:extLst>
                  <a:ext uri="{FF2B5EF4-FFF2-40B4-BE49-F238E27FC236}">
                    <a16:creationId xmlns:a16="http://schemas.microsoft.com/office/drawing/2014/main" id="{A6981FB8-CAE9-6462-7570-EC4877038558}"/>
                  </a:ext>
                </a:extLst>
              </p:cNvPr>
              <p:cNvSpPr>
                <a:spLocks noChangeArrowheads="1"/>
              </p:cNvSpPr>
              <p:nvPr/>
            </p:nvSpPr>
            <p:spPr bwMode="auto">
              <a:xfrm>
                <a:off x="3272"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92" name="Rectangle 109">
                <a:extLst>
                  <a:ext uri="{FF2B5EF4-FFF2-40B4-BE49-F238E27FC236}">
                    <a16:creationId xmlns:a16="http://schemas.microsoft.com/office/drawing/2014/main" id="{CA82E11E-1C2C-505C-0D74-0D9A96C9CCAD}"/>
                  </a:ext>
                </a:extLst>
              </p:cNvPr>
              <p:cNvSpPr>
                <a:spLocks noChangeArrowheads="1"/>
              </p:cNvSpPr>
              <p:nvPr/>
            </p:nvSpPr>
            <p:spPr bwMode="auto">
              <a:xfrm>
                <a:off x="3351" y="1536"/>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44493" name="Group 110">
              <a:extLst>
                <a:ext uri="{FF2B5EF4-FFF2-40B4-BE49-F238E27FC236}">
                  <a16:creationId xmlns:a16="http://schemas.microsoft.com/office/drawing/2014/main" id="{0D776785-74FD-76E7-0E24-7F50E0B83949}"/>
                </a:ext>
              </a:extLst>
            </p:cNvPr>
            <p:cNvGrpSpPr>
              <a:grpSpLocks/>
            </p:cNvGrpSpPr>
            <p:nvPr/>
          </p:nvGrpSpPr>
          <p:grpSpPr bwMode="auto">
            <a:xfrm>
              <a:off x="3800" y="1536"/>
              <a:ext cx="512" cy="210"/>
              <a:chOff x="3800" y="1536"/>
              <a:chExt cx="512" cy="210"/>
            </a:xfrm>
          </p:grpSpPr>
          <p:sp>
            <p:nvSpPr>
              <p:cNvPr id="144494" name="Rectangle 111">
                <a:extLst>
                  <a:ext uri="{FF2B5EF4-FFF2-40B4-BE49-F238E27FC236}">
                    <a16:creationId xmlns:a16="http://schemas.microsoft.com/office/drawing/2014/main" id="{E868E9E8-FFF5-E243-22FF-BBEBB9610D68}"/>
                  </a:ext>
                </a:extLst>
              </p:cNvPr>
              <p:cNvSpPr>
                <a:spLocks noChangeArrowheads="1"/>
              </p:cNvSpPr>
              <p:nvPr/>
            </p:nvSpPr>
            <p:spPr bwMode="auto">
              <a:xfrm>
                <a:off x="3800" y="15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95" name="Rectangle 112">
                <a:extLst>
                  <a:ext uri="{FF2B5EF4-FFF2-40B4-BE49-F238E27FC236}">
                    <a16:creationId xmlns:a16="http://schemas.microsoft.com/office/drawing/2014/main" id="{F028C045-BFA3-C2A8-1A5F-3DED23881418}"/>
                  </a:ext>
                </a:extLst>
              </p:cNvPr>
              <p:cNvSpPr>
                <a:spLocks noChangeArrowheads="1"/>
              </p:cNvSpPr>
              <p:nvPr/>
            </p:nvSpPr>
            <p:spPr bwMode="auto">
              <a:xfrm>
                <a:off x="3879" y="1536"/>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grpSp>
        <p:nvGrpSpPr>
          <p:cNvPr id="144496" name="Group 113">
            <a:extLst>
              <a:ext uri="{FF2B5EF4-FFF2-40B4-BE49-F238E27FC236}">
                <a16:creationId xmlns:a16="http://schemas.microsoft.com/office/drawing/2014/main" id="{0308889B-F033-C500-2898-EE9D27F99249}"/>
              </a:ext>
            </a:extLst>
          </p:cNvPr>
          <p:cNvGrpSpPr>
            <a:grpSpLocks/>
          </p:cNvGrpSpPr>
          <p:nvPr/>
        </p:nvGrpSpPr>
        <p:grpSpPr bwMode="auto">
          <a:xfrm>
            <a:off x="3517900" y="3200400"/>
            <a:ext cx="4165600" cy="333375"/>
            <a:chOff x="2216" y="1824"/>
            <a:chExt cx="2624" cy="210"/>
          </a:xfrm>
        </p:grpSpPr>
        <p:grpSp>
          <p:nvGrpSpPr>
            <p:cNvPr id="144497" name="Group 114">
              <a:extLst>
                <a:ext uri="{FF2B5EF4-FFF2-40B4-BE49-F238E27FC236}">
                  <a16:creationId xmlns:a16="http://schemas.microsoft.com/office/drawing/2014/main" id="{FDF6B482-81A0-EDFC-BFFE-EDE8F45C7B2E}"/>
                </a:ext>
              </a:extLst>
            </p:cNvPr>
            <p:cNvGrpSpPr>
              <a:grpSpLocks/>
            </p:cNvGrpSpPr>
            <p:nvPr/>
          </p:nvGrpSpPr>
          <p:grpSpPr bwMode="auto">
            <a:xfrm>
              <a:off x="2216" y="1824"/>
              <a:ext cx="512" cy="210"/>
              <a:chOff x="2216" y="1824"/>
              <a:chExt cx="512" cy="210"/>
            </a:xfrm>
          </p:grpSpPr>
          <p:sp>
            <p:nvSpPr>
              <p:cNvPr id="144498" name="Rectangle 115">
                <a:extLst>
                  <a:ext uri="{FF2B5EF4-FFF2-40B4-BE49-F238E27FC236}">
                    <a16:creationId xmlns:a16="http://schemas.microsoft.com/office/drawing/2014/main" id="{08CEA904-E6D3-A5AF-F823-14987D6530BC}"/>
                  </a:ext>
                </a:extLst>
              </p:cNvPr>
              <p:cNvSpPr>
                <a:spLocks noChangeArrowheads="1"/>
              </p:cNvSpPr>
              <p:nvPr/>
            </p:nvSpPr>
            <p:spPr bwMode="auto">
              <a:xfrm>
                <a:off x="2216"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499" name="Rectangle 116">
                <a:extLst>
                  <a:ext uri="{FF2B5EF4-FFF2-40B4-BE49-F238E27FC236}">
                    <a16:creationId xmlns:a16="http://schemas.microsoft.com/office/drawing/2014/main" id="{7A81E9CA-5F68-944D-FAF5-A8F391B6570E}"/>
                  </a:ext>
                </a:extLst>
              </p:cNvPr>
              <p:cNvSpPr>
                <a:spLocks noChangeArrowheads="1"/>
              </p:cNvSpPr>
              <p:nvPr/>
            </p:nvSpPr>
            <p:spPr bwMode="auto">
              <a:xfrm>
                <a:off x="2257" y="182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44500" name="Group 117">
              <a:extLst>
                <a:ext uri="{FF2B5EF4-FFF2-40B4-BE49-F238E27FC236}">
                  <a16:creationId xmlns:a16="http://schemas.microsoft.com/office/drawing/2014/main" id="{3A1960FB-7F34-3F4B-93B0-421524C4A21A}"/>
                </a:ext>
              </a:extLst>
            </p:cNvPr>
            <p:cNvGrpSpPr>
              <a:grpSpLocks/>
            </p:cNvGrpSpPr>
            <p:nvPr/>
          </p:nvGrpSpPr>
          <p:grpSpPr bwMode="auto">
            <a:xfrm>
              <a:off x="2727" y="1824"/>
              <a:ext cx="569" cy="210"/>
              <a:chOff x="2727" y="1824"/>
              <a:chExt cx="569" cy="210"/>
            </a:xfrm>
          </p:grpSpPr>
          <p:sp>
            <p:nvSpPr>
              <p:cNvPr id="144501" name="Rectangle 118">
                <a:extLst>
                  <a:ext uri="{FF2B5EF4-FFF2-40B4-BE49-F238E27FC236}">
                    <a16:creationId xmlns:a16="http://schemas.microsoft.com/office/drawing/2014/main" id="{C7FCC82D-D1A2-8281-9067-BA707248F8F9}"/>
                  </a:ext>
                </a:extLst>
              </p:cNvPr>
              <p:cNvSpPr>
                <a:spLocks noChangeArrowheads="1"/>
              </p:cNvSpPr>
              <p:nvPr/>
            </p:nvSpPr>
            <p:spPr bwMode="auto">
              <a:xfrm>
                <a:off x="2744"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502" name="Rectangle 119">
                <a:extLst>
                  <a:ext uri="{FF2B5EF4-FFF2-40B4-BE49-F238E27FC236}">
                    <a16:creationId xmlns:a16="http://schemas.microsoft.com/office/drawing/2014/main" id="{7E7A525D-E17E-47FC-CF96-4F6846A3A209}"/>
                  </a:ext>
                </a:extLst>
              </p:cNvPr>
              <p:cNvSpPr>
                <a:spLocks noChangeArrowheads="1"/>
              </p:cNvSpPr>
              <p:nvPr/>
            </p:nvSpPr>
            <p:spPr bwMode="auto">
              <a:xfrm>
                <a:off x="2727" y="1824"/>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44503" name="Group 120">
              <a:extLst>
                <a:ext uri="{FF2B5EF4-FFF2-40B4-BE49-F238E27FC236}">
                  <a16:creationId xmlns:a16="http://schemas.microsoft.com/office/drawing/2014/main" id="{17ABDA29-EBFB-BC78-3649-01379FB20B78}"/>
                </a:ext>
              </a:extLst>
            </p:cNvPr>
            <p:cNvGrpSpPr>
              <a:grpSpLocks/>
            </p:cNvGrpSpPr>
            <p:nvPr/>
          </p:nvGrpSpPr>
          <p:grpSpPr bwMode="auto">
            <a:xfrm>
              <a:off x="3272" y="1824"/>
              <a:ext cx="512" cy="210"/>
              <a:chOff x="3272" y="1824"/>
              <a:chExt cx="512" cy="210"/>
            </a:xfrm>
          </p:grpSpPr>
          <p:sp>
            <p:nvSpPr>
              <p:cNvPr id="144504" name="Rectangle 121">
                <a:extLst>
                  <a:ext uri="{FF2B5EF4-FFF2-40B4-BE49-F238E27FC236}">
                    <a16:creationId xmlns:a16="http://schemas.microsoft.com/office/drawing/2014/main" id="{E6AB967D-AA49-88AE-B68D-136FB1C507D2}"/>
                  </a:ext>
                </a:extLst>
              </p:cNvPr>
              <p:cNvSpPr>
                <a:spLocks noChangeArrowheads="1"/>
              </p:cNvSpPr>
              <p:nvPr/>
            </p:nvSpPr>
            <p:spPr bwMode="auto">
              <a:xfrm>
                <a:off x="3272"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505" name="Rectangle 122">
                <a:extLst>
                  <a:ext uri="{FF2B5EF4-FFF2-40B4-BE49-F238E27FC236}">
                    <a16:creationId xmlns:a16="http://schemas.microsoft.com/office/drawing/2014/main" id="{99A1E63E-B99D-F41A-44FD-FCC12BB7808B}"/>
                  </a:ext>
                </a:extLst>
              </p:cNvPr>
              <p:cNvSpPr>
                <a:spLocks noChangeArrowheads="1"/>
              </p:cNvSpPr>
              <p:nvPr/>
            </p:nvSpPr>
            <p:spPr bwMode="auto">
              <a:xfrm>
                <a:off x="3351" y="182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44506" name="Group 123">
              <a:extLst>
                <a:ext uri="{FF2B5EF4-FFF2-40B4-BE49-F238E27FC236}">
                  <a16:creationId xmlns:a16="http://schemas.microsoft.com/office/drawing/2014/main" id="{D8A79183-0225-7549-C0B2-3544DAAD96DB}"/>
                </a:ext>
              </a:extLst>
            </p:cNvPr>
            <p:cNvGrpSpPr>
              <a:grpSpLocks/>
            </p:cNvGrpSpPr>
            <p:nvPr/>
          </p:nvGrpSpPr>
          <p:grpSpPr bwMode="auto">
            <a:xfrm>
              <a:off x="3800" y="1824"/>
              <a:ext cx="512" cy="210"/>
              <a:chOff x="3800" y="1824"/>
              <a:chExt cx="512" cy="210"/>
            </a:xfrm>
          </p:grpSpPr>
          <p:sp>
            <p:nvSpPr>
              <p:cNvPr id="144507" name="Rectangle 124">
                <a:extLst>
                  <a:ext uri="{FF2B5EF4-FFF2-40B4-BE49-F238E27FC236}">
                    <a16:creationId xmlns:a16="http://schemas.microsoft.com/office/drawing/2014/main" id="{0D3E19E4-B658-0B73-0428-80D897E88797}"/>
                  </a:ext>
                </a:extLst>
              </p:cNvPr>
              <p:cNvSpPr>
                <a:spLocks noChangeArrowheads="1"/>
              </p:cNvSpPr>
              <p:nvPr/>
            </p:nvSpPr>
            <p:spPr bwMode="auto">
              <a:xfrm>
                <a:off x="3800"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508" name="Rectangle 125">
                <a:extLst>
                  <a:ext uri="{FF2B5EF4-FFF2-40B4-BE49-F238E27FC236}">
                    <a16:creationId xmlns:a16="http://schemas.microsoft.com/office/drawing/2014/main" id="{51E316B0-0FB9-A7EE-EE40-CCC193A08EB5}"/>
                  </a:ext>
                </a:extLst>
              </p:cNvPr>
              <p:cNvSpPr>
                <a:spLocks noChangeArrowheads="1"/>
              </p:cNvSpPr>
              <p:nvPr/>
            </p:nvSpPr>
            <p:spPr bwMode="auto">
              <a:xfrm>
                <a:off x="3879" y="182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44509" name="Group 126">
              <a:extLst>
                <a:ext uri="{FF2B5EF4-FFF2-40B4-BE49-F238E27FC236}">
                  <a16:creationId xmlns:a16="http://schemas.microsoft.com/office/drawing/2014/main" id="{37C64917-6110-581E-832B-8658183C1D78}"/>
                </a:ext>
              </a:extLst>
            </p:cNvPr>
            <p:cNvGrpSpPr>
              <a:grpSpLocks/>
            </p:cNvGrpSpPr>
            <p:nvPr/>
          </p:nvGrpSpPr>
          <p:grpSpPr bwMode="auto">
            <a:xfrm>
              <a:off x="4328" y="1824"/>
              <a:ext cx="512" cy="210"/>
              <a:chOff x="4328" y="1824"/>
              <a:chExt cx="512" cy="210"/>
            </a:xfrm>
          </p:grpSpPr>
          <p:sp>
            <p:nvSpPr>
              <p:cNvPr id="144510" name="Rectangle 127">
                <a:extLst>
                  <a:ext uri="{FF2B5EF4-FFF2-40B4-BE49-F238E27FC236}">
                    <a16:creationId xmlns:a16="http://schemas.microsoft.com/office/drawing/2014/main" id="{7DC02FAC-7B7E-8C38-5D9A-D6E88D0A2CD7}"/>
                  </a:ext>
                </a:extLst>
              </p:cNvPr>
              <p:cNvSpPr>
                <a:spLocks noChangeArrowheads="1"/>
              </p:cNvSpPr>
              <p:nvPr/>
            </p:nvSpPr>
            <p:spPr bwMode="auto">
              <a:xfrm>
                <a:off x="4328" y="18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511" name="Rectangle 128">
                <a:extLst>
                  <a:ext uri="{FF2B5EF4-FFF2-40B4-BE49-F238E27FC236}">
                    <a16:creationId xmlns:a16="http://schemas.microsoft.com/office/drawing/2014/main" id="{977C795E-0F1F-9CD2-9138-CFDFAE1E90A5}"/>
                  </a:ext>
                </a:extLst>
              </p:cNvPr>
              <p:cNvSpPr>
                <a:spLocks noChangeArrowheads="1"/>
              </p:cNvSpPr>
              <p:nvPr/>
            </p:nvSpPr>
            <p:spPr bwMode="auto">
              <a:xfrm>
                <a:off x="4407" y="1824"/>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44512" name="Rectangle 129">
            <a:extLst>
              <a:ext uri="{FF2B5EF4-FFF2-40B4-BE49-F238E27FC236}">
                <a16:creationId xmlns:a16="http://schemas.microsoft.com/office/drawing/2014/main" id="{88A6CA33-42E6-B4DD-3E8F-37A8A129C272}"/>
              </a:ext>
            </a:extLst>
          </p:cNvPr>
          <p:cNvSpPr>
            <a:spLocks noChangeArrowheads="1"/>
          </p:cNvSpPr>
          <p:nvPr/>
        </p:nvSpPr>
        <p:spPr bwMode="auto">
          <a:xfrm>
            <a:off x="2424113" y="3200400"/>
            <a:ext cx="10906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24: </a:t>
            </a:r>
            <a:r>
              <a:rPr lang="en-US" altLang="zh-CN">
                <a:ea typeface="宋体" panose="02010600030101010101" pitchFamily="2" charset="-122"/>
              </a:rPr>
              <a:t>R-type</a:t>
            </a:r>
          </a:p>
        </p:txBody>
      </p:sp>
      <p:sp>
        <p:nvSpPr>
          <p:cNvPr id="144513" name="Line 130">
            <a:extLst>
              <a:ext uri="{FF2B5EF4-FFF2-40B4-BE49-F238E27FC236}">
                <a16:creationId xmlns:a16="http://schemas.microsoft.com/office/drawing/2014/main" id="{38E1B287-6CF5-C0E3-A522-2A9104969C63}"/>
              </a:ext>
            </a:extLst>
          </p:cNvPr>
          <p:cNvSpPr>
            <a:spLocks noChangeShapeType="1"/>
          </p:cNvSpPr>
          <p:nvPr/>
        </p:nvSpPr>
        <p:spPr bwMode="auto">
          <a:xfrm flipV="1">
            <a:off x="6019800" y="1663700"/>
            <a:ext cx="0" cy="558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14" name="Line 131">
            <a:extLst>
              <a:ext uri="{FF2B5EF4-FFF2-40B4-BE49-F238E27FC236}">
                <a16:creationId xmlns:a16="http://schemas.microsoft.com/office/drawing/2014/main" id="{D73C0C26-8DAD-03ED-CBB8-6B6FA8BA5AE5}"/>
              </a:ext>
            </a:extLst>
          </p:cNvPr>
          <p:cNvSpPr>
            <a:spLocks noChangeShapeType="1"/>
          </p:cNvSpPr>
          <p:nvPr/>
        </p:nvSpPr>
        <p:spPr bwMode="auto">
          <a:xfrm flipV="1">
            <a:off x="6858000" y="1663700"/>
            <a:ext cx="0" cy="10160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15" name="Line 132">
            <a:extLst>
              <a:ext uri="{FF2B5EF4-FFF2-40B4-BE49-F238E27FC236}">
                <a16:creationId xmlns:a16="http://schemas.microsoft.com/office/drawing/2014/main" id="{0832445D-2A75-3139-46EF-1D68C98EF79F}"/>
              </a:ext>
            </a:extLst>
          </p:cNvPr>
          <p:cNvSpPr>
            <a:spLocks noChangeShapeType="1"/>
          </p:cNvSpPr>
          <p:nvPr/>
        </p:nvSpPr>
        <p:spPr bwMode="auto">
          <a:xfrm flipV="1">
            <a:off x="7696200" y="1663700"/>
            <a:ext cx="0" cy="1473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516" name="Oval 133">
            <a:extLst>
              <a:ext uri="{FF2B5EF4-FFF2-40B4-BE49-F238E27FC236}">
                <a16:creationId xmlns:a16="http://schemas.microsoft.com/office/drawing/2014/main" id="{516EE0E0-E24B-B01A-6709-20B0BB384BE5}"/>
              </a:ext>
            </a:extLst>
          </p:cNvPr>
          <p:cNvSpPr>
            <a:spLocks noChangeArrowheads="1"/>
          </p:cNvSpPr>
          <p:nvPr/>
        </p:nvSpPr>
        <p:spPr bwMode="auto">
          <a:xfrm>
            <a:off x="4273550" y="1301750"/>
            <a:ext cx="139700" cy="28067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517" name="Rectangle 134">
            <a:extLst>
              <a:ext uri="{FF2B5EF4-FFF2-40B4-BE49-F238E27FC236}">
                <a16:creationId xmlns:a16="http://schemas.microsoft.com/office/drawing/2014/main" id="{18899E54-73C8-FDB5-5989-62394A3C638F}"/>
              </a:ext>
            </a:extLst>
          </p:cNvPr>
          <p:cNvSpPr>
            <a:spLocks noChangeArrowheads="1"/>
          </p:cNvSpPr>
          <p:nvPr/>
        </p:nvSpPr>
        <p:spPr bwMode="auto">
          <a:xfrm>
            <a:off x="214313" y="1828800"/>
            <a:ext cx="14827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12: </a:t>
            </a:r>
            <a:r>
              <a:rPr lang="en-US" altLang="zh-CN">
                <a:ea typeface="宋体" panose="02010600030101010101" pitchFamily="2" charset="-122"/>
              </a:rPr>
              <a:t>Beq</a:t>
            </a:r>
          </a:p>
          <a:p>
            <a:pPr eaLnBrk="0" hangingPunct="0"/>
            <a:r>
              <a:rPr lang="en-US" altLang="zh-CN">
                <a:ea typeface="宋体" panose="02010600030101010101" pitchFamily="2" charset="-122"/>
              </a:rPr>
              <a:t>(target is 1000)</a:t>
            </a:r>
          </a:p>
        </p:txBody>
      </p:sp>
      <p:sp>
        <p:nvSpPr>
          <p:cNvPr id="144518" name="Rectangle 135">
            <a:extLst>
              <a:ext uri="{FF2B5EF4-FFF2-40B4-BE49-F238E27FC236}">
                <a16:creationId xmlns:a16="http://schemas.microsoft.com/office/drawing/2014/main" id="{00465AA9-60EA-A69D-0640-CB2486DAB98F}"/>
              </a:ext>
            </a:extLst>
          </p:cNvPr>
          <p:cNvSpPr>
            <a:spLocks noChangeArrowheads="1"/>
          </p:cNvSpPr>
          <p:nvPr/>
        </p:nvSpPr>
        <p:spPr bwMode="auto">
          <a:xfrm>
            <a:off x="1585913" y="2743200"/>
            <a:ext cx="10906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20: </a:t>
            </a:r>
            <a:r>
              <a:rPr lang="en-US" altLang="zh-CN">
                <a:ea typeface="宋体" panose="02010600030101010101" pitchFamily="2" charset="-122"/>
              </a:rPr>
              <a:t>R-type</a:t>
            </a:r>
          </a:p>
        </p:txBody>
      </p:sp>
      <p:sp>
        <p:nvSpPr>
          <p:cNvPr id="144519" name="Rectangle 136">
            <a:extLst>
              <a:ext uri="{FF2B5EF4-FFF2-40B4-BE49-F238E27FC236}">
                <a16:creationId xmlns:a16="http://schemas.microsoft.com/office/drawing/2014/main" id="{654CA9F8-05D2-3BE7-2811-3673B3FE84CC}"/>
              </a:ext>
            </a:extLst>
          </p:cNvPr>
          <p:cNvSpPr>
            <a:spLocks noChangeArrowheads="1"/>
          </p:cNvSpPr>
          <p:nvPr/>
        </p:nvSpPr>
        <p:spPr bwMode="auto">
          <a:xfrm>
            <a:off x="442913" y="1371600"/>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Clk</a:t>
            </a:r>
          </a:p>
        </p:txBody>
      </p:sp>
      <p:grpSp>
        <p:nvGrpSpPr>
          <p:cNvPr id="144520" name="Group 137">
            <a:extLst>
              <a:ext uri="{FF2B5EF4-FFF2-40B4-BE49-F238E27FC236}">
                <a16:creationId xmlns:a16="http://schemas.microsoft.com/office/drawing/2014/main" id="{7EAF949A-CC2C-AAFE-8661-D253934A7E89}"/>
              </a:ext>
            </a:extLst>
          </p:cNvPr>
          <p:cNvGrpSpPr>
            <a:grpSpLocks/>
          </p:cNvGrpSpPr>
          <p:nvPr/>
        </p:nvGrpSpPr>
        <p:grpSpPr bwMode="auto">
          <a:xfrm>
            <a:off x="4356100" y="3657600"/>
            <a:ext cx="4165600" cy="333375"/>
            <a:chOff x="2744" y="2112"/>
            <a:chExt cx="2624" cy="210"/>
          </a:xfrm>
        </p:grpSpPr>
        <p:grpSp>
          <p:nvGrpSpPr>
            <p:cNvPr id="144521" name="Group 138">
              <a:extLst>
                <a:ext uri="{FF2B5EF4-FFF2-40B4-BE49-F238E27FC236}">
                  <a16:creationId xmlns:a16="http://schemas.microsoft.com/office/drawing/2014/main" id="{A42478DF-CFAF-1B04-EC52-24C343D850B1}"/>
                </a:ext>
              </a:extLst>
            </p:cNvPr>
            <p:cNvGrpSpPr>
              <a:grpSpLocks/>
            </p:cNvGrpSpPr>
            <p:nvPr/>
          </p:nvGrpSpPr>
          <p:grpSpPr bwMode="auto">
            <a:xfrm>
              <a:off x="2744" y="2112"/>
              <a:ext cx="512" cy="210"/>
              <a:chOff x="2744" y="2112"/>
              <a:chExt cx="512" cy="210"/>
            </a:xfrm>
          </p:grpSpPr>
          <p:sp>
            <p:nvSpPr>
              <p:cNvPr id="144522" name="Rectangle 139">
                <a:extLst>
                  <a:ext uri="{FF2B5EF4-FFF2-40B4-BE49-F238E27FC236}">
                    <a16:creationId xmlns:a16="http://schemas.microsoft.com/office/drawing/2014/main" id="{9B678E2B-3FF2-EB9A-7B22-225E22F53897}"/>
                  </a:ext>
                </a:extLst>
              </p:cNvPr>
              <p:cNvSpPr>
                <a:spLocks noChangeArrowheads="1"/>
              </p:cNvSpPr>
              <p:nvPr/>
            </p:nvSpPr>
            <p:spPr bwMode="auto">
              <a:xfrm>
                <a:off x="2744"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523" name="Rectangle 140">
                <a:extLst>
                  <a:ext uri="{FF2B5EF4-FFF2-40B4-BE49-F238E27FC236}">
                    <a16:creationId xmlns:a16="http://schemas.microsoft.com/office/drawing/2014/main" id="{0E145ECB-BA82-D0EB-1D98-9B80E7FA915E}"/>
                  </a:ext>
                </a:extLst>
              </p:cNvPr>
              <p:cNvSpPr>
                <a:spLocks noChangeArrowheads="1"/>
              </p:cNvSpPr>
              <p:nvPr/>
            </p:nvSpPr>
            <p:spPr bwMode="auto">
              <a:xfrm>
                <a:off x="2785" y="211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44524" name="Group 141">
              <a:extLst>
                <a:ext uri="{FF2B5EF4-FFF2-40B4-BE49-F238E27FC236}">
                  <a16:creationId xmlns:a16="http://schemas.microsoft.com/office/drawing/2014/main" id="{307A2832-49CE-4B80-99DE-1F45FBFEBBCE}"/>
                </a:ext>
              </a:extLst>
            </p:cNvPr>
            <p:cNvGrpSpPr>
              <a:grpSpLocks/>
            </p:cNvGrpSpPr>
            <p:nvPr/>
          </p:nvGrpSpPr>
          <p:grpSpPr bwMode="auto">
            <a:xfrm>
              <a:off x="3255" y="2112"/>
              <a:ext cx="569" cy="210"/>
              <a:chOff x="3255" y="2112"/>
              <a:chExt cx="569" cy="210"/>
            </a:xfrm>
          </p:grpSpPr>
          <p:sp>
            <p:nvSpPr>
              <p:cNvPr id="144525" name="Rectangle 142">
                <a:extLst>
                  <a:ext uri="{FF2B5EF4-FFF2-40B4-BE49-F238E27FC236}">
                    <a16:creationId xmlns:a16="http://schemas.microsoft.com/office/drawing/2014/main" id="{89BD132E-04A5-E250-14A4-E07A9DD0B123}"/>
                  </a:ext>
                </a:extLst>
              </p:cNvPr>
              <p:cNvSpPr>
                <a:spLocks noChangeArrowheads="1"/>
              </p:cNvSpPr>
              <p:nvPr/>
            </p:nvSpPr>
            <p:spPr bwMode="auto">
              <a:xfrm>
                <a:off x="3272"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526" name="Rectangle 143">
                <a:extLst>
                  <a:ext uri="{FF2B5EF4-FFF2-40B4-BE49-F238E27FC236}">
                    <a16:creationId xmlns:a16="http://schemas.microsoft.com/office/drawing/2014/main" id="{605EF6C8-84ED-6066-F67C-98B6F6AC18D8}"/>
                  </a:ext>
                </a:extLst>
              </p:cNvPr>
              <p:cNvSpPr>
                <a:spLocks noChangeArrowheads="1"/>
              </p:cNvSpPr>
              <p:nvPr/>
            </p:nvSpPr>
            <p:spPr bwMode="auto">
              <a:xfrm>
                <a:off x="3255" y="2112"/>
                <a:ext cx="56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Reg/Dec</a:t>
                </a:r>
              </a:p>
            </p:txBody>
          </p:sp>
        </p:grpSp>
        <p:grpSp>
          <p:nvGrpSpPr>
            <p:cNvPr id="144527" name="Group 144">
              <a:extLst>
                <a:ext uri="{FF2B5EF4-FFF2-40B4-BE49-F238E27FC236}">
                  <a16:creationId xmlns:a16="http://schemas.microsoft.com/office/drawing/2014/main" id="{CCFBC3D9-0C50-829D-46FF-FF555E31D2E4}"/>
                </a:ext>
              </a:extLst>
            </p:cNvPr>
            <p:cNvGrpSpPr>
              <a:grpSpLocks/>
            </p:cNvGrpSpPr>
            <p:nvPr/>
          </p:nvGrpSpPr>
          <p:grpSpPr bwMode="auto">
            <a:xfrm>
              <a:off x="3800" y="2112"/>
              <a:ext cx="512" cy="210"/>
              <a:chOff x="3800" y="2112"/>
              <a:chExt cx="512" cy="210"/>
            </a:xfrm>
          </p:grpSpPr>
          <p:sp>
            <p:nvSpPr>
              <p:cNvPr id="144528" name="Rectangle 145">
                <a:extLst>
                  <a:ext uri="{FF2B5EF4-FFF2-40B4-BE49-F238E27FC236}">
                    <a16:creationId xmlns:a16="http://schemas.microsoft.com/office/drawing/2014/main" id="{B4D6400A-B0D8-8ABA-956B-FF8B4F2FB911}"/>
                  </a:ext>
                </a:extLst>
              </p:cNvPr>
              <p:cNvSpPr>
                <a:spLocks noChangeArrowheads="1"/>
              </p:cNvSpPr>
              <p:nvPr/>
            </p:nvSpPr>
            <p:spPr bwMode="auto">
              <a:xfrm>
                <a:off x="3800"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529" name="Rectangle 146">
                <a:extLst>
                  <a:ext uri="{FF2B5EF4-FFF2-40B4-BE49-F238E27FC236}">
                    <a16:creationId xmlns:a16="http://schemas.microsoft.com/office/drawing/2014/main" id="{2E38BE08-139A-819C-81F4-5FC7739CFA63}"/>
                  </a:ext>
                </a:extLst>
              </p:cNvPr>
              <p:cNvSpPr>
                <a:spLocks noChangeArrowheads="1"/>
              </p:cNvSpPr>
              <p:nvPr/>
            </p:nvSpPr>
            <p:spPr bwMode="auto">
              <a:xfrm>
                <a:off x="3879" y="211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44530" name="Group 147">
              <a:extLst>
                <a:ext uri="{FF2B5EF4-FFF2-40B4-BE49-F238E27FC236}">
                  <a16:creationId xmlns:a16="http://schemas.microsoft.com/office/drawing/2014/main" id="{61DEF8EB-C579-3D53-669B-24BE52B5C5F1}"/>
                </a:ext>
              </a:extLst>
            </p:cNvPr>
            <p:cNvGrpSpPr>
              <a:grpSpLocks/>
            </p:cNvGrpSpPr>
            <p:nvPr/>
          </p:nvGrpSpPr>
          <p:grpSpPr bwMode="auto">
            <a:xfrm>
              <a:off x="4328" y="2112"/>
              <a:ext cx="512" cy="210"/>
              <a:chOff x="4328" y="2112"/>
              <a:chExt cx="512" cy="210"/>
            </a:xfrm>
          </p:grpSpPr>
          <p:sp>
            <p:nvSpPr>
              <p:cNvPr id="144531" name="Rectangle 148">
                <a:extLst>
                  <a:ext uri="{FF2B5EF4-FFF2-40B4-BE49-F238E27FC236}">
                    <a16:creationId xmlns:a16="http://schemas.microsoft.com/office/drawing/2014/main" id="{841E6397-041E-0C36-8788-E222527772C3}"/>
                  </a:ext>
                </a:extLst>
              </p:cNvPr>
              <p:cNvSpPr>
                <a:spLocks noChangeArrowheads="1"/>
              </p:cNvSpPr>
              <p:nvPr/>
            </p:nvSpPr>
            <p:spPr bwMode="auto">
              <a:xfrm>
                <a:off x="4328"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532" name="Rectangle 149">
                <a:extLst>
                  <a:ext uri="{FF2B5EF4-FFF2-40B4-BE49-F238E27FC236}">
                    <a16:creationId xmlns:a16="http://schemas.microsoft.com/office/drawing/2014/main" id="{F73BC97E-460D-6732-4C3E-E20C1B1D2A6C}"/>
                  </a:ext>
                </a:extLst>
              </p:cNvPr>
              <p:cNvSpPr>
                <a:spLocks noChangeArrowheads="1"/>
              </p:cNvSpPr>
              <p:nvPr/>
            </p:nvSpPr>
            <p:spPr bwMode="auto">
              <a:xfrm>
                <a:off x="4407" y="2112"/>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44533" name="Group 150">
              <a:extLst>
                <a:ext uri="{FF2B5EF4-FFF2-40B4-BE49-F238E27FC236}">
                  <a16:creationId xmlns:a16="http://schemas.microsoft.com/office/drawing/2014/main" id="{9BF106E4-598C-36C0-A6EC-1D5362A652A8}"/>
                </a:ext>
              </a:extLst>
            </p:cNvPr>
            <p:cNvGrpSpPr>
              <a:grpSpLocks/>
            </p:cNvGrpSpPr>
            <p:nvPr/>
          </p:nvGrpSpPr>
          <p:grpSpPr bwMode="auto">
            <a:xfrm>
              <a:off x="4856" y="2112"/>
              <a:ext cx="512" cy="210"/>
              <a:chOff x="4856" y="2112"/>
              <a:chExt cx="512" cy="210"/>
            </a:xfrm>
          </p:grpSpPr>
          <p:sp>
            <p:nvSpPr>
              <p:cNvPr id="144534" name="Rectangle 151">
                <a:extLst>
                  <a:ext uri="{FF2B5EF4-FFF2-40B4-BE49-F238E27FC236}">
                    <a16:creationId xmlns:a16="http://schemas.microsoft.com/office/drawing/2014/main" id="{1B3034A0-1E20-C5F2-FF47-3E08571A9749}"/>
                  </a:ext>
                </a:extLst>
              </p:cNvPr>
              <p:cNvSpPr>
                <a:spLocks noChangeArrowheads="1"/>
              </p:cNvSpPr>
              <p:nvPr/>
            </p:nvSpPr>
            <p:spPr bwMode="auto">
              <a:xfrm>
                <a:off x="4856"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535" name="Rectangle 152">
                <a:extLst>
                  <a:ext uri="{FF2B5EF4-FFF2-40B4-BE49-F238E27FC236}">
                    <a16:creationId xmlns:a16="http://schemas.microsoft.com/office/drawing/2014/main" id="{4EA0C123-A77D-8B31-2D3B-111187D3235B}"/>
                  </a:ext>
                </a:extLst>
              </p:cNvPr>
              <p:cNvSpPr>
                <a:spLocks noChangeArrowheads="1"/>
              </p:cNvSpPr>
              <p:nvPr/>
            </p:nvSpPr>
            <p:spPr bwMode="auto">
              <a:xfrm>
                <a:off x="4935" y="2112"/>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44536" name="Rectangle 153">
            <a:extLst>
              <a:ext uri="{FF2B5EF4-FFF2-40B4-BE49-F238E27FC236}">
                <a16:creationId xmlns:a16="http://schemas.microsoft.com/office/drawing/2014/main" id="{EA517805-E0C8-C0E5-B622-F6E26A74067D}"/>
              </a:ext>
            </a:extLst>
          </p:cNvPr>
          <p:cNvSpPr>
            <a:spLocks noChangeArrowheads="1"/>
          </p:cNvSpPr>
          <p:nvPr/>
        </p:nvSpPr>
        <p:spPr bwMode="auto">
          <a:xfrm>
            <a:off x="2500313" y="3657600"/>
            <a:ext cx="17907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zh-CN" altLang="en-US">
                <a:ea typeface="宋体" panose="02010600030101010101" pitchFamily="2" charset="-122"/>
              </a:rPr>
              <a:t>1000: </a:t>
            </a:r>
            <a:r>
              <a:rPr lang="en-US" altLang="zh-CN">
                <a:ea typeface="宋体" panose="02010600030101010101" pitchFamily="2" charset="-122"/>
              </a:rPr>
              <a:t>Target of Br</a:t>
            </a:r>
          </a:p>
        </p:txBody>
      </p:sp>
      <p:sp>
        <p:nvSpPr>
          <p:cNvPr id="144537" name="Line 154">
            <a:extLst>
              <a:ext uri="{FF2B5EF4-FFF2-40B4-BE49-F238E27FC236}">
                <a16:creationId xmlns:a16="http://schemas.microsoft.com/office/drawing/2014/main" id="{65E389CC-6642-9977-05E1-EA57FF9471EE}"/>
              </a:ext>
            </a:extLst>
          </p:cNvPr>
          <p:cNvSpPr>
            <a:spLocks noChangeShapeType="1"/>
          </p:cNvSpPr>
          <p:nvPr/>
        </p:nvSpPr>
        <p:spPr bwMode="auto">
          <a:xfrm>
            <a:off x="4203700" y="2070100"/>
            <a:ext cx="279400" cy="1651000"/>
          </a:xfrm>
          <a:prstGeom prst="line">
            <a:avLst/>
          </a:prstGeom>
          <a:noFill/>
          <a:ln w="254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3739" name="Rectangle 155">
            <a:extLst>
              <a:ext uri="{FF2B5EF4-FFF2-40B4-BE49-F238E27FC236}">
                <a16:creationId xmlns:a16="http://schemas.microsoft.com/office/drawing/2014/main" id="{9F60DE13-B83E-485D-C291-AE50FB80E9E4}"/>
              </a:ext>
            </a:extLst>
          </p:cNvPr>
          <p:cNvSpPr>
            <a:spLocks noChangeArrowheads="1"/>
          </p:cNvSpPr>
          <p:nvPr/>
        </p:nvSpPr>
        <p:spPr bwMode="auto">
          <a:xfrm>
            <a:off x="1765300" y="2171700"/>
            <a:ext cx="2565400" cy="1435100"/>
          </a:xfrm>
          <a:prstGeom prst="rect">
            <a:avLst/>
          </a:prstGeom>
          <a:solidFill>
            <a:srgbClr val="FF99CC">
              <a:alpha val="50980"/>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323740" name="Text Box 156">
            <a:extLst>
              <a:ext uri="{FF2B5EF4-FFF2-40B4-BE49-F238E27FC236}">
                <a16:creationId xmlns:a16="http://schemas.microsoft.com/office/drawing/2014/main" id="{2FDF70FB-E4AB-CB52-87B5-07EFB8520B2C}"/>
              </a:ext>
            </a:extLst>
          </p:cNvPr>
          <p:cNvSpPr txBox="1">
            <a:spLocks noChangeArrowheads="1"/>
          </p:cNvSpPr>
          <p:nvPr/>
        </p:nvSpPr>
        <p:spPr bwMode="auto">
          <a:xfrm>
            <a:off x="7391400" y="6226175"/>
            <a:ext cx="1231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a:ea typeface="宋体" panose="02010600030101010101" pitchFamily="2" charset="-122"/>
                <a:hlinkClick r:id="" action="ppaction://hlinkshowjump?jump=previousslide"/>
              </a:rPr>
              <a:t>BACK</a:t>
            </a:r>
            <a:endParaRPr lang="en-US" altLang="zh-CN">
              <a:ea typeface="宋体" panose="02010600030101010101" pitchFamily="2" charset="-122"/>
            </a:endParaRPr>
          </a:p>
        </p:txBody>
      </p:sp>
      <p:sp>
        <p:nvSpPr>
          <p:cNvPr id="323741" name="Rectangle 157">
            <a:extLst>
              <a:ext uri="{FF2B5EF4-FFF2-40B4-BE49-F238E27FC236}">
                <a16:creationId xmlns:a16="http://schemas.microsoft.com/office/drawing/2014/main" id="{0093F46D-5253-C240-F87B-454C5D0F2570}"/>
              </a:ext>
            </a:extLst>
          </p:cNvPr>
          <p:cNvSpPr>
            <a:spLocks noChangeArrowheads="1"/>
          </p:cNvSpPr>
          <p:nvPr/>
        </p:nvSpPr>
        <p:spPr bwMode="auto">
          <a:xfrm>
            <a:off x="1258888" y="6224588"/>
            <a:ext cx="4391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30000"/>
              </a:spcBef>
              <a:buFont typeface="Times New Roman" panose="02020603050405020304" pitchFamily="18" charset="0"/>
              <a:buNone/>
            </a:pPr>
            <a:r>
              <a:rPr lang="zh-CN" altLang="en-US" sz="2000">
                <a:solidFill>
                  <a:srgbClr val="CC0000"/>
                </a:solidFill>
                <a:latin typeface="Arial" panose="020B0604020202020204" pitchFamily="34" charset="0"/>
                <a:ea typeface="黑体" panose="02010609060101010101" pitchFamily="49" charset="-122"/>
              </a:rPr>
              <a:t>这里 </a:t>
            </a:r>
            <a:r>
              <a:rPr lang="en-US" altLang="zh-CN" sz="2000">
                <a:solidFill>
                  <a:srgbClr val="CC0000"/>
                </a:solidFill>
                <a:latin typeface="Arial" panose="020B0604020202020204" pitchFamily="34" charset="0"/>
                <a:ea typeface="黑体" panose="02010609060101010101" pitchFamily="49" charset="-122"/>
              </a:rPr>
              <a:t>C=3</a:t>
            </a:r>
          </a:p>
        </p:txBody>
      </p:sp>
      <p:sp>
        <p:nvSpPr>
          <p:cNvPr id="144541" name="Rectangle 158">
            <a:extLst>
              <a:ext uri="{FF2B5EF4-FFF2-40B4-BE49-F238E27FC236}">
                <a16:creationId xmlns:a16="http://schemas.microsoft.com/office/drawing/2014/main" id="{919CE9AC-DA88-DDFD-4748-B12DF6ACF34E}"/>
              </a:ext>
            </a:extLst>
          </p:cNvPr>
          <p:cNvSpPr>
            <a:spLocks noChangeArrowheads="1"/>
          </p:cNvSpPr>
          <p:nvPr/>
        </p:nvSpPr>
        <p:spPr bwMode="auto">
          <a:xfrm>
            <a:off x="3505200" y="1816100"/>
            <a:ext cx="850900" cy="279400"/>
          </a:xfrm>
          <a:prstGeom prst="rect">
            <a:avLst/>
          </a:prstGeom>
          <a:solidFill>
            <a:srgbClr val="339966">
              <a:alpha val="54901"/>
            </a:srgbClr>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3587">
                                            <p:txEl>
                                              <p:pRg st="4" end="4"/>
                                            </p:txEl>
                                          </p:spTgt>
                                        </p:tgtEl>
                                        <p:attrNameLst>
                                          <p:attrName>style.visibility</p:attrName>
                                        </p:attrNameLst>
                                      </p:cBhvr>
                                      <p:to>
                                        <p:strVal val="visible"/>
                                      </p:to>
                                    </p:set>
                                    <p:animEffect transition="in" filter="blinds(horizontal)">
                                      <p:cBhvr>
                                        <p:cTn id="7" dur="500"/>
                                        <p:tgtEl>
                                          <p:spTgt spid="323587">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3739"/>
                                        </p:tgtEl>
                                        <p:attrNameLst>
                                          <p:attrName>style.visibility</p:attrName>
                                        </p:attrNameLst>
                                      </p:cBhvr>
                                      <p:to>
                                        <p:strVal val="visible"/>
                                      </p:to>
                                    </p:set>
                                    <p:animEffect transition="in" filter="blinds(horizontal)">
                                      <p:cBhvr>
                                        <p:cTn id="12" dur="500"/>
                                        <p:tgtEl>
                                          <p:spTgt spid="3237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3587">
                                            <p:txEl>
                                              <p:pRg st="5" end="5"/>
                                            </p:txEl>
                                          </p:spTgt>
                                        </p:tgtEl>
                                        <p:attrNameLst>
                                          <p:attrName>style.visibility</p:attrName>
                                        </p:attrNameLst>
                                      </p:cBhvr>
                                      <p:to>
                                        <p:strVal val="visible"/>
                                      </p:to>
                                    </p:set>
                                    <p:animEffect transition="in" filter="blinds(horizontal)">
                                      <p:cBhvr>
                                        <p:cTn id="17" dur="500"/>
                                        <p:tgtEl>
                                          <p:spTgt spid="323587">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3741"/>
                                        </p:tgtEl>
                                        <p:attrNameLst>
                                          <p:attrName>style.visibility</p:attrName>
                                        </p:attrNameLst>
                                      </p:cBhvr>
                                      <p:to>
                                        <p:strVal val="visible"/>
                                      </p:to>
                                    </p:set>
                                    <p:animEffect transition="in" filter="blinds(horizontal)">
                                      <p:cBhvr>
                                        <p:cTn id="22" dur="500"/>
                                        <p:tgtEl>
                                          <p:spTgt spid="3237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3740"/>
                                        </p:tgtEl>
                                        <p:attrNameLst>
                                          <p:attrName>style.visibility</p:attrName>
                                        </p:attrNameLst>
                                      </p:cBhvr>
                                      <p:to>
                                        <p:strVal val="visible"/>
                                      </p:to>
                                    </p:set>
                                    <p:animEffect transition="in" filter="blinds(horizontal)">
                                      <p:cBhvr>
                                        <p:cTn id="27" dur="500"/>
                                        <p:tgtEl>
                                          <p:spTgt spid="323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739" grpId="0" animBg="1"/>
      <p:bldP spid="323740" grpId="0"/>
      <p:bldP spid="323741"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CB1E29B8-F836-CFCB-892F-204128CF14A2}"/>
              </a:ext>
            </a:extLst>
          </p:cNvPr>
          <p:cNvSpPr>
            <a:spLocks noGrp="1" noChangeArrowheads="1"/>
          </p:cNvSpPr>
          <p:nvPr>
            <p:ph type="title"/>
          </p:nvPr>
        </p:nvSpPr>
        <p:spPr>
          <a:xfrm>
            <a:off x="488950" y="228600"/>
            <a:ext cx="6862763" cy="371475"/>
          </a:xfrm>
        </p:spPr>
        <p:txBody>
          <a:bodyPr/>
          <a:lstStyle/>
          <a:p>
            <a:r>
              <a:rPr lang="zh-CN" altLang="en-US">
                <a:ea typeface="宋体" panose="02010600030101010101" pitchFamily="2" charset="-122"/>
              </a:rPr>
              <a:t>方案</a:t>
            </a:r>
            <a:r>
              <a:rPr lang="en-US" altLang="zh-CN">
                <a:ea typeface="宋体" panose="02010600030101010101" pitchFamily="2" charset="-122"/>
              </a:rPr>
              <a:t>3: </a:t>
            </a:r>
            <a:r>
              <a:rPr lang="zh-CN" altLang="en-US">
                <a:ea typeface="宋体" panose="02010600030101010101" pitchFamily="2" charset="-122"/>
              </a:rPr>
              <a:t>分支预测</a:t>
            </a:r>
            <a:r>
              <a:rPr lang="en-US" altLang="zh-CN">
                <a:ea typeface="宋体" panose="02010600030101010101" pitchFamily="2" charset="-122"/>
              </a:rPr>
              <a:t>——</a:t>
            </a:r>
            <a:r>
              <a:rPr lang="zh-CN" altLang="en-US">
                <a:ea typeface="宋体" panose="02010600030101010101" pitchFamily="2" charset="-122"/>
              </a:rPr>
              <a:t>简单（静态）分支预测方法</a:t>
            </a:r>
            <a:endParaRPr lang="zh-CN" altLang="en-US">
              <a:solidFill>
                <a:schemeClr val="accent1"/>
              </a:solidFill>
              <a:ea typeface="宋体" panose="02010600030101010101" pitchFamily="2" charset="-122"/>
            </a:endParaRPr>
          </a:p>
        </p:txBody>
      </p:sp>
      <p:sp>
        <p:nvSpPr>
          <p:cNvPr id="322563" name="Rectangle 3">
            <a:extLst>
              <a:ext uri="{FF2B5EF4-FFF2-40B4-BE49-F238E27FC236}">
                <a16:creationId xmlns:a16="http://schemas.microsoft.com/office/drawing/2014/main" id="{9E50ACBF-BABD-2CB3-C711-2CD878D40012}"/>
              </a:ext>
            </a:extLst>
          </p:cNvPr>
          <p:cNvSpPr>
            <a:spLocks noGrp="1" noChangeArrowheads="1"/>
          </p:cNvSpPr>
          <p:nvPr>
            <p:ph idx="1"/>
          </p:nvPr>
        </p:nvSpPr>
        <p:spPr>
          <a:xfrm>
            <a:off x="149225" y="627063"/>
            <a:ext cx="8707438" cy="5592762"/>
          </a:xfrm>
        </p:spPr>
        <p:txBody>
          <a:bodyPr/>
          <a:lstStyle/>
          <a:p>
            <a:pPr marL="342900" indent="-342900">
              <a:lnSpc>
                <a:spcPct val="115000"/>
              </a:lnSpc>
              <a:spcBef>
                <a:spcPct val="20000"/>
              </a:spcBef>
            </a:pPr>
            <a:r>
              <a:rPr lang="zh-CN" altLang="en-US">
                <a:latin typeface="微软雅黑" panose="020B0503020204020204" pitchFamily="34" charset="-122"/>
                <a:ea typeface="微软雅黑" panose="020B0503020204020204" pitchFamily="34" charset="-122"/>
              </a:rPr>
              <a:t>缩短分支延迟，减少错误预测代价</a:t>
            </a:r>
          </a:p>
          <a:p>
            <a:pPr marL="838200" lvl="1" indent="-342900">
              <a:lnSpc>
                <a:spcPct val="115000"/>
              </a:lnSpc>
              <a:spcBef>
                <a:spcPct val="20000"/>
              </a:spcBef>
            </a:pPr>
            <a:r>
              <a:rPr lang="zh-CN" altLang="en-US">
                <a:latin typeface="微软雅黑" panose="020B0503020204020204" pitchFamily="34" charset="-122"/>
                <a:ea typeface="微软雅黑" panose="020B0503020204020204" pitchFamily="34" charset="-122"/>
              </a:rPr>
              <a:t>可以将 “转移地址计算”和“分支条件判断”操作调整到</a:t>
            </a:r>
            <a:r>
              <a:rPr lang="en-US" altLang="zh-CN">
                <a:latin typeface="微软雅黑" panose="020B0503020204020204" pitchFamily="34" charset="-122"/>
                <a:ea typeface="微软雅黑" panose="020B0503020204020204" pitchFamily="34" charset="-122"/>
              </a:rPr>
              <a:t>ID</a:t>
            </a:r>
            <a:r>
              <a:rPr lang="zh-CN" altLang="en-US">
                <a:latin typeface="微软雅黑" panose="020B0503020204020204" pitchFamily="34" charset="-122"/>
                <a:ea typeface="微软雅黑" panose="020B0503020204020204" pitchFamily="34" charset="-122"/>
              </a:rPr>
              <a:t>阶段来缩短延迟</a:t>
            </a:r>
          </a:p>
          <a:p>
            <a:pPr lvl="2">
              <a:lnSpc>
                <a:spcPct val="115000"/>
              </a:lnSpc>
              <a:spcBef>
                <a:spcPct val="20000"/>
              </a:spcBef>
            </a:pPr>
            <a:r>
              <a:rPr lang="zh-CN" altLang="en-US">
                <a:latin typeface="微软雅黑" panose="020B0503020204020204" pitchFamily="34" charset="-122"/>
                <a:ea typeface="微软雅黑" panose="020B0503020204020204" pitchFamily="34" charset="-122"/>
              </a:rPr>
              <a:t>将转移地址生成从</a:t>
            </a:r>
            <a:r>
              <a:rPr lang="en-US" altLang="zh-CN">
                <a:latin typeface="微软雅黑" panose="020B0503020204020204" pitchFamily="34" charset="-122"/>
                <a:ea typeface="微软雅黑" panose="020B0503020204020204" pitchFamily="34" charset="-122"/>
              </a:rPr>
              <a:t>M</a:t>
            </a:r>
            <a:r>
              <a:rPr lang="zh-CN" altLang="en-US">
                <a:latin typeface="微软雅黑" panose="020B0503020204020204" pitchFamily="34" charset="-122"/>
                <a:ea typeface="微软雅黑" panose="020B0503020204020204" pitchFamily="34" charset="-122"/>
              </a:rPr>
              <a:t>阶段移到</a:t>
            </a:r>
            <a:r>
              <a:rPr lang="en-US" altLang="zh-CN">
                <a:latin typeface="微软雅黑" panose="020B0503020204020204" pitchFamily="34" charset="-122"/>
                <a:ea typeface="微软雅黑" panose="020B0503020204020204" pitchFamily="34" charset="-122"/>
              </a:rPr>
              <a:t>ID</a:t>
            </a:r>
            <a:r>
              <a:rPr lang="zh-CN" altLang="en-US">
                <a:latin typeface="微软雅黑" panose="020B0503020204020204" pitchFamily="34" charset="-122"/>
                <a:ea typeface="微软雅黑" panose="020B0503020204020204" pitchFamily="34" charset="-122"/>
              </a:rPr>
              <a:t>阶段，可以吗？为什么？</a:t>
            </a:r>
          </a:p>
          <a:p>
            <a:pPr lvl="2">
              <a:lnSpc>
                <a:spcPct val="115000"/>
              </a:lnSpc>
              <a:spcBef>
                <a:spcPct val="20000"/>
              </a:spcBef>
              <a:buFontTx/>
              <a:buNone/>
            </a:pPr>
            <a:r>
              <a:rPr lang="zh-CN" altLang="en-US">
                <a:solidFill>
                  <a:srgbClr val="008000"/>
                </a:solidFill>
                <a:latin typeface="微软雅黑" panose="020B0503020204020204" pitchFamily="34" charset="-122"/>
                <a:ea typeface="微软雅黑" panose="020B0503020204020204" pitchFamily="34" charset="-122"/>
              </a:rPr>
              <a:t>（可以：</a:t>
            </a:r>
            <a:r>
              <a:rPr lang="en-US" altLang="zh-CN">
                <a:solidFill>
                  <a:srgbClr val="008000"/>
                </a:solidFill>
                <a:latin typeface="微软雅黑" panose="020B0503020204020204" pitchFamily="34" charset="-122"/>
                <a:ea typeface="微软雅黑" panose="020B0503020204020204" pitchFamily="34" charset="-122"/>
              </a:rPr>
              <a:t>IF/ID</a:t>
            </a:r>
            <a:r>
              <a:rPr lang="zh-CN" altLang="en-US">
                <a:solidFill>
                  <a:srgbClr val="008000"/>
                </a:solidFill>
                <a:latin typeface="微软雅黑" panose="020B0503020204020204" pitchFamily="34" charset="-122"/>
                <a:ea typeface="微软雅黑" panose="020B0503020204020204" pitchFamily="34" charset="-122"/>
              </a:rPr>
              <a:t>流水段寄存器中已有</a:t>
            </a:r>
            <a:r>
              <a:rPr lang="en-US" altLang="zh-CN">
                <a:solidFill>
                  <a:srgbClr val="008000"/>
                </a:solidFill>
                <a:latin typeface="微软雅黑" panose="020B0503020204020204" pitchFamily="34" charset="-122"/>
                <a:ea typeface="微软雅黑" panose="020B0503020204020204" pitchFamily="34" charset="-122"/>
              </a:rPr>
              <a:t>PC</a:t>
            </a:r>
            <a:r>
              <a:rPr lang="zh-CN" altLang="en-US">
                <a:solidFill>
                  <a:srgbClr val="008000"/>
                </a:solidFill>
                <a:latin typeface="微软雅黑" panose="020B0503020204020204" pitchFamily="34" charset="-122"/>
                <a:ea typeface="微软雅黑" panose="020B0503020204020204" pitchFamily="34" charset="-122"/>
              </a:rPr>
              <a:t>的值，</a:t>
            </a:r>
            <a:r>
              <a:rPr lang="en-US" altLang="zh-CN">
                <a:solidFill>
                  <a:srgbClr val="008000"/>
                </a:solidFill>
                <a:latin typeface="微软雅黑" panose="020B0503020204020204" pitchFamily="34" charset="-122"/>
                <a:ea typeface="微软雅黑" panose="020B0503020204020204" pitchFamily="34" charset="-122"/>
              </a:rPr>
              <a:t>ID</a:t>
            </a:r>
            <a:r>
              <a:rPr lang="zh-CN" altLang="en-US">
                <a:solidFill>
                  <a:srgbClr val="008000"/>
                </a:solidFill>
                <a:latin typeface="微软雅黑" panose="020B0503020204020204" pitchFamily="34" charset="-122"/>
                <a:ea typeface="微软雅黑" panose="020B0503020204020204" pitchFamily="34" charset="-122"/>
              </a:rPr>
              <a:t>段已有扩展后立即数</a:t>
            </a:r>
            <a:r>
              <a:rPr lang="en-US" altLang="zh-CN">
                <a:solidFill>
                  <a:srgbClr val="008000"/>
                </a:solidFill>
                <a:latin typeface="微软雅黑" panose="020B0503020204020204" pitchFamily="34" charset="-122"/>
                <a:ea typeface="微软雅黑" panose="020B0503020204020204" pitchFamily="34" charset="-122"/>
              </a:rPr>
              <a:t>Imm</a:t>
            </a:r>
            <a:r>
              <a:rPr lang="zh-CN" altLang="en-US">
                <a:solidFill>
                  <a:srgbClr val="008000"/>
                </a:solidFill>
                <a:latin typeface="微软雅黑" panose="020B0503020204020204" pitchFamily="34" charset="-122"/>
                <a:ea typeface="微软雅黑" panose="020B0503020204020204" pitchFamily="34" charset="-122"/>
              </a:rPr>
              <a:t>）</a:t>
            </a:r>
          </a:p>
          <a:p>
            <a:pPr lvl="2">
              <a:lnSpc>
                <a:spcPct val="115000"/>
              </a:lnSpc>
              <a:spcBef>
                <a:spcPct val="20000"/>
              </a:spcBef>
            </a:pPr>
            <a:r>
              <a:rPr lang="zh-CN" altLang="en-US">
                <a:latin typeface="微软雅黑" panose="020B0503020204020204" pitchFamily="34" charset="-122"/>
                <a:ea typeface="微软雅黑" panose="020B0503020204020204" pitchFamily="34" charset="-122"/>
              </a:rPr>
              <a:t>将“判</a:t>
            </a:r>
            <a:r>
              <a:rPr lang="en-US" altLang="zh-CN">
                <a:latin typeface="微软雅黑" panose="020B0503020204020204" pitchFamily="34" charset="-122"/>
                <a:ea typeface="微软雅黑" panose="020B0503020204020204" pitchFamily="34" charset="-122"/>
              </a:rPr>
              <a:t>0”</a:t>
            </a:r>
            <a:r>
              <a:rPr lang="zh-CN" altLang="en-US">
                <a:latin typeface="微软雅黑" panose="020B0503020204020204" pitchFamily="34" charset="-122"/>
                <a:ea typeface="微软雅黑" panose="020B0503020204020204" pitchFamily="34" charset="-122"/>
              </a:rPr>
              <a:t>操作从</a:t>
            </a:r>
            <a:r>
              <a:rPr lang="en-US" altLang="zh-CN">
                <a:latin typeface="微软雅黑" panose="020B0503020204020204" pitchFamily="34" charset="-122"/>
                <a:ea typeface="微软雅黑" panose="020B0503020204020204" pitchFamily="34" charset="-122"/>
              </a:rPr>
              <a:t>EX</a:t>
            </a:r>
            <a:r>
              <a:rPr lang="zh-CN" altLang="en-US">
                <a:latin typeface="微软雅黑" panose="020B0503020204020204" pitchFamily="34" charset="-122"/>
                <a:ea typeface="微软雅黑" panose="020B0503020204020204" pitchFamily="34" charset="-122"/>
              </a:rPr>
              <a:t>阶段移到</a:t>
            </a:r>
            <a:r>
              <a:rPr lang="en-US" altLang="zh-CN">
                <a:latin typeface="微软雅黑" panose="020B0503020204020204" pitchFamily="34" charset="-122"/>
                <a:ea typeface="微软雅黑" panose="020B0503020204020204" pitchFamily="34" charset="-122"/>
              </a:rPr>
              <a:t>ID</a:t>
            </a:r>
            <a:r>
              <a:rPr lang="zh-CN" altLang="en-US">
                <a:latin typeface="微软雅黑" panose="020B0503020204020204" pitchFamily="34" charset="-122"/>
                <a:ea typeface="微软雅黑" panose="020B0503020204020204" pitchFamily="34" charset="-122"/>
              </a:rPr>
              <a:t>阶段，可以吗？为什么？</a:t>
            </a:r>
          </a:p>
          <a:p>
            <a:pPr lvl="2">
              <a:lnSpc>
                <a:spcPct val="115000"/>
              </a:lnSpc>
              <a:spcBef>
                <a:spcPct val="20000"/>
              </a:spcBef>
              <a:buFontTx/>
              <a:buNone/>
            </a:pPr>
            <a:r>
              <a:rPr lang="zh-CN" altLang="en-US">
                <a:solidFill>
                  <a:srgbClr val="008000"/>
                </a:solidFill>
                <a:latin typeface="微软雅黑" panose="020B0503020204020204" pitchFamily="34" charset="-122"/>
                <a:ea typeface="微软雅黑" panose="020B0503020204020204" pitchFamily="34" charset="-122"/>
              </a:rPr>
              <a:t>（用逻辑运算</a:t>
            </a:r>
            <a:r>
              <a:rPr lang="en-US" altLang="zh-CN">
                <a:solidFill>
                  <a:schemeClr val="accent2"/>
                </a:solidFill>
                <a:latin typeface="微软雅黑" panose="020B0503020204020204" pitchFamily="34" charset="-122"/>
                <a:ea typeface="微软雅黑" panose="020B0503020204020204" pitchFamily="34" charset="-122"/>
              </a:rPr>
              <a:t>(</a:t>
            </a:r>
            <a:r>
              <a:rPr lang="zh-CN" altLang="en-US">
                <a:solidFill>
                  <a:schemeClr val="accent2"/>
                </a:solidFill>
                <a:latin typeface="微软雅黑" panose="020B0503020204020204" pitchFamily="34" charset="-122"/>
                <a:ea typeface="微软雅黑" panose="020B0503020204020204" pitchFamily="34" charset="-122"/>
              </a:rPr>
              <a:t>如，先按位异或，再结果各位相或</a:t>
            </a:r>
            <a:r>
              <a:rPr lang="en-US" altLang="zh-CN">
                <a:solidFill>
                  <a:schemeClr val="accent2"/>
                </a:solidFill>
                <a:latin typeface="微软雅黑" panose="020B0503020204020204" pitchFamily="34" charset="-122"/>
                <a:ea typeface="微软雅黑" panose="020B0503020204020204" pitchFamily="34" charset="-122"/>
              </a:rPr>
              <a:t>)</a:t>
            </a:r>
            <a:r>
              <a:rPr lang="zh-CN" altLang="en-US">
                <a:solidFill>
                  <a:srgbClr val="008000"/>
                </a:solidFill>
                <a:latin typeface="微软雅黑" panose="020B0503020204020204" pitchFamily="34" charset="-122"/>
                <a:ea typeface="微软雅黑" panose="020B0503020204020204" pitchFamily="34" charset="-122"/>
              </a:rPr>
              <a:t>直接比较</a:t>
            </a:r>
            <a:r>
              <a:rPr lang="en-US" altLang="zh-CN">
                <a:solidFill>
                  <a:srgbClr val="008000"/>
                </a:solidFill>
                <a:latin typeface="微软雅黑" panose="020B0503020204020204" pitchFamily="34" charset="-122"/>
                <a:ea typeface="微软雅黑" panose="020B0503020204020204" pitchFamily="34" charset="-122"/>
              </a:rPr>
              <a:t>Rs1</a:t>
            </a:r>
            <a:r>
              <a:rPr lang="zh-CN" altLang="en-US">
                <a:solidFill>
                  <a:srgbClr val="008000"/>
                </a:solidFill>
                <a:latin typeface="微软雅黑" panose="020B0503020204020204" pitchFamily="34" charset="-122"/>
                <a:ea typeface="微软雅黑" panose="020B0503020204020204" pitchFamily="34" charset="-122"/>
              </a:rPr>
              <a:t>和</a:t>
            </a:r>
            <a:r>
              <a:rPr lang="en-US" altLang="zh-CN">
                <a:solidFill>
                  <a:srgbClr val="008000"/>
                </a:solidFill>
                <a:latin typeface="微软雅黑" panose="020B0503020204020204" pitchFamily="34" charset="-122"/>
                <a:ea typeface="微软雅黑" panose="020B0503020204020204" pitchFamily="34" charset="-122"/>
              </a:rPr>
              <a:t>Rs2</a:t>
            </a:r>
            <a:r>
              <a:rPr lang="zh-CN" altLang="en-US">
                <a:solidFill>
                  <a:srgbClr val="008000"/>
                </a:solidFill>
                <a:latin typeface="微软雅黑" panose="020B0503020204020204" pitchFamily="34" charset="-122"/>
                <a:ea typeface="微软雅黑" panose="020B0503020204020204" pitchFamily="34" charset="-122"/>
              </a:rPr>
              <a:t>的值）</a:t>
            </a:r>
          </a:p>
          <a:p>
            <a:pPr lvl="2">
              <a:lnSpc>
                <a:spcPct val="115000"/>
              </a:lnSpc>
              <a:spcBef>
                <a:spcPct val="20000"/>
              </a:spcBef>
              <a:buFontTx/>
              <a:buNone/>
            </a:pPr>
            <a:r>
              <a:rPr lang="zh-CN" altLang="en-US">
                <a:solidFill>
                  <a:srgbClr val="008000"/>
                </a:solidFill>
                <a:latin typeface="微软雅黑" panose="020B0503020204020204" pitchFamily="34" charset="-122"/>
                <a:ea typeface="微软雅黑" panose="020B0503020204020204" pitchFamily="34" charset="-122"/>
              </a:rPr>
              <a:t>（简单判断用逻辑运算，复杂判断可以用专门指令生成条件码）</a:t>
            </a:r>
          </a:p>
          <a:p>
            <a:pPr lvl="2">
              <a:lnSpc>
                <a:spcPct val="115000"/>
              </a:lnSpc>
              <a:spcBef>
                <a:spcPct val="20000"/>
              </a:spcBef>
              <a:buFontTx/>
              <a:buNone/>
            </a:pPr>
            <a:r>
              <a:rPr lang="zh-CN" altLang="en-US">
                <a:solidFill>
                  <a:srgbClr val="008000"/>
                </a:solidFill>
                <a:latin typeface="微软雅黑" panose="020B0503020204020204" pitchFamily="34" charset="-122"/>
                <a:ea typeface="微软雅黑" panose="020B0503020204020204" pitchFamily="34" charset="-122"/>
              </a:rPr>
              <a:t>（许多条件判断都很简单）</a:t>
            </a:r>
          </a:p>
          <a:p>
            <a:pPr marL="342900" indent="-342900">
              <a:lnSpc>
                <a:spcPct val="115000"/>
              </a:lnSpc>
              <a:spcBef>
                <a:spcPct val="20000"/>
              </a:spcBef>
            </a:pPr>
            <a:r>
              <a:rPr lang="zh-CN" altLang="en-US">
                <a:latin typeface="微软雅黑" panose="020B0503020204020204" pitchFamily="34" charset="-122"/>
                <a:ea typeface="微软雅黑" panose="020B0503020204020204" pitchFamily="34" charset="-122"/>
              </a:rPr>
              <a:t>预测错误的检测和处理（称为“冲刷、冲洗” </a:t>
            </a:r>
            <a:r>
              <a:rPr lang="en-US" altLang="zh-CN">
                <a:latin typeface="微软雅黑" panose="020B0503020204020204" pitchFamily="34" charset="-122"/>
                <a:ea typeface="微软雅黑" panose="020B0503020204020204" pitchFamily="34" charset="-122"/>
              </a:rPr>
              <a:t>-- Flush</a:t>
            </a:r>
            <a:r>
              <a:rPr lang="zh-CN" altLang="en-US">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p>
            <a:pPr marL="838200" lvl="1" indent="-342900">
              <a:lnSpc>
                <a:spcPct val="115000"/>
              </a:lnSpc>
              <a:spcBef>
                <a:spcPct val="20000"/>
              </a:spcBef>
            </a:pPr>
            <a:r>
              <a:rPr lang="zh-CN" altLang="en-US">
                <a:latin typeface="微软雅黑" panose="020B0503020204020204" pitchFamily="34" charset="-122"/>
                <a:ea typeface="微软雅黑" panose="020B0503020204020204" pitchFamily="34" charset="-122"/>
              </a:rPr>
              <a:t>如果原来预测不转移</a:t>
            </a:r>
            <a:endParaRPr lang="en-US" altLang="zh-CN">
              <a:latin typeface="微软雅黑" panose="020B0503020204020204" pitchFamily="34" charset="-122"/>
              <a:ea typeface="微软雅黑" panose="020B0503020204020204" pitchFamily="34" charset="-122"/>
            </a:endParaRPr>
          </a:p>
          <a:p>
            <a:pPr marL="838200" lvl="1" indent="-342900">
              <a:lnSpc>
                <a:spcPct val="115000"/>
              </a:lnSpc>
              <a:spcBef>
                <a:spcPct val="20000"/>
              </a:spcBef>
            </a:pPr>
            <a:r>
              <a:rPr lang="zh-CN" altLang="en-US">
                <a:latin typeface="微软雅黑" panose="020B0503020204020204" pitchFamily="34" charset="-122"/>
                <a:ea typeface="微软雅黑" panose="020B0503020204020204" pitchFamily="34" charset="-122"/>
              </a:rPr>
              <a:t>但是发现</a:t>
            </a:r>
            <a:r>
              <a:rPr lang="en-US" altLang="zh-CN">
                <a:latin typeface="微软雅黑" panose="020B0503020204020204" pitchFamily="34" charset="-122"/>
                <a:ea typeface="微软雅黑" panose="020B0503020204020204" pitchFamily="34" charset="-122"/>
              </a:rPr>
              <a:t>Branch=1</a:t>
            </a:r>
            <a:r>
              <a:rPr lang="zh-CN" altLang="en-US">
                <a:latin typeface="微软雅黑" panose="020B0503020204020204" pitchFamily="34" charset="-122"/>
                <a:ea typeface="微软雅黑" panose="020B0503020204020204" pitchFamily="34" charset="-122"/>
              </a:rPr>
              <a:t>并且</a:t>
            </a:r>
            <a:r>
              <a:rPr lang="en-US" altLang="zh-CN">
                <a:latin typeface="微软雅黑" panose="020B0503020204020204" pitchFamily="34" charset="-122"/>
                <a:ea typeface="微软雅黑" panose="020B0503020204020204" pitchFamily="34" charset="-122"/>
              </a:rPr>
              <a:t>Zero=1</a:t>
            </a:r>
            <a:r>
              <a:rPr lang="zh-CN" altLang="en-US">
                <a:latin typeface="微软雅黑" panose="020B0503020204020204" pitchFamily="34" charset="-122"/>
                <a:ea typeface="微软雅黑" panose="020B0503020204020204" pitchFamily="34" charset="-122"/>
              </a:rPr>
              <a:t>时，说明预测失败</a:t>
            </a:r>
            <a:endParaRPr lang="en-US" altLang="zh-CN">
              <a:latin typeface="微软雅黑" panose="020B0503020204020204" pitchFamily="34" charset="-122"/>
              <a:ea typeface="微软雅黑" panose="020B0503020204020204" pitchFamily="34" charset="-122"/>
            </a:endParaRPr>
          </a:p>
          <a:p>
            <a:pPr marL="838200" lvl="1" indent="-342900">
              <a:lnSpc>
                <a:spcPct val="115000"/>
              </a:lnSpc>
              <a:spcBef>
                <a:spcPct val="20000"/>
              </a:spcBef>
            </a:pPr>
            <a:r>
              <a:rPr lang="zh-CN" altLang="en-US">
                <a:latin typeface="微软雅黑" panose="020B0503020204020204" pitchFamily="34" charset="-122"/>
                <a:ea typeface="微软雅黑" panose="020B0503020204020204" pitchFamily="34" charset="-122"/>
              </a:rPr>
              <a:t>预测失败 </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条件满足</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时，需要完成以下两件事（延迟损失时间片</a:t>
            </a:r>
            <a:r>
              <a:rPr lang="en-US" altLang="zh-CN">
                <a:latin typeface="微软雅黑" panose="020B0503020204020204" pitchFamily="34" charset="-122"/>
                <a:ea typeface="微软雅黑" panose="020B0503020204020204" pitchFamily="34" charset="-122"/>
              </a:rPr>
              <a:t>C=1</a:t>
            </a:r>
            <a:r>
              <a:rPr lang="zh-CN" altLang="en-US">
                <a:latin typeface="微软雅黑" panose="020B0503020204020204" pitchFamily="34" charset="-122"/>
                <a:ea typeface="微软雅黑" panose="020B0503020204020204" pitchFamily="34" charset="-122"/>
              </a:rPr>
              <a:t>时）：</a:t>
            </a:r>
          </a:p>
          <a:p>
            <a:pPr lvl="2">
              <a:lnSpc>
                <a:spcPct val="115000"/>
              </a:lnSpc>
              <a:spcBef>
                <a:spcPct val="20000"/>
              </a:spcBef>
              <a:buFontTx/>
              <a:buAutoNum type="circleNumDbPlain"/>
            </a:pPr>
            <a:r>
              <a:rPr lang="zh-CN" altLang="en-US">
                <a:latin typeface="微软雅黑" panose="020B0503020204020204" pitchFamily="34" charset="-122"/>
                <a:ea typeface="微软雅黑" panose="020B0503020204020204" pitchFamily="34" charset="-122"/>
              </a:rPr>
              <a:t>将转移目标地址</a:t>
            </a:r>
            <a:r>
              <a:rPr lang="en-US" altLang="zh-CN">
                <a:latin typeface="微软雅黑" panose="020B0503020204020204" pitchFamily="34" charset="-122"/>
                <a:ea typeface="微软雅黑" panose="020B0503020204020204" pitchFamily="34" charset="-122"/>
              </a:rPr>
              <a:t>-&gt;PC</a:t>
            </a:r>
          </a:p>
          <a:p>
            <a:pPr lvl="2">
              <a:lnSpc>
                <a:spcPct val="115000"/>
              </a:lnSpc>
              <a:spcBef>
                <a:spcPct val="20000"/>
              </a:spcBef>
              <a:buFontTx/>
              <a:buAutoNum type="circleNumDbPlain"/>
            </a:pPr>
            <a:r>
              <a:rPr lang="zh-CN" altLang="en-US">
                <a:latin typeface="微软雅黑" panose="020B0503020204020204" pitchFamily="34" charset="-122"/>
                <a:ea typeface="微软雅黑" panose="020B0503020204020204" pitchFamily="34" charset="-122"/>
              </a:rPr>
              <a:t>清除</a:t>
            </a:r>
            <a:r>
              <a:rPr lang="en-US" altLang="zh-CN">
                <a:latin typeface="微软雅黑" panose="020B0503020204020204" pitchFamily="34" charset="-122"/>
                <a:ea typeface="微软雅黑" panose="020B0503020204020204" pitchFamily="34" charset="-122"/>
              </a:rPr>
              <a:t>IF</a:t>
            </a:r>
            <a:r>
              <a:rPr lang="zh-CN" altLang="en-US">
                <a:latin typeface="微软雅黑" panose="020B0503020204020204" pitchFamily="34" charset="-122"/>
                <a:ea typeface="微软雅黑" panose="020B0503020204020204" pitchFamily="34" charset="-122"/>
              </a:rPr>
              <a:t>段中取出的指令，即：将</a:t>
            </a:r>
            <a:r>
              <a:rPr lang="en-US" altLang="zh-CN">
                <a:latin typeface="微软雅黑" panose="020B0503020204020204" pitchFamily="34" charset="-122"/>
                <a:ea typeface="微软雅黑" panose="020B0503020204020204" pitchFamily="34" charset="-122"/>
              </a:rPr>
              <a:t>IF/ID</a:t>
            </a:r>
            <a:r>
              <a:rPr lang="zh-CN" altLang="en-US">
                <a:latin typeface="微软雅黑" panose="020B0503020204020204" pitchFamily="34" charset="-122"/>
                <a:ea typeface="微软雅黑" panose="020B0503020204020204" pitchFamily="34" charset="-122"/>
              </a:rPr>
              <a:t>中的指令字清</a:t>
            </a:r>
            <a:r>
              <a:rPr lang="en-US" altLang="zh-CN">
                <a:latin typeface="微软雅黑" panose="020B0503020204020204" pitchFamily="34" charset="-122"/>
                <a:ea typeface="微软雅黑" panose="020B0503020204020204" pitchFamily="34" charset="-122"/>
              </a:rPr>
              <a:t>0</a:t>
            </a:r>
            <a:r>
              <a:rPr lang="zh-CN" altLang="en-US">
                <a:latin typeface="微软雅黑" panose="020B0503020204020204" pitchFamily="34" charset="-122"/>
                <a:ea typeface="微软雅黑" panose="020B0503020204020204" pitchFamily="34" charset="-122"/>
              </a:rPr>
              <a:t>，转变为</a:t>
            </a:r>
            <a:r>
              <a:rPr lang="en-US" altLang="zh-CN">
                <a:latin typeface="微软雅黑" panose="020B0503020204020204" pitchFamily="34" charset="-122"/>
                <a:ea typeface="微软雅黑" panose="020B0503020204020204" pitchFamily="34" charset="-122"/>
              </a:rPr>
              <a:t>nop</a:t>
            </a:r>
            <a:r>
              <a:rPr lang="zh-CN" altLang="en-US">
                <a:latin typeface="微软雅黑" panose="020B0503020204020204" pitchFamily="34" charset="-122"/>
                <a:ea typeface="微软雅黑" panose="020B0503020204020204" pitchFamily="34" charset="-122"/>
              </a:rPr>
              <a:t>指令</a:t>
            </a:r>
          </a:p>
          <a:p>
            <a:pPr marL="342900" indent="-342900">
              <a:lnSpc>
                <a:spcPct val="115000"/>
              </a:lnSpc>
              <a:spcBef>
                <a:spcPct val="20000"/>
              </a:spcBef>
              <a:buFont typeface="Times New Roman" panose="02020603050405020304" pitchFamily="18" charset="0"/>
              <a:buAutoNum type="circleNumDbPlain"/>
            </a:pPr>
            <a:endParaRPr lang="zh-CN" altLang="en-US">
              <a:ea typeface="黑体" panose="02010609060101010101" pitchFamily="49" charset="-122"/>
            </a:endParaRPr>
          </a:p>
        </p:txBody>
      </p:sp>
      <p:sp>
        <p:nvSpPr>
          <p:cNvPr id="322564" name="Rectangle 4">
            <a:extLst>
              <a:ext uri="{FF2B5EF4-FFF2-40B4-BE49-F238E27FC236}">
                <a16:creationId xmlns:a16="http://schemas.microsoft.com/office/drawing/2014/main" id="{8094A02C-B4F0-B962-1224-F287F363F1B3}"/>
              </a:ext>
            </a:extLst>
          </p:cNvPr>
          <p:cNvSpPr>
            <a:spLocks noChangeArrowheads="1"/>
          </p:cNvSpPr>
          <p:nvPr/>
        </p:nvSpPr>
        <p:spPr bwMode="auto">
          <a:xfrm>
            <a:off x="584200" y="5892800"/>
            <a:ext cx="8002588"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1900">
                <a:latin typeface="微软雅黑" panose="020B0503020204020204" pitchFamily="34" charset="-122"/>
                <a:ea typeface="微软雅黑" panose="020B0503020204020204" pitchFamily="34" charset="-122"/>
              </a:rPr>
              <a:t>原来要清除三条指令，调整后只需要清除一条指令，因而只延迟一个时钟周期，每次预测错误减少了两个周期的代价！</a:t>
            </a:r>
          </a:p>
        </p:txBody>
      </p:sp>
      <p:sp>
        <p:nvSpPr>
          <p:cNvPr id="322565" name="Rectangle 5">
            <a:extLst>
              <a:ext uri="{FF2B5EF4-FFF2-40B4-BE49-F238E27FC236}">
                <a16:creationId xmlns:a16="http://schemas.microsoft.com/office/drawing/2014/main" id="{2A42321A-F84A-C02D-80D6-57209FA6B5F9}"/>
              </a:ext>
            </a:extLst>
          </p:cNvPr>
          <p:cNvSpPr>
            <a:spLocks noChangeArrowheads="1"/>
          </p:cNvSpPr>
          <p:nvPr/>
        </p:nvSpPr>
        <p:spPr bwMode="auto">
          <a:xfrm>
            <a:off x="5743575" y="6224588"/>
            <a:ext cx="2011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30000"/>
              </a:spcBef>
              <a:buFont typeface="Times New Roman" panose="02020603050405020304" pitchFamily="18" charset="0"/>
              <a:buNone/>
            </a:pPr>
            <a:r>
              <a:rPr lang="zh-CN" altLang="en-US" sz="2000">
                <a:solidFill>
                  <a:srgbClr val="CC0000"/>
                </a:solidFill>
                <a:latin typeface="Arial" panose="020B0604020202020204" pitchFamily="34" charset="0"/>
                <a:ea typeface="黑体" panose="02010609060101010101" pitchFamily="49" charset="-122"/>
              </a:rPr>
              <a:t>即：这里 </a:t>
            </a:r>
            <a:r>
              <a:rPr lang="en-US" altLang="zh-CN" sz="2000">
                <a:solidFill>
                  <a:srgbClr val="CC0000"/>
                </a:solidFill>
                <a:latin typeface="Arial" panose="020B0604020202020204" pitchFamily="34" charset="0"/>
                <a:ea typeface="黑体" panose="02010609060101010101" pitchFamily="49" charset="-122"/>
              </a:rPr>
              <a:t>C=1</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2563">
                                            <p:txEl>
                                              <p:pRg st="1" end="1"/>
                                            </p:txEl>
                                          </p:spTgt>
                                        </p:tgtEl>
                                        <p:attrNameLst>
                                          <p:attrName>style.visibility</p:attrName>
                                        </p:attrNameLst>
                                      </p:cBhvr>
                                      <p:to>
                                        <p:strVal val="visible"/>
                                      </p:to>
                                    </p:set>
                                    <p:animEffect transition="in" filter="blinds(horizontal)">
                                      <p:cBhvr>
                                        <p:cTn id="7" dur="500"/>
                                        <p:tgtEl>
                                          <p:spTgt spid="32256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2563">
                                            <p:txEl>
                                              <p:pRg st="2" end="2"/>
                                            </p:txEl>
                                          </p:spTgt>
                                        </p:tgtEl>
                                        <p:attrNameLst>
                                          <p:attrName>style.visibility</p:attrName>
                                        </p:attrNameLst>
                                      </p:cBhvr>
                                      <p:to>
                                        <p:strVal val="visible"/>
                                      </p:to>
                                    </p:set>
                                    <p:animEffect transition="in" filter="blinds(horizontal)">
                                      <p:cBhvr>
                                        <p:cTn id="12" dur="500"/>
                                        <p:tgtEl>
                                          <p:spTgt spid="32256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2563">
                                            <p:txEl>
                                              <p:charRg st="79" end="117"/>
                                            </p:txEl>
                                          </p:spTgt>
                                        </p:tgtEl>
                                        <p:attrNameLst>
                                          <p:attrName>style.visibility</p:attrName>
                                        </p:attrNameLst>
                                      </p:cBhvr>
                                      <p:to>
                                        <p:strVal val="visible"/>
                                      </p:to>
                                    </p:set>
                                    <p:animEffect transition="in" filter="blinds(horizontal)">
                                      <p:cBhvr>
                                        <p:cTn id="17" dur="500"/>
                                        <p:tgtEl>
                                          <p:spTgt spid="322563">
                                            <p:txEl>
                                              <p:charRg st="79" end="117"/>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2563">
                                            <p:txEl>
                                              <p:charRg st="117" end="145"/>
                                            </p:txEl>
                                          </p:spTgt>
                                        </p:tgtEl>
                                        <p:attrNameLst>
                                          <p:attrName>style.visibility</p:attrName>
                                        </p:attrNameLst>
                                      </p:cBhvr>
                                      <p:to>
                                        <p:strVal val="visible"/>
                                      </p:to>
                                    </p:set>
                                    <p:animEffect transition="in" filter="blinds(horizontal)">
                                      <p:cBhvr>
                                        <p:cTn id="22" dur="500"/>
                                        <p:tgtEl>
                                          <p:spTgt spid="322563">
                                            <p:txEl>
                                              <p:charRg st="117" end="14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22563">
                                            <p:txEl>
                                              <p:charRg st="145" end="183"/>
                                            </p:txEl>
                                          </p:spTgt>
                                        </p:tgtEl>
                                        <p:attrNameLst>
                                          <p:attrName>style.visibility</p:attrName>
                                        </p:attrNameLst>
                                      </p:cBhvr>
                                      <p:to>
                                        <p:strVal val="visible"/>
                                      </p:to>
                                    </p:set>
                                    <p:animEffect transition="in" filter="blinds(horizontal)">
                                      <p:cBhvr>
                                        <p:cTn id="27" dur="500"/>
                                        <p:tgtEl>
                                          <p:spTgt spid="322563">
                                            <p:txEl>
                                              <p:charRg st="145" end="183"/>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22563">
                                            <p:txEl>
                                              <p:charRg st="183" end="212"/>
                                            </p:txEl>
                                          </p:spTgt>
                                        </p:tgtEl>
                                        <p:attrNameLst>
                                          <p:attrName>style.visibility</p:attrName>
                                        </p:attrNameLst>
                                      </p:cBhvr>
                                      <p:to>
                                        <p:strVal val="visible"/>
                                      </p:to>
                                    </p:set>
                                    <p:animEffect transition="in" filter="blinds(horizontal)">
                                      <p:cBhvr>
                                        <p:cTn id="30" dur="500"/>
                                        <p:tgtEl>
                                          <p:spTgt spid="322563">
                                            <p:txEl>
                                              <p:charRg st="183" end="212"/>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22563">
                                            <p:txEl>
                                              <p:charRg st="212" end="225"/>
                                            </p:txEl>
                                          </p:spTgt>
                                        </p:tgtEl>
                                        <p:attrNameLst>
                                          <p:attrName>style.visibility</p:attrName>
                                        </p:attrNameLst>
                                      </p:cBhvr>
                                      <p:to>
                                        <p:strVal val="visible"/>
                                      </p:to>
                                    </p:set>
                                    <p:animEffect transition="in" filter="blinds(horizontal)">
                                      <p:cBhvr>
                                        <p:cTn id="33" dur="500"/>
                                        <p:tgtEl>
                                          <p:spTgt spid="322563">
                                            <p:txEl>
                                              <p:charRg st="212" end="225"/>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322563">
                                            <p:txEl>
                                              <p:pRg st="9" end="9"/>
                                            </p:txEl>
                                          </p:spTgt>
                                        </p:tgtEl>
                                        <p:attrNameLst>
                                          <p:attrName>style.visibility</p:attrName>
                                        </p:attrNameLst>
                                      </p:cBhvr>
                                      <p:to>
                                        <p:strVal val="visible"/>
                                      </p:to>
                                    </p:set>
                                    <p:animEffect transition="in" filter="blinds(horizontal)">
                                      <p:cBhvr>
                                        <p:cTn id="38" dur="500"/>
                                        <p:tgtEl>
                                          <p:spTgt spid="322563">
                                            <p:txEl>
                                              <p:pRg st="9" end="9"/>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322563">
                                            <p:txEl>
                                              <p:pRg st="10" end="10"/>
                                            </p:txEl>
                                          </p:spTgt>
                                        </p:tgtEl>
                                        <p:attrNameLst>
                                          <p:attrName>style.visibility</p:attrName>
                                        </p:attrNameLst>
                                      </p:cBhvr>
                                      <p:to>
                                        <p:strVal val="visible"/>
                                      </p:to>
                                    </p:set>
                                    <p:animEffect transition="in" filter="blinds(horizontal)">
                                      <p:cBhvr>
                                        <p:cTn id="43" dur="500"/>
                                        <p:tgtEl>
                                          <p:spTgt spid="322563">
                                            <p:txEl>
                                              <p:pRg st="10" end="1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322563">
                                            <p:txEl>
                                              <p:pRg st="11" end="11"/>
                                            </p:txEl>
                                          </p:spTgt>
                                        </p:tgtEl>
                                        <p:attrNameLst>
                                          <p:attrName>style.visibility</p:attrName>
                                        </p:attrNameLst>
                                      </p:cBhvr>
                                      <p:to>
                                        <p:strVal val="visible"/>
                                      </p:to>
                                    </p:set>
                                    <p:animEffect transition="in" filter="blinds(horizontal)">
                                      <p:cBhvr>
                                        <p:cTn id="48" dur="500"/>
                                        <p:tgtEl>
                                          <p:spTgt spid="322563">
                                            <p:txEl>
                                              <p:pRg st="11" end="11"/>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322563">
                                            <p:txEl>
                                              <p:charRg st="331" end="367"/>
                                            </p:txEl>
                                          </p:spTgt>
                                        </p:tgtEl>
                                        <p:attrNameLst>
                                          <p:attrName>style.visibility</p:attrName>
                                        </p:attrNameLst>
                                      </p:cBhvr>
                                      <p:to>
                                        <p:strVal val="visible"/>
                                      </p:to>
                                    </p:set>
                                    <p:animEffect transition="in" filter="blinds(horizontal)">
                                      <p:cBhvr>
                                        <p:cTn id="53" dur="500"/>
                                        <p:tgtEl>
                                          <p:spTgt spid="322563">
                                            <p:txEl>
                                              <p:charRg st="331" end="367"/>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nodeType="clickEffect">
                                  <p:stCondLst>
                                    <p:cond delay="0"/>
                                  </p:stCondLst>
                                  <p:childTnLst>
                                    <p:set>
                                      <p:cBhvr>
                                        <p:cTn id="57" dur="1" fill="hold">
                                          <p:stCondLst>
                                            <p:cond delay="0"/>
                                          </p:stCondLst>
                                        </p:cTn>
                                        <p:tgtEl>
                                          <p:spTgt spid="322563">
                                            <p:txEl>
                                              <p:charRg st="367" end="379"/>
                                            </p:txEl>
                                          </p:spTgt>
                                        </p:tgtEl>
                                        <p:attrNameLst>
                                          <p:attrName>style.visibility</p:attrName>
                                        </p:attrNameLst>
                                      </p:cBhvr>
                                      <p:to>
                                        <p:strVal val="visible"/>
                                      </p:to>
                                    </p:set>
                                    <p:animEffect transition="in" filter="blinds(horizontal)">
                                      <p:cBhvr>
                                        <p:cTn id="58" dur="500"/>
                                        <p:tgtEl>
                                          <p:spTgt spid="322563">
                                            <p:txEl>
                                              <p:charRg st="367" end="379"/>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22564"/>
                                        </p:tgtEl>
                                        <p:attrNameLst>
                                          <p:attrName>style.visibility</p:attrName>
                                        </p:attrNameLst>
                                      </p:cBhvr>
                                      <p:to>
                                        <p:strVal val="visible"/>
                                      </p:to>
                                    </p:set>
                                    <p:animEffect transition="in" filter="blinds(horizontal)">
                                      <p:cBhvr>
                                        <p:cTn id="63" dur="500"/>
                                        <p:tgtEl>
                                          <p:spTgt spid="32256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22565"/>
                                        </p:tgtEl>
                                        <p:attrNameLst>
                                          <p:attrName>style.visibility</p:attrName>
                                        </p:attrNameLst>
                                      </p:cBhvr>
                                      <p:to>
                                        <p:strVal val="visible"/>
                                      </p:to>
                                    </p:set>
                                    <p:animEffect transition="in" filter="blinds(horizontal)">
                                      <p:cBhvr>
                                        <p:cTn id="68" dur="500"/>
                                        <p:tgtEl>
                                          <p:spTgt spid="322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4" grpId="0"/>
      <p:bldP spid="32256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EF7218D1-0DCD-802B-DB3F-EF2632D8BDB7}"/>
              </a:ext>
            </a:extLst>
          </p:cNvPr>
          <p:cNvSpPr>
            <a:spLocks noGrp="1" noChangeArrowheads="1"/>
          </p:cNvSpPr>
          <p:nvPr>
            <p:ph type="title"/>
          </p:nvPr>
        </p:nvSpPr>
        <p:spPr>
          <a:xfrm>
            <a:off x="444500" y="203200"/>
            <a:ext cx="6862763" cy="371475"/>
          </a:xfrm>
        </p:spPr>
        <p:txBody>
          <a:bodyPr/>
          <a:lstStyle/>
          <a:p>
            <a:r>
              <a:rPr lang="zh-CN" altLang="en-US">
                <a:ea typeface="宋体" panose="02010600030101010101" pitchFamily="2" charset="-122"/>
              </a:rPr>
              <a:t>方案</a:t>
            </a:r>
            <a:r>
              <a:rPr lang="en-US" altLang="zh-CN">
                <a:ea typeface="宋体" panose="02010600030101010101" pitchFamily="2" charset="-122"/>
              </a:rPr>
              <a:t>3: </a:t>
            </a:r>
            <a:r>
              <a:rPr lang="zh-CN" altLang="en-US">
                <a:ea typeface="宋体" panose="02010600030101010101" pitchFamily="2" charset="-122"/>
              </a:rPr>
              <a:t>分支预测</a:t>
            </a:r>
            <a:r>
              <a:rPr lang="en-US" altLang="zh-CN">
                <a:ea typeface="宋体" panose="02010600030101010101" pitchFamily="2" charset="-122"/>
              </a:rPr>
              <a:t>——</a:t>
            </a:r>
            <a:r>
              <a:rPr lang="zh-CN" altLang="en-US">
                <a:ea typeface="宋体" panose="02010600030101010101" pitchFamily="2" charset="-122"/>
              </a:rPr>
              <a:t>动态分支预测方法</a:t>
            </a:r>
          </a:p>
        </p:txBody>
      </p:sp>
      <p:sp>
        <p:nvSpPr>
          <p:cNvPr id="230403" name="Rectangle 3">
            <a:extLst>
              <a:ext uri="{FF2B5EF4-FFF2-40B4-BE49-F238E27FC236}">
                <a16:creationId xmlns:a16="http://schemas.microsoft.com/office/drawing/2014/main" id="{246DD8DC-4120-BFF9-40C1-B27D7E04384C}"/>
              </a:ext>
            </a:extLst>
          </p:cNvPr>
          <p:cNvSpPr>
            <a:spLocks noGrp="1" noChangeArrowheads="1"/>
          </p:cNvSpPr>
          <p:nvPr>
            <p:ph idx="1"/>
          </p:nvPr>
        </p:nvSpPr>
        <p:spPr>
          <a:xfrm>
            <a:off x="284163" y="741363"/>
            <a:ext cx="8699500" cy="4729162"/>
          </a:xfrm>
        </p:spPr>
        <p:txBody>
          <a:bodyPr/>
          <a:lstStyle/>
          <a:p>
            <a:pPr>
              <a:lnSpc>
                <a:spcPct val="110000"/>
              </a:lnSpc>
              <a:spcBef>
                <a:spcPct val="20000"/>
              </a:spcBef>
            </a:pPr>
            <a:r>
              <a:rPr lang="zh-CN" altLang="en-US" sz="2000">
                <a:latin typeface="微软雅黑" panose="020B0503020204020204" pitchFamily="34" charset="-122"/>
                <a:ea typeface="微软雅黑" panose="020B0503020204020204" pitchFamily="34" charset="-122"/>
              </a:rPr>
              <a:t>简单的静态分支预测方法的预测成功率不高，应考虑动态预测</a:t>
            </a:r>
          </a:p>
          <a:p>
            <a:pPr>
              <a:lnSpc>
                <a:spcPct val="110000"/>
              </a:lnSpc>
              <a:spcBef>
                <a:spcPct val="20000"/>
              </a:spcBef>
            </a:pPr>
            <a:r>
              <a:rPr lang="zh-CN" altLang="en-US" sz="2000">
                <a:latin typeface="微软雅黑" panose="020B0503020204020204" pitchFamily="34" charset="-122"/>
                <a:ea typeface="微软雅黑" panose="020B0503020204020204" pitchFamily="34" charset="-122"/>
              </a:rPr>
              <a:t>动态预测基本思想：</a:t>
            </a:r>
          </a:p>
          <a:p>
            <a:pPr lvl="1">
              <a:lnSpc>
                <a:spcPct val="110000"/>
              </a:lnSpc>
              <a:spcBef>
                <a:spcPct val="20000"/>
              </a:spcBef>
            </a:pPr>
            <a:r>
              <a:rPr lang="zh-CN" altLang="en-US" sz="2000">
                <a:latin typeface="微软雅黑" panose="020B0503020204020204" pitchFamily="34" charset="-122"/>
                <a:ea typeface="微软雅黑" panose="020B0503020204020204" pitchFamily="34" charset="-122"/>
              </a:rPr>
              <a:t>利用最近转移发生的情况，来预测下一次可能转移还是不转移</a:t>
            </a:r>
          </a:p>
          <a:p>
            <a:pPr lvl="1">
              <a:lnSpc>
                <a:spcPct val="110000"/>
              </a:lnSpc>
              <a:spcBef>
                <a:spcPct val="20000"/>
              </a:spcBef>
            </a:pPr>
            <a:r>
              <a:rPr lang="zh-CN" altLang="en-US" sz="2000">
                <a:latin typeface="微软雅黑" panose="020B0503020204020204" pitchFamily="34" charset="-122"/>
                <a:ea typeface="微软雅黑" panose="020B0503020204020204" pitchFamily="34" charset="-122"/>
              </a:rPr>
              <a:t>根据实际情况来调整预测，能达</a:t>
            </a:r>
            <a:r>
              <a:rPr lang="en-US" altLang="zh-CN" sz="2000">
                <a:latin typeface="微软雅黑" panose="020B0503020204020204" pitchFamily="34" charset="-122"/>
                <a:ea typeface="微软雅黑" panose="020B0503020204020204" pitchFamily="34" charset="-122"/>
              </a:rPr>
              <a:t>90+%</a:t>
            </a:r>
            <a:r>
              <a:rPr lang="zh-CN" altLang="en-US" sz="2000">
                <a:latin typeface="微软雅黑" panose="020B0503020204020204" pitchFamily="34" charset="-122"/>
                <a:ea typeface="微软雅黑" panose="020B0503020204020204" pitchFamily="34" charset="-122"/>
              </a:rPr>
              <a:t>的预测准确率</a:t>
            </a:r>
          </a:p>
          <a:p>
            <a:pPr lvl="1">
              <a:lnSpc>
                <a:spcPct val="110000"/>
              </a:lnSpc>
              <a:spcBef>
                <a:spcPct val="20000"/>
              </a:spcBef>
            </a:pPr>
            <a:r>
              <a:rPr lang="zh-CN" altLang="en-US" sz="2000">
                <a:latin typeface="微软雅黑" panose="020B0503020204020204" pitchFamily="34" charset="-122"/>
                <a:ea typeface="微软雅黑" panose="020B0503020204020204" pitchFamily="34" charset="-122"/>
              </a:rPr>
              <a:t>转移发生的历史情况记录在</a:t>
            </a:r>
            <a:r>
              <a:rPr lang="en-US" altLang="zh-CN" sz="2000">
                <a:latin typeface="微软雅黑" panose="020B0503020204020204" pitchFamily="34" charset="-122"/>
                <a:ea typeface="微软雅黑" panose="020B0503020204020204" pitchFamily="34" charset="-122"/>
                <a:hlinkClick r:id="" action="ppaction://hlinkshowjump?jump=nextslide"/>
              </a:rPr>
              <a:t>BHT</a:t>
            </a:r>
            <a:r>
              <a:rPr lang="zh-CN" altLang="en-US" sz="2000">
                <a:latin typeface="微软雅黑" panose="020B0503020204020204" pitchFamily="34" charset="-122"/>
                <a:ea typeface="微软雅黑" panose="020B0503020204020204" pitchFamily="34" charset="-122"/>
              </a:rPr>
              <a:t>中（有多个不同的名称）</a:t>
            </a:r>
            <a:endParaRPr lang="en-US" altLang="zh-CN" sz="2000">
              <a:latin typeface="微软雅黑" panose="020B0503020204020204" pitchFamily="34" charset="-122"/>
              <a:ea typeface="微软雅黑" panose="020B0503020204020204" pitchFamily="34" charset="-122"/>
            </a:endParaRPr>
          </a:p>
          <a:p>
            <a:pPr lvl="2">
              <a:lnSpc>
                <a:spcPct val="110000"/>
              </a:lnSpc>
              <a:spcBef>
                <a:spcPct val="20000"/>
              </a:spcBef>
            </a:pPr>
            <a:r>
              <a:rPr lang="zh-CN" altLang="en-US" sz="2000">
                <a:latin typeface="微软雅黑" panose="020B0503020204020204" pitchFamily="34" charset="-122"/>
                <a:ea typeface="微软雅黑" panose="020B0503020204020204" pitchFamily="34" charset="-122"/>
              </a:rPr>
              <a:t>分支历史记录表</a:t>
            </a:r>
            <a:r>
              <a:rPr lang="en-US" altLang="zh-CN" sz="2000">
                <a:latin typeface="微软雅黑" panose="020B0503020204020204" pitchFamily="34" charset="-122"/>
                <a:ea typeface="微软雅黑" panose="020B0503020204020204" pitchFamily="34" charset="-122"/>
              </a:rPr>
              <a:t>BHT</a:t>
            </a:r>
            <a:r>
              <a:rPr lang="zh-CN" altLang="en-US" sz="200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Branch History Table</a:t>
            </a:r>
            <a:r>
              <a:rPr lang="zh-CN" altLang="en-US" sz="2000">
                <a:latin typeface="微软雅黑" panose="020B0503020204020204" pitchFamily="34" charset="-122"/>
                <a:ea typeface="微软雅黑" panose="020B0503020204020204" pitchFamily="34" charset="-122"/>
              </a:rPr>
              <a:t>）</a:t>
            </a:r>
          </a:p>
          <a:p>
            <a:pPr lvl="2">
              <a:lnSpc>
                <a:spcPct val="110000"/>
              </a:lnSpc>
              <a:spcBef>
                <a:spcPct val="20000"/>
              </a:spcBef>
            </a:pPr>
            <a:r>
              <a:rPr lang="zh-CN" altLang="en-US" sz="2000">
                <a:latin typeface="微软雅黑" panose="020B0503020204020204" pitchFamily="34" charset="-122"/>
                <a:ea typeface="微软雅黑" panose="020B0503020204020204" pitchFamily="34" charset="-122"/>
              </a:rPr>
              <a:t>分支预测缓冲</a:t>
            </a:r>
            <a:r>
              <a:rPr lang="en-US" altLang="zh-CN" sz="2000">
                <a:latin typeface="微软雅黑" panose="020B0503020204020204" pitchFamily="34" charset="-122"/>
                <a:ea typeface="微软雅黑" panose="020B0503020204020204" pitchFamily="34" charset="-122"/>
              </a:rPr>
              <a:t>BPB</a:t>
            </a:r>
            <a:r>
              <a:rPr lang="zh-CN" altLang="en-US" sz="200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Branch Prediction Buffer</a:t>
            </a:r>
            <a:r>
              <a:rPr lang="zh-CN" altLang="en-US" sz="2000">
                <a:latin typeface="微软雅黑" panose="020B0503020204020204" pitchFamily="34" charset="-122"/>
                <a:ea typeface="微软雅黑" panose="020B0503020204020204" pitchFamily="34" charset="-122"/>
              </a:rPr>
              <a:t>）</a:t>
            </a:r>
          </a:p>
          <a:p>
            <a:pPr lvl="2">
              <a:lnSpc>
                <a:spcPct val="110000"/>
              </a:lnSpc>
              <a:spcBef>
                <a:spcPct val="20000"/>
              </a:spcBef>
            </a:pPr>
            <a:r>
              <a:rPr lang="zh-CN" altLang="en-US" sz="2000">
                <a:latin typeface="微软雅黑" panose="020B0503020204020204" pitchFamily="34" charset="-122"/>
                <a:ea typeface="微软雅黑" panose="020B0503020204020204" pitchFamily="34" charset="-122"/>
              </a:rPr>
              <a:t>分支目标缓冲</a:t>
            </a:r>
            <a:r>
              <a:rPr lang="en-US" altLang="zh-CN" sz="2000">
                <a:latin typeface="微软雅黑" panose="020B0503020204020204" pitchFamily="34" charset="-122"/>
                <a:ea typeface="微软雅黑" panose="020B0503020204020204" pitchFamily="34" charset="-122"/>
              </a:rPr>
              <a:t>BTB</a:t>
            </a:r>
            <a:r>
              <a:rPr lang="zh-CN" altLang="en-US" sz="200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Branch Target</a:t>
            </a:r>
            <a:r>
              <a:rPr lang="zh-CN" altLang="en-US" sz="2000">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Buffer</a:t>
            </a:r>
            <a:r>
              <a:rPr lang="zh-CN" altLang="en-US" sz="2000">
                <a:latin typeface="微软雅黑" panose="020B0503020204020204" pitchFamily="34" charset="-122"/>
                <a:ea typeface="微软雅黑" panose="020B0503020204020204" pitchFamily="34" charset="-122"/>
              </a:rPr>
              <a:t>）</a:t>
            </a:r>
          </a:p>
          <a:p>
            <a:pPr lvl="1">
              <a:lnSpc>
                <a:spcPct val="110000"/>
              </a:lnSpc>
              <a:spcBef>
                <a:spcPct val="20000"/>
              </a:spcBef>
            </a:pPr>
            <a:r>
              <a:rPr lang="zh-CN" altLang="en-US" sz="2000">
                <a:latin typeface="微软雅黑" panose="020B0503020204020204" pitchFamily="34" charset="-122"/>
                <a:ea typeface="微软雅黑" panose="020B0503020204020204" pitchFamily="34" charset="-122"/>
              </a:rPr>
              <a:t>每个表项由分支指令地址低位作索引，故在</a:t>
            </a:r>
            <a:r>
              <a:rPr lang="en-US" altLang="zh-CN" sz="2000">
                <a:latin typeface="微软雅黑" panose="020B0503020204020204" pitchFamily="34" charset="-122"/>
                <a:ea typeface="微软雅黑" panose="020B0503020204020204" pitchFamily="34" charset="-122"/>
              </a:rPr>
              <a:t>IF</a:t>
            </a:r>
            <a:r>
              <a:rPr lang="zh-CN" altLang="en-US" sz="2000">
                <a:latin typeface="微软雅黑" panose="020B0503020204020204" pitchFamily="34" charset="-122"/>
                <a:ea typeface="微软雅黑" panose="020B0503020204020204" pitchFamily="34" charset="-122"/>
              </a:rPr>
              <a:t>阶段就可以取到预测位</a:t>
            </a:r>
          </a:p>
          <a:p>
            <a:pPr lvl="2">
              <a:lnSpc>
                <a:spcPct val="110000"/>
              </a:lnSpc>
              <a:spcBef>
                <a:spcPct val="20000"/>
              </a:spcBef>
            </a:pPr>
            <a:r>
              <a:rPr lang="zh-CN" altLang="en-US" sz="2000">
                <a:solidFill>
                  <a:srgbClr val="008000"/>
                </a:solidFill>
                <a:latin typeface="微软雅黑" panose="020B0503020204020204" pitchFamily="34" charset="-122"/>
                <a:ea typeface="微软雅黑" panose="020B0503020204020204" pitchFamily="34" charset="-122"/>
              </a:rPr>
              <a:t>低位地址相同的分支指令共享一个表项，所以，可能取的是其他分支指令的预测位。会不会有问题？</a:t>
            </a:r>
          </a:p>
          <a:p>
            <a:pPr lvl="2">
              <a:lnSpc>
                <a:spcPct val="110000"/>
              </a:lnSpc>
              <a:spcBef>
                <a:spcPct val="20000"/>
              </a:spcBef>
            </a:pPr>
            <a:r>
              <a:rPr lang="zh-CN" altLang="en-US" sz="2000">
                <a:solidFill>
                  <a:srgbClr val="008000"/>
                </a:solidFill>
                <a:latin typeface="微软雅黑" panose="020B0503020204020204" pitchFamily="34" charset="-122"/>
                <a:ea typeface="微软雅黑" panose="020B0503020204020204" pitchFamily="34" charset="-122"/>
              </a:rPr>
              <a:t>由于仅用于预测，所以不影响执行结果</a:t>
            </a:r>
          </a:p>
        </p:txBody>
      </p:sp>
      <p:sp>
        <p:nvSpPr>
          <p:cNvPr id="230404" name="Rectangle 4">
            <a:extLst>
              <a:ext uri="{FF2B5EF4-FFF2-40B4-BE49-F238E27FC236}">
                <a16:creationId xmlns:a16="http://schemas.microsoft.com/office/drawing/2014/main" id="{CCD61BDF-9872-B8B9-A367-118FD5A83524}"/>
              </a:ext>
            </a:extLst>
          </p:cNvPr>
          <p:cNvSpPr>
            <a:spLocks noChangeArrowheads="1"/>
          </p:cNvSpPr>
          <p:nvPr/>
        </p:nvSpPr>
        <p:spPr bwMode="auto">
          <a:xfrm>
            <a:off x="941388" y="5851525"/>
            <a:ext cx="74152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zh-CN" altLang="en-US" sz="2000">
                <a:solidFill>
                  <a:srgbClr val="CC0000"/>
                </a:solidFill>
                <a:latin typeface="微软雅黑" panose="020B0503020204020204" pitchFamily="34" charset="-122"/>
                <a:ea typeface="微软雅黑" panose="020B0503020204020204" pitchFamily="34" charset="-122"/>
              </a:rPr>
              <a:t>现在几乎所有的处理器都采用动态预测（</a:t>
            </a:r>
            <a:r>
              <a:rPr lang="en-US" altLang="zh-CN" sz="2000">
                <a:solidFill>
                  <a:srgbClr val="CC0000"/>
                </a:solidFill>
                <a:latin typeface="微软雅黑" panose="020B0503020204020204" pitchFamily="34" charset="-122"/>
                <a:ea typeface="微软雅黑" panose="020B0503020204020204" pitchFamily="34" charset="-122"/>
              </a:rPr>
              <a:t>dynamic predictor</a:t>
            </a:r>
            <a:r>
              <a:rPr lang="zh-CN" altLang="en-US" sz="2000">
                <a:solidFill>
                  <a:srgbClr val="CC0000"/>
                </a:solidFill>
                <a:latin typeface="微软雅黑" panose="020B0503020204020204" pitchFamily="34" charset="-122"/>
                <a:ea typeface="微软雅黑" panose="020B0503020204020204" pitchFamily="34" charset="-122"/>
              </a:rPr>
              <a:t>）</a:t>
            </a:r>
          </a:p>
        </p:txBody>
      </p:sp>
      <p:sp>
        <p:nvSpPr>
          <p:cNvPr id="2" name="文本框 1">
            <a:extLst>
              <a:ext uri="{FF2B5EF4-FFF2-40B4-BE49-F238E27FC236}">
                <a16:creationId xmlns:a16="http://schemas.microsoft.com/office/drawing/2014/main" id="{0B8D4EA4-8C17-04D3-D085-6B452E9301E7}"/>
              </a:ext>
            </a:extLst>
          </p:cNvPr>
          <p:cNvSpPr txBox="1">
            <a:spLocks noChangeArrowheads="1"/>
          </p:cNvSpPr>
          <p:nvPr/>
        </p:nvSpPr>
        <p:spPr bwMode="auto">
          <a:xfrm>
            <a:off x="7146925" y="6315075"/>
            <a:ext cx="1006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ea typeface="宋体" panose="02010600030101010101" pitchFamily="2" charset="-122"/>
                <a:hlinkClick r:id="rId3" action="ppaction://hlinksldjump"/>
              </a:rPr>
              <a:t>SKIP</a:t>
            </a:r>
            <a:endParaRPr lang="en-US" altLang="zh-CN">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0403">
                                            <p:txEl>
                                              <p:pRg st="2" end="2"/>
                                            </p:txEl>
                                          </p:spTgt>
                                        </p:tgtEl>
                                        <p:attrNameLst>
                                          <p:attrName>style.visibility</p:attrName>
                                        </p:attrNameLst>
                                      </p:cBhvr>
                                      <p:to>
                                        <p:strVal val="visible"/>
                                      </p:to>
                                    </p:set>
                                    <p:animEffect transition="in" filter="blinds(horizontal)">
                                      <p:cBhvr>
                                        <p:cTn id="7" dur="500"/>
                                        <p:tgtEl>
                                          <p:spTgt spid="23040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0403">
                                            <p:txEl>
                                              <p:charRg st="66" end="79"/>
                                            </p:txEl>
                                          </p:spTgt>
                                        </p:tgtEl>
                                        <p:attrNameLst>
                                          <p:attrName>style.visibility</p:attrName>
                                        </p:attrNameLst>
                                      </p:cBhvr>
                                      <p:to>
                                        <p:strVal val="visible"/>
                                      </p:to>
                                    </p:set>
                                    <p:animEffect transition="in" filter="blinds(horizontal)">
                                      <p:cBhvr>
                                        <p:cTn id="12" dur="500"/>
                                        <p:tgtEl>
                                          <p:spTgt spid="230403">
                                            <p:txEl>
                                              <p:charRg st="66" end="79"/>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0403">
                                            <p:txEl>
                                              <p:charRg st="79" end="106"/>
                                            </p:txEl>
                                          </p:spTgt>
                                        </p:tgtEl>
                                        <p:attrNameLst>
                                          <p:attrName>style.visibility</p:attrName>
                                        </p:attrNameLst>
                                      </p:cBhvr>
                                      <p:to>
                                        <p:strVal val="visible"/>
                                      </p:to>
                                    </p:set>
                                    <p:animEffect transition="in" filter="blinds(horizontal)">
                                      <p:cBhvr>
                                        <p:cTn id="17" dur="500"/>
                                        <p:tgtEl>
                                          <p:spTgt spid="230403">
                                            <p:txEl>
                                              <p:charRg st="79" end="10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0403">
                                            <p:txEl>
                                              <p:charRg st="106" end="139"/>
                                            </p:txEl>
                                          </p:spTgt>
                                        </p:tgtEl>
                                        <p:attrNameLst>
                                          <p:attrName>style.visibility</p:attrName>
                                        </p:attrNameLst>
                                      </p:cBhvr>
                                      <p:to>
                                        <p:strVal val="visible"/>
                                      </p:to>
                                    </p:set>
                                    <p:animEffect transition="in" filter="blinds(horizontal)">
                                      <p:cBhvr>
                                        <p:cTn id="22" dur="500"/>
                                        <p:tgtEl>
                                          <p:spTgt spid="230403">
                                            <p:txEl>
                                              <p:charRg st="106" end="139"/>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30403">
                                            <p:txEl>
                                              <p:charRg st="139" end="175"/>
                                            </p:txEl>
                                          </p:spTgt>
                                        </p:tgtEl>
                                        <p:attrNameLst>
                                          <p:attrName>style.visibility</p:attrName>
                                        </p:attrNameLst>
                                      </p:cBhvr>
                                      <p:to>
                                        <p:strVal val="visible"/>
                                      </p:to>
                                    </p:set>
                                    <p:animEffect transition="in" filter="blinds(horizontal)">
                                      <p:cBhvr>
                                        <p:cTn id="27" dur="500"/>
                                        <p:tgtEl>
                                          <p:spTgt spid="230403">
                                            <p:txEl>
                                              <p:charRg st="139" end="17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30403">
                                            <p:txEl>
                                              <p:charRg st="175" end="207"/>
                                            </p:txEl>
                                          </p:spTgt>
                                        </p:tgtEl>
                                        <p:attrNameLst>
                                          <p:attrName>style.visibility</p:attrName>
                                        </p:attrNameLst>
                                      </p:cBhvr>
                                      <p:to>
                                        <p:strVal val="visible"/>
                                      </p:to>
                                    </p:set>
                                    <p:animEffect transition="in" filter="blinds(horizontal)">
                                      <p:cBhvr>
                                        <p:cTn id="32" dur="500"/>
                                        <p:tgtEl>
                                          <p:spTgt spid="230403">
                                            <p:txEl>
                                              <p:charRg st="175" end="20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30403">
                                            <p:txEl>
                                              <p:charRg st="207" end="239"/>
                                            </p:txEl>
                                          </p:spTgt>
                                        </p:tgtEl>
                                        <p:attrNameLst>
                                          <p:attrName>style.visibility</p:attrName>
                                        </p:attrNameLst>
                                      </p:cBhvr>
                                      <p:to>
                                        <p:strVal val="visible"/>
                                      </p:to>
                                    </p:set>
                                    <p:animEffect transition="in" filter="blinds(horizontal)">
                                      <p:cBhvr>
                                        <p:cTn id="37" dur="500"/>
                                        <p:tgtEl>
                                          <p:spTgt spid="230403">
                                            <p:txEl>
                                              <p:charRg st="207" end="23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30403">
                                            <p:txEl>
                                              <p:charRg st="239" end="284"/>
                                            </p:txEl>
                                          </p:spTgt>
                                        </p:tgtEl>
                                        <p:attrNameLst>
                                          <p:attrName>style.visibility</p:attrName>
                                        </p:attrNameLst>
                                      </p:cBhvr>
                                      <p:to>
                                        <p:strVal val="visible"/>
                                      </p:to>
                                    </p:set>
                                    <p:animEffect transition="in" filter="blinds(horizontal)">
                                      <p:cBhvr>
                                        <p:cTn id="42" dur="500"/>
                                        <p:tgtEl>
                                          <p:spTgt spid="230403">
                                            <p:txEl>
                                              <p:charRg st="239" end="284"/>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30403">
                                            <p:txEl>
                                              <p:charRg st="284" end="302"/>
                                            </p:txEl>
                                          </p:spTgt>
                                        </p:tgtEl>
                                        <p:attrNameLst>
                                          <p:attrName>style.visibility</p:attrName>
                                        </p:attrNameLst>
                                      </p:cBhvr>
                                      <p:to>
                                        <p:strVal val="visible"/>
                                      </p:to>
                                    </p:set>
                                    <p:animEffect transition="in" filter="blinds(horizontal)">
                                      <p:cBhvr>
                                        <p:cTn id="47" dur="500"/>
                                        <p:tgtEl>
                                          <p:spTgt spid="230403">
                                            <p:txEl>
                                              <p:charRg st="284" end="30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30404"/>
                                        </p:tgtEl>
                                        <p:attrNameLst>
                                          <p:attrName>style.visibility</p:attrName>
                                        </p:attrNameLst>
                                      </p:cBhvr>
                                      <p:to>
                                        <p:strVal val="visible"/>
                                      </p:to>
                                    </p:set>
                                    <p:animEffect transition="in" filter="blinds(horizontal)">
                                      <p:cBhvr>
                                        <p:cTn id="52" dur="500"/>
                                        <p:tgtEl>
                                          <p:spTgt spid="23040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blinds(horizontal)">
                                      <p:cBhvr>
                                        <p:cTn id="5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4" grpId="0"/>
      <p:bldP spid="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970E4D46-665F-AD73-EDD7-E1D03A427213}"/>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分支历史记录表</a:t>
            </a:r>
            <a:r>
              <a:rPr lang="en-US" altLang="zh-CN">
                <a:ea typeface="宋体" panose="02010600030101010101" pitchFamily="2" charset="-122"/>
              </a:rPr>
              <a:t>BHT</a:t>
            </a:r>
            <a:r>
              <a:rPr lang="zh-CN" altLang="en-US">
                <a:ea typeface="宋体" panose="02010600030101010101" pitchFamily="2" charset="-122"/>
              </a:rPr>
              <a:t>（或</a:t>
            </a:r>
            <a:r>
              <a:rPr lang="en-US" altLang="zh-CN">
                <a:ea typeface="宋体" panose="02010600030101010101" pitchFamily="2" charset="-122"/>
              </a:rPr>
              <a:t>BTB</a:t>
            </a:r>
            <a:r>
              <a:rPr lang="zh-CN" altLang="en-US">
                <a:ea typeface="宋体" panose="02010600030101010101" pitchFamily="2" charset="-122"/>
              </a:rPr>
              <a:t>、</a:t>
            </a:r>
            <a:r>
              <a:rPr lang="en-US" altLang="zh-CN">
                <a:ea typeface="宋体" panose="02010600030101010101" pitchFamily="2" charset="-122"/>
              </a:rPr>
              <a:t>BPB</a:t>
            </a:r>
            <a:r>
              <a:rPr lang="zh-CN" altLang="en-US">
                <a:ea typeface="宋体" panose="02010600030101010101" pitchFamily="2" charset="-122"/>
              </a:rPr>
              <a:t>）</a:t>
            </a:r>
          </a:p>
        </p:txBody>
      </p:sp>
      <p:sp>
        <p:nvSpPr>
          <p:cNvPr id="150530" name="Text Box 4">
            <a:extLst>
              <a:ext uri="{FF2B5EF4-FFF2-40B4-BE49-F238E27FC236}">
                <a16:creationId xmlns:a16="http://schemas.microsoft.com/office/drawing/2014/main" id="{F64E4C8F-F542-3EF1-C5AD-AE03AE643C3F}"/>
              </a:ext>
            </a:extLst>
          </p:cNvPr>
          <p:cNvSpPr txBox="1">
            <a:spLocks noChangeArrowheads="1"/>
          </p:cNvSpPr>
          <p:nvPr/>
        </p:nvSpPr>
        <p:spPr bwMode="auto">
          <a:xfrm>
            <a:off x="7239000" y="3517900"/>
            <a:ext cx="1447800" cy="3635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sz="1700">
                <a:ea typeface="黑体" panose="02010609060101010101" pitchFamily="49" charset="-122"/>
              </a:rPr>
              <a:t>指令预取器</a:t>
            </a:r>
          </a:p>
        </p:txBody>
      </p:sp>
      <p:sp>
        <p:nvSpPr>
          <p:cNvPr id="150531" name="Rectangle 5">
            <a:extLst>
              <a:ext uri="{FF2B5EF4-FFF2-40B4-BE49-F238E27FC236}">
                <a16:creationId xmlns:a16="http://schemas.microsoft.com/office/drawing/2014/main" id="{C8F49FAA-3DEE-6982-4700-D6EA99DD0D38}"/>
              </a:ext>
            </a:extLst>
          </p:cNvPr>
          <p:cNvSpPr>
            <a:spLocks noChangeArrowheads="1"/>
          </p:cNvSpPr>
          <p:nvPr/>
        </p:nvSpPr>
        <p:spPr bwMode="auto">
          <a:xfrm>
            <a:off x="2870200" y="1028700"/>
            <a:ext cx="4205288" cy="2489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50532" name="Line 10">
            <a:extLst>
              <a:ext uri="{FF2B5EF4-FFF2-40B4-BE49-F238E27FC236}">
                <a16:creationId xmlns:a16="http://schemas.microsoft.com/office/drawing/2014/main" id="{FC3CE44E-90C5-CDCC-7789-6EDA92D46D5F}"/>
              </a:ext>
            </a:extLst>
          </p:cNvPr>
          <p:cNvSpPr>
            <a:spLocks noChangeShapeType="1"/>
          </p:cNvSpPr>
          <p:nvPr/>
        </p:nvSpPr>
        <p:spPr bwMode="auto">
          <a:xfrm>
            <a:off x="4578350" y="1041400"/>
            <a:ext cx="0" cy="2451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33" name="Line 11">
            <a:extLst>
              <a:ext uri="{FF2B5EF4-FFF2-40B4-BE49-F238E27FC236}">
                <a16:creationId xmlns:a16="http://schemas.microsoft.com/office/drawing/2014/main" id="{EF6D67AD-FFF3-AE84-C2C2-55F26D339F5B}"/>
              </a:ext>
            </a:extLst>
          </p:cNvPr>
          <p:cNvSpPr>
            <a:spLocks noChangeShapeType="1"/>
          </p:cNvSpPr>
          <p:nvPr/>
        </p:nvSpPr>
        <p:spPr bwMode="auto">
          <a:xfrm>
            <a:off x="5494338" y="1041400"/>
            <a:ext cx="0" cy="2463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34" name="Text Box 12">
            <a:extLst>
              <a:ext uri="{FF2B5EF4-FFF2-40B4-BE49-F238E27FC236}">
                <a16:creationId xmlns:a16="http://schemas.microsoft.com/office/drawing/2014/main" id="{1F2138F8-071A-7342-CB5B-300BB908BC62}"/>
              </a:ext>
            </a:extLst>
          </p:cNvPr>
          <p:cNvSpPr txBox="1">
            <a:spLocks noChangeArrowheads="1"/>
          </p:cNvSpPr>
          <p:nvPr/>
        </p:nvSpPr>
        <p:spPr bwMode="auto">
          <a:xfrm>
            <a:off x="2941638" y="1079500"/>
            <a:ext cx="166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ea typeface="黑体" panose="02010609060101010101" pitchFamily="49" charset="-122"/>
              </a:rPr>
              <a:t>分支指令地址</a:t>
            </a:r>
          </a:p>
        </p:txBody>
      </p:sp>
      <p:sp>
        <p:nvSpPr>
          <p:cNvPr id="150535" name="Text Box 13">
            <a:extLst>
              <a:ext uri="{FF2B5EF4-FFF2-40B4-BE49-F238E27FC236}">
                <a16:creationId xmlns:a16="http://schemas.microsoft.com/office/drawing/2014/main" id="{5C654F45-4D5C-5E52-6C71-63C478E8E82B}"/>
              </a:ext>
            </a:extLst>
          </p:cNvPr>
          <p:cNvSpPr txBox="1">
            <a:spLocks noChangeArrowheads="1"/>
          </p:cNvSpPr>
          <p:nvPr/>
        </p:nvSpPr>
        <p:spPr bwMode="auto">
          <a:xfrm>
            <a:off x="5462588" y="1079500"/>
            <a:ext cx="1701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ea typeface="黑体" panose="02010609060101010101" pitchFamily="49" charset="-122"/>
              </a:rPr>
              <a:t>转移目标地址</a:t>
            </a:r>
          </a:p>
        </p:txBody>
      </p:sp>
      <p:sp>
        <p:nvSpPr>
          <p:cNvPr id="150536" name="Text Box 14">
            <a:extLst>
              <a:ext uri="{FF2B5EF4-FFF2-40B4-BE49-F238E27FC236}">
                <a16:creationId xmlns:a16="http://schemas.microsoft.com/office/drawing/2014/main" id="{02FE0114-36CE-C979-2E08-D9F950B198FA}"/>
              </a:ext>
            </a:extLst>
          </p:cNvPr>
          <p:cNvSpPr txBox="1">
            <a:spLocks noChangeArrowheads="1"/>
          </p:cNvSpPr>
          <p:nvPr/>
        </p:nvSpPr>
        <p:spPr bwMode="auto">
          <a:xfrm>
            <a:off x="4591050" y="1066800"/>
            <a:ext cx="9064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latin typeface="Arial" panose="020B0604020202020204" pitchFamily="34" charset="0"/>
                <a:ea typeface="黑体" panose="02010609060101010101" pitchFamily="49" charset="-122"/>
              </a:rPr>
              <a:t>预测位</a:t>
            </a:r>
          </a:p>
        </p:txBody>
      </p:sp>
      <p:sp>
        <p:nvSpPr>
          <p:cNvPr id="150537" name="Line 17">
            <a:extLst>
              <a:ext uri="{FF2B5EF4-FFF2-40B4-BE49-F238E27FC236}">
                <a16:creationId xmlns:a16="http://schemas.microsoft.com/office/drawing/2014/main" id="{25EEE95B-FD08-7A52-6C7F-3B3FCC195AE5}"/>
              </a:ext>
            </a:extLst>
          </p:cNvPr>
          <p:cNvSpPr>
            <a:spLocks noChangeShapeType="1"/>
          </p:cNvSpPr>
          <p:nvPr/>
        </p:nvSpPr>
        <p:spPr bwMode="auto">
          <a:xfrm>
            <a:off x="1866900" y="2324100"/>
            <a:ext cx="1016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38" name="Text Box 19">
            <a:extLst>
              <a:ext uri="{FF2B5EF4-FFF2-40B4-BE49-F238E27FC236}">
                <a16:creationId xmlns:a16="http://schemas.microsoft.com/office/drawing/2014/main" id="{A9FECBFC-F06C-745B-691F-B471222E5DB5}"/>
              </a:ext>
            </a:extLst>
          </p:cNvPr>
          <p:cNvSpPr txBox="1">
            <a:spLocks noChangeArrowheads="1"/>
          </p:cNvSpPr>
          <p:nvPr/>
        </p:nvSpPr>
        <p:spPr bwMode="auto">
          <a:xfrm>
            <a:off x="476250" y="774700"/>
            <a:ext cx="793750"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ea typeface="黑体" panose="02010609060101010101" pitchFamily="49" charset="-122"/>
              </a:rPr>
              <a:t>分支指令地址</a:t>
            </a:r>
          </a:p>
        </p:txBody>
      </p:sp>
      <p:sp>
        <p:nvSpPr>
          <p:cNvPr id="150539" name="Line 20">
            <a:extLst>
              <a:ext uri="{FF2B5EF4-FFF2-40B4-BE49-F238E27FC236}">
                <a16:creationId xmlns:a16="http://schemas.microsoft.com/office/drawing/2014/main" id="{97F5F94D-0467-E6F9-AC2A-FC11FB80CAEE}"/>
              </a:ext>
            </a:extLst>
          </p:cNvPr>
          <p:cNvSpPr>
            <a:spLocks noChangeShapeType="1"/>
          </p:cNvSpPr>
          <p:nvPr/>
        </p:nvSpPr>
        <p:spPr bwMode="auto">
          <a:xfrm>
            <a:off x="6629400" y="2362200"/>
            <a:ext cx="9271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40" name="Line 21">
            <a:extLst>
              <a:ext uri="{FF2B5EF4-FFF2-40B4-BE49-F238E27FC236}">
                <a16:creationId xmlns:a16="http://schemas.microsoft.com/office/drawing/2014/main" id="{BFDB1195-E6D3-A55D-4B05-C33FB8AECEA5}"/>
              </a:ext>
            </a:extLst>
          </p:cNvPr>
          <p:cNvSpPr>
            <a:spLocks noChangeShapeType="1"/>
          </p:cNvSpPr>
          <p:nvPr/>
        </p:nvSpPr>
        <p:spPr bwMode="auto">
          <a:xfrm flipH="1">
            <a:off x="7556500" y="2362200"/>
            <a:ext cx="0" cy="11303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41" name="Line 22">
            <a:extLst>
              <a:ext uri="{FF2B5EF4-FFF2-40B4-BE49-F238E27FC236}">
                <a16:creationId xmlns:a16="http://schemas.microsoft.com/office/drawing/2014/main" id="{40A662D8-0398-2490-0A45-CB2278BDAEA8}"/>
              </a:ext>
            </a:extLst>
          </p:cNvPr>
          <p:cNvSpPr>
            <a:spLocks noChangeShapeType="1"/>
          </p:cNvSpPr>
          <p:nvPr/>
        </p:nvSpPr>
        <p:spPr bwMode="auto">
          <a:xfrm flipV="1">
            <a:off x="8178800" y="2349500"/>
            <a:ext cx="0" cy="11557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0542" name="Text Box 23">
            <a:extLst>
              <a:ext uri="{FF2B5EF4-FFF2-40B4-BE49-F238E27FC236}">
                <a16:creationId xmlns:a16="http://schemas.microsoft.com/office/drawing/2014/main" id="{0D8E6C2B-42E6-D8FD-70C1-22AC915A0596}"/>
              </a:ext>
            </a:extLst>
          </p:cNvPr>
          <p:cNvSpPr txBox="1">
            <a:spLocks noChangeArrowheads="1"/>
          </p:cNvSpPr>
          <p:nvPr/>
        </p:nvSpPr>
        <p:spPr bwMode="auto">
          <a:xfrm>
            <a:off x="4216400" y="4051300"/>
            <a:ext cx="1130300" cy="3635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sz="1700">
                <a:ea typeface="黑体" panose="02010609060101010101" pitchFamily="49" charset="-122"/>
              </a:rPr>
              <a:t>控制逻辑</a:t>
            </a:r>
          </a:p>
        </p:txBody>
      </p:sp>
      <p:sp>
        <p:nvSpPr>
          <p:cNvPr id="150543" name="Line 24">
            <a:extLst>
              <a:ext uri="{FF2B5EF4-FFF2-40B4-BE49-F238E27FC236}">
                <a16:creationId xmlns:a16="http://schemas.microsoft.com/office/drawing/2014/main" id="{51E69224-9F6C-F03E-21A5-380B2E290C3A}"/>
              </a:ext>
            </a:extLst>
          </p:cNvPr>
          <p:cNvSpPr>
            <a:spLocks noChangeShapeType="1"/>
          </p:cNvSpPr>
          <p:nvPr/>
        </p:nvSpPr>
        <p:spPr bwMode="auto">
          <a:xfrm>
            <a:off x="4787900" y="3505200"/>
            <a:ext cx="0" cy="55880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44" name="Line 25">
            <a:extLst>
              <a:ext uri="{FF2B5EF4-FFF2-40B4-BE49-F238E27FC236}">
                <a16:creationId xmlns:a16="http://schemas.microsoft.com/office/drawing/2014/main" id="{C80404EE-DED7-632B-D778-E5E209C2B189}"/>
              </a:ext>
            </a:extLst>
          </p:cNvPr>
          <p:cNvSpPr>
            <a:spLocks noChangeShapeType="1"/>
          </p:cNvSpPr>
          <p:nvPr/>
        </p:nvSpPr>
        <p:spPr bwMode="auto">
          <a:xfrm>
            <a:off x="7886700" y="3873500"/>
            <a:ext cx="0" cy="3429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45" name="Text Box 26">
            <a:extLst>
              <a:ext uri="{FF2B5EF4-FFF2-40B4-BE49-F238E27FC236}">
                <a16:creationId xmlns:a16="http://schemas.microsoft.com/office/drawing/2014/main" id="{F5D603B1-C0A3-3E8C-9572-5C41A196B06C}"/>
              </a:ext>
            </a:extLst>
          </p:cNvPr>
          <p:cNvSpPr txBox="1">
            <a:spLocks noChangeArrowheads="1"/>
          </p:cNvSpPr>
          <p:nvPr/>
        </p:nvSpPr>
        <p:spPr bwMode="auto">
          <a:xfrm>
            <a:off x="7315200" y="4470400"/>
            <a:ext cx="1117600" cy="3635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sz="1700">
                <a:ea typeface="黑体" panose="02010609060101010101" pitchFamily="49" charset="-122"/>
              </a:rPr>
              <a:t>指令执行</a:t>
            </a:r>
          </a:p>
        </p:txBody>
      </p:sp>
      <p:sp>
        <p:nvSpPr>
          <p:cNvPr id="150546" name="Line 27">
            <a:extLst>
              <a:ext uri="{FF2B5EF4-FFF2-40B4-BE49-F238E27FC236}">
                <a16:creationId xmlns:a16="http://schemas.microsoft.com/office/drawing/2014/main" id="{57BDB96D-FAF8-05DB-D8B4-AB5C18B0900B}"/>
              </a:ext>
            </a:extLst>
          </p:cNvPr>
          <p:cNvSpPr>
            <a:spLocks noChangeShapeType="1"/>
          </p:cNvSpPr>
          <p:nvPr/>
        </p:nvSpPr>
        <p:spPr bwMode="auto">
          <a:xfrm>
            <a:off x="7886700" y="4800600"/>
            <a:ext cx="0" cy="6985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47" name="Line 28">
            <a:extLst>
              <a:ext uri="{FF2B5EF4-FFF2-40B4-BE49-F238E27FC236}">
                <a16:creationId xmlns:a16="http://schemas.microsoft.com/office/drawing/2014/main" id="{799937B7-6C08-DD10-963F-DDEEAE19838E}"/>
              </a:ext>
            </a:extLst>
          </p:cNvPr>
          <p:cNvSpPr>
            <a:spLocks noChangeShapeType="1"/>
          </p:cNvSpPr>
          <p:nvPr/>
        </p:nvSpPr>
        <p:spPr bwMode="auto">
          <a:xfrm flipH="1">
            <a:off x="4775200" y="5105400"/>
            <a:ext cx="3098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48" name="Line 29">
            <a:extLst>
              <a:ext uri="{FF2B5EF4-FFF2-40B4-BE49-F238E27FC236}">
                <a16:creationId xmlns:a16="http://schemas.microsoft.com/office/drawing/2014/main" id="{18A8CDD1-AFAE-8786-7E94-A11946AB959A}"/>
              </a:ext>
            </a:extLst>
          </p:cNvPr>
          <p:cNvSpPr>
            <a:spLocks noChangeShapeType="1"/>
          </p:cNvSpPr>
          <p:nvPr/>
        </p:nvSpPr>
        <p:spPr bwMode="auto">
          <a:xfrm flipV="1">
            <a:off x="4775200" y="4445000"/>
            <a:ext cx="0" cy="6604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49" name="Text Box 30">
            <a:extLst>
              <a:ext uri="{FF2B5EF4-FFF2-40B4-BE49-F238E27FC236}">
                <a16:creationId xmlns:a16="http://schemas.microsoft.com/office/drawing/2014/main" id="{462FAA18-57BA-3F3D-860A-D185BF16ECD4}"/>
              </a:ext>
            </a:extLst>
          </p:cNvPr>
          <p:cNvSpPr txBox="1">
            <a:spLocks noChangeArrowheads="1"/>
          </p:cNvSpPr>
          <p:nvPr/>
        </p:nvSpPr>
        <p:spPr bwMode="auto">
          <a:xfrm>
            <a:off x="5854700" y="4775200"/>
            <a:ext cx="17145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700">
                <a:ea typeface="黑体" panose="02010609060101010101" pitchFamily="49" charset="-122"/>
              </a:rPr>
              <a:t>实际执行情况</a:t>
            </a:r>
          </a:p>
        </p:txBody>
      </p:sp>
      <p:sp>
        <p:nvSpPr>
          <p:cNvPr id="150550" name="Text Box 31">
            <a:extLst>
              <a:ext uri="{FF2B5EF4-FFF2-40B4-BE49-F238E27FC236}">
                <a16:creationId xmlns:a16="http://schemas.microsoft.com/office/drawing/2014/main" id="{F0EBAD9D-AA8E-2280-09DF-3D6ECAF2C1F3}"/>
              </a:ext>
            </a:extLst>
          </p:cNvPr>
          <p:cNvSpPr txBox="1">
            <a:spLocks noChangeArrowheads="1"/>
          </p:cNvSpPr>
          <p:nvPr/>
        </p:nvSpPr>
        <p:spPr bwMode="auto">
          <a:xfrm>
            <a:off x="2755900" y="4356100"/>
            <a:ext cx="12065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700">
                <a:ea typeface="黑体" panose="02010609060101010101" pitchFamily="49" charset="-122"/>
              </a:rPr>
              <a:t>命中与否</a:t>
            </a:r>
          </a:p>
        </p:txBody>
      </p:sp>
      <p:sp>
        <p:nvSpPr>
          <p:cNvPr id="150551" name="Line 32">
            <a:extLst>
              <a:ext uri="{FF2B5EF4-FFF2-40B4-BE49-F238E27FC236}">
                <a16:creationId xmlns:a16="http://schemas.microsoft.com/office/drawing/2014/main" id="{640B0080-A667-D6F5-66B1-F0A542783152}"/>
              </a:ext>
            </a:extLst>
          </p:cNvPr>
          <p:cNvSpPr>
            <a:spLocks noChangeShapeType="1"/>
          </p:cNvSpPr>
          <p:nvPr/>
        </p:nvSpPr>
        <p:spPr bwMode="auto">
          <a:xfrm flipH="1">
            <a:off x="3479800" y="4318000"/>
            <a:ext cx="736600"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150552" name="Group 67">
            <a:extLst>
              <a:ext uri="{FF2B5EF4-FFF2-40B4-BE49-F238E27FC236}">
                <a16:creationId xmlns:a16="http://schemas.microsoft.com/office/drawing/2014/main" id="{B2AFDDB0-17C4-AAC8-16A2-D390D0EA818B}"/>
              </a:ext>
            </a:extLst>
          </p:cNvPr>
          <p:cNvGrpSpPr>
            <a:grpSpLocks/>
          </p:cNvGrpSpPr>
          <p:nvPr/>
        </p:nvGrpSpPr>
        <p:grpSpPr bwMode="auto">
          <a:xfrm>
            <a:off x="2857500" y="1422400"/>
            <a:ext cx="4246563" cy="1663700"/>
            <a:chOff x="1800" y="896"/>
            <a:chExt cx="2528" cy="1048"/>
          </a:xfrm>
        </p:grpSpPr>
        <p:sp>
          <p:nvSpPr>
            <p:cNvPr id="150553" name="Line 6">
              <a:extLst>
                <a:ext uri="{FF2B5EF4-FFF2-40B4-BE49-F238E27FC236}">
                  <a16:creationId xmlns:a16="http://schemas.microsoft.com/office/drawing/2014/main" id="{7E6E9E15-07E2-C8A6-2F19-2A180E1AB239}"/>
                </a:ext>
              </a:extLst>
            </p:cNvPr>
            <p:cNvSpPr>
              <a:spLocks noChangeShapeType="1"/>
            </p:cNvSpPr>
            <p:nvPr/>
          </p:nvSpPr>
          <p:spPr bwMode="auto">
            <a:xfrm>
              <a:off x="1816" y="896"/>
              <a:ext cx="2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54" name="Line 7">
              <a:extLst>
                <a:ext uri="{FF2B5EF4-FFF2-40B4-BE49-F238E27FC236}">
                  <a16:creationId xmlns:a16="http://schemas.microsoft.com/office/drawing/2014/main" id="{9B38C987-6A25-B84E-9275-9E3B8FEC82B9}"/>
                </a:ext>
              </a:extLst>
            </p:cNvPr>
            <p:cNvSpPr>
              <a:spLocks noChangeShapeType="1"/>
            </p:cNvSpPr>
            <p:nvPr/>
          </p:nvSpPr>
          <p:spPr bwMode="auto">
            <a:xfrm>
              <a:off x="1800" y="1120"/>
              <a:ext cx="2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55" name="Line 8">
              <a:extLst>
                <a:ext uri="{FF2B5EF4-FFF2-40B4-BE49-F238E27FC236}">
                  <a16:creationId xmlns:a16="http://schemas.microsoft.com/office/drawing/2014/main" id="{3691A797-35B2-6560-5489-98CBC28517E1}"/>
                </a:ext>
              </a:extLst>
            </p:cNvPr>
            <p:cNvSpPr>
              <a:spLocks noChangeShapeType="1"/>
            </p:cNvSpPr>
            <p:nvPr/>
          </p:nvSpPr>
          <p:spPr bwMode="auto">
            <a:xfrm>
              <a:off x="1816" y="1352"/>
              <a:ext cx="2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56" name="Line 9">
              <a:extLst>
                <a:ext uri="{FF2B5EF4-FFF2-40B4-BE49-F238E27FC236}">
                  <a16:creationId xmlns:a16="http://schemas.microsoft.com/office/drawing/2014/main" id="{E8DBF2B0-AC2D-6710-A58B-26BBFF08ACF1}"/>
                </a:ext>
              </a:extLst>
            </p:cNvPr>
            <p:cNvSpPr>
              <a:spLocks noChangeShapeType="1"/>
            </p:cNvSpPr>
            <p:nvPr/>
          </p:nvSpPr>
          <p:spPr bwMode="auto">
            <a:xfrm>
              <a:off x="1800" y="1576"/>
              <a:ext cx="2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57" name="Line 33">
              <a:extLst>
                <a:ext uri="{FF2B5EF4-FFF2-40B4-BE49-F238E27FC236}">
                  <a16:creationId xmlns:a16="http://schemas.microsoft.com/office/drawing/2014/main" id="{4E1AF817-8090-BCDF-E73E-666EB9E04F32}"/>
                </a:ext>
              </a:extLst>
            </p:cNvPr>
            <p:cNvSpPr>
              <a:spLocks noChangeShapeType="1"/>
            </p:cNvSpPr>
            <p:nvPr/>
          </p:nvSpPr>
          <p:spPr bwMode="auto">
            <a:xfrm>
              <a:off x="1808" y="1944"/>
              <a:ext cx="2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0558" name="Line 34">
            <a:extLst>
              <a:ext uri="{FF2B5EF4-FFF2-40B4-BE49-F238E27FC236}">
                <a16:creationId xmlns:a16="http://schemas.microsoft.com/office/drawing/2014/main" id="{9527231F-DEC2-7BD3-43EF-C67AACA26D70}"/>
              </a:ext>
            </a:extLst>
          </p:cNvPr>
          <p:cNvSpPr>
            <a:spLocks noChangeShapeType="1"/>
          </p:cNvSpPr>
          <p:nvPr/>
        </p:nvSpPr>
        <p:spPr bwMode="auto">
          <a:xfrm flipH="1">
            <a:off x="2451100" y="4152900"/>
            <a:ext cx="17653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59" name="Line 35">
            <a:extLst>
              <a:ext uri="{FF2B5EF4-FFF2-40B4-BE49-F238E27FC236}">
                <a16:creationId xmlns:a16="http://schemas.microsoft.com/office/drawing/2014/main" id="{05AC1D8E-10A0-37CF-4DF6-A3020CECBFF1}"/>
              </a:ext>
            </a:extLst>
          </p:cNvPr>
          <p:cNvSpPr>
            <a:spLocks noChangeShapeType="1"/>
          </p:cNvSpPr>
          <p:nvPr/>
        </p:nvSpPr>
        <p:spPr bwMode="auto">
          <a:xfrm>
            <a:off x="2438400" y="3327400"/>
            <a:ext cx="0" cy="838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60" name="Line 36">
            <a:extLst>
              <a:ext uri="{FF2B5EF4-FFF2-40B4-BE49-F238E27FC236}">
                <a16:creationId xmlns:a16="http://schemas.microsoft.com/office/drawing/2014/main" id="{2BCBCDA4-7815-B4F4-16EC-61EE68771838}"/>
              </a:ext>
            </a:extLst>
          </p:cNvPr>
          <p:cNvSpPr>
            <a:spLocks noChangeShapeType="1"/>
          </p:cNvSpPr>
          <p:nvPr/>
        </p:nvSpPr>
        <p:spPr bwMode="auto">
          <a:xfrm>
            <a:off x="2438400" y="3327400"/>
            <a:ext cx="4318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61" name="Text Box 37">
            <a:extLst>
              <a:ext uri="{FF2B5EF4-FFF2-40B4-BE49-F238E27FC236}">
                <a16:creationId xmlns:a16="http://schemas.microsoft.com/office/drawing/2014/main" id="{48DB9820-B8BD-571F-D957-215D002B6219}"/>
              </a:ext>
            </a:extLst>
          </p:cNvPr>
          <p:cNvSpPr txBox="1">
            <a:spLocks noChangeArrowheads="1"/>
          </p:cNvSpPr>
          <p:nvPr/>
        </p:nvSpPr>
        <p:spPr bwMode="auto">
          <a:xfrm>
            <a:off x="2755900" y="3822700"/>
            <a:ext cx="12954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700">
                <a:ea typeface="黑体" panose="02010609060101010101" pitchFamily="49" charset="-122"/>
              </a:rPr>
              <a:t>加入新项</a:t>
            </a:r>
          </a:p>
        </p:txBody>
      </p:sp>
      <p:sp>
        <p:nvSpPr>
          <p:cNvPr id="150562" name="Line 38">
            <a:extLst>
              <a:ext uri="{FF2B5EF4-FFF2-40B4-BE49-F238E27FC236}">
                <a16:creationId xmlns:a16="http://schemas.microsoft.com/office/drawing/2014/main" id="{5A295980-8C74-72F4-4DF5-C15291854F96}"/>
              </a:ext>
            </a:extLst>
          </p:cNvPr>
          <p:cNvSpPr>
            <a:spLocks noChangeShapeType="1"/>
          </p:cNvSpPr>
          <p:nvPr/>
        </p:nvSpPr>
        <p:spPr bwMode="auto">
          <a:xfrm>
            <a:off x="5359400" y="4241800"/>
            <a:ext cx="1625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63" name="Line 39">
            <a:extLst>
              <a:ext uri="{FF2B5EF4-FFF2-40B4-BE49-F238E27FC236}">
                <a16:creationId xmlns:a16="http://schemas.microsoft.com/office/drawing/2014/main" id="{7C752957-D4EA-6582-ECF8-5949D8722352}"/>
              </a:ext>
            </a:extLst>
          </p:cNvPr>
          <p:cNvSpPr>
            <a:spLocks noChangeShapeType="1"/>
          </p:cNvSpPr>
          <p:nvPr/>
        </p:nvSpPr>
        <p:spPr bwMode="auto">
          <a:xfrm flipV="1">
            <a:off x="6985000" y="3721100"/>
            <a:ext cx="0" cy="508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64" name="Line 40">
            <a:extLst>
              <a:ext uri="{FF2B5EF4-FFF2-40B4-BE49-F238E27FC236}">
                <a16:creationId xmlns:a16="http://schemas.microsoft.com/office/drawing/2014/main" id="{C6AA78D7-FA7A-6891-22F1-376FABAC0B53}"/>
              </a:ext>
            </a:extLst>
          </p:cNvPr>
          <p:cNvSpPr>
            <a:spLocks noChangeShapeType="1"/>
          </p:cNvSpPr>
          <p:nvPr/>
        </p:nvSpPr>
        <p:spPr bwMode="auto">
          <a:xfrm>
            <a:off x="6985000" y="3721100"/>
            <a:ext cx="2540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65" name="Text Box 42">
            <a:extLst>
              <a:ext uri="{FF2B5EF4-FFF2-40B4-BE49-F238E27FC236}">
                <a16:creationId xmlns:a16="http://schemas.microsoft.com/office/drawing/2014/main" id="{263B6F0F-6ADE-83C1-69F0-469E600E55C0}"/>
              </a:ext>
            </a:extLst>
          </p:cNvPr>
          <p:cNvSpPr txBox="1">
            <a:spLocks noChangeArrowheads="1"/>
          </p:cNvSpPr>
          <p:nvPr/>
        </p:nvSpPr>
        <p:spPr bwMode="auto">
          <a:xfrm>
            <a:off x="8178800" y="1968500"/>
            <a:ext cx="8636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700">
                <a:ea typeface="黑体" panose="02010609060101010101" pitchFamily="49" charset="-122"/>
              </a:rPr>
              <a:t>顺序取</a:t>
            </a:r>
          </a:p>
        </p:txBody>
      </p:sp>
      <p:sp>
        <p:nvSpPr>
          <p:cNvPr id="150566" name="Text Box 43">
            <a:extLst>
              <a:ext uri="{FF2B5EF4-FFF2-40B4-BE49-F238E27FC236}">
                <a16:creationId xmlns:a16="http://schemas.microsoft.com/office/drawing/2014/main" id="{7C6160C6-6A64-72F0-DABC-7EFEC70A54C4}"/>
              </a:ext>
            </a:extLst>
          </p:cNvPr>
          <p:cNvSpPr txBox="1">
            <a:spLocks noChangeArrowheads="1"/>
          </p:cNvSpPr>
          <p:nvPr/>
        </p:nvSpPr>
        <p:spPr bwMode="auto">
          <a:xfrm>
            <a:off x="7086600" y="1968500"/>
            <a:ext cx="8636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700">
                <a:ea typeface="黑体" panose="02010609060101010101" pitchFamily="49" charset="-122"/>
              </a:rPr>
              <a:t>转移取</a:t>
            </a:r>
          </a:p>
        </p:txBody>
      </p:sp>
      <p:sp>
        <p:nvSpPr>
          <p:cNvPr id="150567" name="Line 44">
            <a:extLst>
              <a:ext uri="{FF2B5EF4-FFF2-40B4-BE49-F238E27FC236}">
                <a16:creationId xmlns:a16="http://schemas.microsoft.com/office/drawing/2014/main" id="{62ACC2B4-55FC-51F9-3032-A18D2B8A93A8}"/>
              </a:ext>
            </a:extLst>
          </p:cNvPr>
          <p:cNvSpPr>
            <a:spLocks noChangeShapeType="1"/>
          </p:cNvSpPr>
          <p:nvPr/>
        </p:nvSpPr>
        <p:spPr bwMode="auto">
          <a:xfrm>
            <a:off x="8178800" y="2349500"/>
            <a:ext cx="304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68" name="Text Box 45">
            <a:extLst>
              <a:ext uri="{FF2B5EF4-FFF2-40B4-BE49-F238E27FC236}">
                <a16:creationId xmlns:a16="http://schemas.microsoft.com/office/drawing/2014/main" id="{B20F54C3-39C2-A1DD-E29D-4CF69137DC85}"/>
              </a:ext>
            </a:extLst>
          </p:cNvPr>
          <p:cNvSpPr txBox="1">
            <a:spLocks noChangeArrowheads="1"/>
          </p:cNvSpPr>
          <p:nvPr/>
        </p:nvSpPr>
        <p:spPr bwMode="auto">
          <a:xfrm>
            <a:off x="3502025" y="647700"/>
            <a:ext cx="27876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ea typeface="黑体" panose="02010609060101010101" pitchFamily="49" charset="-122"/>
              </a:rPr>
              <a:t>分支历史记录表</a:t>
            </a:r>
            <a:r>
              <a:rPr lang="en-US" altLang="zh-CN" sz="1900">
                <a:ea typeface="黑体" panose="02010609060101010101" pitchFamily="49" charset="-122"/>
              </a:rPr>
              <a:t>BHT</a:t>
            </a:r>
          </a:p>
        </p:txBody>
      </p:sp>
      <p:sp>
        <p:nvSpPr>
          <p:cNvPr id="150569" name="Text Box 47">
            <a:extLst>
              <a:ext uri="{FF2B5EF4-FFF2-40B4-BE49-F238E27FC236}">
                <a16:creationId xmlns:a16="http://schemas.microsoft.com/office/drawing/2014/main" id="{86A90B30-3EFF-7958-4CE6-D2AEB3606A61}"/>
              </a:ext>
            </a:extLst>
          </p:cNvPr>
          <p:cNvSpPr txBox="1">
            <a:spLocks noChangeArrowheads="1"/>
          </p:cNvSpPr>
          <p:nvPr/>
        </p:nvSpPr>
        <p:spPr bwMode="auto">
          <a:xfrm>
            <a:off x="1714500" y="1016000"/>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2000">
                <a:latin typeface="Arial" panose="020B0604020202020204" pitchFamily="34" charset="0"/>
                <a:ea typeface="宋体" panose="02010600030101010101" pitchFamily="2" charset="-122"/>
              </a:rPr>
              <a:t>=</a:t>
            </a:r>
            <a:r>
              <a:rPr lang="zh-CN" altLang="en-US" sz="2000">
                <a:latin typeface="Arial" panose="020B0604020202020204" pitchFamily="34" charset="0"/>
                <a:ea typeface="宋体" panose="02010600030101010101" pitchFamily="2" charset="-122"/>
              </a:rPr>
              <a:t>？</a:t>
            </a:r>
          </a:p>
        </p:txBody>
      </p:sp>
      <p:sp>
        <p:nvSpPr>
          <p:cNvPr id="150570" name="Oval 48">
            <a:extLst>
              <a:ext uri="{FF2B5EF4-FFF2-40B4-BE49-F238E27FC236}">
                <a16:creationId xmlns:a16="http://schemas.microsoft.com/office/drawing/2014/main" id="{E162C12F-5F0D-26BA-6975-8B48410589C5}"/>
              </a:ext>
            </a:extLst>
          </p:cNvPr>
          <p:cNvSpPr>
            <a:spLocks noChangeArrowheads="1"/>
          </p:cNvSpPr>
          <p:nvPr/>
        </p:nvSpPr>
        <p:spPr bwMode="auto">
          <a:xfrm>
            <a:off x="1638300" y="1041400"/>
            <a:ext cx="508000" cy="292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50571" name="Line 49">
            <a:extLst>
              <a:ext uri="{FF2B5EF4-FFF2-40B4-BE49-F238E27FC236}">
                <a16:creationId xmlns:a16="http://schemas.microsoft.com/office/drawing/2014/main" id="{ACA0AC80-5F3A-EAD5-E668-DA1D38A4A92D}"/>
              </a:ext>
            </a:extLst>
          </p:cNvPr>
          <p:cNvSpPr>
            <a:spLocks noChangeShapeType="1"/>
          </p:cNvSpPr>
          <p:nvPr/>
        </p:nvSpPr>
        <p:spPr bwMode="auto">
          <a:xfrm flipH="1">
            <a:off x="2146300" y="1206500"/>
            <a:ext cx="749300"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72" name="Line 50">
            <a:extLst>
              <a:ext uri="{FF2B5EF4-FFF2-40B4-BE49-F238E27FC236}">
                <a16:creationId xmlns:a16="http://schemas.microsoft.com/office/drawing/2014/main" id="{EC0F13BC-DF1D-D332-E257-341C0F072378}"/>
              </a:ext>
            </a:extLst>
          </p:cNvPr>
          <p:cNvSpPr>
            <a:spLocks noChangeShapeType="1"/>
          </p:cNvSpPr>
          <p:nvPr/>
        </p:nvSpPr>
        <p:spPr bwMode="auto">
          <a:xfrm>
            <a:off x="1206500" y="1181100"/>
            <a:ext cx="419100"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73" name="Line 51">
            <a:extLst>
              <a:ext uri="{FF2B5EF4-FFF2-40B4-BE49-F238E27FC236}">
                <a16:creationId xmlns:a16="http://schemas.microsoft.com/office/drawing/2014/main" id="{6DA8F742-9694-43FD-63C2-1575BBB68BF0}"/>
              </a:ext>
            </a:extLst>
          </p:cNvPr>
          <p:cNvSpPr>
            <a:spLocks noChangeShapeType="1"/>
          </p:cNvSpPr>
          <p:nvPr/>
        </p:nvSpPr>
        <p:spPr bwMode="auto">
          <a:xfrm>
            <a:off x="1866900" y="1358900"/>
            <a:ext cx="0" cy="9779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74" name="Line 52">
            <a:extLst>
              <a:ext uri="{FF2B5EF4-FFF2-40B4-BE49-F238E27FC236}">
                <a16:creationId xmlns:a16="http://schemas.microsoft.com/office/drawing/2014/main" id="{353FF7AE-DA04-E486-4D37-DE9F15A2C1FC}"/>
              </a:ext>
            </a:extLst>
          </p:cNvPr>
          <p:cNvSpPr>
            <a:spLocks noChangeShapeType="1"/>
          </p:cNvSpPr>
          <p:nvPr/>
        </p:nvSpPr>
        <p:spPr bwMode="auto">
          <a:xfrm>
            <a:off x="7683500" y="4305300"/>
            <a:ext cx="368300" cy="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25693" name="Group 61">
            <a:extLst>
              <a:ext uri="{FF2B5EF4-FFF2-40B4-BE49-F238E27FC236}">
                <a16:creationId xmlns:a16="http://schemas.microsoft.com/office/drawing/2014/main" id="{12A8B1A8-BE75-8A31-FB2A-79BE7B7FF3A8}"/>
              </a:ext>
            </a:extLst>
          </p:cNvPr>
          <p:cNvGrpSpPr>
            <a:grpSpLocks/>
          </p:cNvGrpSpPr>
          <p:nvPr/>
        </p:nvGrpSpPr>
        <p:grpSpPr bwMode="auto">
          <a:xfrm>
            <a:off x="1884363" y="1979613"/>
            <a:ext cx="923925" cy="366712"/>
            <a:chOff x="1038" y="1262"/>
            <a:chExt cx="582" cy="231"/>
          </a:xfrm>
        </p:grpSpPr>
        <p:sp>
          <p:nvSpPr>
            <p:cNvPr id="150576" name="Text Box 18">
              <a:extLst>
                <a:ext uri="{FF2B5EF4-FFF2-40B4-BE49-F238E27FC236}">
                  <a16:creationId xmlns:a16="http://schemas.microsoft.com/office/drawing/2014/main" id="{DD74D0E6-2727-F5F8-44E7-BFDABF086BE9}"/>
                </a:ext>
              </a:extLst>
            </p:cNvPr>
            <p:cNvSpPr txBox="1">
              <a:spLocks noChangeArrowheads="1"/>
            </p:cNvSpPr>
            <p:nvPr/>
          </p:nvSpPr>
          <p:spPr bwMode="auto">
            <a:xfrm>
              <a:off x="1214" y="1262"/>
              <a:ext cx="40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zh-CN" altLang="en-US" sz="1800">
                  <a:ea typeface="黑体" panose="02010609060101010101" pitchFamily="49" charset="-122"/>
                </a:rPr>
                <a:t>查找</a:t>
              </a:r>
            </a:p>
          </p:txBody>
        </p:sp>
        <p:sp>
          <p:nvSpPr>
            <p:cNvPr id="150577" name="Text Box 54">
              <a:extLst>
                <a:ext uri="{FF2B5EF4-FFF2-40B4-BE49-F238E27FC236}">
                  <a16:creationId xmlns:a16="http://schemas.microsoft.com/office/drawing/2014/main" id="{94560F6E-6BAE-D19C-41C3-2A8067070726}"/>
                </a:ext>
              </a:extLst>
            </p:cNvPr>
            <p:cNvSpPr txBox="1">
              <a:spLocks noChangeArrowheads="1"/>
            </p:cNvSpPr>
            <p:nvPr/>
          </p:nvSpPr>
          <p:spPr bwMode="auto">
            <a:xfrm>
              <a:off x="1038" y="1280"/>
              <a:ext cx="2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a:solidFill>
                    <a:srgbClr val="CC0000"/>
                  </a:solidFill>
                  <a:ea typeface="宋体" panose="02010600030101010101" pitchFamily="2" charset="-122"/>
                </a:rPr>
                <a:t>①</a:t>
              </a:r>
            </a:p>
          </p:txBody>
        </p:sp>
      </p:grpSp>
      <p:grpSp>
        <p:nvGrpSpPr>
          <p:cNvPr id="325695" name="Group 63">
            <a:extLst>
              <a:ext uri="{FF2B5EF4-FFF2-40B4-BE49-F238E27FC236}">
                <a16:creationId xmlns:a16="http://schemas.microsoft.com/office/drawing/2014/main" id="{4BEC36FE-BB6F-4972-1643-6C0C50C4436A}"/>
              </a:ext>
            </a:extLst>
          </p:cNvPr>
          <p:cNvGrpSpPr>
            <a:grpSpLocks/>
          </p:cNvGrpSpPr>
          <p:nvPr/>
        </p:nvGrpSpPr>
        <p:grpSpPr bwMode="auto">
          <a:xfrm>
            <a:off x="5849938" y="3919538"/>
            <a:ext cx="1298575" cy="354012"/>
            <a:chOff x="3398" y="2502"/>
            <a:chExt cx="818" cy="223"/>
          </a:xfrm>
        </p:grpSpPr>
        <p:sp>
          <p:nvSpPr>
            <p:cNvPr id="150579" name="Text Box 41">
              <a:extLst>
                <a:ext uri="{FF2B5EF4-FFF2-40B4-BE49-F238E27FC236}">
                  <a16:creationId xmlns:a16="http://schemas.microsoft.com/office/drawing/2014/main" id="{D0954026-1CBC-2710-F014-15381A8FC92D}"/>
                </a:ext>
              </a:extLst>
            </p:cNvPr>
            <p:cNvSpPr txBox="1">
              <a:spLocks noChangeArrowheads="1"/>
            </p:cNvSpPr>
            <p:nvPr/>
          </p:nvSpPr>
          <p:spPr bwMode="auto">
            <a:xfrm>
              <a:off x="3568" y="2504"/>
              <a:ext cx="64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700">
                  <a:ea typeface="黑体" panose="02010609060101010101" pitchFamily="49" charset="-122"/>
                </a:rPr>
                <a:t>选择</a:t>
              </a:r>
            </a:p>
          </p:txBody>
        </p:sp>
        <p:sp>
          <p:nvSpPr>
            <p:cNvPr id="150580" name="Rectangle 56">
              <a:extLst>
                <a:ext uri="{FF2B5EF4-FFF2-40B4-BE49-F238E27FC236}">
                  <a16:creationId xmlns:a16="http://schemas.microsoft.com/office/drawing/2014/main" id="{6476E16C-2FD1-5DDC-B20C-15CAFB63BEDB}"/>
                </a:ext>
              </a:extLst>
            </p:cNvPr>
            <p:cNvSpPr>
              <a:spLocks noChangeArrowheads="1"/>
            </p:cNvSpPr>
            <p:nvPr/>
          </p:nvSpPr>
          <p:spPr bwMode="auto">
            <a:xfrm>
              <a:off x="3398" y="2502"/>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altLang="zh-CN">
                  <a:solidFill>
                    <a:srgbClr val="CC0000"/>
                  </a:solidFill>
                  <a:ea typeface="宋体" panose="02010600030101010101" pitchFamily="2" charset="-122"/>
                </a:rPr>
                <a:t>③</a:t>
              </a:r>
              <a:endParaRPr lang="zh-CN" altLang="en-US">
                <a:solidFill>
                  <a:srgbClr val="CC0000"/>
                </a:solidFill>
                <a:ea typeface="宋体" panose="02010600030101010101" pitchFamily="2" charset="-122"/>
              </a:endParaRPr>
            </a:p>
          </p:txBody>
        </p:sp>
      </p:grpSp>
      <p:grpSp>
        <p:nvGrpSpPr>
          <p:cNvPr id="325694" name="Group 62">
            <a:extLst>
              <a:ext uri="{FF2B5EF4-FFF2-40B4-BE49-F238E27FC236}">
                <a16:creationId xmlns:a16="http://schemas.microsoft.com/office/drawing/2014/main" id="{A01B48BD-AEDD-EF73-860F-9826FBB4E588}"/>
              </a:ext>
            </a:extLst>
          </p:cNvPr>
          <p:cNvGrpSpPr>
            <a:grpSpLocks/>
          </p:cNvGrpSpPr>
          <p:nvPr/>
        </p:nvGrpSpPr>
        <p:grpSpPr bwMode="auto">
          <a:xfrm>
            <a:off x="4810125" y="3679825"/>
            <a:ext cx="1260475" cy="354013"/>
            <a:chOff x="2862" y="2342"/>
            <a:chExt cx="794" cy="223"/>
          </a:xfrm>
        </p:grpSpPr>
        <p:sp>
          <p:nvSpPr>
            <p:cNvPr id="150582" name="Rectangle 55">
              <a:extLst>
                <a:ext uri="{FF2B5EF4-FFF2-40B4-BE49-F238E27FC236}">
                  <a16:creationId xmlns:a16="http://schemas.microsoft.com/office/drawing/2014/main" id="{4C66E3FD-5EF7-B983-8CC5-29D9BFFB42F7}"/>
                </a:ext>
              </a:extLst>
            </p:cNvPr>
            <p:cNvSpPr>
              <a:spLocks noChangeArrowheads="1"/>
            </p:cNvSpPr>
            <p:nvPr/>
          </p:nvSpPr>
          <p:spPr bwMode="auto">
            <a:xfrm>
              <a:off x="2862" y="2342"/>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altLang="zh-CN">
                  <a:solidFill>
                    <a:srgbClr val="CC0000"/>
                  </a:solidFill>
                  <a:ea typeface="宋体" panose="02010600030101010101" pitchFamily="2" charset="-122"/>
                </a:rPr>
                <a:t>②</a:t>
              </a:r>
              <a:endParaRPr lang="zh-CN" altLang="en-US">
                <a:solidFill>
                  <a:srgbClr val="CC0000"/>
                </a:solidFill>
                <a:ea typeface="宋体" panose="02010600030101010101" pitchFamily="2" charset="-122"/>
              </a:endParaRPr>
            </a:p>
          </p:txBody>
        </p:sp>
        <p:sp>
          <p:nvSpPr>
            <p:cNvPr id="150583" name="Text Box 57">
              <a:extLst>
                <a:ext uri="{FF2B5EF4-FFF2-40B4-BE49-F238E27FC236}">
                  <a16:creationId xmlns:a16="http://schemas.microsoft.com/office/drawing/2014/main" id="{10C529A4-138F-B4AA-6203-F3142380D333}"/>
                </a:ext>
              </a:extLst>
            </p:cNvPr>
            <p:cNvSpPr txBox="1">
              <a:spLocks noChangeArrowheads="1"/>
            </p:cNvSpPr>
            <p:nvPr/>
          </p:nvSpPr>
          <p:spPr bwMode="auto">
            <a:xfrm>
              <a:off x="3008" y="2344"/>
              <a:ext cx="64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700">
                  <a:ea typeface="黑体" panose="02010609060101010101" pitchFamily="49" charset="-122"/>
                </a:rPr>
                <a:t>预测</a:t>
              </a:r>
            </a:p>
          </p:txBody>
        </p:sp>
      </p:grpSp>
      <p:sp>
        <p:nvSpPr>
          <p:cNvPr id="325690" name="Rectangle 58">
            <a:extLst>
              <a:ext uri="{FF2B5EF4-FFF2-40B4-BE49-F238E27FC236}">
                <a16:creationId xmlns:a16="http://schemas.microsoft.com/office/drawing/2014/main" id="{CEC75468-18C6-8E9A-EFBA-A0B008ED9BC1}"/>
              </a:ext>
            </a:extLst>
          </p:cNvPr>
          <p:cNvSpPr>
            <a:spLocks noChangeArrowheads="1"/>
          </p:cNvSpPr>
          <p:nvPr/>
        </p:nvSpPr>
        <p:spPr bwMode="auto">
          <a:xfrm>
            <a:off x="3946525" y="3679825"/>
            <a:ext cx="98583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en-US" altLang="zh-CN">
                <a:solidFill>
                  <a:srgbClr val="CC0000"/>
                </a:solidFill>
                <a:ea typeface="宋体" panose="02010600030101010101" pitchFamily="2" charset="-122"/>
              </a:rPr>
              <a:t>④ </a:t>
            </a:r>
            <a:r>
              <a:rPr lang="zh-CN" altLang="en-US" sz="1700">
                <a:ea typeface="黑体" panose="02010609060101010101" pitchFamily="49" charset="-122"/>
              </a:rPr>
              <a:t>修正</a:t>
            </a:r>
          </a:p>
        </p:txBody>
      </p:sp>
      <p:sp>
        <p:nvSpPr>
          <p:cNvPr id="325691" name="Text Box 59">
            <a:extLst>
              <a:ext uri="{FF2B5EF4-FFF2-40B4-BE49-F238E27FC236}">
                <a16:creationId xmlns:a16="http://schemas.microsoft.com/office/drawing/2014/main" id="{078BBCA0-FF47-9450-C80D-8084DB33FB09}"/>
              </a:ext>
            </a:extLst>
          </p:cNvPr>
          <p:cNvSpPr txBox="1">
            <a:spLocks noChangeArrowheads="1"/>
          </p:cNvSpPr>
          <p:nvPr/>
        </p:nvSpPr>
        <p:spPr bwMode="auto">
          <a:xfrm>
            <a:off x="203200" y="2654300"/>
            <a:ext cx="21971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rgbClr val="CC0000"/>
                </a:solidFill>
                <a:latin typeface="微软雅黑" panose="020B0503020204020204" pitchFamily="34" charset="-122"/>
                <a:ea typeface="微软雅黑" panose="020B0503020204020204" pitchFamily="34" charset="-122"/>
              </a:rPr>
              <a:t>查找时发现都不相等，则“未命中”</a:t>
            </a:r>
          </a:p>
          <a:p>
            <a:pPr eaLnBrk="0" hangingPunct="0">
              <a:spcBef>
                <a:spcPct val="50000"/>
              </a:spcBef>
            </a:pPr>
            <a:r>
              <a:rPr lang="zh-CN" altLang="en-US" sz="1900">
                <a:solidFill>
                  <a:srgbClr val="CC0000"/>
                </a:solidFill>
                <a:latin typeface="微软雅黑" panose="020B0503020204020204" pitchFamily="34" charset="-122"/>
                <a:ea typeface="微软雅黑" panose="020B0503020204020204" pitchFamily="34" charset="-122"/>
              </a:rPr>
              <a:t>未命中说明什么？</a:t>
            </a:r>
          </a:p>
        </p:txBody>
      </p:sp>
      <p:sp>
        <p:nvSpPr>
          <p:cNvPr id="325692" name="Rectangle 60">
            <a:extLst>
              <a:ext uri="{FF2B5EF4-FFF2-40B4-BE49-F238E27FC236}">
                <a16:creationId xmlns:a16="http://schemas.microsoft.com/office/drawing/2014/main" id="{96B1922F-B153-B9AB-D6C4-8BF242EEE3A0}"/>
              </a:ext>
            </a:extLst>
          </p:cNvPr>
          <p:cNvSpPr>
            <a:spLocks noChangeArrowheads="1"/>
          </p:cNvSpPr>
          <p:nvPr/>
        </p:nvSpPr>
        <p:spPr bwMode="auto">
          <a:xfrm>
            <a:off x="309563" y="3908425"/>
            <a:ext cx="1949450"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1900">
                <a:solidFill>
                  <a:schemeClr val="tx2"/>
                </a:solidFill>
                <a:latin typeface="微软雅黑" panose="020B0503020204020204" pitchFamily="34" charset="-122"/>
                <a:ea typeface="微软雅黑" panose="020B0503020204020204" pitchFamily="34" charset="-122"/>
              </a:rPr>
              <a:t>说明以前没有执行过该分支指令</a:t>
            </a:r>
          </a:p>
        </p:txBody>
      </p:sp>
      <p:sp>
        <p:nvSpPr>
          <p:cNvPr id="325696" name="Rectangle 64">
            <a:extLst>
              <a:ext uri="{FF2B5EF4-FFF2-40B4-BE49-F238E27FC236}">
                <a16:creationId xmlns:a16="http://schemas.microsoft.com/office/drawing/2014/main" id="{8CA109EF-106B-E972-4E78-30ED30442DDC}"/>
              </a:ext>
            </a:extLst>
          </p:cNvPr>
          <p:cNvSpPr>
            <a:spLocks noChangeArrowheads="1"/>
          </p:cNvSpPr>
          <p:nvPr/>
        </p:nvSpPr>
        <p:spPr bwMode="auto">
          <a:xfrm>
            <a:off x="0" y="5145088"/>
            <a:ext cx="745490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lvl="1" eaLnBrk="0" hangingPunct="0"/>
            <a:r>
              <a:rPr lang="zh-CN" altLang="en-US" sz="1900">
                <a:solidFill>
                  <a:srgbClr val="CC0000"/>
                </a:solidFill>
                <a:latin typeface="微软雅黑" panose="020B0503020204020204" pitchFamily="34" charset="-122"/>
                <a:ea typeface="微软雅黑" panose="020B0503020204020204" pitchFamily="34" charset="-122"/>
              </a:rPr>
              <a:t>命中时：</a:t>
            </a:r>
          </a:p>
          <a:p>
            <a:pPr lvl="1" eaLnBrk="0" hangingPunct="0"/>
            <a:r>
              <a:rPr lang="zh-CN" altLang="en-US" sz="1900">
                <a:solidFill>
                  <a:srgbClr val="008000"/>
                </a:solidFill>
                <a:latin typeface="微软雅黑" panose="020B0503020204020204" pitchFamily="34" charset="-122"/>
                <a:ea typeface="微软雅黑" panose="020B0503020204020204" pitchFamily="34" charset="-122"/>
              </a:rPr>
              <a:t>    </a:t>
            </a:r>
            <a:r>
              <a:rPr lang="zh-CN" altLang="en-US" sz="1900">
                <a:solidFill>
                  <a:schemeClr val="accent2"/>
                </a:solidFill>
                <a:latin typeface="微软雅黑" panose="020B0503020204020204" pitchFamily="34" charset="-122"/>
                <a:ea typeface="微软雅黑" panose="020B0503020204020204" pitchFamily="34" charset="-122"/>
              </a:rPr>
              <a:t>根据预测位，选择“转移取”还是“顺序取”</a:t>
            </a:r>
          </a:p>
          <a:p>
            <a:pPr lvl="1" eaLnBrk="0" hangingPunct="0"/>
            <a:r>
              <a:rPr lang="zh-CN" altLang="en-US" sz="1900">
                <a:solidFill>
                  <a:srgbClr val="CC0000"/>
                </a:solidFill>
                <a:latin typeface="微软雅黑" panose="020B0503020204020204" pitchFamily="34" charset="-122"/>
                <a:ea typeface="微软雅黑" panose="020B0503020204020204" pitchFamily="34" charset="-122"/>
              </a:rPr>
              <a:t>未命中时：</a:t>
            </a:r>
          </a:p>
          <a:p>
            <a:pPr lvl="1" eaLnBrk="0" hangingPunct="0"/>
            <a:r>
              <a:rPr lang="zh-CN" altLang="en-US" sz="1900">
                <a:solidFill>
                  <a:srgbClr val="008000"/>
                </a:solidFill>
                <a:latin typeface="微软雅黑" panose="020B0503020204020204" pitchFamily="34" charset="-122"/>
                <a:ea typeface="微软雅黑" panose="020B0503020204020204" pitchFamily="34" charset="-122"/>
              </a:rPr>
              <a:t>    </a:t>
            </a:r>
            <a:r>
              <a:rPr lang="zh-CN" altLang="en-US" sz="1900">
                <a:solidFill>
                  <a:schemeClr val="accent2"/>
                </a:solidFill>
                <a:latin typeface="微软雅黑" panose="020B0503020204020204" pitchFamily="34" charset="-122"/>
                <a:ea typeface="微软雅黑" panose="020B0503020204020204" pitchFamily="34" charset="-122"/>
              </a:rPr>
              <a:t>加入新项，并填入指令地址和转移目标地址、初始化预测位</a:t>
            </a:r>
          </a:p>
        </p:txBody>
      </p:sp>
      <p:sp>
        <p:nvSpPr>
          <p:cNvPr id="325700" name="Text Box 68">
            <a:extLst>
              <a:ext uri="{FF2B5EF4-FFF2-40B4-BE49-F238E27FC236}">
                <a16:creationId xmlns:a16="http://schemas.microsoft.com/office/drawing/2014/main" id="{67599CA0-481A-61C1-DEB0-4437FEE54FD9}"/>
              </a:ext>
            </a:extLst>
          </p:cNvPr>
          <p:cNvSpPr txBox="1">
            <a:spLocks noChangeArrowheads="1"/>
          </p:cNvSpPr>
          <p:nvPr/>
        </p:nvSpPr>
        <p:spPr bwMode="auto">
          <a:xfrm>
            <a:off x="7239000" y="590550"/>
            <a:ext cx="184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latin typeface="微软雅黑" panose="020B0503020204020204" pitchFamily="34" charset="-122"/>
                <a:ea typeface="微软雅黑" panose="020B0503020204020204" pitchFamily="34" charset="-122"/>
              </a:rPr>
              <a:t>最初</a:t>
            </a:r>
            <a:r>
              <a:rPr lang="en-US" altLang="zh-CN" sz="2000">
                <a:solidFill>
                  <a:srgbClr val="CC0000"/>
                </a:solidFill>
                <a:latin typeface="微软雅黑" panose="020B0503020204020204" pitchFamily="34" charset="-122"/>
                <a:ea typeface="微软雅黑" panose="020B0503020204020204" pitchFamily="34" charset="-122"/>
              </a:rPr>
              <a:t>BHT</a:t>
            </a:r>
            <a:r>
              <a:rPr lang="zh-CN" altLang="en-US" sz="2000">
                <a:solidFill>
                  <a:srgbClr val="CC0000"/>
                </a:solidFill>
                <a:latin typeface="微软雅黑" panose="020B0503020204020204" pitchFamily="34" charset="-122"/>
                <a:ea typeface="微软雅黑" panose="020B0503020204020204" pitchFamily="34" charset="-122"/>
              </a:rPr>
              <a:t>为空</a:t>
            </a:r>
          </a:p>
        </p:txBody>
      </p:sp>
      <p:sp>
        <p:nvSpPr>
          <p:cNvPr id="325701" name="Text Box 69">
            <a:extLst>
              <a:ext uri="{FF2B5EF4-FFF2-40B4-BE49-F238E27FC236}">
                <a16:creationId xmlns:a16="http://schemas.microsoft.com/office/drawing/2014/main" id="{57C03F1A-4EE4-419B-7D88-9430B949E01C}"/>
              </a:ext>
            </a:extLst>
          </p:cNvPr>
          <p:cNvSpPr txBox="1">
            <a:spLocks noChangeArrowheads="1"/>
          </p:cNvSpPr>
          <p:nvPr/>
        </p:nvSpPr>
        <p:spPr bwMode="auto">
          <a:xfrm>
            <a:off x="7707313" y="6008688"/>
            <a:ext cx="1073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a:ea typeface="宋体" panose="02010600030101010101" pitchFamily="2" charset="-122"/>
                <a:hlinkClick r:id="" action="ppaction://hlinkshowjump?jump=previousslide"/>
              </a:rPr>
              <a:t>BACK</a:t>
            </a:r>
            <a:endParaRPr lang="en-US" altLang="zh-CN">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5700"/>
                                        </p:tgtEl>
                                        <p:attrNameLst>
                                          <p:attrName>style.visibility</p:attrName>
                                        </p:attrNameLst>
                                      </p:cBhvr>
                                      <p:to>
                                        <p:strVal val="visible"/>
                                      </p:to>
                                    </p:set>
                                    <p:animEffect transition="in" filter="blinds(horizontal)">
                                      <p:cBhvr>
                                        <p:cTn id="7" dur="500"/>
                                        <p:tgtEl>
                                          <p:spTgt spid="3257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5693"/>
                                        </p:tgtEl>
                                        <p:attrNameLst>
                                          <p:attrName>style.visibility</p:attrName>
                                        </p:attrNameLst>
                                      </p:cBhvr>
                                      <p:to>
                                        <p:strVal val="visible"/>
                                      </p:to>
                                    </p:set>
                                    <p:animEffect transition="in" filter="blinds(horizontal)">
                                      <p:cBhvr>
                                        <p:cTn id="12" dur="500"/>
                                        <p:tgtEl>
                                          <p:spTgt spid="3256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5691">
                                            <p:txEl>
                                              <p:pRg st="0" end="0"/>
                                            </p:txEl>
                                          </p:spTgt>
                                        </p:tgtEl>
                                        <p:attrNameLst>
                                          <p:attrName>style.visibility</p:attrName>
                                        </p:attrNameLst>
                                      </p:cBhvr>
                                      <p:to>
                                        <p:strVal val="visible"/>
                                      </p:to>
                                    </p:set>
                                    <p:animEffect transition="in" filter="blinds(horizontal)">
                                      <p:cBhvr>
                                        <p:cTn id="17" dur="500"/>
                                        <p:tgtEl>
                                          <p:spTgt spid="32569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5691">
                                            <p:txEl>
                                              <p:pRg st="1" end="1"/>
                                            </p:txEl>
                                          </p:spTgt>
                                        </p:tgtEl>
                                        <p:attrNameLst>
                                          <p:attrName>style.visibility</p:attrName>
                                        </p:attrNameLst>
                                      </p:cBhvr>
                                      <p:to>
                                        <p:strVal val="visible"/>
                                      </p:to>
                                    </p:set>
                                    <p:animEffect transition="in" filter="blinds(horizontal)">
                                      <p:cBhvr>
                                        <p:cTn id="22" dur="500"/>
                                        <p:tgtEl>
                                          <p:spTgt spid="325691">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5692"/>
                                        </p:tgtEl>
                                        <p:attrNameLst>
                                          <p:attrName>style.visibility</p:attrName>
                                        </p:attrNameLst>
                                      </p:cBhvr>
                                      <p:to>
                                        <p:strVal val="visible"/>
                                      </p:to>
                                    </p:set>
                                    <p:animEffect transition="in" filter="blinds(horizontal)">
                                      <p:cBhvr>
                                        <p:cTn id="27" dur="500"/>
                                        <p:tgtEl>
                                          <p:spTgt spid="3256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5696"/>
                                        </p:tgtEl>
                                        <p:attrNameLst>
                                          <p:attrName>style.visibility</p:attrName>
                                        </p:attrNameLst>
                                      </p:cBhvr>
                                      <p:to>
                                        <p:strVal val="visible"/>
                                      </p:to>
                                    </p:set>
                                    <p:animEffect transition="in" filter="blinds(horizontal)">
                                      <p:cBhvr>
                                        <p:cTn id="32" dur="500"/>
                                        <p:tgtEl>
                                          <p:spTgt spid="3256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25694"/>
                                        </p:tgtEl>
                                        <p:attrNameLst>
                                          <p:attrName>style.visibility</p:attrName>
                                        </p:attrNameLst>
                                      </p:cBhvr>
                                      <p:to>
                                        <p:strVal val="visible"/>
                                      </p:to>
                                    </p:set>
                                    <p:animEffect transition="in" filter="blinds(horizontal)">
                                      <p:cBhvr>
                                        <p:cTn id="37" dur="500"/>
                                        <p:tgtEl>
                                          <p:spTgt spid="32569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25695"/>
                                        </p:tgtEl>
                                        <p:attrNameLst>
                                          <p:attrName>style.visibility</p:attrName>
                                        </p:attrNameLst>
                                      </p:cBhvr>
                                      <p:to>
                                        <p:strVal val="visible"/>
                                      </p:to>
                                    </p:set>
                                    <p:animEffect transition="in" filter="blinds(horizontal)">
                                      <p:cBhvr>
                                        <p:cTn id="42" dur="500"/>
                                        <p:tgtEl>
                                          <p:spTgt spid="32569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25690"/>
                                        </p:tgtEl>
                                        <p:attrNameLst>
                                          <p:attrName>style.visibility</p:attrName>
                                        </p:attrNameLst>
                                      </p:cBhvr>
                                      <p:to>
                                        <p:strVal val="visible"/>
                                      </p:to>
                                    </p:set>
                                    <p:animEffect transition="in" filter="blinds(horizontal)">
                                      <p:cBhvr>
                                        <p:cTn id="47" dur="500"/>
                                        <p:tgtEl>
                                          <p:spTgt spid="32569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25701"/>
                                        </p:tgtEl>
                                        <p:attrNameLst>
                                          <p:attrName>style.visibility</p:attrName>
                                        </p:attrNameLst>
                                      </p:cBhvr>
                                      <p:to>
                                        <p:strVal val="visible"/>
                                      </p:to>
                                    </p:set>
                                    <p:animEffect transition="in" filter="blinds(horizontal)">
                                      <p:cBhvr>
                                        <p:cTn id="52" dur="500"/>
                                        <p:tgtEl>
                                          <p:spTgt spid="325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90" grpId="0"/>
      <p:bldP spid="325691" grpId="0" build="allAtOnce"/>
      <p:bldP spid="325692" grpId="0"/>
      <p:bldP spid="325696" grpId="0"/>
      <p:bldP spid="325700" grpId="0"/>
      <p:bldP spid="325701"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C17631D3-7F52-8962-DB64-BAFE2C8614D7}"/>
              </a:ext>
            </a:extLst>
          </p:cNvPr>
          <p:cNvSpPr>
            <a:spLocks noGrp="1" noChangeArrowheads="1"/>
          </p:cNvSpPr>
          <p:nvPr>
            <p:ph type="title"/>
          </p:nvPr>
        </p:nvSpPr>
        <p:spPr>
          <a:xfrm>
            <a:off x="787400" y="215900"/>
            <a:ext cx="6862763" cy="373063"/>
          </a:xfrm>
        </p:spPr>
        <p:txBody>
          <a:bodyPr/>
          <a:lstStyle/>
          <a:p>
            <a:r>
              <a:rPr lang="zh-CN" altLang="en-US">
                <a:ea typeface="宋体" panose="02010600030101010101" pitchFamily="2" charset="-122"/>
              </a:rPr>
              <a:t>方案</a:t>
            </a:r>
            <a:r>
              <a:rPr lang="en-US" altLang="zh-CN">
                <a:ea typeface="宋体" panose="02010600030101010101" pitchFamily="2" charset="-122"/>
              </a:rPr>
              <a:t>4</a:t>
            </a:r>
            <a:r>
              <a:rPr lang="zh-CN" altLang="en-US">
                <a:ea typeface="宋体" panose="02010600030101010101" pitchFamily="2" charset="-122"/>
              </a:rPr>
              <a:t>： 延迟分支（分支延迟时间片的调度）</a:t>
            </a:r>
          </a:p>
        </p:txBody>
      </p:sp>
      <p:sp>
        <p:nvSpPr>
          <p:cNvPr id="327683" name="Rectangle 3">
            <a:extLst>
              <a:ext uri="{FF2B5EF4-FFF2-40B4-BE49-F238E27FC236}">
                <a16:creationId xmlns:a16="http://schemas.microsoft.com/office/drawing/2014/main" id="{23F33783-F929-4E09-34EB-BD03CA868AC8}"/>
              </a:ext>
            </a:extLst>
          </p:cNvPr>
          <p:cNvSpPr>
            <a:spLocks noGrp="1" noChangeArrowheads="1"/>
          </p:cNvSpPr>
          <p:nvPr>
            <p:ph idx="1"/>
          </p:nvPr>
        </p:nvSpPr>
        <p:spPr>
          <a:xfrm>
            <a:off x="322263" y="652463"/>
            <a:ext cx="8432800" cy="1452562"/>
          </a:xfrm>
        </p:spPr>
        <p:txBody>
          <a:bodyPr/>
          <a:lstStyle/>
          <a:p>
            <a:r>
              <a:rPr lang="zh-CN" altLang="en-US">
                <a:ea typeface="宋体" panose="02010600030101010101" pitchFamily="2" charset="-122"/>
              </a:rPr>
              <a:t>属于静态调度技术，由编译程序重排指令顺序来实现</a:t>
            </a:r>
          </a:p>
          <a:p>
            <a:r>
              <a:rPr lang="zh-CN" altLang="en-US">
                <a:ea typeface="宋体" panose="02010600030101010101" pitchFamily="2" charset="-122"/>
              </a:rPr>
              <a:t>基本思想：</a:t>
            </a:r>
          </a:p>
          <a:p>
            <a:pPr lvl="1">
              <a:lnSpc>
                <a:spcPct val="120000"/>
              </a:lnSpc>
            </a:pPr>
            <a:r>
              <a:rPr lang="zh-CN" altLang="en-US">
                <a:ea typeface="宋体" panose="02010600030101010101" pitchFamily="2" charset="-122"/>
              </a:rPr>
              <a:t>把分支指令前面的与分支指令无关的指令调到分支指令后面执行，以填充延迟时间片</a:t>
            </a:r>
            <a:r>
              <a:rPr lang="zh-CN" altLang="en-US">
                <a:solidFill>
                  <a:srgbClr val="CC0000"/>
                </a:solidFill>
                <a:ea typeface="宋体" panose="02010600030101010101" pitchFamily="2" charset="-122"/>
              </a:rPr>
              <a:t>（也称分支延迟槽</a:t>
            </a:r>
            <a:r>
              <a:rPr lang="en-US" altLang="zh-CN">
                <a:solidFill>
                  <a:srgbClr val="CC0000"/>
                </a:solidFill>
                <a:ea typeface="宋体" panose="02010600030101010101" pitchFamily="2" charset="-122"/>
              </a:rPr>
              <a:t>Branch Delay slot</a:t>
            </a:r>
            <a:r>
              <a:rPr lang="zh-CN" altLang="en-US">
                <a:solidFill>
                  <a:srgbClr val="CC0000"/>
                </a:solidFill>
                <a:ea typeface="宋体" panose="02010600030101010101" pitchFamily="2" charset="-122"/>
              </a:rPr>
              <a:t>）</a:t>
            </a:r>
            <a:r>
              <a:rPr lang="zh-CN" altLang="en-US">
                <a:ea typeface="宋体" panose="02010600030101010101" pitchFamily="2" charset="-122"/>
              </a:rPr>
              <a:t>，不够时用</a:t>
            </a:r>
            <a:r>
              <a:rPr lang="en-US" altLang="zh-CN">
                <a:ea typeface="宋体" panose="02010600030101010101" pitchFamily="2" charset="-122"/>
              </a:rPr>
              <a:t>nop</a:t>
            </a:r>
            <a:r>
              <a:rPr lang="zh-CN" altLang="en-US">
                <a:ea typeface="宋体" panose="02010600030101010101" pitchFamily="2" charset="-122"/>
              </a:rPr>
              <a:t>操作填充</a:t>
            </a:r>
          </a:p>
        </p:txBody>
      </p:sp>
      <p:sp>
        <p:nvSpPr>
          <p:cNvPr id="327686" name="Text Box 6">
            <a:extLst>
              <a:ext uri="{FF2B5EF4-FFF2-40B4-BE49-F238E27FC236}">
                <a16:creationId xmlns:a16="http://schemas.microsoft.com/office/drawing/2014/main" id="{246BD00E-E434-FBD6-7E22-3E375CC5EADE}"/>
              </a:ext>
            </a:extLst>
          </p:cNvPr>
          <p:cNvSpPr txBox="1">
            <a:spLocks noChangeArrowheads="1"/>
          </p:cNvSpPr>
          <p:nvPr/>
        </p:nvSpPr>
        <p:spPr bwMode="auto">
          <a:xfrm>
            <a:off x="279400" y="2146300"/>
            <a:ext cx="433070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a:solidFill>
                  <a:srgbClr val="008000"/>
                </a:solidFill>
                <a:ea typeface="宋体" panose="02010600030101010101" pitchFamily="2" charset="-122"/>
              </a:rPr>
              <a:t>举例：如何对以下程序段进行分支延迟调度？</a:t>
            </a:r>
          </a:p>
          <a:p>
            <a:pPr eaLnBrk="0" hangingPunct="0">
              <a:spcBef>
                <a:spcPct val="50000"/>
              </a:spcBef>
            </a:pPr>
            <a:r>
              <a:rPr lang="zh-CN" altLang="en-US">
                <a:solidFill>
                  <a:srgbClr val="008000"/>
                </a:solidFill>
                <a:ea typeface="宋体" panose="02010600030101010101" pitchFamily="2" charset="-122"/>
              </a:rPr>
              <a:t>（假定时间片</a:t>
            </a:r>
            <a:r>
              <a:rPr lang="en-US" altLang="zh-CN">
                <a:solidFill>
                  <a:srgbClr val="008000"/>
                </a:solidFill>
                <a:ea typeface="宋体" panose="02010600030101010101" pitchFamily="2" charset="-122"/>
              </a:rPr>
              <a:t>C=2</a:t>
            </a:r>
            <a:r>
              <a:rPr lang="zh-CN" altLang="en-US">
                <a:solidFill>
                  <a:srgbClr val="008000"/>
                </a:solidFill>
                <a:ea typeface="宋体" panose="02010600030101010101" pitchFamily="2" charset="-122"/>
              </a:rPr>
              <a:t>）</a:t>
            </a:r>
          </a:p>
        </p:txBody>
      </p:sp>
      <p:sp>
        <p:nvSpPr>
          <p:cNvPr id="327690" name="Text Box 10">
            <a:extLst>
              <a:ext uri="{FF2B5EF4-FFF2-40B4-BE49-F238E27FC236}">
                <a16:creationId xmlns:a16="http://schemas.microsoft.com/office/drawing/2014/main" id="{A99B6C2C-ABF6-FB94-E50D-CC36E9BC092F}"/>
              </a:ext>
            </a:extLst>
          </p:cNvPr>
          <p:cNvSpPr txBox="1">
            <a:spLocks noChangeArrowheads="1"/>
          </p:cNvSpPr>
          <p:nvPr/>
        </p:nvSpPr>
        <p:spPr bwMode="auto">
          <a:xfrm>
            <a:off x="4457700" y="5956300"/>
            <a:ext cx="3784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20000"/>
              </a:spcBef>
            </a:pPr>
            <a:r>
              <a:rPr lang="zh-CN" altLang="en-US">
                <a:solidFill>
                  <a:schemeClr val="accent2"/>
                </a:solidFill>
                <a:ea typeface="宋体" panose="02010600030101010101" pitchFamily="2" charset="-122"/>
              </a:rPr>
              <a:t>调度后，降低了分支延迟损失</a:t>
            </a:r>
            <a:endParaRPr lang="zh-CN" altLang="en-US">
              <a:solidFill>
                <a:schemeClr val="accent2"/>
              </a:solidFill>
              <a:latin typeface="Arial" panose="020B0604020202020204" pitchFamily="34" charset="0"/>
              <a:ea typeface="宋体" panose="02010600030101010101" pitchFamily="2" charset="-122"/>
            </a:endParaRPr>
          </a:p>
        </p:txBody>
      </p:sp>
      <p:grpSp>
        <p:nvGrpSpPr>
          <p:cNvPr id="2" name="Group 37">
            <a:extLst>
              <a:ext uri="{FF2B5EF4-FFF2-40B4-BE49-F238E27FC236}">
                <a16:creationId xmlns:a16="http://schemas.microsoft.com/office/drawing/2014/main" id="{931850FC-90D5-84ED-8D60-C98F136D5BCA}"/>
              </a:ext>
            </a:extLst>
          </p:cNvPr>
          <p:cNvGrpSpPr>
            <a:grpSpLocks/>
          </p:cNvGrpSpPr>
          <p:nvPr/>
        </p:nvGrpSpPr>
        <p:grpSpPr bwMode="auto">
          <a:xfrm>
            <a:off x="6553200" y="2844800"/>
            <a:ext cx="2590800" cy="3384550"/>
            <a:chOff x="2536" y="1760"/>
            <a:chExt cx="1632" cy="2132"/>
          </a:xfrm>
        </p:grpSpPr>
        <p:sp>
          <p:nvSpPr>
            <p:cNvPr id="152582" name="Text Box 4">
              <a:extLst>
                <a:ext uri="{FF2B5EF4-FFF2-40B4-BE49-F238E27FC236}">
                  <a16:creationId xmlns:a16="http://schemas.microsoft.com/office/drawing/2014/main" id="{ACA10286-DDCA-6EB2-9564-39C328E69180}"/>
                </a:ext>
              </a:extLst>
            </p:cNvPr>
            <p:cNvSpPr txBox="1">
              <a:spLocks noChangeArrowheads="1"/>
            </p:cNvSpPr>
            <p:nvPr/>
          </p:nvSpPr>
          <p:spPr bwMode="auto">
            <a:xfrm>
              <a:off x="2672" y="1760"/>
              <a:ext cx="1496" cy="2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lw $3, 0($2)</a:t>
              </a:r>
            </a:p>
            <a:p>
              <a:pPr eaLnBrk="0" hangingPunct="0">
                <a:lnSpc>
                  <a:spcPct val="120000"/>
                </a:lnSpc>
                <a:spcBef>
                  <a:spcPct val="20000"/>
                </a:spcBef>
              </a:pPr>
              <a:r>
                <a:rPr lang="en-US" altLang="zh-CN" sz="2000">
                  <a:solidFill>
                    <a:schemeClr val="accent2"/>
                  </a:solidFill>
                  <a:latin typeface="Arial" panose="020B0604020202020204" pitchFamily="34" charset="0"/>
                  <a:ea typeface="宋体" panose="02010600030101010101" pitchFamily="2" charset="-122"/>
                </a:rPr>
                <a:t>add  $6, $4, $2</a:t>
              </a:r>
            </a:p>
            <a:p>
              <a:pPr eaLnBrk="0" hangingPunct="0">
                <a:lnSpc>
                  <a:spcPct val="120000"/>
                </a:lnSpc>
                <a:spcBef>
                  <a:spcPct val="20000"/>
                </a:spcBef>
              </a:pPr>
              <a:r>
                <a:rPr lang="en-US" altLang="zh-CN" sz="2000">
                  <a:solidFill>
                    <a:srgbClr val="008000"/>
                  </a:solidFill>
                  <a:latin typeface="Arial" panose="020B0604020202020204" pitchFamily="34" charset="0"/>
                  <a:ea typeface="宋体" panose="02010600030101010101" pitchFamily="2" charset="-122"/>
                </a:rPr>
                <a:t>beq $3, $5, 4</a:t>
              </a:r>
            </a:p>
            <a:p>
              <a:pPr eaLnBrk="0" hangingPunct="0">
                <a:lnSpc>
                  <a:spcPct val="120000"/>
                </a:lnSpc>
                <a:spcBef>
                  <a:spcPct val="20000"/>
                </a:spcBef>
              </a:pPr>
              <a:r>
                <a:rPr lang="en-US" altLang="zh-CN" sz="2000">
                  <a:solidFill>
                    <a:srgbClr val="CC0000"/>
                  </a:solidFill>
                  <a:latin typeface="Arial" panose="020B0604020202020204" pitchFamily="34" charset="0"/>
                  <a:ea typeface="宋体" panose="02010600030101010101" pitchFamily="2" charset="-122"/>
                </a:rPr>
                <a:t>lw $1, 0($2)</a:t>
              </a:r>
            </a:p>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add $3, $3,$2</a:t>
              </a:r>
            </a:p>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sw $1, 0($2)</a:t>
              </a:r>
              <a:r>
                <a:rPr lang="en-US" altLang="zh-CN" sz="2000">
                  <a:ea typeface="宋体" panose="02010600030101010101" pitchFamily="2" charset="-122"/>
                </a:rPr>
                <a:t> </a:t>
              </a:r>
            </a:p>
            <a:p>
              <a:pPr eaLnBrk="0" hangingPunct="0"/>
              <a:r>
                <a:rPr lang="en-US" altLang="zh-CN" sz="2000">
                  <a:ea typeface="宋体" panose="02010600030101010101" pitchFamily="2" charset="-122"/>
                </a:rPr>
                <a:t>     ……</a:t>
              </a:r>
              <a:r>
                <a:rPr lang="zh-CN" altLang="en-US" sz="2000">
                  <a:ea typeface="宋体" panose="02010600030101010101" pitchFamily="2" charset="-122"/>
                </a:rPr>
                <a:t>     </a:t>
              </a:r>
            </a:p>
            <a:p>
              <a:pPr eaLnBrk="0" hangingPunct="0">
                <a:spcBef>
                  <a:spcPct val="50000"/>
                </a:spcBef>
              </a:pPr>
              <a:endParaRPr lang="en-US" altLang="zh-CN" sz="2000">
                <a:latin typeface="Arial" panose="020B0604020202020204" pitchFamily="34" charset="0"/>
                <a:ea typeface="宋体" panose="02010600030101010101" pitchFamily="2" charset="-122"/>
              </a:endParaRPr>
            </a:p>
          </p:txBody>
        </p:sp>
        <p:sp>
          <p:nvSpPr>
            <p:cNvPr id="152583" name="Rectangle 18">
              <a:extLst>
                <a:ext uri="{FF2B5EF4-FFF2-40B4-BE49-F238E27FC236}">
                  <a16:creationId xmlns:a16="http://schemas.microsoft.com/office/drawing/2014/main" id="{D78293BE-9AE1-E18A-DB19-D6952C7D7141}"/>
                </a:ext>
              </a:extLst>
            </p:cNvPr>
            <p:cNvSpPr>
              <a:spLocks noChangeArrowheads="1"/>
            </p:cNvSpPr>
            <p:nvPr/>
          </p:nvSpPr>
          <p:spPr bwMode="auto">
            <a:xfrm>
              <a:off x="2536" y="1784"/>
              <a:ext cx="1352" cy="181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grpSp>
      <p:grpSp>
        <p:nvGrpSpPr>
          <p:cNvPr id="3" name="Group 43">
            <a:extLst>
              <a:ext uri="{FF2B5EF4-FFF2-40B4-BE49-F238E27FC236}">
                <a16:creationId xmlns:a16="http://schemas.microsoft.com/office/drawing/2014/main" id="{3CBC6C86-D708-CA1D-9463-80E61DA0EBA4}"/>
              </a:ext>
            </a:extLst>
          </p:cNvPr>
          <p:cNvGrpSpPr>
            <a:grpSpLocks/>
          </p:cNvGrpSpPr>
          <p:nvPr/>
        </p:nvGrpSpPr>
        <p:grpSpPr bwMode="auto">
          <a:xfrm>
            <a:off x="292100" y="2768600"/>
            <a:ext cx="2768600" cy="3386138"/>
            <a:chOff x="184" y="1744"/>
            <a:chExt cx="1744" cy="2133"/>
          </a:xfrm>
        </p:grpSpPr>
        <p:sp>
          <p:nvSpPr>
            <p:cNvPr id="152585" name="Text Box 14">
              <a:extLst>
                <a:ext uri="{FF2B5EF4-FFF2-40B4-BE49-F238E27FC236}">
                  <a16:creationId xmlns:a16="http://schemas.microsoft.com/office/drawing/2014/main" id="{F901A991-E1D3-B368-EB4A-B0B30BC8B437}"/>
                </a:ext>
              </a:extLst>
            </p:cNvPr>
            <p:cNvSpPr txBox="1">
              <a:spLocks noChangeArrowheads="1"/>
            </p:cNvSpPr>
            <p:nvPr/>
          </p:nvSpPr>
          <p:spPr bwMode="auto">
            <a:xfrm>
              <a:off x="240" y="1744"/>
              <a:ext cx="1256" cy="2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120000"/>
                </a:lnSpc>
                <a:spcBef>
                  <a:spcPct val="20000"/>
                </a:spcBef>
              </a:pPr>
              <a:r>
                <a:rPr lang="en-US" altLang="zh-CN" sz="2000">
                  <a:solidFill>
                    <a:srgbClr val="CC0000"/>
                  </a:solidFill>
                  <a:latin typeface="Arial" panose="020B0604020202020204" pitchFamily="34" charset="0"/>
                  <a:ea typeface="宋体" panose="02010600030101010101" pitchFamily="2" charset="-122"/>
                </a:rPr>
                <a:t>lw $1, 0($2)</a:t>
              </a:r>
            </a:p>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lw </a:t>
              </a:r>
              <a:r>
                <a:rPr lang="en-US" altLang="zh-CN" sz="2000">
                  <a:solidFill>
                    <a:srgbClr val="CF922F"/>
                  </a:solidFill>
                  <a:latin typeface="Arial" panose="020B0604020202020204" pitchFamily="34" charset="0"/>
                  <a:ea typeface="宋体" panose="02010600030101010101" pitchFamily="2" charset="-122"/>
                </a:rPr>
                <a:t>$3</a:t>
              </a:r>
              <a:r>
                <a:rPr lang="en-US" altLang="zh-CN" sz="2000">
                  <a:latin typeface="Arial" panose="020B0604020202020204" pitchFamily="34" charset="0"/>
                  <a:ea typeface="宋体" panose="02010600030101010101" pitchFamily="2" charset="-122"/>
                </a:rPr>
                <a:t>, 0($2)</a:t>
              </a:r>
            </a:p>
            <a:p>
              <a:pPr eaLnBrk="0" hangingPunct="0">
                <a:lnSpc>
                  <a:spcPct val="120000"/>
                </a:lnSpc>
                <a:spcBef>
                  <a:spcPct val="20000"/>
                </a:spcBef>
              </a:pPr>
              <a:r>
                <a:rPr lang="en-US" altLang="zh-CN" sz="2000">
                  <a:solidFill>
                    <a:schemeClr val="accent2"/>
                  </a:solidFill>
                  <a:latin typeface="Arial" panose="020B0604020202020204" pitchFamily="34" charset="0"/>
                  <a:ea typeface="宋体" panose="02010600030101010101" pitchFamily="2" charset="-122"/>
                </a:rPr>
                <a:t>add  $6, $4, $2</a:t>
              </a:r>
            </a:p>
            <a:p>
              <a:pPr eaLnBrk="0" hangingPunct="0">
                <a:lnSpc>
                  <a:spcPct val="120000"/>
                </a:lnSpc>
                <a:spcBef>
                  <a:spcPct val="20000"/>
                </a:spcBef>
              </a:pPr>
              <a:r>
                <a:rPr lang="en-US" altLang="zh-CN" sz="2000">
                  <a:solidFill>
                    <a:srgbClr val="008000"/>
                  </a:solidFill>
                  <a:latin typeface="Arial" panose="020B0604020202020204" pitchFamily="34" charset="0"/>
                  <a:ea typeface="宋体" panose="02010600030101010101" pitchFamily="2" charset="-122"/>
                </a:rPr>
                <a:t>beq </a:t>
              </a:r>
              <a:r>
                <a:rPr lang="en-US" altLang="zh-CN" sz="2000">
                  <a:solidFill>
                    <a:srgbClr val="CF922F"/>
                  </a:solidFill>
                  <a:latin typeface="Arial" panose="020B0604020202020204" pitchFamily="34" charset="0"/>
                  <a:ea typeface="宋体" panose="02010600030101010101" pitchFamily="2" charset="-122"/>
                </a:rPr>
                <a:t>$3</a:t>
              </a:r>
              <a:r>
                <a:rPr lang="en-US" altLang="zh-CN" sz="2000">
                  <a:solidFill>
                    <a:srgbClr val="008000"/>
                  </a:solidFill>
                  <a:latin typeface="Arial" panose="020B0604020202020204" pitchFamily="34" charset="0"/>
                  <a:ea typeface="宋体" panose="02010600030101010101" pitchFamily="2" charset="-122"/>
                </a:rPr>
                <a:t>, $5, 4</a:t>
              </a:r>
            </a:p>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add $3, $3,$2</a:t>
              </a:r>
            </a:p>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sw $1, 0($2)</a:t>
              </a:r>
              <a:r>
                <a:rPr lang="en-US" altLang="zh-CN" sz="2000">
                  <a:ea typeface="宋体" panose="02010600030101010101" pitchFamily="2" charset="-122"/>
                </a:rPr>
                <a:t> </a:t>
              </a:r>
            </a:p>
            <a:p>
              <a:pPr eaLnBrk="0" hangingPunct="0"/>
              <a:r>
                <a:rPr lang="en-US" altLang="zh-CN" sz="2000">
                  <a:ea typeface="宋体" panose="02010600030101010101" pitchFamily="2" charset="-122"/>
                </a:rPr>
                <a:t>     ……</a:t>
              </a:r>
              <a:r>
                <a:rPr lang="zh-CN" altLang="en-US" sz="2000">
                  <a:ea typeface="宋体" panose="02010600030101010101" pitchFamily="2" charset="-122"/>
                </a:rPr>
                <a:t>     </a:t>
              </a:r>
            </a:p>
            <a:p>
              <a:pPr eaLnBrk="0" hangingPunct="0">
                <a:spcBef>
                  <a:spcPct val="50000"/>
                </a:spcBef>
              </a:pPr>
              <a:endParaRPr lang="en-US" altLang="zh-CN" sz="2000">
                <a:latin typeface="Arial" panose="020B0604020202020204" pitchFamily="34" charset="0"/>
                <a:ea typeface="宋体" panose="02010600030101010101" pitchFamily="2" charset="-122"/>
              </a:endParaRPr>
            </a:p>
          </p:txBody>
        </p:sp>
        <p:sp>
          <p:nvSpPr>
            <p:cNvPr id="152586" name="Rectangle 19">
              <a:extLst>
                <a:ext uri="{FF2B5EF4-FFF2-40B4-BE49-F238E27FC236}">
                  <a16:creationId xmlns:a16="http://schemas.microsoft.com/office/drawing/2014/main" id="{D59B4DFA-E052-5628-BF96-82A5033933D0}"/>
                </a:ext>
              </a:extLst>
            </p:cNvPr>
            <p:cNvSpPr>
              <a:spLocks noChangeArrowheads="1"/>
            </p:cNvSpPr>
            <p:nvPr/>
          </p:nvSpPr>
          <p:spPr bwMode="auto">
            <a:xfrm>
              <a:off x="184" y="1784"/>
              <a:ext cx="1744" cy="181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grpSp>
      <p:sp>
        <p:nvSpPr>
          <p:cNvPr id="327700" name="Rectangle 20">
            <a:extLst>
              <a:ext uri="{FF2B5EF4-FFF2-40B4-BE49-F238E27FC236}">
                <a16:creationId xmlns:a16="http://schemas.microsoft.com/office/drawing/2014/main" id="{1AD882A3-E5C4-4C0B-B202-2DD7C8B44778}"/>
              </a:ext>
            </a:extLst>
          </p:cNvPr>
          <p:cNvSpPr>
            <a:spLocks noChangeArrowheads="1"/>
          </p:cNvSpPr>
          <p:nvPr/>
        </p:nvSpPr>
        <p:spPr bwMode="auto">
          <a:xfrm>
            <a:off x="215900" y="5932488"/>
            <a:ext cx="3784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a:solidFill>
                  <a:schemeClr val="accent2"/>
                </a:solidFill>
                <a:ea typeface="宋体" panose="02010600030101010101" pitchFamily="2" charset="-122"/>
              </a:rPr>
              <a:t>调度后可能带来其他问题：产生新的</a:t>
            </a:r>
            <a:r>
              <a:rPr lang="en-US" altLang="zh-CN">
                <a:solidFill>
                  <a:schemeClr val="accent2"/>
                </a:solidFill>
                <a:latin typeface="Arial" panose="020B0604020202020204" pitchFamily="34" charset="0"/>
                <a:ea typeface="宋体" panose="02010600030101010101" pitchFamily="2" charset="-122"/>
              </a:rPr>
              <a:t>load-use</a:t>
            </a:r>
            <a:r>
              <a:rPr lang="zh-CN" altLang="en-US">
                <a:solidFill>
                  <a:schemeClr val="accent2"/>
                </a:solidFill>
                <a:latin typeface="Arial" panose="020B0604020202020204" pitchFamily="34" charset="0"/>
                <a:ea typeface="宋体" panose="02010600030101010101" pitchFamily="2" charset="-122"/>
              </a:rPr>
              <a:t>数据</a:t>
            </a:r>
            <a:r>
              <a:rPr lang="zh-CN" altLang="en-US">
                <a:solidFill>
                  <a:schemeClr val="accent2"/>
                </a:solidFill>
                <a:ea typeface="宋体" panose="02010600030101010101" pitchFamily="2" charset="-122"/>
              </a:rPr>
              <a:t>冒险</a:t>
            </a:r>
          </a:p>
        </p:txBody>
      </p:sp>
      <p:sp>
        <p:nvSpPr>
          <p:cNvPr id="327704" name="Freeform 24">
            <a:extLst>
              <a:ext uri="{FF2B5EF4-FFF2-40B4-BE49-F238E27FC236}">
                <a16:creationId xmlns:a16="http://schemas.microsoft.com/office/drawing/2014/main" id="{A3930ED0-A7D8-614A-8F7D-D0905A62F137}"/>
              </a:ext>
            </a:extLst>
          </p:cNvPr>
          <p:cNvSpPr>
            <a:spLocks noChangeArrowheads="1"/>
          </p:cNvSpPr>
          <p:nvPr/>
        </p:nvSpPr>
        <p:spPr bwMode="auto">
          <a:xfrm>
            <a:off x="1711325" y="3113088"/>
            <a:ext cx="755650" cy="1374775"/>
          </a:xfrm>
          <a:custGeom>
            <a:avLst/>
            <a:gdLst>
              <a:gd name="T0" fmla="*/ 80 w 309"/>
              <a:gd name="T1" fmla="*/ 0 h 560"/>
              <a:gd name="T2" fmla="*/ 272 w 309"/>
              <a:gd name="T3" fmla="*/ 112 h 560"/>
              <a:gd name="T4" fmla="*/ 264 w 309"/>
              <a:gd name="T5" fmla="*/ 448 h 560"/>
              <a:gd name="T6" fmla="*/ 0 w 309"/>
              <a:gd name="T7" fmla="*/ 560 h 560"/>
            </a:gdLst>
            <a:ahLst/>
            <a:cxnLst>
              <a:cxn ang="0">
                <a:pos x="T0" y="T1"/>
              </a:cxn>
              <a:cxn ang="0">
                <a:pos x="T2" y="T3"/>
              </a:cxn>
              <a:cxn ang="0">
                <a:pos x="T4" y="T5"/>
              </a:cxn>
              <a:cxn ang="0">
                <a:pos x="T6" y="T7"/>
              </a:cxn>
            </a:cxnLst>
            <a:rect l="0" t="0" r="r" b="b"/>
            <a:pathLst>
              <a:path w="309" h="560">
                <a:moveTo>
                  <a:pt x="80" y="0"/>
                </a:moveTo>
                <a:cubicBezTo>
                  <a:pt x="160" y="18"/>
                  <a:pt x="241" y="37"/>
                  <a:pt x="272" y="112"/>
                </a:cubicBezTo>
                <a:cubicBezTo>
                  <a:pt x="303" y="187"/>
                  <a:pt x="309" y="373"/>
                  <a:pt x="264" y="448"/>
                </a:cubicBezTo>
                <a:cubicBezTo>
                  <a:pt x="219" y="523"/>
                  <a:pt x="109" y="541"/>
                  <a:pt x="0" y="560"/>
                </a:cubicBezTo>
              </a:path>
            </a:pathLst>
          </a:custGeom>
          <a:noFill/>
          <a:ln w="127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327705" name="Freeform 25">
            <a:extLst>
              <a:ext uri="{FF2B5EF4-FFF2-40B4-BE49-F238E27FC236}">
                <a16:creationId xmlns:a16="http://schemas.microsoft.com/office/drawing/2014/main" id="{D969EDD4-E8FF-0C3D-EF82-1C381B0E2EA5}"/>
              </a:ext>
            </a:extLst>
          </p:cNvPr>
          <p:cNvSpPr>
            <a:spLocks noChangeArrowheads="1"/>
          </p:cNvSpPr>
          <p:nvPr/>
        </p:nvSpPr>
        <p:spPr bwMode="auto">
          <a:xfrm rot="713319">
            <a:off x="2066925" y="3849688"/>
            <a:ext cx="628650" cy="739775"/>
          </a:xfrm>
          <a:custGeom>
            <a:avLst/>
            <a:gdLst>
              <a:gd name="T0" fmla="*/ 80 w 309"/>
              <a:gd name="T1" fmla="*/ 0 h 560"/>
              <a:gd name="T2" fmla="*/ 272 w 309"/>
              <a:gd name="T3" fmla="*/ 112 h 560"/>
              <a:gd name="T4" fmla="*/ 264 w 309"/>
              <a:gd name="T5" fmla="*/ 448 h 560"/>
              <a:gd name="T6" fmla="*/ 0 w 309"/>
              <a:gd name="T7" fmla="*/ 560 h 560"/>
            </a:gdLst>
            <a:ahLst/>
            <a:cxnLst>
              <a:cxn ang="0">
                <a:pos x="T0" y="T1"/>
              </a:cxn>
              <a:cxn ang="0">
                <a:pos x="T2" y="T3"/>
              </a:cxn>
              <a:cxn ang="0">
                <a:pos x="T4" y="T5"/>
              </a:cxn>
              <a:cxn ang="0">
                <a:pos x="T6" y="T7"/>
              </a:cxn>
            </a:cxnLst>
            <a:rect l="0" t="0" r="r" b="b"/>
            <a:pathLst>
              <a:path w="309" h="560">
                <a:moveTo>
                  <a:pt x="80" y="0"/>
                </a:moveTo>
                <a:cubicBezTo>
                  <a:pt x="160" y="18"/>
                  <a:pt x="241" y="37"/>
                  <a:pt x="272" y="112"/>
                </a:cubicBezTo>
                <a:cubicBezTo>
                  <a:pt x="303" y="187"/>
                  <a:pt x="309" y="373"/>
                  <a:pt x="264" y="448"/>
                </a:cubicBezTo>
                <a:cubicBezTo>
                  <a:pt x="219" y="523"/>
                  <a:pt x="109" y="541"/>
                  <a:pt x="0" y="560"/>
                </a:cubicBezTo>
              </a:path>
            </a:pathLst>
          </a:custGeom>
          <a:noFill/>
          <a:ln w="1270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pSp>
        <p:nvGrpSpPr>
          <p:cNvPr id="4" name="Group 28">
            <a:extLst>
              <a:ext uri="{FF2B5EF4-FFF2-40B4-BE49-F238E27FC236}">
                <a16:creationId xmlns:a16="http://schemas.microsoft.com/office/drawing/2014/main" id="{609F5E6A-D558-4670-CA78-1ECAD8C4686B}"/>
              </a:ext>
            </a:extLst>
          </p:cNvPr>
          <p:cNvGrpSpPr>
            <a:grpSpLocks/>
          </p:cNvGrpSpPr>
          <p:nvPr/>
        </p:nvGrpSpPr>
        <p:grpSpPr bwMode="auto">
          <a:xfrm>
            <a:off x="2387600" y="4356100"/>
            <a:ext cx="203200" cy="292100"/>
            <a:chOff x="4640" y="2696"/>
            <a:chExt cx="128" cy="184"/>
          </a:xfrm>
        </p:grpSpPr>
        <p:sp>
          <p:nvSpPr>
            <p:cNvPr id="152591" name="Line 26">
              <a:extLst>
                <a:ext uri="{FF2B5EF4-FFF2-40B4-BE49-F238E27FC236}">
                  <a16:creationId xmlns:a16="http://schemas.microsoft.com/office/drawing/2014/main" id="{1FC90107-9729-6640-13AD-ED2FE5A27675}"/>
                </a:ext>
              </a:extLst>
            </p:cNvPr>
            <p:cNvSpPr>
              <a:spLocks noChangeShapeType="1"/>
            </p:cNvSpPr>
            <p:nvPr/>
          </p:nvSpPr>
          <p:spPr bwMode="auto">
            <a:xfrm flipH="1">
              <a:off x="4656" y="2696"/>
              <a:ext cx="96" cy="1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2592" name="Line 27">
              <a:extLst>
                <a:ext uri="{FF2B5EF4-FFF2-40B4-BE49-F238E27FC236}">
                  <a16:creationId xmlns:a16="http://schemas.microsoft.com/office/drawing/2014/main" id="{7ABF879A-4008-8883-D8C8-5043AAAEF124}"/>
                </a:ext>
              </a:extLst>
            </p:cNvPr>
            <p:cNvSpPr>
              <a:spLocks noChangeShapeType="1"/>
            </p:cNvSpPr>
            <p:nvPr/>
          </p:nvSpPr>
          <p:spPr bwMode="auto">
            <a:xfrm>
              <a:off x="4640" y="2720"/>
              <a:ext cx="128" cy="1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27713" name="Text Box 33">
            <a:extLst>
              <a:ext uri="{FF2B5EF4-FFF2-40B4-BE49-F238E27FC236}">
                <a16:creationId xmlns:a16="http://schemas.microsoft.com/office/drawing/2014/main" id="{EABF3E70-7CD7-BD17-4A6F-372208D0828D}"/>
              </a:ext>
            </a:extLst>
          </p:cNvPr>
          <p:cNvSpPr txBox="1">
            <a:spLocks noChangeArrowheads="1"/>
          </p:cNvSpPr>
          <p:nvPr/>
        </p:nvSpPr>
        <p:spPr bwMode="auto">
          <a:xfrm>
            <a:off x="6230938" y="2338388"/>
            <a:ext cx="1901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a:latin typeface="Arial" panose="020B0604020202020204" pitchFamily="34" charset="0"/>
                <a:ea typeface="宋体" panose="02010600030101010101" pitchFamily="2" charset="-122"/>
              </a:rPr>
              <a:t>若</a:t>
            </a:r>
            <a:r>
              <a:rPr lang="en-US" altLang="zh-CN">
                <a:latin typeface="Arial" panose="020B0604020202020204" pitchFamily="34" charset="0"/>
                <a:ea typeface="宋体" panose="02010600030101010101" pitchFamily="2" charset="-122"/>
              </a:rPr>
              <a:t>C=1</a:t>
            </a:r>
            <a:r>
              <a:rPr lang="zh-CN" altLang="en-US">
                <a:latin typeface="Arial" panose="020B0604020202020204" pitchFamily="34" charset="0"/>
                <a:ea typeface="宋体" panose="02010600030101010101" pitchFamily="2" charset="-122"/>
              </a:rPr>
              <a:t>，则可以：</a:t>
            </a:r>
          </a:p>
        </p:txBody>
      </p:sp>
      <p:grpSp>
        <p:nvGrpSpPr>
          <p:cNvPr id="5" name="Group 36">
            <a:extLst>
              <a:ext uri="{FF2B5EF4-FFF2-40B4-BE49-F238E27FC236}">
                <a16:creationId xmlns:a16="http://schemas.microsoft.com/office/drawing/2014/main" id="{E0D3EC7E-4E46-BD96-ECD1-5596D2B25D0F}"/>
              </a:ext>
            </a:extLst>
          </p:cNvPr>
          <p:cNvGrpSpPr>
            <a:grpSpLocks/>
          </p:cNvGrpSpPr>
          <p:nvPr/>
        </p:nvGrpSpPr>
        <p:grpSpPr bwMode="auto">
          <a:xfrm>
            <a:off x="3213100" y="3810000"/>
            <a:ext cx="876300" cy="825500"/>
            <a:chOff x="2024" y="2400"/>
            <a:chExt cx="552" cy="520"/>
          </a:xfrm>
        </p:grpSpPr>
        <p:sp>
          <p:nvSpPr>
            <p:cNvPr id="152595" name="AutoShape 34">
              <a:extLst>
                <a:ext uri="{FF2B5EF4-FFF2-40B4-BE49-F238E27FC236}">
                  <a16:creationId xmlns:a16="http://schemas.microsoft.com/office/drawing/2014/main" id="{62C5E28F-1CFF-B653-767E-BDF7DB47339E}"/>
                </a:ext>
              </a:extLst>
            </p:cNvPr>
            <p:cNvSpPr>
              <a:spLocks noChangeArrowheads="1"/>
            </p:cNvSpPr>
            <p:nvPr/>
          </p:nvSpPr>
          <p:spPr bwMode="auto">
            <a:xfrm>
              <a:off x="2024" y="2400"/>
              <a:ext cx="496" cy="520"/>
            </a:xfrm>
            <a:prstGeom prst="rightArrow">
              <a:avLst>
                <a:gd name="adj1" fmla="val 50000"/>
                <a:gd name="adj2" fmla="val 25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52596" name="Text Box 35">
              <a:extLst>
                <a:ext uri="{FF2B5EF4-FFF2-40B4-BE49-F238E27FC236}">
                  <a16:creationId xmlns:a16="http://schemas.microsoft.com/office/drawing/2014/main" id="{8D0609A9-8AA0-11C1-02BD-4A967FE1FC64}"/>
                </a:ext>
              </a:extLst>
            </p:cNvPr>
            <p:cNvSpPr txBox="1">
              <a:spLocks noChangeArrowheads="1"/>
            </p:cNvSpPr>
            <p:nvPr/>
          </p:nvSpPr>
          <p:spPr bwMode="auto">
            <a:xfrm>
              <a:off x="2024" y="2560"/>
              <a:ext cx="5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a:ea typeface="宋体" panose="02010600030101010101" pitchFamily="2" charset="-122"/>
                </a:rPr>
                <a:t>调度后</a:t>
              </a:r>
            </a:p>
          </p:txBody>
        </p:sp>
      </p:grpSp>
      <p:grpSp>
        <p:nvGrpSpPr>
          <p:cNvPr id="6" name="Group 39">
            <a:extLst>
              <a:ext uri="{FF2B5EF4-FFF2-40B4-BE49-F238E27FC236}">
                <a16:creationId xmlns:a16="http://schemas.microsoft.com/office/drawing/2014/main" id="{6273D3FD-42EB-7954-743B-04DA8035045F}"/>
              </a:ext>
            </a:extLst>
          </p:cNvPr>
          <p:cNvGrpSpPr>
            <a:grpSpLocks/>
          </p:cNvGrpSpPr>
          <p:nvPr/>
        </p:nvGrpSpPr>
        <p:grpSpPr bwMode="auto">
          <a:xfrm>
            <a:off x="4089400" y="2755900"/>
            <a:ext cx="2159000" cy="3046413"/>
            <a:chOff x="4400" y="1744"/>
            <a:chExt cx="1360" cy="1919"/>
          </a:xfrm>
        </p:grpSpPr>
        <p:sp>
          <p:nvSpPr>
            <p:cNvPr id="152598" name="Text Box 7">
              <a:extLst>
                <a:ext uri="{FF2B5EF4-FFF2-40B4-BE49-F238E27FC236}">
                  <a16:creationId xmlns:a16="http://schemas.microsoft.com/office/drawing/2014/main" id="{A791D68E-9472-B02D-FFCB-6CDF85E87D70}"/>
                </a:ext>
              </a:extLst>
            </p:cNvPr>
            <p:cNvSpPr txBox="1">
              <a:spLocks noChangeArrowheads="1"/>
            </p:cNvSpPr>
            <p:nvPr/>
          </p:nvSpPr>
          <p:spPr bwMode="auto">
            <a:xfrm>
              <a:off x="4424" y="1744"/>
              <a:ext cx="1336" cy="1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lw $3, 0($2)</a:t>
              </a:r>
            </a:p>
            <a:p>
              <a:pPr eaLnBrk="0" hangingPunct="0">
                <a:lnSpc>
                  <a:spcPct val="120000"/>
                </a:lnSpc>
                <a:spcBef>
                  <a:spcPct val="20000"/>
                </a:spcBef>
              </a:pPr>
              <a:r>
                <a:rPr lang="en-US" altLang="zh-CN" sz="2000">
                  <a:solidFill>
                    <a:schemeClr val="accent2"/>
                  </a:solidFill>
                  <a:latin typeface="Arial" panose="020B0604020202020204" pitchFamily="34" charset="0"/>
                  <a:ea typeface="宋体" panose="02010600030101010101" pitchFamily="2" charset="-122"/>
                </a:rPr>
                <a:t>add  $6, $4, $2</a:t>
              </a:r>
            </a:p>
            <a:p>
              <a:pPr eaLnBrk="0" hangingPunct="0">
                <a:lnSpc>
                  <a:spcPct val="120000"/>
                </a:lnSpc>
                <a:spcBef>
                  <a:spcPct val="20000"/>
                </a:spcBef>
              </a:pPr>
              <a:r>
                <a:rPr lang="en-US" altLang="zh-CN" sz="2000">
                  <a:solidFill>
                    <a:srgbClr val="008000"/>
                  </a:solidFill>
                  <a:latin typeface="Arial" panose="020B0604020202020204" pitchFamily="34" charset="0"/>
                  <a:ea typeface="宋体" panose="02010600030101010101" pitchFamily="2" charset="-122"/>
                </a:rPr>
                <a:t>beq $3, $5, 4</a:t>
              </a:r>
            </a:p>
            <a:p>
              <a:pPr eaLnBrk="0" hangingPunct="0">
                <a:lnSpc>
                  <a:spcPct val="120000"/>
                </a:lnSpc>
                <a:spcBef>
                  <a:spcPct val="20000"/>
                </a:spcBef>
              </a:pPr>
              <a:r>
                <a:rPr lang="en-US" altLang="zh-CN" sz="2000">
                  <a:solidFill>
                    <a:srgbClr val="CC0000"/>
                  </a:solidFill>
                  <a:latin typeface="Arial" panose="020B0604020202020204" pitchFamily="34" charset="0"/>
                  <a:ea typeface="宋体" panose="02010600030101010101" pitchFamily="2" charset="-122"/>
                </a:rPr>
                <a:t>lw $1, 0($2)</a:t>
              </a:r>
            </a:p>
            <a:p>
              <a:pPr eaLnBrk="0" hangingPunct="0">
                <a:lnSpc>
                  <a:spcPct val="120000"/>
                </a:lnSpc>
                <a:spcBef>
                  <a:spcPct val="20000"/>
                </a:spcBef>
              </a:pPr>
              <a:r>
                <a:rPr lang="en-US" altLang="zh-CN" sz="2000">
                  <a:solidFill>
                    <a:srgbClr val="CC0000"/>
                  </a:solidFill>
                  <a:latin typeface="Arial" panose="020B0604020202020204" pitchFamily="34" charset="0"/>
                  <a:ea typeface="宋体" panose="02010600030101010101" pitchFamily="2" charset="-122"/>
                </a:rPr>
                <a:t>nop</a:t>
              </a:r>
            </a:p>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add $3, $3,$2</a:t>
              </a:r>
            </a:p>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sw $1, 0($2) </a:t>
              </a:r>
              <a:r>
                <a:rPr lang="zh-CN" altLang="en-US" sz="2000">
                  <a:ea typeface="宋体" panose="02010600030101010101" pitchFamily="2" charset="-122"/>
                </a:rPr>
                <a:t>  </a:t>
              </a:r>
            </a:p>
          </p:txBody>
        </p:sp>
        <p:sp>
          <p:nvSpPr>
            <p:cNvPr id="152599" name="Rectangle 38">
              <a:extLst>
                <a:ext uri="{FF2B5EF4-FFF2-40B4-BE49-F238E27FC236}">
                  <a16:creationId xmlns:a16="http://schemas.microsoft.com/office/drawing/2014/main" id="{963CCB52-73F1-CBA2-6D70-BE13D99A0846}"/>
                </a:ext>
              </a:extLst>
            </p:cNvPr>
            <p:cNvSpPr>
              <a:spLocks noChangeArrowheads="1"/>
            </p:cNvSpPr>
            <p:nvPr/>
          </p:nvSpPr>
          <p:spPr bwMode="auto">
            <a:xfrm>
              <a:off x="4400" y="1776"/>
              <a:ext cx="1264" cy="186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grpSp>
      <p:sp>
        <p:nvSpPr>
          <p:cNvPr id="327720" name="Line 40">
            <a:extLst>
              <a:ext uri="{FF2B5EF4-FFF2-40B4-BE49-F238E27FC236}">
                <a16:creationId xmlns:a16="http://schemas.microsoft.com/office/drawing/2014/main" id="{83AD6E4D-BB87-7514-6E8E-A320309D0AF0}"/>
              </a:ext>
            </a:extLst>
          </p:cNvPr>
          <p:cNvSpPr>
            <a:spLocks noChangeShapeType="1"/>
          </p:cNvSpPr>
          <p:nvPr/>
        </p:nvSpPr>
        <p:spPr bwMode="auto">
          <a:xfrm>
            <a:off x="7899400" y="2489200"/>
            <a:ext cx="406400" cy="3556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683">
                                            <p:txEl>
                                              <p:pRg st="2" end="2"/>
                                            </p:txEl>
                                          </p:spTgt>
                                        </p:tgtEl>
                                        <p:attrNameLst>
                                          <p:attrName>style.visibility</p:attrName>
                                        </p:attrNameLst>
                                      </p:cBhvr>
                                      <p:to>
                                        <p:strVal val="visible"/>
                                      </p:to>
                                    </p:set>
                                    <p:animEffect transition="in" filter="blinds(horizontal)">
                                      <p:cBhvr>
                                        <p:cTn id="7" dur="500"/>
                                        <p:tgtEl>
                                          <p:spTgt spid="32768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7686">
                                            <p:txEl>
                                              <p:pRg st="0" end="0"/>
                                            </p:txEl>
                                          </p:spTgt>
                                        </p:tgtEl>
                                        <p:attrNameLst>
                                          <p:attrName>style.visibility</p:attrName>
                                        </p:attrNameLst>
                                      </p:cBhvr>
                                      <p:to>
                                        <p:strVal val="visible"/>
                                      </p:to>
                                    </p:set>
                                    <p:animEffect transition="in" filter="blinds(horizontal)">
                                      <p:cBhvr>
                                        <p:cTn id="12" dur="500"/>
                                        <p:tgtEl>
                                          <p:spTgt spid="32768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7686">
                                            <p:txEl>
                                              <p:pRg st="1" end="1"/>
                                            </p:txEl>
                                          </p:spTgt>
                                        </p:tgtEl>
                                        <p:attrNameLst>
                                          <p:attrName>style.visibility</p:attrName>
                                        </p:attrNameLst>
                                      </p:cBhvr>
                                      <p:to>
                                        <p:strVal val="visible"/>
                                      </p:to>
                                    </p:set>
                                    <p:animEffect transition="in" filter="blinds(horizontal)">
                                      <p:cBhvr>
                                        <p:cTn id="17" dur="500"/>
                                        <p:tgtEl>
                                          <p:spTgt spid="32768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7704"/>
                                        </p:tgtEl>
                                        <p:attrNameLst>
                                          <p:attrName>style.visibility</p:attrName>
                                        </p:attrNameLst>
                                      </p:cBhvr>
                                      <p:to>
                                        <p:strVal val="visible"/>
                                      </p:to>
                                    </p:set>
                                    <p:animEffect transition="in" filter="blinds(horizontal)">
                                      <p:cBhvr>
                                        <p:cTn id="27" dur="500"/>
                                        <p:tgtEl>
                                          <p:spTgt spid="3277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7705"/>
                                        </p:tgtEl>
                                        <p:attrNameLst>
                                          <p:attrName>style.visibility</p:attrName>
                                        </p:attrNameLst>
                                      </p:cBhvr>
                                      <p:to>
                                        <p:strVal val="visible"/>
                                      </p:to>
                                    </p:set>
                                    <p:animEffect transition="in" filter="blinds(horizontal)">
                                      <p:cBhvr>
                                        <p:cTn id="32" dur="500"/>
                                        <p:tgtEl>
                                          <p:spTgt spid="32770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27700"/>
                                        </p:tgtEl>
                                        <p:attrNameLst>
                                          <p:attrName>style.visibility</p:attrName>
                                        </p:attrNameLst>
                                      </p:cBhvr>
                                      <p:to>
                                        <p:strVal val="visible"/>
                                      </p:to>
                                    </p:set>
                                    <p:animEffect transition="in" filter="blinds(horizontal)">
                                      <p:cBhvr>
                                        <p:cTn id="37" dur="500"/>
                                        <p:tgtEl>
                                          <p:spTgt spid="3277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linds(horizontal)">
                                      <p:cBhvr>
                                        <p:cTn id="42" dur="500"/>
                                        <p:tgtEl>
                                          <p:spTgt spid="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blinds(horizontal)">
                                      <p:cBhvr>
                                        <p:cTn id="47" dur="500"/>
                                        <p:tgtEl>
                                          <p:spTgt spid="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blinds(horizontal)">
                                      <p:cBhvr>
                                        <p:cTn id="52" dur="500"/>
                                        <p:tgtEl>
                                          <p:spTgt spid="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27713"/>
                                        </p:tgtEl>
                                        <p:attrNameLst>
                                          <p:attrName>style.visibility</p:attrName>
                                        </p:attrNameLst>
                                      </p:cBhvr>
                                      <p:to>
                                        <p:strVal val="visible"/>
                                      </p:to>
                                    </p:set>
                                    <p:animEffect transition="in" filter="blinds(horizontal)">
                                      <p:cBhvr>
                                        <p:cTn id="57" dur="500"/>
                                        <p:tgtEl>
                                          <p:spTgt spid="32771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327720"/>
                                        </p:tgtEl>
                                        <p:attrNameLst>
                                          <p:attrName>style.visibility</p:attrName>
                                        </p:attrNameLst>
                                      </p:cBhvr>
                                      <p:to>
                                        <p:strVal val="visible"/>
                                      </p:to>
                                    </p:set>
                                    <p:animEffect transition="in" filter="blinds(horizontal)">
                                      <p:cBhvr>
                                        <p:cTn id="62" dur="500"/>
                                        <p:tgtEl>
                                          <p:spTgt spid="32772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blinds(horizontal)">
                                      <p:cBhvr>
                                        <p:cTn id="67" dur="500"/>
                                        <p:tgtEl>
                                          <p:spTgt spid="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27690"/>
                                        </p:tgtEl>
                                        <p:attrNameLst>
                                          <p:attrName>style.visibility</p:attrName>
                                        </p:attrNameLst>
                                      </p:cBhvr>
                                      <p:to>
                                        <p:strVal val="visible"/>
                                      </p:to>
                                    </p:set>
                                    <p:animEffect transition="in" filter="blinds(horizontal)">
                                      <p:cBhvr>
                                        <p:cTn id="72" dur="500"/>
                                        <p:tgtEl>
                                          <p:spTgt spid="327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90" grpId="0"/>
      <p:bldP spid="327700" grpId="0"/>
      <p:bldP spid="327704" grpId="0" bldLvl="0" animBg="1"/>
      <p:bldP spid="327705" grpId="0" bldLvl="0" animBg="1"/>
      <p:bldP spid="32771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a:extLst>
              <a:ext uri="{FF2B5EF4-FFF2-40B4-BE49-F238E27FC236}">
                <a16:creationId xmlns:a16="http://schemas.microsoft.com/office/drawing/2014/main" id="{7561F12D-4122-0625-D602-D350331A4B72}"/>
              </a:ext>
            </a:extLst>
          </p:cNvPr>
          <p:cNvSpPr>
            <a:spLocks noGrp="1" noChangeArrowheads="1"/>
          </p:cNvSpPr>
          <p:nvPr>
            <p:ph type="title"/>
          </p:nvPr>
        </p:nvSpPr>
        <p:spPr>
          <a:xfrm>
            <a:off x="800100" y="203200"/>
            <a:ext cx="6862763" cy="368300"/>
          </a:xfrm>
        </p:spPr>
        <p:txBody>
          <a:bodyPr/>
          <a:lstStyle/>
          <a:p>
            <a:r>
              <a:rPr lang="zh-CN" altLang="en-US">
                <a:ea typeface="宋体" panose="02010600030101010101" pitchFamily="2" charset="-122"/>
              </a:rPr>
              <a:t>另一种控制冒险：异常和中断</a:t>
            </a:r>
          </a:p>
        </p:txBody>
      </p:sp>
      <p:sp>
        <p:nvSpPr>
          <p:cNvPr id="232451" name="Rectangle 3">
            <a:extLst>
              <a:ext uri="{FF2B5EF4-FFF2-40B4-BE49-F238E27FC236}">
                <a16:creationId xmlns:a16="http://schemas.microsoft.com/office/drawing/2014/main" id="{CDBA5A5F-C45F-DDB7-8FEF-78AEFBBFCFA5}"/>
              </a:ext>
            </a:extLst>
          </p:cNvPr>
          <p:cNvSpPr>
            <a:spLocks noGrp="1" noChangeArrowheads="1"/>
          </p:cNvSpPr>
          <p:nvPr>
            <p:ph idx="1"/>
          </p:nvPr>
        </p:nvSpPr>
        <p:spPr>
          <a:xfrm>
            <a:off x="500063" y="855663"/>
            <a:ext cx="8485187" cy="5089525"/>
          </a:xfrm>
        </p:spPr>
        <p:txBody>
          <a:bodyPr/>
          <a:lstStyle/>
          <a:p>
            <a:pPr marL="342900" indent="-342900">
              <a:lnSpc>
                <a:spcPct val="120000"/>
              </a:lnSpc>
              <a:spcBef>
                <a:spcPct val="20000"/>
              </a:spcBef>
            </a:pPr>
            <a:r>
              <a:rPr lang="zh-CN" altLang="en-US" sz="2200">
                <a:latin typeface="微软雅黑" panose="020B0503020204020204" pitchFamily="34" charset="-122"/>
                <a:ea typeface="微软雅黑" panose="020B0503020204020204" pitchFamily="34" charset="-122"/>
              </a:rPr>
              <a:t>异常和中断会改变程序的执行流程</a:t>
            </a:r>
          </a:p>
          <a:p>
            <a:pPr marL="342900" indent="-342900">
              <a:lnSpc>
                <a:spcPct val="120000"/>
              </a:lnSpc>
              <a:spcBef>
                <a:spcPct val="20000"/>
              </a:spcBef>
            </a:pPr>
            <a:r>
              <a:rPr lang="zh-CN" altLang="en-US" sz="2200">
                <a:latin typeface="微软雅黑" panose="020B0503020204020204" pitchFamily="34" charset="-122"/>
                <a:ea typeface="微软雅黑" panose="020B0503020204020204" pitchFamily="34" charset="-122"/>
              </a:rPr>
              <a:t>某条指令发现异常时，后面多条指令已被取到流水线中正在执行</a:t>
            </a:r>
          </a:p>
          <a:p>
            <a:pPr marL="838200" lvl="1" indent="-342900">
              <a:lnSpc>
                <a:spcPct val="120000"/>
              </a:lnSpc>
              <a:spcBef>
                <a:spcPct val="20000"/>
              </a:spcBef>
            </a:pPr>
            <a:r>
              <a:rPr lang="zh-CN" altLang="en-US" sz="2200">
                <a:latin typeface="微软雅黑" panose="020B0503020204020204" pitchFamily="34" charset="-122"/>
                <a:ea typeface="微软雅黑" panose="020B0503020204020204" pitchFamily="34" charset="-122"/>
              </a:rPr>
              <a:t>例如</a:t>
            </a:r>
            <a:r>
              <a:rPr lang="en-US" altLang="zh-CN" sz="2200">
                <a:latin typeface="微软雅黑" panose="020B0503020204020204" pitchFamily="34" charset="-122"/>
                <a:ea typeface="微软雅黑" panose="020B0503020204020204" pitchFamily="34" charset="-122"/>
              </a:rPr>
              <a:t>ALU</a:t>
            </a:r>
            <a:r>
              <a:rPr lang="zh-CN" altLang="en-US" sz="2200">
                <a:latin typeface="微软雅黑" panose="020B0503020204020204" pitchFamily="34" charset="-122"/>
                <a:ea typeface="微软雅黑" panose="020B0503020204020204" pitchFamily="34" charset="-122"/>
              </a:rPr>
              <a:t>指令发现“溢出”时，已经到</a:t>
            </a:r>
            <a:r>
              <a:rPr lang="en-US" altLang="zh-CN" sz="2200">
                <a:latin typeface="微软雅黑" panose="020B0503020204020204" pitchFamily="34" charset="-122"/>
                <a:ea typeface="微软雅黑" panose="020B0503020204020204" pitchFamily="34" charset="-122"/>
              </a:rPr>
              <a:t>EX</a:t>
            </a:r>
            <a:r>
              <a:rPr lang="zh-CN" altLang="en-US" sz="2200">
                <a:latin typeface="微软雅黑" panose="020B0503020204020204" pitchFamily="34" charset="-122"/>
                <a:ea typeface="微软雅黑" panose="020B0503020204020204" pitchFamily="34" charset="-122"/>
              </a:rPr>
              <a:t>阶段结束了，此时，它后面已有两条指令进入流水线了</a:t>
            </a:r>
          </a:p>
          <a:p>
            <a:pPr marL="342900" indent="-342900">
              <a:lnSpc>
                <a:spcPct val="120000"/>
              </a:lnSpc>
              <a:spcBef>
                <a:spcPct val="20000"/>
              </a:spcBef>
            </a:pPr>
            <a:r>
              <a:rPr lang="zh-CN" altLang="en-US" sz="2200">
                <a:latin typeface="微软雅黑" panose="020B0503020204020204" pitchFamily="34" charset="-122"/>
                <a:ea typeface="微软雅黑" panose="020B0503020204020204" pitchFamily="34" charset="-122"/>
              </a:rPr>
              <a:t>流水线数据通路如何处理异常</a:t>
            </a:r>
            <a:r>
              <a:rPr lang="en-US" altLang="zh-CN" sz="2200">
                <a:latin typeface="微软雅黑" panose="020B0503020204020204" pitchFamily="34" charset="-122"/>
                <a:ea typeface="微软雅黑" panose="020B0503020204020204" pitchFamily="34" charset="-122"/>
              </a:rPr>
              <a:t>? (</a:t>
            </a:r>
            <a:r>
              <a:rPr lang="zh-CN" altLang="en-US" sz="2200">
                <a:latin typeface="微软雅黑" panose="020B0503020204020204" pitchFamily="34" charset="-122"/>
                <a:ea typeface="微软雅黑" panose="020B0503020204020204" pitchFamily="34" charset="-122"/>
              </a:rPr>
              <a:t>举例说明</a:t>
            </a:r>
            <a:r>
              <a:rPr lang="en-US" altLang="zh-CN" sz="2200">
                <a:latin typeface="微软雅黑" panose="020B0503020204020204" pitchFamily="34" charset="-122"/>
                <a:ea typeface="微软雅黑" panose="020B0503020204020204" pitchFamily="34" charset="-122"/>
              </a:rPr>
              <a:t>)</a:t>
            </a:r>
          </a:p>
          <a:p>
            <a:pPr marL="838200" lvl="1" indent="-342900">
              <a:lnSpc>
                <a:spcPct val="120000"/>
              </a:lnSpc>
              <a:spcBef>
                <a:spcPct val="20000"/>
              </a:spcBef>
            </a:pPr>
            <a:r>
              <a:rPr lang="zh-CN" altLang="en-US" sz="2200">
                <a:latin typeface="微软雅黑" panose="020B0503020204020204" pitchFamily="34" charset="-122"/>
                <a:ea typeface="微软雅黑" panose="020B0503020204020204" pitchFamily="34" charset="-122"/>
              </a:rPr>
              <a:t>假设指令</a:t>
            </a:r>
            <a:r>
              <a:rPr lang="en-US" altLang="zh-CN" sz="2200">
                <a:latin typeface="微软雅黑" panose="020B0503020204020204" pitchFamily="34" charset="-122"/>
                <a:ea typeface="微软雅黑" panose="020B0503020204020204" pitchFamily="34" charset="-122"/>
              </a:rPr>
              <a:t>add r1,r2,r3</a:t>
            </a:r>
            <a:r>
              <a:rPr lang="zh-CN" altLang="en-US" sz="2200">
                <a:latin typeface="微软雅黑" panose="020B0503020204020204" pitchFamily="34" charset="-122"/>
                <a:ea typeface="微软雅黑" panose="020B0503020204020204" pitchFamily="34" charset="-122"/>
              </a:rPr>
              <a:t>产生了溢出</a:t>
            </a:r>
          </a:p>
          <a:p>
            <a:pPr marL="838200" lvl="1" indent="-342900">
              <a:lnSpc>
                <a:spcPct val="120000"/>
              </a:lnSpc>
              <a:spcBef>
                <a:spcPct val="20000"/>
              </a:spcBef>
            </a:pPr>
            <a:r>
              <a:rPr lang="zh-CN" altLang="en-US" sz="2200">
                <a:latin typeface="微软雅黑" panose="020B0503020204020204" pitchFamily="34" charset="-122"/>
                <a:ea typeface="微软雅黑" panose="020B0503020204020204" pitchFamily="34" charset="-122"/>
              </a:rPr>
              <a:t>处理思路：</a:t>
            </a:r>
          </a:p>
          <a:p>
            <a:pPr lvl="2">
              <a:lnSpc>
                <a:spcPct val="120000"/>
              </a:lnSpc>
              <a:spcBef>
                <a:spcPct val="20000"/>
              </a:spcBef>
              <a:buFont typeface="Wingdings" panose="05000000000000000000" pitchFamily="2" charset="2"/>
              <a:buChar char="ü"/>
            </a:pPr>
            <a:r>
              <a:rPr lang="zh-CN" altLang="en-US" sz="2200">
                <a:latin typeface="微软雅黑" panose="020B0503020204020204" pitchFamily="34" charset="-122"/>
                <a:ea typeface="微软雅黑" panose="020B0503020204020204" pitchFamily="34" charset="-122"/>
              </a:rPr>
              <a:t>清除</a:t>
            </a:r>
            <a:r>
              <a:rPr lang="en-US" altLang="zh-CN" sz="2200">
                <a:latin typeface="微软雅黑" panose="020B0503020204020204" pitchFamily="34" charset="-122"/>
                <a:ea typeface="微软雅黑" panose="020B0503020204020204" pitchFamily="34" charset="-122"/>
              </a:rPr>
              <a:t>add</a:t>
            </a:r>
            <a:r>
              <a:rPr lang="zh-CN" altLang="en-US" sz="2200">
                <a:latin typeface="微软雅黑" panose="020B0503020204020204" pitchFamily="34" charset="-122"/>
                <a:ea typeface="微软雅黑" panose="020B0503020204020204" pitchFamily="34" charset="-122"/>
              </a:rPr>
              <a:t>指令以及后面的所有已在流水线中的指令</a:t>
            </a:r>
          </a:p>
          <a:p>
            <a:pPr lvl="2">
              <a:lnSpc>
                <a:spcPct val="120000"/>
              </a:lnSpc>
              <a:spcBef>
                <a:spcPct val="20000"/>
              </a:spcBef>
              <a:buFont typeface="Wingdings" panose="05000000000000000000" pitchFamily="2" charset="2"/>
              <a:buChar char="ü"/>
            </a:pPr>
            <a:r>
              <a:rPr lang="zh-CN" altLang="en-US" sz="2200">
                <a:latin typeface="微软雅黑" panose="020B0503020204020204" pitchFamily="34" charset="-122"/>
                <a:ea typeface="微软雅黑" panose="020B0503020204020204" pitchFamily="34" charset="-122"/>
              </a:rPr>
              <a:t>关中断（将中断允许触发器清</a:t>
            </a:r>
            <a:r>
              <a:rPr lang="en-US" altLang="zh-CN" sz="2200">
                <a:latin typeface="微软雅黑" panose="020B0503020204020204" pitchFamily="34" charset="-122"/>
                <a:ea typeface="微软雅黑" panose="020B0503020204020204" pitchFamily="34" charset="-122"/>
              </a:rPr>
              <a:t>0</a:t>
            </a:r>
            <a:r>
              <a:rPr lang="zh-CN" altLang="en-US" sz="2200">
                <a:latin typeface="微软雅黑" panose="020B0503020204020204" pitchFamily="34" charset="-122"/>
                <a:ea typeface="微软雅黑" panose="020B0503020204020204" pitchFamily="34" charset="-122"/>
              </a:rPr>
              <a:t>）</a:t>
            </a:r>
          </a:p>
          <a:p>
            <a:pPr lvl="2">
              <a:lnSpc>
                <a:spcPct val="120000"/>
              </a:lnSpc>
              <a:spcBef>
                <a:spcPct val="20000"/>
              </a:spcBef>
              <a:buFont typeface="Wingdings" panose="05000000000000000000" pitchFamily="2" charset="2"/>
              <a:buChar char="ü"/>
            </a:pPr>
            <a:r>
              <a:rPr lang="zh-CN" altLang="en-US" sz="2200">
                <a:latin typeface="微软雅黑" panose="020B0503020204020204" pitchFamily="34" charset="-122"/>
                <a:ea typeface="微软雅黑" panose="020B0503020204020204" pitchFamily="34" charset="-122"/>
              </a:rPr>
              <a:t>保存</a:t>
            </a:r>
            <a:r>
              <a:rPr lang="en-US" altLang="zh-CN" sz="2200">
                <a:latin typeface="微软雅黑" panose="020B0503020204020204" pitchFamily="34" charset="-122"/>
                <a:ea typeface="微软雅黑" panose="020B0503020204020204" pitchFamily="34" charset="-122"/>
              </a:rPr>
              <a:t>PC</a:t>
            </a:r>
            <a:r>
              <a:rPr lang="zh-CN" altLang="en-US" sz="2200">
                <a:latin typeface="微软雅黑" panose="020B0503020204020204" pitchFamily="34" charset="-122"/>
                <a:ea typeface="微软雅黑" panose="020B0503020204020204" pitchFamily="34" charset="-122"/>
              </a:rPr>
              <a:t>或</a:t>
            </a:r>
            <a:r>
              <a:rPr lang="en-US" altLang="zh-CN" sz="2200">
                <a:latin typeface="微软雅黑" panose="020B0503020204020204" pitchFamily="34" charset="-122"/>
                <a:ea typeface="微软雅黑" panose="020B0503020204020204" pitchFamily="34" charset="-122"/>
              </a:rPr>
              <a:t>PC-4</a:t>
            </a:r>
            <a:r>
              <a:rPr lang="zh-CN" altLang="en-US" sz="2200">
                <a:latin typeface="微软雅黑" panose="020B0503020204020204" pitchFamily="34" charset="-122"/>
                <a:ea typeface="微软雅黑" panose="020B0503020204020204" pitchFamily="34" charset="-122"/>
              </a:rPr>
              <a:t>（断点） 到 </a:t>
            </a:r>
            <a:r>
              <a:rPr lang="en-US" altLang="zh-CN" sz="2200">
                <a:latin typeface="微软雅黑" panose="020B0503020204020204" pitchFamily="34" charset="-122"/>
                <a:ea typeface="微软雅黑" panose="020B0503020204020204" pitchFamily="34" charset="-122"/>
              </a:rPr>
              <a:t>EPC</a:t>
            </a:r>
          </a:p>
          <a:p>
            <a:pPr lvl="2">
              <a:lnSpc>
                <a:spcPct val="120000"/>
              </a:lnSpc>
              <a:spcBef>
                <a:spcPct val="20000"/>
              </a:spcBef>
              <a:buFont typeface="Wingdings" panose="05000000000000000000" pitchFamily="2" charset="2"/>
              <a:buChar char="ü"/>
            </a:pPr>
            <a:r>
              <a:rPr lang="zh-CN" altLang="en-US" sz="2200">
                <a:latin typeface="微软雅黑" panose="020B0503020204020204" pitchFamily="34" charset="-122"/>
                <a:ea typeface="微软雅黑" panose="020B0503020204020204" pitchFamily="34" charset="-122"/>
              </a:rPr>
              <a:t>将异常</a:t>
            </a:r>
            <a:r>
              <a:rPr lang="en-US" altLang="zh-CN" sz="2200">
                <a:latin typeface="微软雅黑" panose="020B0503020204020204" pitchFamily="34" charset="-122"/>
                <a:ea typeface="微软雅黑" panose="020B0503020204020204" pitchFamily="34" charset="-122"/>
              </a:rPr>
              <a:t>/</a:t>
            </a:r>
            <a:r>
              <a:rPr lang="zh-CN" altLang="en-US" sz="2200">
                <a:latin typeface="微软雅黑" panose="020B0503020204020204" pitchFamily="34" charset="-122"/>
                <a:ea typeface="微软雅黑" panose="020B0503020204020204" pitchFamily="34" charset="-122"/>
              </a:rPr>
              <a:t>中断处理程序首地址送</a:t>
            </a:r>
            <a:r>
              <a:rPr lang="en-US" altLang="zh-CN" sz="2200">
                <a:latin typeface="微软雅黑" panose="020B0503020204020204" pitchFamily="34" charset="-122"/>
                <a:ea typeface="微软雅黑" panose="020B0503020204020204" pitchFamily="34" charset="-122"/>
              </a:rPr>
              <a:t>PC</a:t>
            </a:r>
            <a:endParaRPr lang="zh-CN" altLang="en-US" sz="220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AA2A8AB6-77A8-E3E0-13E2-F37720F9AF0C}"/>
              </a:ext>
            </a:extLst>
          </p:cNvPr>
          <p:cNvSpPr txBox="1">
            <a:spLocks noChangeArrowheads="1"/>
          </p:cNvSpPr>
          <p:nvPr/>
        </p:nvSpPr>
        <p:spPr bwMode="auto">
          <a:xfrm>
            <a:off x="7210425" y="6145213"/>
            <a:ext cx="904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ea typeface="宋体" panose="02010600030101010101" pitchFamily="2" charset="-122"/>
                <a:hlinkClick r:id="rId2" action="ppaction://hlinksldjump"/>
              </a:rPr>
              <a:t>BACK</a:t>
            </a:r>
            <a:endParaRPr lang="en-US" altLang="zh-CN">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2451">
                                            <p:txEl>
                                              <p:pRg st="2" end="2"/>
                                            </p:txEl>
                                          </p:spTgt>
                                        </p:tgtEl>
                                        <p:attrNameLst>
                                          <p:attrName>style.visibility</p:attrName>
                                        </p:attrNameLst>
                                      </p:cBhvr>
                                      <p:to>
                                        <p:strVal val="visible"/>
                                      </p:to>
                                    </p:set>
                                    <p:animEffect transition="in" filter="blinds(horizontal)">
                                      <p:cBhvr>
                                        <p:cTn id="7" dur="500"/>
                                        <p:tgtEl>
                                          <p:spTgt spid="23245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2451">
                                            <p:txEl>
                                              <p:pRg st="4" end="4"/>
                                            </p:txEl>
                                          </p:spTgt>
                                        </p:tgtEl>
                                        <p:attrNameLst>
                                          <p:attrName>style.visibility</p:attrName>
                                        </p:attrNameLst>
                                      </p:cBhvr>
                                      <p:to>
                                        <p:strVal val="visible"/>
                                      </p:to>
                                    </p:set>
                                    <p:animEffect transition="in" filter="blinds(horizontal)">
                                      <p:cBhvr>
                                        <p:cTn id="12" dur="500"/>
                                        <p:tgtEl>
                                          <p:spTgt spid="232451">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2451">
                                            <p:txEl>
                                              <p:pRg st="5" end="5"/>
                                            </p:txEl>
                                          </p:spTgt>
                                        </p:tgtEl>
                                        <p:attrNameLst>
                                          <p:attrName>style.visibility</p:attrName>
                                        </p:attrNameLst>
                                      </p:cBhvr>
                                      <p:to>
                                        <p:strVal val="visible"/>
                                      </p:to>
                                    </p:set>
                                    <p:animEffect transition="in" filter="blinds(horizontal)">
                                      <p:cBhvr>
                                        <p:cTn id="17" dur="500"/>
                                        <p:tgtEl>
                                          <p:spTgt spid="232451">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2451">
                                            <p:txEl>
                                              <p:pRg st="6" end="6"/>
                                            </p:txEl>
                                          </p:spTgt>
                                        </p:tgtEl>
                                        <p:attrNameLst>
                                          <p:attrName>style.visibility</p:attrName>
                                        </p:attrNameLst>
                                      </p:cBhvr>
                                      <p:to>
                                        <p:strVal val="visible"/>
                                      </p:to>
                                    </p:set>
                                    <p:animEffect transition="in" filter="blinds(horizontal)">
                                      <p:cBhvr>
                                        <p:cTn id="22" dur="500"/>
                                        <p:tgtEl>
                                          <p:spTgt spid="232451">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32451">
                                            <p:txEl>
                                              <p:pRg st="7" end="7"/>
                                            </p:txEl>
                                          </p:spTgt>
                                        </p:tgtEl>
                                        <p:attrNameLst>
                                          <p:attrName>style.visibility</p:attrName>
                                        </p:attrNameLst>
                                      </p:cBhvr>
                                      <p:to>
                                        <p:strVal val="visible"/>
                                      </p:to>
                                    </p:set>
                                    <p:animEffect transition="in" filter="blinds(horizontal)">
                                      <p:cBhvr>
                                        <p:cTn id="27" dur="500"/>
                                        <p:tgtEl>
                                          <p:spTgt spid="232451">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32451">
                                            <p:txEl>
                                              <p:pRg st="8" end="8"/>
                                            </p:txEl>
                                          </p:spTgt>
                                        </p:tgtEl>
                                        <p:attrNameLst>
                                          <p:attrName>style.visibility</p:attrName>
                                        </p:attrNameLst>
                                      </p:cBhvr>
                                      <p:to>
                                        <p:strVal val="visible"/>
                                      </p:to>
                                    </p:set>
                                    <p:animEffect transition="in" filter="blinds(horizontal)">
                                      <p:cBhvr>
                                        <p:cTn id="32" dur="500"/>
                                        <p:tgtEl>
                                          <p:spTgt spid="232451">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32451">
                                            <p:txEl>
                                              <p:pRg st="9" end="9"/>
                                            </p:txEl>
                                          </p:spTgt>
                                        </p:tgtEl>
                                        <p:attrNameLst>
                                          <p:attrName>style.visibility</p:attrName>
                                        </p:attrNameLst>
                                      </p:cBhvr>
                                      <p:to>
                                        <p:strVal val="visible"/>
                                      </p:to>
                                    </p:set>
                                    <p:animEffect transition="in" filter="blinds(horizontal)">
                                      <p:cBhvr>
                                        <p:cTn id="37" dur="500"/>
                                        <p:tgtEl>
                                          <p:spTgt spid="232451">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linds(horizontal)">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FB120D2F-DDA8-41B6-1A0A-87F6D4D3F395}"/>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三种处理器实现方式的比较</a:t>
            </a:r>
          </a:p>
        </p:txBody>
      </p:sp>
      <p:sp>
        <p:nvSpPr>
          <p:cNvPr id="154626" name="Rectangle 3">
            <a:extLst>
              <a:ext uri="{FF2B5EF4-FFF2-40B4-BE49-F238E27FC236}">
                <a16:creationId xmlns:a16="http://schemas.microsoft.com/office/drawing/2014/main" id="{1152095F-EB50-B434-78CC-1B9B04FA164A}"/>
              </a:ext>
            </a:extLst>
          </p:cNvPr>
          <p:cNvSpPr>
            <a:spLocks noGrp="1" noChangeArrowheads="1"/>
          </p:cNvSpPr>
          <p:nvPr>
            <p:ph idx="1"/>
          </p:nvPr>
        </p:nvSpPr>
        <p:spPr>
          <a:xfrm>
            <a:off x="220663" y="792163"/>
            <a:ext cx="8791575" cy="5468937"/>
          </a:xfrm>
        </p:spPr>
        <p:txBody>
          <a:bodyPr/>
          <a:lstStyle/>
          <a:p>
            <a:pPr>
              <a:spcBef>
                <a:spcPct val="35000"/>
              </a:spcBef>
            </a:pPr>
            <a:r>
              <a:rPr lang="zh-CN" altLang="en-US" sz="1900">
                <a:latin typeface="微软雅黑" panose="020B0503020204020204" pitchFamily="34" charset="-122"/>
                <a:ea typeface="微软雅黑" panose="020B0503020204020204" pitchFamily="34" charset="-122"/>
              </a:rPr>
              <a:t>单周期、多周期、流水线三种方式比较</a:t>
            </a:r>
          </a:p>
          <a:p>
            <a:pPr>
              <a:spcBef>
                <a:spcPct val="35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假设各主要功能单元的操作时间为：</a:t>
            </a:r>
          </a:p>
          <a:p>
            <a:pPr>
              <a:spcBef>
                <a:spcPct val="35000"/>
              </a:spcBef>
              <a:buFontTx/>
              <a:buChar char="•"/>
            </a:pPr>
            <a:r>
              <a:rPr lang="zh-CN" altLang="en-US" sz="1900">
                <a:solidFill>
                  <a:srgbClr val="008000"/>
                </a:solidFill>
                <a:latin typeface="微软雅黑" panose="020B0503020204020204" pitchFamily="34" charset="-122"/>
                <a:ea typeface="微软雅黑" panose="020B0503020204020204" pitchFamily="34" charset="-122"/>
              </a:rPr>
              <a:t>存储单元：</a:t>
            </a:r>
            <a:r>
              <a:rPr lang="en-US" altLang="zh-CN" sz="1900">
                <a:solidFill>
                  <a:srgbClr val="008000"/>
                </a:solidFill>
                <a:latin typeface="微软雅黑" panose="020B0503020204020204" pitchFamily="34" charset="-122"/>
                <a:ea typeface="微软雅黑" panose="020B0503020204020204" pitchFamily="34" charset="-122"/>
              </a:rPr>
              <a:t>200ps</a:t>
            </a:r>
          </a:p>
          <a:p>
            <a:pPr>
              <a:spcBef>
                <a:spcPct val="35000"/>
              </a:spcBef>
              <a:buFontTx/>
              <a:buChar char="•"/>
            </a:pPr>
            <a:r>
              <a:rPr lang="en-US" altLang="zh-CN" sz="1900">
                <a:solidFill>
                  <a:srgbClr val="008000"/>
                </a:solidFill>
                <a:latin typeface="微软雅黑" panose="020B0503020204020204" pitchFamily="34" charset="-122"/>
                <a:ea typeface="微软雅黑" panose="020B0503020204020204" pitchFamily="34" charset="-122"/>
              </a:rPr>
              <a:t>ALU</a:t>
            </a:r>
            <a:r>
              <a:rPr lang="zh-CN" altLang="en-US" sz="1900">
                <a:solidFill>
                  <a:srgbClr val="008000"/>
                </a:solidFill>
                <a:latin typeface="微软雅黑" panose="020B0503020204020204" pitchFamily="34" charset="-122"/>
                <a:ea typeface="微软雅黑" panose="020B0503020204020204" pitchFamily="34" charset="-122"/>
              </a:rPr>
              <a:t>和加法器：</a:t>
            </a:r>
            <a:r>
              <a:rPr lang="en-US" altLang="zh-CN" sz="1900">
                <a:solidFill>
                  <a:srgbClr val="008000"/>
                </a:solidFill>
                <a:latin typeface="微软雅黑" panose="020B0503020204020204" pitchFamily="34" charset="-122"/>
                <a:ea typeface="微软雅黑" panose="020B0503020204020204" pitchFamily="34" charset="-122"/>
              </a:rPr>
              <a:t>100ps</a:t>
            </a:r>
          </a:p>
          <a:p>
            <a:pPr>
              <a:spcBef>
                <a:spcPct val="35000"/>
              </a:spcBef>
              <a:buFontTx/>
              <a:buChar char="•"/>
            </a:pPr>
            <a:r>
              <a:rPr lang="zh-CN" altLang="en-US" sz="1900">
                <a:solidFill>
                  <a:srgbClr val="008000"/>
                </a:solidFill>
                <a:latin typeface="微软雅黑" panose="020B0503020204020204" pitchFamily="34" charset="-122"/>
                <a:ea typeface="微软雅黑" panose="020B0503020204020204" pitchFamily="34" charset="-122"/>
              </a:rPr>
              <a:t>寄存器堆（读 </a:t>
            </a:r>
            <a:r>
              <a:rPr lang="en-US" altLang="zh-CN" sz="1900">
                <a:solidFill>
                  <a:srgbClr val="008000"/>
                </a:solidFill>
                <a:latin typeface="微软雅黑" panose="020B0503020204020204" pitchFamily="34" charset="-122"/>
                <a:ea typeface="微软雅黑" panose="020B0503020204020204" pitchFamily="34" charset="-122"/>
              </a:rPr>
              <a:t>/ </a:t>
            </a:r>
            <a:r>
              <a:rPr lang="zh-CN" altLang="en-US" sz="1900">
                <a:solidFill>
                  <a:srgbClr val="008000"/>
                </a:solidFill>
                <a:latin typeface="微软雅黑" panose="020B0503020204020204" pitchFamily="34" charset="-122"/>
                <a:ea typeface="微软雅黑" panose="020B0503020204020204" pitchFamily="34" charset="-122"/>
              </a:rPr>
              <a:t>写）：</a:t>
            </a:r>
            <a:r>
              <a:rPr lang="en-US" altLang="zh-CN" sz="1900">
                <a:solidFill>
                  <a:srgbClr val="008000"/>
                </a:solidFill>
                <a:latin typeface="微软雅黑" panose="020B0503020204020204" pitchFamily="34" charset="-122"/>
                <a:ea typeface="微软雅黑" panose="020B0503020204020204" pitchFamily="34" charset="-122"/>
              </a:rPr>
              <a:t>50ps</a:t>
            </a:r>
          </a:p>
          <a:p>
            <a:pPr>
              <a:spcBef>
                <a:spcPct val="35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假设</a:t>
            </a:r>
            <a:r>
              <a:rPr lang="en-US" altLang="zh-CN" sz="1900">
                <a:solidFill>
                  <a:schemeClr val="accent2"/>
                </a:solidFill>
                <a:latin typeface="微软雅黑" panose="020B0503020204020204" pitchFamily="34" charset="-122"/>
                <a:ea typeface="微软雅黑" panose="020B0503020204020204" pitchFamily="34" charset="-122"/>
              </a:rPr>
              <a:t>MUX</a:t>
            </a:r>
            <a:r>
              <a:rPr lang="zh-CN" altLang="en-US" sz="1900">
                <a:solidFill>
                  <a:schemeClr val="accent2"/>
                </a:solidFill>
                <a:latin typeface="微软雅黑" panose="020B0503020204020204" pitchFamily="34" charset="-122"/>
                <a:ea typeface="微软雅黑" panose="020B0503020204020204" pitchFamily="34" charset="-122"/>
              </a:rPr>
              <a:t>、控制单元、</a:t>
            </a:r>
            <a:r>
              <a:rPr lang="en-US" altLang="zh-CN" sz="1900">
                <a:solidFill>
                  <a:schemeClr val="accent2"/>
                </a:solidFill>
                <a:latin typeface="微软雅黑" panose="020B0503020204020204" pitchFamily="34" charset="-122"/>
                <a:ea typeface="微软雅黑" panose="020B0503020204020204" pitchFamily="34" charset="-122"/>
              </a:rPr>
              <a:t>PC</a:t>
            </a:r>
            <a:r>
              <a:rPr lang="zh-CN" altLang="en-US" sz="1900">
                <a:solidFill>
                  <a:schemeClr val="accent2"/>
                </a:solidFill>
                <a:latin typeface="微软雅黑" panose="020B0503020204020204" pitchFamily="34" charset="-122"/>
                <a:ea typeface="微软雅黑" panose="020B0503020204020204" pitchFamily="34" charset="-122"/>
              </a:rPr>
              <a:t>、扩展器和传输线路都没有延迟，指令组成为：</a:t>
            </a:r>
          </a:p>
          <a:p>
            <a:pPr>
              <a:spcBef>
                <a:spcPct val="35000"/>
              </a:spcBef>
              <a:buFont typeface="Times New Roman" panose="02020603050405020304" pitchFamily="18" charset="0"/>
              <a:buNone/>
            </a:pPr>
            <a:r>
              <a:rPr lang="en-US" altLang="zh-CN" sz="1900">
                <a:solidFill>
                  <a:schemeClr val="accent2"/>
                </a:solidFill>
                <a:latin typeface="微软雅黑" panose="020B0503020204020204" pitchFamily="34" charset="-122"/>
                <a:ea typeface="微软雅黑" panose="020B0503020204020204" pitchFamily="34" charset="-122"/>
              </a:rPr>
              <a:t>     25%</a:t>
            </a:r>
            <a:r>
              <a:rPr lang="zh-CN" altLang="en-US" sz="1900">
                <a:solidFill>
                  <a:schemeClr val="accent2"/>
                </a:solidFill>
                <a:latin typeface="微软雅黑" panose="020B0503020204020204" pitchFamily="34" charset="-122"/>
                <a:ea typeface="微软雅黑" panose="020B0503020204020204" pitchFamily="34" charset="-122"/>
              </a:rPr>
              <a:t>取数、</a:t>
            </a:r>
            <a:r>
              <a:rPr lang="en-US" altLang="zh-CN" sz="1900">
                <a:solidFill>
                  <a:schemeClr val="accent2"/>
                </a:solidFill>
                <a:latin typeface="微软雅黑" panose="020B0503020204020204" pitchFamily="34" charset="-122"/>
                <a:ea typeface="微软雅黑" panose="020B0503020204020204" pitchFamily="34" charset="-122"/>
              </a:rPr>
              <a:t>10%</a:t>
            </a:r>
            <a:r>
              <a:rPr lang="zh-CN" altLang="en-US" sz="1900">
                <a:solidFill>
                  <a:schemeClr val="accent2"/>
                </a:solidFill>
                <a:latin typeface="微软雅黑" panose="020B0503020204020204" pitchFamily="34" charset="-122"/>
                <a:ea typeface="微软雅黑" panose="020B0503020204020204" pitchFamily="34" charset="-122"/>
              </a:rPr>
              <a:t>存数、</a:t>
            </a:r>
            <a:r>
              <a:rPr lang="en-US" altLang="zh-CN" sz="1900">
                <a:solidFill>
                  <a:schemeClr val="accent2"/>
                </a:solidFill>
                <a:latin typeface="微软雅黑" panose="020B0503020204020204" pitchFamily="34" charset="-122"/>
                <a:ea typeface="微软雅黑" panose="020B0503020204020204" pitchFamily="34" charset="-122"/>
              </a:rPr>
              <a:t>52%ALU</a:t>
            </a:r>
            <a:r>
              <a:rPr lang="zh-CN" altLang="en-US" sz="1900">
                <a:solidFill>
                  <a:schemeClr val="accent2"/>
                </a:solidFill>
                <a:latin typeface="微软雅黑" panose="020B0503020204020204" pitchFamily="34" charset="-122"/>
                <a:ea typeface="微软雅黑" panose="020B0503020204020204" pitchFamily="34" charset="-122"/>
              </a:rPr>
              <a:t>、</a:t>
            </a:r>
            <a:r>
              <a:rPr lang="en-US" altLang="zh-CN" sz="1900">
                <a:solidFill>
                  <a:schemeClr val="accent2"/>
                </a:solidFill>
                <a:latin typeface="微软雅黑" panose="020B0503020204020204" pitchFamily="34" charset="-122"/>
                <a:ea typeface="微软雅黑" panose="020B0503020204020204" pitchFamily="34" charset="-122"/>
              </a:rPr>
              <a:t>11%</a:t>
            </a:r>
            <a:r>
              <a:rPr lang="zh-CN" altLang="en-US" sz="1900">
                <a:solidFill>
                  <a:schemeClr val="accent2"/>
                </a:solidFill>
                <a:latin typeface="微软雅黑" panose="020B0503020204020204" pitchFamily="34" charset="-122"/>
                <a:ea typeface="微软雅黑" panose="020B0503020204020204" pitchFamily="34" charset="-122"/>
              </a:rPr>
              <a:t>分支、</a:t>
            </a:r>
            <a:r>
              <a:rPr lang="en-US" altLang="zh-CN" sz="1900">
                <a:solidFill>
                  <a:schemeClr val="accent2"/>
                </a:solidFill>
                <a:latin typeface="微软雅黑" panose="020B0503020204020204" pitchFamily="34" charset="-122"/>
                <a:ea typeface="微软雅黑" panose="020B0503020204020204" pitchFamily="34" charset="-122"/>
              </a:rPr>
              <a:t>2%</a:t>
            </a:r>
            <a:r>
              <a:rPr lang="zh-CN" altLang="en-US" sz="1900">
                <a:solidFill>
                  <a:schemeClr val="accent2"/>
                </a:solidFill>
                <a:latin typeface="微软雅黑" panose="020B0503020204020204" pitchFamily="34" charset="-122"/>
                <a:ea typeface="微软雅黑" panose="020B0503020204020204" pitchFamily="34" charset="-122"/>
              </a:rPr>
              <a:t>跳转，则下面实现方式中，   </a:t>
            </a:r>
          </a:p>
          <a:p>
            <a:pPr>
              <a:spcBef>
                <a:spcPct val="35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哪个更快？快多少？</a:t>
            </a:r>
          </a:p>
          <a:p>
            <a:pPr>
              <a:spcBef>
                <a:spcPct val="35000"/>
              </a:spcBef>
              <a:buFont typeface="Times New Roman" panose="02020603050405020304" pitchFamily="18" charset="0"/>
              <a:buNone/>
            </a:pPr>
            <a:r>
              <a:rPr lang="zh-CN" altLang="en-US" sz="1900">
                <a:solidFill>
                  <a:srgbClr val="008000"/>
                </a:solidFill>
                <a:latin typeface="微软雅黑" panose="020B0503020204020204" pitchFamily="34" charset="-122"/>
                <a:ea typeface="微软雅黑" panose="020B0503020204020204" pitchFamily="34" charset="-122"/>
              </a:rPr>
              <a:t>（</a:t>
            </a:r>
            <a:r>
              <a:rPr lang="en-US" altLang="zh-CN" sz="1900">
                <a:solidFill>
                  <a:srgbClr val="008000"/>
                </a:solidFill>
                <a:latin typeface="微软雅黑" panose="020B0503020204020204" pitchFamily="34" charset="-122"/>
                <a:ea typeface="微软雅黑" panose="020B0503020204020204" pitchFamily="34" charset="-122"/>
              </a:rPr>
              <a:t>1</a:t>
            </a:r>
            <a:r>
              <a:rPr lang="zh-CN" altLang="en-US" sz="1900">
                <a:solidFill>
                  <a:srgbClr val="008000"/>
                </a:solidFill>
                <a:latin typeface="微软雅黑" panose="020B0503020204020204" pitchFamily="34" charset="-122"/>
                <a:ea typeface="微软雅黑" panose="020B0503020204020204" pitchFamily="34" charset="-122"/>
              </a:rPr>
              <a:t>）单周期：每条指令在一个固定长度的时钟周期内完成</a:t>
            </a:r>
          </a:p>
          <a:p>
            <a:pPr>
              <a:spcBef>
                <a:spcPct val="35000"/>
              </a:spcBef>
              <a:buFont typeface="Times New Roman" panose="02020603050405020304" pitchFamily="18" charset="0"/>
              <a:buNone/>
            </a:pPr>
            <a:r>
              <a:rPr lang="zh-CN" altLang="en-US" sz="1900">
                <a:solidFill>
                  <a:srgbClr val="008000"/>
                </a:solidFill>
                <a:latin typeface="微软雅黑" panose="020B0503020204020204" pitchFamily="34" charset="-122"/>
                <a:ea typeface="微软雅黑" panose="020B0503020204020204" pitchFamily="34" charset="-122"/>
              </a:rPr>
              <a:t>（</a:t>
            </a:r>
            <a:r>
              <a:rPr lang="en-US" altLang="zh-CN" sz="1900">
                <a:solidFill>
                  <a:srgbClr val="008000"/>
                </a:solidFill>
                <a:latin typeface="微软雅黑" panose="020B0503020204020204" pitchFamily="34" charset="-122"/>
                <a:ea typeface="微软雅黑" panose="020B0503020204020204" pitchFamily="34" charset="-122"/>
              </a:rPr>
              <a:t>2</a:t>
            </a:r>
            <a:r>
              <a:rPr lang="zh-CN" altLang="en-US" sz="1900">
                <a:solidFill>
                  <a:srgbClr val="008000"/>
                </a:solidFill>
                <a:latin typeface="微软雅黑" panose="020B0503020204020204" pitchFamily="34" charset="-122"/>
                <a:ea typeface="微软雅黑" panose="020B0503020204020204" pitchFamily="34" charset="-122"/>
              </a:rPr>
              <a:t>）多周期：每类指令时钟数为取数</a:t>
            </a:r>
            <a:r>
              <a:rPr lang="en-US" altLang="zh-CN" sz="1900">
                <a:solidFill>
                  <a:srgbClr val="008000"/>
                </a:solidFill>
                <a:latin typeface="微软雅黑" panose="020B0503020204020204" pitchFamily="34" charset="-122"/>
                <a:ea typeface="微软雅黑" panose="020B0503020204020204" pitchFamily="34" charset="-122"/>
              </a:rPr>
              <a:t>-5</a:t>
            </a:r>
            <a:r>
              <a:rPr lang="zh-CN" altLang="en-US" sz="1900">
                <a:solidFill>
                  <a:srgbClr val="008000"/>
                </a:solidFill>
                <a:latin typeface="微软雅黑" panose="020B0503020204020204" pitchFamily="34" charset="-122"/>
                <a:ea typeface="微软雅黑" panose="020B0503020204020204" pitchFamily="34" charset="-122"/>
              </a:rPr>
              <a:t>，存数</a:t>
            </a:r>
            <a:r>
              <a:rPr lang="en-US" altLang="zh-CN" sz="1900">
                <a:solidFill>
                  <a:srgbClr val="008000"/>
                </a:solidFill>
                <a:latin typeface="微软雅黑" panose="020B0503020204020204" pitchFamily="34" charset="-122"/>
                <a:ea typeface="微软雅黑" panose="020B0503020204020204" pitchFamily="34" charset="-122"/>
              </a:rPr>
              <a:t>-4</a:t>
            </a:r>
            <a:r>
              <a:rPr lang="zh-CN" altLang="en-US" sz="1900">
                <a:solidFill>
                  <a:srgbClr val="008000"/>
                </a:solidFill>
                <a:latin typeface="微软雅黑" panose="020B0503020204020204" pitchFamily="34" charset="-122"/>
                <a:ea typeface="微软雅黑" panose="020B0503020204020204" pitchFamily="34" charset="-122"/>
              </a:rPr>
              <a:t>，</a:t>
            </a:r>
            <a:r>
              <a:rPr lang="en-US" altLang="zh-CN" sz="1900">
                <a:solidFill>
                  <a:srgbClr val="008000"/>
                </a:solidFill>
                <a:latin typeface="微软雅黑" panose="020B0503020204020204" pitchFamily="34" charset="-122"/>
                <a:ea typeface="微软雅黑" panose="020B0503020204020204" pitchFamily="34" charset="-122"/>
              </a:rPr>
              <a:t>ALU-4</a:t>
            </a:r>
            <a:r>
              <a:rPr lang="zh-CN" altLang="en-US" sz="1900">
                <a:solidFill>
                  <a:srgbClr val="008000"/>
                </a:solidFill>
                <a:latin typeface="微软雅黑" panose="020B0503020204020204" pitchFamily="34" charset="-122"/>
                <a:ea typeface="微软雅黑" panose="020B0503020204020204" pitchFamily="34" charset="-122"/>
              </a:rPr>
              <a:t>，分支</a:t>
            </a:r>
            <a:r>
              <a:rPr lang="en-US" altLang="zh-CN" sz="1900">
                <a:solidFill>
                  <a:srgbClr val="008000"/>
                </a:solidFill>
                <a:latin typeface="微软雅黑" panose="020B0503020204020204" pitchFamily="34" charset="-122"/>
                <a:ea typeface="微软雅黑" panose="020B0503020204020204" pitchFamily="34" charset="-122"/>
              </a:rPr>
              <a:t>-3</a:t>
            </a:r>
            <a:r>
              <a:rPr lang="zh-CN" altLang="en-US" sz="1900">
                <a:solidFill>
                  <a:srgbClr val="008000"/>
                </a:solidFill>
                <a:latin typeface="微软雅黑" panose="020B0503020204020204" pitchFamily="34" charset="-122"/>
                <a:ea typeface="微软雅黑" panose="020B0503020204020204" pitchFamily="34" charset="-122"/>
              </a:rPr>
              <a:t>，跳转</a:t>
            </a:r>
            <a:r>
              <a:rPr lang="en-US" altLang="zh-CN" sz="1900">
                <a:solidFill>
                  <a:srgbClr val="008000"/>
                </a:solidFill>
                <a:latin typeface="微软雅黑" panose="020B0503020204020204" pitchFamily="34" charset="-122"/>
                <a:ea typeface="微软雅黑" panose="020B0503020204020204" pitchFamily="34" charset="-122"/>
              </a:rPr>
              <a:t>-3</a:t>
            </a:r>
          </a:p>
          <a:p>
            <a:pPr>
              <a:spcBef>
                <a:spcPct val="35000"/>
              </a:spcBef>
              <a:buFont typeface="Times New Roman" panose="02020603050405020304" pitchFamily="18" charset="0"/>
              <a:buNone/>
            </a:pPr>
            <a:r>
              <a:rPr lang="zh-CN" altLang="en-US" sz="1900">
                <a:solidFill>
                  <a:srgbClr val="008000"/>
                </a:solidFill>
                <a:latin typeface="微软雅黑" panose="020B0503020204020204" pitchFamily="34" charset="-122"/>
                <a:ea typeface="微软雅黑" panose="020B0503020204020204" pitchFamily="34" charset="-122"/>
              </a:rPr>
              <a:t>（</a:t>
            </a:r>
            <a:r>
              <a:rPr lang="en-US" altLang="zh-CN" sz="1900">
                <a:solidFill>
                  <a:srgbClr val="008000"/>
                </a:solidFill>
                <a:latin typeface="微软雅黑" panose="020B0503020204020204" pitchFamily="34" charset="-122"/>
                <a:ea typeface="微软雅黑" panose="020B0503020204020204" pitchFamily="34" charset="-122"/>
              </a:rPr>
              <a:t>3</a:t>
            </a:r>
            <a:r>
              <a:rPr lang="zh-CN" altLang="en-US" sz="1900">
                <a:solidFill>
                  <a:srgbClr val="008000"/>
                </a:solidFill>
                <a:latin typeface="微软雅黑" panose="020B0503020204020204" pitchFamily="34" charset="-122"/>
                <a:ea typeface="微软雅黑" panose="020B0503020204020204" pitchFamily="34" charset="-122"/>
              </a:rPr>
              <a:t>）流水线：每条指令分取指令、取数</a:t>
            </a:r>
            <a:r>
              <a:rPr lang="en-US" altLang="zh-CN" sz="1900">
                <a:solidFill>
                  <a:srgbClr val="008000"/>
                </a:solidFill>
                <a:latin typeface="微软雅黑" panose="020B0503020204020204" pitchFamily="34" charset="-122"/>
                <a:ea typeface="微软雅黑" panose="020B0503020204020204" pitchFamily="34" charset="-122"/>
              </a:rPr>
              <a:t>/</a:t>
            </a:r>
            <a:r>
              <a:rPr lang="zh-CN" altLang="en-US" sz="1900">
                <a:solidFill>
                  <a:srgbClr val="008000"/>
                </a:solidFill>
                <a:latin typeface="微软雅黑" panose="020B0503020204020204" pitchFamily="34" charset="-122"/>
                <a:ea typeface="微软雅黑" panose="020B0503020204020204" pitchFamily="34" charset="-122"/>
              </a:rPr>
              <a:t>译码、执行、存储器存取、写回五阶段</a:t>
            </a:r>
          </a:p>
          <a:p>
            <a:pPr>
              <a:spcBef>
                <a:spcPct val="35000"/>
              </a:spcBef>
              <a:buFont typeface="Times New Roman" panose="02020603050405020304" pitchFamily="18" charset="0"/>
              <a:buNone/>
            </a:pPr>
            <a:r>
              <a:rPr lang="en-US" altLang="zh-CN" sz="1900">
                <a:solidFill>
                  <a:srgbClr val="008000"/>
                </a:solidFill>
                <a:latin typeface="微软雅黑" panose="020B0503020204020204" pitchFamily="34" charset="-122"/>
                <a:ea typeface="微软雅黑" panose="020B0503020204020204" pitchFamily="34" charset="-122"/>
              </a:rPr>
              <a:t>     </a:t>
            </a:r>
            <a:r>
              <a:rPr lang="zh-CN" altLang="en-US" sz="1900">
                <a:solidFill>
                  <a:srgbClr val="FF0000"/>
                </a:solidFill>
                <a:latin typeface="微软雅黑" panose="020B0503020204020204" pitchFamily="34" charset="-122"/>
                <a:ea typeface="微软雅黑" panose="020B0503020204020204" pitchFamily="34" charset="-122"/>
              </a:rPr>
              <a:t>（假定没有结构冒险，数据冒险采用转发处理，分支延迟槽为</a:t>
            </a:r>
            <a:r>
              <a:rPr lang="en-US" altLang="zh-CN" sz="1900">
                <a:solidFill>
                  <a:srgbClr val="FF0000"/>
                </a:solidFill>
                <a:latin typeface="微软雅黑" panose="020B0503020204020204" pitchFamily="34" charset="-122"/>
                <a:ea typeface="微软雅黑" panose="020B0503020204020204" pitchFamily="34" charset="-122"/>
              </a:rPr>
              <a:t>1</a:t>
            </a:r>
            <a:r>
              <a:rPr lang="zh-CN" altLang="en-US" sz="1900">
                <a:solidFill>
                  <a:srgbClr val="FF0000"/>
                </a:solidFill>
                <a:latin typeface="微软雅黑" panose="020B0503020204020204" pitchFamily="34" charset="-122"/>
                <a:ea typeface="微软雅黑" panose="020B0503020204020204" pitchFamily="34" charset="-122"/>
              </a:rPr>
              <a:t>，预测准确率   </a:t>
            </a:r>
          </a:p>
          <a:p>
            <a:pPr>
              <a:spcBef>
                <a:spcPct val="35000"/>
              </a:spcBef>
              <a:buSzTx/>
              <a:buFont typeface="Times New Roman" panose="02020603050405020304" pitchFamily="18" charset="0"/>
              <a:buNone/>
            </a:pPr>
            <a:r>
              <a:rPr lang="zh-CN" altLang="en-US" sz="1900">
                <a:solidFill>
                  <a:srgbClr val="FF0000"/>
                </a:solidFill>
                <a:latin typeface="微软雅黑" panose="020B0503020204020204" pitchFamily="34" charset="-122"/>
                <a:ea typeface="微软雅黑" panose="020B0503020204020204" pitchFamily="34" charset="-122"/>
              </a:rPr>
              <a:t>         为</a:t>
            </a:r>
            <a:r>
              <a:rPr lang="en-US" altLang="zh-CN" sz="1900">
                <a:solidFill>
                  <a:srgbClr val="FF0000"/>
                </a:solidFill>
                <a:latin typeface="微软雅黑" panose="020B0503020204020204" pitchFamily="34" charset="-122"/>
                <a:ea typeface="微软雅黑" panose="020B0503020204020204" pitchFamily="34" charset="-122"/>
              </a:rPr>
              <a:t>75%</a:t>
            </a:r>
            <a:r>
              <a:rPr lang="zh-CN" altLang="en-US" sz="1900">
                <a:solidFill>
                  <a:srgbClr val="FF0000"/>
                </a:solidFill>
                <a:latin typeface="微软雅黑" panose="020B0503020204020204" pitchFamily="34" charset="-122"/>
                <a:ea typeface="微软雅黑" panose="020B0503020204020204" pitchFamily="34" charset="-122"/>
              </a:rPr>
              <a:t>；无条件跳转指令的更新地址工作也在ID段完成。不考虑流水段寄</a:t>
            </a:r>
          </a:p>
          <a:p>
            <a:pPr>
              <a:spcBef>
                <a:spcPct val="35000"/>
              </a:spcBef>
              <a:buSzTx/>
              <a:buFont typeface="Times New Roman" panose="02020603050405020304" pitchFamily="18" charset="0"/>
              <a:buNone/>
            </a:pPr>
            <a:r>
              <a:rPr lang="zh-CN" altLang="en-US" sz="1900">
                <a:solidFill>
                  <a:srgbClr val="FF0000"/>
                </a:solidFill>
                <a:latin typeface="微软雅黑" panose="020B0503020204020204" pitchFamily="34" charset="-122"/>
                <a:ea typeface="微软雅黑" panose="020B0503020204020204" pitchFamily="34" charset="-122"/>
              </a:rPr>
              <a:t>        存器延时，不考虑异常、中断和访存缺失引起的流水线冒险）</a:t>
            </a:r>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a:extLst>
              <a:ext uri="{FF2B5EF4-FFF2-40B4-BE49-F238E27FC236}">
                <a16:creationId xmlns:a16="http://schemas.microsoft.com/office/drawing/2014/main" id="{CBDFDA9A-9906-E086-8125-EF965AEC5380}"/>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三种处理器实现方式的比较</a:t>
            </a:r>
          </a:p>
        </p:txBody>
      </p:sp>
      <p:sp>
        <p:nvSpPr>
          <p:cNvPr id="155650" name="Rectangle 3">
            <a:extLst>
              <a:ext uri="{FF2B5EF4-FFF2-40B4-BE49-F238E27FC236}">
                <a16:creationId xmlns:a16="http://schemas.microsoft.com/office/drawing/2014/main" id="{33A61949-E92B-7A55-4233-8A5AA55E8E29}"/>
              </a:ext>
            </a:extLst>
          </p:cNvPr>
          <p:cNvSpPr>
            <a:spLocks noGrp="1" noChangeArrowheads="1"/>
          </p:cNvSpPr>
          <p:nvPr>
            <p:ph idx="1"/>
          </p:nvPr>
        </p:nvSpPr>
        <p:spPr>
          <a:xfrm>
            <a:off x="409575" y="647700"/>
            <a:ext cx="8191500" cy="752475"/>
          </a:xfrm>
        </p:spPr>
        <p:txBody>
          <a:bodyPr/>
          <a:lstStyle/>
          <a:p>
            <a:pPr>
              <a:buFont typeface="Times New Roman" panose="02020603050405020304" pitchFamily="18" charset="0"/>
              <a:buNone/>
            </a:pPr>
            <a:r>
              <a:rPr lang="zh-CN" altLang="en-US" sz="2000">
                <a:solidFill>
                  <a:srgbClr val="CC0000"/>
                </a:solidFill>
                <a:ea typeface="黑体" panose="02010609060101010101" pitchFamily="49" charset="-122"/>
              </a:rPr>
              <a:t>解：</a:t>
            </a:r>
            <a:r>
              <a:rPr lang="en-US" altLang="zh-CN" sz="2000">
                <a:solidFill>
                  <a:srgbClr val="CC0000"/>
                </a:solidFill>
                <a:ea typeface="黑体" panose="02010609060101010101" pitchFamily="49" charset="-122"/>
              </a:rPr>
              <a:t>CPU</a:t>
            </a:r>
            <a:r>
              <a:rPr lang="zh-CN" altLang="en-US" sz="2000">
                <a:solidFill>
                  <a:srgbClr val="CC0000"/>
                </a:solidFill>
                <a:ea typeface="黑体" panose="02010609060101010101" pitchFamily="49" charset="-122"/>
              </a:rPr>
              <a:t>执行时间 </a:t>
            </a:r>
            <a:r>
              <a:rPr lang="en-US" altLang="zh-CN" sz="2000">
                <a:solidFill>
                  <a:srgbClr val="CC0000"/>
                </a:solidFill>
                <a:ea typeface="黑体" panose="02010609060101010101" pitchFamily="49" charset="-122"/>
              </a:rPr>
              <a:t>= </a:t>
            </a:r>
            <a:r>
              <a:rPr lang="zh-CN" altLang="en-US" sz="2000">
                <a:solidFill>
                  <a:srgbClr val="CC0000"/>
                </a:solidFill>
                <a:ea typeface="黑体" panose="02010609060101010101" pitchFamily="49" charset="-122"/>
              </a:rPr>
              <a:t>指令条数 </a:t>
            </a:r>
            <a:r>
              <a:rPr lang="en-US" altLang="zh-CN" sz="2000">
                <a:solidFill>
                  <a:srgbClr val="CC0000"/>
                </a:solidFill>
                <a:ea typeface="黑体" panose="02010609060101010101" pitchFamily="49" charset="-122"/>
              </a:rPr>
              <a:t>x CPI x </a:t>
            </a:r>
            <a:r>
              <a:rPr lang="zh-CN" altLang="en-US" sz="2000">
                <a:solidFill>
                  <a:srgbClr val="CC0000"/>
                </a:solidFill>
                <a:ea typeface="黑体" panose="02010609060101010101" pitchFamily="49" charset="-122"/>
              </a:rPr>
              <a:t>时钟周期长度</a:t>
            </a:r>
          </a:p>
          <a:p>
            <a:pPr>
              <a:buFont typeface="Times New Roman" panose="02020603050405020304" pitchFamily="18" charset="0"/>
              <a:buNone/>
            </a:pPr>
            <a:r>
              <a:rPr lang="zh-CN" altLang="en-US" sz="2000">
                <a:solidFill>
                  <a:srgbClr val="CC0000"/>
                </a:solidFill>
                <a:ea typeface="黑体" panose="02010609060101010101" pitchFamily="49" charset="-122"/>
              </a:rPr>
              <a:t>	    三种方式指令条数都一样，所以只要比较</a:t>
            </a:r>
            <a:r>
              <a:rPr lang="en-US" altLang="zh-CN" sz="2000">
                <a:solidFill>
                  <a:srgbClr val="CC0000"/>
                </a:solidFill>
                <a:ea typeface="黑体" panose="02010609060101010101" pitchFamily="49" charset="-122"/>
              </a:rPr>
              <a:t>CPI</a:t>
            </a:r>
            <a:r>
              <a:rPr lang="zh-CN" altLang="en-US" sz="2000">
                <a:solidFill>
                  <a:srgbClr val="CC0000"/>
                </a:solidFill>
                <a:ea typeface="黑体" panose="02010609060101010101" pitchFamily="49" charset="-122"/>
              </a:rPr>
              <a:t>和时钟周期长度即可。</a:t>
            </a:r>
          </a:p>
        </p:txBody>
      </p:sp>
      <p:pic>
        <p:nvPicPr>
          <p:cNvPr id="155651" name="Picture 4">
            <a:extLst>
              <a:ext uri="{FF2B5EF4-FFF2-40B4-BE49-F238E27FC236}">
                <a16:creationId xmlns:a16="http://schemas.microsoft.com/office/drawing/2014/main" id="{8A628BD9-9AFE-9192-A4AD-8E9BD900E3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825" y="1428750"/>
            <a:ext cx="8459788"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pic>
      <p:pic>
        <p:nvPicPr>
          <p:cNvPr id="155652" name="Picture 5">
            <a:extLst>
              <a:ext uri="{FF2B5EF4-FFF2-40B4-BE49-F238E27FC236}">
                <a16:creationId xmlns:a16="http://schemas.microsoft.com/office/drawing/2014/main" id="{07FD1027-05E3-4629-FA2A-E084AEDEA4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463" y="4294188"/>
            <a:ext cx="8361362"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pic>
      <p:sp>
        <p:nvSpPr>
          <p:cNvPr id="155653" name="Text Box 6">
            <a:extLst>
              <a:ext uri="{FF2B5EF4-FFF2-40B4-BE49-F238E27FC236}">
                <a16:creationId xmlns:a16="http://schemas.microsoft.com/office/drawing/2014/main" id="{29FF15E4-86E4-4B84-BD86-53BFB8296984}"/>
              </a:ext>
            </a:extLst>
          </p:cNvPr>
          <p:cNvSpPr txBox="1">
            <a:spLocks noChangeArrowheads="1"/>
          </p:cNvSpPr>
          <p:nvPr/>
        </p:nvSpPr>
        <p:spPr bwMode="auto">
          <a:xfrm>
            <a:off x="434975" y="3946525"/>
            <a:ext cx="5341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latin typeface="Arial" panose="020B0604020202020204" pitchFamily="34" charset="0"/>
                <a:ea typeface="黑体" panose="02010609060101010101" pitchFamily="49" charset="-122"/>
              </a:rPr>
              <a:t>各指令类型要求的时间长度为：</a:t>
            </a: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a:extLst>
              <a:ext uri="{FF2B5EF4-FFF2-40B4-BE49-F238E27FC236}">
                <a16:creationId xmlns:a16="http://schemas.microsoft.com/office/drawing/2014/main" id="{F037D16C-96B3-9269-2555-8998016F27F1}"/>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三种处理器实现方式的比较</a:t>
            </a:r>
          </a:p>
        </p:txBody>
      </p:sp>
      <p:sp>
        <p:nvSpPr>
          <p:cNvPr id="154626" name="Rectangle 3">
            <a:extLst>
              <a:ext uri="{FF2B5EF4-FFF2-40B4-BE49-F238E27FC236}">
                <a16:creationId xmlns:a16="http://schemas.microsoft.com/office/drawing/2014/main" id="{655B62A8-F5BC-4810-247A-C69A19C7BEB5}"/>
              </a:ext>
            </a:extLst>
          </p:cNvPr>
          <p:cNvSpPr>
            <a:spLocks noGrp="1" noChangeArrowheads="1"/>
          </p:cNvSpPr>
          <p:nvPr>
            <p:ph idx="1"/>
          </p:nvPr>
        </p:nvSpPr>
        <p:spPr>
          <a:xfrm>
            <a:off x="296863" y="677863"/>
            <a:ext cx="8631237" cy="5957887"/>
          </a:xfrm>
        </p:spPr>
        <p:txBody>
          <a:bodyPr/>
          <a:lstStyle/>
          <a:p>
            <a:pPr>
              <a:spcBef>
                <a:spcPct val="20000"/>
              </a:spcBef>
              <a:buFont typeface="Times New Roman" panose="02020603050405020304" pitchFamily="18" charset="0"/>
              <a:buNone/>
            </a:pPr>
            <a:r>
              <a:rPr lang="zh-CN" altLang="en-US" sz="1900">
                <a:latin typeface="微软雅黑" panose="020B0503020204020204" pitchFamily="34" charset="-122"/>
                <a:ea typeface="微软雅黑" panose="020B0503020204020204" pitchFamily="34" charset="-122"/>
              </a:rPr>
              <a:t>对于单周期方式：</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时钟周期将由最长指令来决定，应该是</a:t>
            </a:r>
            <a:r>
              <a:rPr lang="en-US" altLang="zh-CN" sz="1900">
                <a:solidFill>
                  <a:schemeClr val="accent2"/>
                </a:solidFill>
                <a:latin typeface="微软雅黑" panose="020B0503020204020204" pitchFamily="34" charset="-122"/>
                <a:ea typeface="微软雅黑" panose="020B0503020204020204" pitchFamily="34" charset="-122"/>
              </a:rPr>
              <a:t>load</a:t>
            </a:r>
            <a:r>
              <a:rPr lang="zh-CN" altLang="en-US" sz="1900">
                <a:solidFill>
                  <a:schemeClr val="accent2"/>
                </a:solidFill>
                <a:latin typeface="微软雅黑" panose="020B0503020204020204" pitchFamily="34" charset="-122"/>
                <a:ea typeface="微软雅黑" panose="020B0503020204020204" pitchFamily="34" charset="-122"/>
              </a:rPr>
              <a:t>指令，为</a:t>
            </a:r>
            <a:r>
              <a:rPr lang="en-US" altLang="zh-CN" sz="1900">
                <a:solidFill>
                  <a:schemeClr val="accent2"/>
                </a:solidFill>
                <a:latin typeface="微软雅黑" panose="020B0503020204020204" pitchFamily="34" charset="-122"/>
                <a:ea typeface="微软雅黑" panose="020B0503020204020204" pitchFamily="34" charset="-122"/>
              </a:rPr>
              <a:t>600ps</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所以，</a:t>
            </a:r>
            <a:r>
              <a:rPr lang="en-US" altLang="zh-CN" sz="1900">
                <a:solidFill>
                  <a:schemeClr val="accent2"/>
                </a:solidFill>
                <a:latin typeface="微软雅黑" panose="020B0503020204020204" pitchFamily="34" charset="-122"/>
                <a:ea typeface="微软雅黑" panose="020B0503020204020204" pitchFamily="34" charset="-122"/>
              </a:rPr>
              <a:t>N</a:t>
            </a:r>
            <a:r>
              <a:rPr lang="zh-CN" altLang="en-US" sz="1900">
                <a:solidFill>
                  <a:schemeClr val="accent2"/>
                </a:solidFill>
                <a:latin typeface="微软雅黑" panose="020B0503020204020204" pitchFamily="34" charset="-122"/>
                <a:ea typeface="微软雅黑" panose="020B0503020204020204" pitchFamily="34" charset="-122"/>
              </a:rPr>
              <a:t>条指令的执行时间为</a:t>
            </a:r>
            <a:r>
              <a:rPr lang="en-US" altLang="zh-CN" sz="1900">
                <a:solidFill>
                  <a:srgbClr val="CC0000"/>
                </a:solidFill>
                <a:latin typeface="微软雅黑" panose="020B0503020204020204" pitchFamily="34" charset="-122"/>
                <a:ea typeface="微软雅黑" panose="020B0503020204020204" pitchFamily="34" charset="-122"/>
              </a:rPr>
              <a:t>600N(ps)</a:t>
            </a:r>
          </a:p>
          <a:p>
            <a:pPr>
              <a:spcBef>
                <a:spcPct val="20000"/>
              </a:spcBef>
              <a:buFont typeface="Times New Roman" panose="02020603050405020304" pitchFamily="18" charset="0"/>
              <a:buNone/>
            </a:pPr>
            <a:r>
              <a:rPr lang="zh-CN" altLang="en-US" sz="1900">
                <a:latin typeface="微软雅黑" panose="020B0503020204020204" pitchFamily="34" charset="-122"/>
                <a:ea typeface="微软雅黑" panose="020B0503020204020204" pitchFamily="34" charset="-122"/>
              </a:rPr>
              <a:t>对于多周期方式：</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时钟周期将取功能部件最长所需时间，应该是存取操作，为</a:t>
            </a:r>
            <a:r>
              <a:rPr lang="en-US" altLang="zh-CN" sz="1900">
                <a:solidFill>
                  <a:schemeClr val="accent2"/>
                </a:solidFill>
                <a:latin typeface="微软雅黑" panose="020B0503020204020204" pitchFamily="34" charset="-122"/>
                <a:ea typeface="微软雅黑" panose="020B0503020204020204" pitchFamily="34" charset="-122"/>
              </a:rPr>
              <a:t>200ps</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根据各类指令的频度，计算平均时钟周期数为：</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a:t>
            </a:r>
            <a:r>
              <a:rPr lang="en-US" altLang="zh-CN" sz="1900">
                <a:solidFill>
                  <a:schemeClr val="accent2"/>
                </a:solidFill>
                <a:latin typeface="微软雅黑" panose="020B0503020204020204" pitchFamily="34" charset="-122"/>
                <a:ea typeface="微软雅黑" panose="020B0503020204020204" pitchFamily="34" charset="-122"/>
              </a:rPr>
              <a:t>CPU</a:t>
            </a:r>
            <a:r>
              <a:rPr lang="zh-CN" altLang="en-US" sz="1900">
                <a:solidFill>
                  <a:schemeClr val="accent2"/>
                </a:solidFill>
                <a:latin typeface="微软雅黑" panose="020B0503020204020204" pitchFamily="34" charset="-122"/>
                <a:ea typeface="微软雅黑" panose="020B0503020204020204" pitchFamily="34" charset="-122"/>
              </a:rPr>
              <a:t>时钟周期</a:t>
            </a:r>
            <a:r>
              <a:rPr lang="en-US" altLang="zh-CN" sz="1900">
                <a:solidFill>
                  <a:schemeClr val="accent2"/>
                </a:solidFill>
                <a:latin typeface="微软雅黑" panose="020B0503020204020204" pitchFamily="34" charset="-122"/>
                <a:ea typeface="微软雅黑" panose="020B0503020204020204" pitchFamily="34" charset="-122"/>
              </a:rPr>
              <a:t>=5x25%+4x10%+4x52%+3x11%+3x2%=4.12</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所以， </a:t>
            </a:r>
            <a:r>
              <a:rPr lang="en-US" altLang="zh-CN" sz="1900">
                <a:solidFill>
                  <a:schemeClr val="accent2"/>
                </a:solidFill>
                <a:latin typeface="微软雅黑" panose="020B0503020204020204" pitchFamily="34" charset="-122"/>
                <a:ea typeface="微软雅黑" panose="020B0503020204020204" pitchFamily="34" charset="-122"/>
              </a:rPr>
              <a:t>N</a:t>
            </a:r>
            <a:r>
              <a:rPr lang="zh-CN" altLang="en-US" sz="1900">
                <a:solidFill>
                  <a:schemeClr val="accent2"/>
                </a:solidFill>
                <a:latin typeface="微软雅黑" panose="020B0503020204020204" pitchFamily="34" charset="-122"/>
                <a:ea typeface="微软雅黑" panose="020B0503020204020204" pitchFamily="34" charset="-122"/>
              </a:rPr>
              <a:t>条指令的执行时间为</a:t>
            </a:r>
            <a:r>
              <a:rPr lang="en-US" altLang="zh-CN" sz="1900">
                <a:solidFill>
                  <a:schemeClr val="accent2"/>
                </a:solidFill>
                <a:latin typeface="微软雅黑" panose="020B0503020204020204" pitchFamily="34" charset="-122"/>
                <a:ea typeface="微软雅黑" panose="020B0503020204020204" pitchFamily="34" charset="-122"/>
              </a:rPr>
              <a:t>4.12x200xN=</a:t>
            </a:r>
            <a:r>
              <a:rPr lang="en-US" altLang="zh-CN" sz="1900">
                <a:solidFill>
                  <a:srgbClr val="CC0000"/>
                </a:solidFill>
                <a:latin typeface="微软雅黑" panose="020B0503020204020204" pitchFamily="34" charset="-122"/>
                <a:ea typeface="微软雅黑" panose="020B0503020204020204" pitchFamily="34" charset="-122"/>
              </a:rPr>
              <a:t>824N(ps)</a:t>
            </a:r>
          </a:p>
          <a:p>
            <a:pPr>
              <a:spcBef>
                <a:spcPct val="20000"/>
              </a:spcBef>
              <a:buFont typeface="Times New Roman" panose="02020603050405020304" pitchFamily="18" charset="0"/>
              <a:buNone/>
            </a:pPr>
            <a:r>
              <a:rPr lang="zh-CN" altLang="en-US" sz="1900">
                <a:latin typeface="微软雅黑" panose="020B0503020204020204" pitchFamily="34" charset="-122"/>
                <a:ea typeface="微软雅黑" panose="020B0503020204020204" pitchFamily="34" charset="-122"/>
              </a:rPr>
              <a:t>对于流水线方式：</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a:t>
            </a:r>
            <a:r>
              <a:rPr lang="en-US" altLang="zh-CN" sz="1900">
                <a:solidFill>
                  <a:schemeClr val="accent2"/>
                </a:solidFill>
                <a:latin typeface="微软雅黑" panose="020B0503020204020204" pitchFamily="34" charset="-122"/>
                <a:ea typeface="微软雅黑" panose="020B0503020204020204" pitchFamily="34" charset="-122"/>
              </a:rPr>
              <a:t>Load</a:t>
            </a:r>
            <a:r>
              <a:rPr lang="zh-CN" altLang="en-US" sz="1900">
                <a:solidFill>
                  <a:schemeClr val="accent2"/>
                </a:solidFill>
                <a:latin typeface="微软雅黑" panose="020B0503020204020204" pitchFamily="34" charset="-122"/>
                <a:ea typeface="微软雅黑" panose="020B0503020204020204" pitchFamily="34" charset="-122"/>
              </a:rPr>
              <a:t>指令：当发生</a:t>
            </a:r>
            <a:r>
              <a:rPr lang="en-US" altLang="zh-CN" sz="1900">
                <a:solidFill>
                  <a:schemeClr val="accent2"/>
                </a:solidFill>
                <a:latin typeface="微软雅黑" panose="020B0503020204020204" pitchFamily="34" charset="-122"/>
                <a:ea typeface="微软雅黑" panose="020B0503020204020204" pitchFamily="34" charset="-122"/>
              </a:rPr>
              <a:t>Load-use</a:t>
            </a:r>
            <a:r>
              <a:rPr lang="zh-CN" altLang="en-US" sz="1900">
                <a:solidFill>
                  <a:schemeClr val="accent2"/>
                </a:solidFill>
                <a:latin typeface="微软雅黑" panose="020B0503020204020204" pitchFamily="34" charset="-122"/>
                <a:ea typeface="微软雅黑" panose="020B0503020204020204" pitchFamily="34" charset="-122"/>
              </a:rPr>
              <a:t>依赖时，执行时间为</a:t>
            </a:r>
            <a:r>
              <a:rPr lang="en-US" altLang="zh-CN" sz="1900">
                <a:solidFill>
                  <a:schemeClr val="accent2"/>
                </a:solidFill>
                <a:latin typeface="微软雅黑" panose="020B0503020204020204" pitchFamily="34" charset="-122"/>
                <a:ea typeface="微软雅黑" panose="020B0503020204020204" pitchFamily="34" charset="-122"/>
              </a:rPr>
              <a:t>2</a:t>
            </a:r>
            <a:r>
              <a:rPr lang="zh-CN" altLang="en-US" sz="1900">
                <a:solidFill>
                  <a:schemeClr val="accent2"/>
                </a:solidFill>
                <a:latin typeface="微软雅黑" panose="020B0503020204020204" pitchFamily="34" charset="-122"/>
                <a:ea typeface="微软雅黑" panose="020B0503020204020204" pitchFamily="34" charset="-122"/>
              </a:rPr>
              <a:t>个时钟，否则</a:t>
            </a:r>
            <a:r>
              <a:rPr lang="en-US" altLang="zh-CN" sz="1900">
                <a:solidFill>
                  <a:schemeClr val="accent2"/>
                </a:solidFill>
                <a:latin typeface="微软雅黑" panose="020B0503020204020204" pitchFamily="34" charset="-122"/>
                <a:ea typeface="微软雅黑" panose="020B0503020204020204" pitchFamily="34" charset="-122"/>
              </a:rPr>
              <a:t>1</a:t>
            </a:r>
            <a:r>
              <a:rPr lang="zh-CN" altLang="en-US" sz="1900">
                <a:solidFill>
                  <a:schemeClr val="accent2"/>
                </a:solidFill>
                <a:latin typeface="微软雅黑" panose="020B0503020204020204" pitchFamily="34" charset="-122"/>
                <a:ea typeface="微软雅黑" panose="020B0503020204020204" pitchFamily="34" charset="-122"/>
              </a:rPr>
              <a:t>个时钟，</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故平均执行时间为</a:t>
            </a:r>
            <a:r>
              <a:rPr lang="en-US" altLang="zh-CN" sz="1900">
                <a:solidFill>
                  <a:schemeClr val="accent2"/>
                </a:solidFill>
                <a:latin typeface="微软雅黑" panose="020B0503020204020204" pitchFamily="34" charset="-122"/>
                <a:ea typeface="微软雅黑" panose="020B0503020204020204" pitchFamily="34" charset="-122"/>
              </a:rPr>
              <a:t>1.5</a:t>
            </a:r>
            <a:r>
              <a:rPr lang="zh-CN" altLang="en-US" sz="1900">
                <a:solidFill>
                  <a:schemeClr val="accent2"/>
                </a:solidFill>
                <a:latin typeface="微软雅黑" panose="020B0503020204020204" pitchFamily="34" charset="-122"/>
                <a:ea typeface="微软雅黑" panose="020B0503020204020204" pitchFamily="34" charset="-122"/>
              </a:rPr>
              <a:t>个时钟；</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a:t>
            </a:r>
            <a:r>
              <a:rPr lang="en-US" altLang="zh-CN" sz="1900">
                <a:solidFill>
                  <a:schemeClr val="accent2"/>
                </a:solidFill>
                <a:latin typeface="微软雅黑" panose="020B0503020204020204" pitchFamily="34" charset="-122"/>
                <a:ea typeface="微软雅黑" panose="020B0503020204020204" pitchFamily="34" charset="-122"/>
              </a:rPr>
              <a:t>Store</a:t>
            </a:r>
            <a:r>
              <a:rPr lang="zh-CN" altLang="en-US" sz="1900">
                <a:solidFill>
                  <a:schemeClr val="accent2"/>
                </a:solidFill>
                <a:latin typeface="微软雅黑" panose="020B0503020204020204" pitchFamily="34" charset="-122"/>
                <a:ea typeface="微软雅黑" panose="020B0503020204020204" pitchFamily="34" charset="-122"/>
              </a:rPr>
              <a:t>、</a:t>
            </a:r>
            <a:r>
              <a:rPr lang="en-US" altLang="zh-CN" sz="1900">
                <a:solidFill>
                  <a:schemeClr val="accent2"/>
                </a:solidFill>
                <a:latin typeface="微软雅黑" panose="020B0503020204020204" pitchFamily="34" charset="-122"/>
                <a:ea typeface="微软雅黑" panose="020B0503020204020204" pitchFamily="34" charset="-122"/>
              </a:rPr>
              <a:t>ALU</a:t>
            </a:r>
            <a:r>
              <a:rPr lang="zh-CN" altLang="en-US" sz="1900">
                <a:solidFill>
                  <a:schemeClr val="accent2"/>
                </a:solidFill>
                <a:latin typeface="微软雅黑" panose="020B0503020204020204" pitchFamily="34" charset="-122"/>
                <a:ea typeface="微软雅黑" panose="020B0503020204020204" pitchFamily="34" charset="-122"/>
              </a:rPr>
              <a:t>指令：</a:t>
            </a:r>
            <a:r>
              <a:rPr lang="en-US" altLang="zh-CN" sz="1900">
                <a:solidFill>
                  <a:schemeClr val="accent2"/>
                </a:solidFill>
                <a:latin typeface="微软雅黑" panose="020B0503020204020204" pitchFamily="34" charset="-122"/>
                <a:ea typeface="微软雅黑" panose="020B0503020204020204" pitchFamily="34" charset="-122"/>
              </a:rPr>
              <a:t>1</a:t>
            </a:r>
            <a:r>
              <a:rPr lang="zh-CN" altLang="en-US" sz="1900">
                <a:solidFill>
                  <a:schemeClr val="accent2"/>
                </a:solidFill>
                <a:latin typeface="微软雅黑" panose="020B0503020204020204" pitchFamily="34" charset="-122"/>
                <a:ea typeface="微软雅黑" panose="020B0503020204020204" pitchFamily="34" charset="-122"/>
              </a:rPr>
              <a:t>个时钟；</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a:t>
            </a:r>
            <a:r>
              <a:rPr lang="en-US" altLang="zh-CN" sz="1900">
                <a:solidFill>
                  <a:schemeClr val="accent2"/>
                </a:solidFill>
                <a:latin typeface="微软雅黑" panose="020B0503020204020204" pitchFamily="34" charset="-122"/>
                <a:ea typeface="微软雅黑" panose="020B0503020204020204" pitchFamily="34" charset="-122"/>
              </a:rPr>
              <a:t>Branch</a:t>
            </a:r>
            <a:r>
              <a:rPr lang="zh-CN" altLang="en-US" sz="1900">
                <a:solidFill>
                  <a:schemeClr val="accent2"/>
                </a:solidFill>
                <a:latin typeface="微软雅黑" panose="020B0503020204020204" pitchFamily="34" charset="-122"/>
                <a:ea typeface="微软雅黑" panose="020B0503020204020204" pitchFamily="34" charset="-122"/>
              </a:rPr>
              <a:t>指令：预测成功时，</a:t>
            </a:r>
            <a:r>
              <a:rPr lang="en-US" altLang="zh-CN" sz="1900">
                <a:solidFill>
                  <a:schemeClr val="accent2"/>
                </a:solidFill>
                <a:latin typeface="微软雅黑" panose="020B0503020204020204" pitchFamily="34" charset="-122"/>
                <a:ea typeface="微软雅黑" panose="020B0503020204020204" pitchFamily="34" charset="-122"/>
              </a:rPr>
              <a:t>1</a:t>
            </a:r>
            <a:r>
              <a:rPr lang="zh-CN" altLang="en-US" sz="1900">
                <a:solidFill>
                  <a:schemeClr val="accent2"/>
                </a:solidFill>
                <a:latin typeface="微软雅黑" panose="020B0503020204020204" pitchFamily="34" charset="-122"/>
                <a:ea typeface="微软雅黑" panose="020B0503020204020204" pitchFamily="34" charset="-122"/>
              </a:rPr>
              <a:t>个时钟，预测错误时，</a:t>
            </a:r>
            <a:r>
              <a:rPr lang="en-US" altLang="zh-CN" sz="1900">
                <a:solidFill>
                  <a:schemeClr val="accent2"/>
                </a:solidFill>
                <a:latin typeface="微软雅黑" panose="020B0503020204020204" pitchFamily="34" charset="-122"/>
                <a:ea typeface="微软雅黑" panose="020B0503020204020204" pitchFamily="34" charset="-122"/>
              </a:rPr>
              <a:t>2</a:t>
            </a:r>
            <a:r>
              <a:rPr lang="zh-CN" altLang="en-US" sz="1900">
                <a:solidFill>
                  <a:schemeClr val="accent2"/>
                </a:solidFill>
                <a:latin typeface="微软雅黑" panose="020B0503020204020204" pitchFamily="34" charset="-122"/>
                <a:ea typeface="微软雅黑" panose="020B0503020204020204" pitchFamily="34" charset="-122"/>
              </a:rPr>
              <a:t>个时钟，</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所以：平均约为：</a:t>
            </a:r>
            <a:r>
              <a:rPr lang="en-US" altLang="zh-CN" sz="1900">
                <a:solidFill>
                  <a:schemeClr val="accent2"/>
                </a:solidFill>
                <a:latin typeface="微软雅黑" panose="020B0503020204020204" pitchFamily="34" charset="-122"/>
                <a:ea typeface="微软雅黑" panose="020B0503020204020204" pitchFamily="34" charset="-122"/>
              </a:rPr>
              <a:t>.75x1+.25x2=1.25</a:t>
            </a:r>
            <a:r>
              <a:rPr lang="zh-CN" altLang="en-US" sz="1900">
                <a:solidFill>
                  <a:schemeClr val="accent2"/>
                </a:solidFill>
                <a:latin typeface="微软雅黑" panose="020B0503020204020204" pitchFamily="34" charset="-122"/>
                <a:ea typeface="微软雅黑" panose="020B0503020204020204" pitchFamily="34" charset="-122"/>
              </a:rPr>
              <a:t>个；</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a:t>
            </a:r>
            <a:r>
              <a:rPr lang="en-US" altLang="zh-CN" sz="1900">
                <a:solidFill>
                  <a:schemeClr val="accent2"/>
                </a:solidFill>
                <a:latin typeface="微软雅黑" panose="020B0503020204020204" pitchFamily="34" charset="-122"/>
                <a:ea typeface="微软雅黑" panose="020B0503020204020204" pitchFamily="34" charset="-122"/>
              </a:rPr>
              <a:t>Jump</a:t>
            </a:r>
            <a:r>
              <a:rPr lang="zh-CN" altLang="en-US" sz="1900">
                <a:solidFill>
                  <a:schemeClr val="accent2"/>
                </a:solidFill>
                <a:latin typeface="微软雅黑" panose="020B0503020204020204" pitchFamily="34" charset="-122"/>
                <a:ea typeface="微软雅黑" panose="020B0503020204020204" pitchFamily="34" charset="-122"/>
              </a:rPr>
              <a:t>指令：</a:t>
            </a:r>
            <a:r>
              <a:rPr lang="en-US" altLang="zh-CN" sz="1900">
                <a:solidFill>
                  <a:schemeClr val="accent2"/>
                </a:solidFill>
                <a:latin typeface="微软雅黑" panose="020B0503020204020204" pitchFamily="34" charset="-122"/>
                <a:ea typeface="微软雅黑" panose="020B0503020204020204" pitchFamily="34" charset="-122"/>
              </a:rPr>
              <a:t>2</a:t>
            </a:r>
            <a:r>
              <a:rPr lang="zh-CN" altLang="en-US" sz="1900">
                <a:solidFill>
                  <a:schemeClr val="accent2"/>
                </a:solidFill>
                <a:latin typeface="微软雅黑" panose="020B0503020204020204" pitchFamily="34" charset="-122"/>
                <a:ea typeface="微软雅黑" panose="020B0503020204020204" pitchFamily="34" charset="-122"/>
              </a:rPr>
              <a:t>个时钟（总要等到译码阶段结束才能得到转移地址）</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平均</a:t>
            </a:r>
            <a:r>
              <a:rPr lang="en-US" altLang="zh-CN" sz="1900">
                <a:solidFill>
                  <a:schemeClr val="accent2"/>
                </a:solidFill>
                <a:latin typeface="微软雅黑" panose="020B0503020204020204" pitchFamily="34" charset="-122"/>
                <a:ea typeface="微软雅黑" panose="020B0503020204020204" pitchFamily="34" charset="-122"/>
              </a:rPr>
              <a:t>CPI</a:t>
            </a:r>
            <a:r>
              <a:rPr lang="zh-CN" altLang="en-US" sz="1900">
                <a:solidFill>
                  <a:schemeClr val="accent2"/>
                </a:solidFill>
                <a:latin typeface="微软雅黑" panose="020B0503020204020204" pitchFamily="34" charset="-122"/>
                <a:ea typeface="微软雅黑" panose="020B0503020204020204" pitchFamily="34" charset="-122"/>
              </a:rPr>
              <a:t>为：</a:t>
            </a:r>
            <a:r>
              <a:rPr lang="en-US" altLang="zh-CN" sz="1900">
                <a:solidFill>
                  <a:schemeClr val="accent2"/>
                </a:solidFill>
                <a:latin typeface="微软雅黑" panose="020B0503020204020204" pitchFamily="34" charset="-122"/>
                <a:ea typeface="微软雅黑" panose="020B0503020204020204" pitchFamily="34" charset="-122"/>
              </a:rPr>
              <a:t>1.5x25%+1x10%+1x52%+1.25x11%+2x2%=1.17</a:t>
            </a:r>
          </a:p>
          <a:p>
            <a:pPr>
              <a:spcBef>
                <a:spcPct val="20000"/>
              </a:spcBef>
              <a:buFont typeface="Times New Roman" panose="02020603050405020304" pitchFamily="18" charset="0"/>
              <a:buNone/>
            </a:pPr>
            <a:r>
              <a:rPr lang="zh-CN" altLang="en-US" sz="1900">
                <a:solidFill>
                  <a:schemeClr val="accent2"/>
                </a:solidFill>
                <a:latin typeface="微软雅黑" panose="020B0503020204020204" pitchFamily="34" charset="-122"/>
                <a:ea typeface="微软雅黑" panose="020B0503020204020204" pitchFamily="34" charset="-122"/>
              </a:rPr>
              <a:t>   所以， </a:t>
            </a:r>
            <a:r>
              <a:rPr lang="en-US" altLang="zh-CN" sz="1900">
                <a:solidFill>
                  <a:schemeClr val="accent2"/>
                </a:solidFill>
                <a:latin typeface="微软雅黑" panose="020B0503020204020204" pitchFamily="34" charset="-122"/>
                <a:ea typeface="微软雅黑" panose="020B0503020204020204" pitchFamily="34" charset="-122"/>
              </a:rPr>
              <a:t>N</a:t>
            </a:r>
            <a:r>
              <a:rPr lang="zh-CN" altLang="en-US" sz="1900">
                <a:solidFill>
                  <a:schemeClr val="accent2"/>
                </a:solidFill>
                <a:latin typeface="微软雅黑" panose="020B0503020204020204" pitchFamily="34" charset="-122"/>
                <a:ea typeface="微软雅黑" panose="020B0503020204020204" pitchFamily="34" charset="-122"/>
              </a:rPr>
              <a:t>条指令的执行时间为</a:t>
            </a:r>
            <a:r>
              <a:rPr lang="en-US" altLang="zh-CN" sz="1900">
                <a:solidFill>
                  <a:schemeClr val="accent2"/>
                </a:solidFill>
                <a:latin typeface="微软雅黑" panose="020B0503020204020204" pitchFamily="34" charset="-122"/>
                <a:ea typeface="微软雅黑" panose="020B0503020204020204" pitchFamily="34" charset="-122"/>
              </a:rPr>
              <a:t>1.17x200xN=</a:t>
            </a:r>
            <a:r>
              <a:rPr lang="en-US" altLang="zh-CN" sz="1900">
                <a:solidFill>
                  <a:srgbClr val="CC0000"/>
                </a:solidFill>
                <a:latin typeface="微软雅黑" panose="020B0503020204020204" pitchFamily="34" charset="-122"/>
                <a:ea typeface="微软雅黑" panose="020B0503020204020204" pitchFamily="34" charset="-122"/>
              </a:rPr>
              <a:t>234N(ps)</a:t>
            </a:r>
            <a:endParaRPr lang="zh-CN" altLang="en-US" sz="190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4626">
                                            <p:txEl>
                                              <p:pRg st="1" end="1"/>
                                            </p:txEl>
                                          </p:spTgt>
                                        </p:tgtEl>
                                        <p:attrNameLst>
                                          <p:attrName>style.visibility</p:attrName>
                                        </p:attrNameLst>
                                      </p:cBhvr>
                                      <p:to>
                                        <p:strVal val="visible"/>
                                      </p:to>
                                    </p:set>
                                    <p:animEffect transition="in" filter="blinds(horizontal)">
                                      <p:cBhvr>
                                        <p:cTn id="7" dur="500"/>
                                        <p:tgtEl>
                                          <p:spTgt spid="154626">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4626">
                                            <p:txEl>
                                              <p:pRg st="2" end="2"/>
                                            </p:txEl>
                                          </p:spTgt>
                                        </p:tgtEl>
                                        <p:attrNameLst>
                                          <p:attrName>style.visibility</p:attrName>
                                        </p:attrNameLst>
                                      </p:cBhvr>
                                      <p:to>
                                        <p:strVal val="visible"/>
                                      </p:to>
                                    </p:set>
                                    <p:animEffect transition="in" filter="blinds(horizontal)">
                                      <p:cBhvr>
                                        <p:cTn id="10" dur="500"/>
                                        <p:tgtEl>
                                          <p:spTgt spid="154626">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54626">
                                            <p:txEl>
                                              <p:pRg st="4" end="4"/>
                                            </p:txEl>
                                          </p:spTgt>
                                        </p:tgtEl>
                                        <p:attrNameLst>
                                          <p:attrName>style.visibility</p:attrName>
                                        </p:attrNameLst>
                                      </p:cBhvr>
                                      <p:to>
                                        <p:strVal val="visible"/>
                                      </p:to>
                                    </p:set>
                                    <p:animEffect transition="in" filter="blinds(horizontal)">
                                      <p:cBhvr>
                                        <p:cTn id="15" dur="500"/>
                                        <p:tgtEl>
                                          <p:spTgt spid="154626">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54626">
                                            <p:txEl>
                                              <p:pRg st="5" end="5"/>
                                            </p:txEl>
                                          </p:spTgt>
                                        </p:tgtEl>
                                        <p:attrNameLst>
                                          <p:attrName>style.visibility</p:attrName>
                                        </p:attrNameLst>
                                      </p:cBhvr>
                                      <p:to>
                                        <p:strVal val="visible"/>
                                      </p:to>
                                    </p:set>
                                    <p:animEffect transition="in" filter="blinds(horizontal)">
                                      <p:cBhvr>
                                        <p:cTn id="18" dur="500"/>
                                        <p:tgtEl>
                                          <p:spTgt spid="154626">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54626">
                                            <p:txEl>
                                              <p:pRg st="6" end="6"/>
                                            </p:txEl>
                                          </p:spTgt>
                                        </p:tgtEl>
                                        <p:attrNameLst>
                                          <p:attrName>style.visibility</p:attrName>
                                        </p:attrNameLst>
                                      </p:cBhvr>
                                      <p:to>
                                        <p:strVal val="visible"/>
                                      </p:to>
                                    </p:set>
                                    <p:animEffect transition="in" filter="blinds(horizontal)">
                                      <p:cBhvr>
                                        <p:cTn id="21" dur="500"/>
                                        <p:tgtEl>
                                          <p:spTgt spid="154626">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54626">
                                            <p:txEl>
                                              <p:pRg st="7" end="7"/>
                                            </p:txEl>
                                          </p:spTgt>
                                        </p:tgtEl>
                                        <p:attrNameLst>
                                          <p:attrName>style.visibility</p:attrName>
                                        </p:attrNameLst>
                                      </p:cBhvr>
                                      <p:to>
                                        <p:strVal val="visible"/>
                                      </p:to>
                                    </p:set>
                                    <p:animEffect transition="in" filter="blinds(horizontal)">
                                      <p:cBhvr>
                                        <p:cTn id="24" dur="500"/>
                                        <p:tgtEl>
                                          <p:spTgt spid="154626">
                                            <p:txEl>
                                              <p:pRg st="7" end="7"/>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54626">
                                            <p:txEl>
                                              <p:pRg st="9" end="9"/>
                                            </p:txEl>
                                          </p:spTgt>
                                        </p:tgtEl>
                                        <p:attrNameLst>
                                          <p:attrName>style.visibility</p:attrName>
                                        </p:attrNameLst>
                                      </p:cBhvr>
                                      <p:to>
                                        <p:strVal val="visible"/>
                                      </p:to>
                                    </p:set>
                                    <p:animEffect transition="in" filter="blinds(horizontal)">
                                      <p:cBhvr>
                                        <p:cTn id="29" dur="500"/>
                                        <p:tgtEl>
                                          <p:spTgt spid="154626">
                                            <p:txEl>
                                              <p:pRg st="9" end="9"/>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154626">
                                            <p:txEl>
                                              <p:pRg st="10" end="10"/>
                                            </p:txEl>
                                          </p:spTgt>
                                        </p:tgtEl>
                                        <p:attrNameLst>
                                          <p:attrName>style.visibility</p:attrName>
                                        </p:attrNameLst>
                                      </p:cBhvr>
                                      <p:to>
                                        <p:strVal val="visible"/>
                                      </p:to>
                                    </p:set>
                                    <p:animEffect transition="in" filter="blinds(horizontal)">
                                      <p:cBhvr>
                                        <p:cTn id="32" dur="500"/>
                                        <p:tgtEl>
                                          <p:spTgt spid="154626">
                                            <p:txEl>
                                              <p:pRg st="10" end="10"/>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54626">
                                            <p:txEl>
                                              <p:pRg st="11" end="11"/>
                                            </p:txEl>
                                          </p:spTgt>
                                        </p:tgtEl>
                                        <p:attrNameLst>
                                          <p:attrName>style.visibility</p:attrName>
                                        </p:attrNameLst>
                                      </p:cBhvr>
                                      <p:to>
                                        <p:strVal val="visible"/>
                                      </p:to>
                                    </p:set>
                                    <p:animEffect transition="in" filter="blinds(horizontal)">
                                      <p:cBhvr>
                                        <p:cTn id="35" dur="500"/>
                                        <p:tgtEl>
                                          <p:spTgt spid="154626">
                                            <p:txEl>
                                              <p:pRg st="11" end="11"/>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54626">
                                            <p:txEl>
                                              <p:pRg st="12" end="12"/>
                                            </p:txEl>
                                          </p:spTgt>
                                        </p:tgtEl>
                                        <p:attrNameLst>
                                          <p:attrName>style.visibility</p:attrName>
                                        </p:attrNameLst>
                                      </p:cBhvr>
                                      <p:to>
                                        <p:strVal val="visible"/>
                                      </p:to>
                                    </p:set>
                                    <p:animEffect transition="in" filter="blinds(horizontal)">
                                      <p:cBhvr>
                                        <p:cTn id="38" dur="500"/>
                                        <p:tgtEl>
                                          <p:spTgt spid="154626">
                                            <p:txEl>
                                              <p:pRg st="12" end="12"/>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154626">
                                            <p:txEl>
                                              <p:pRg st="13" end="13"/>
                                            </p:txEl>
                                          </p:spTgt>
                                        </p:tgtEl>
                                        <p:attrNameLst>
                                          <p:attrName>style.visibility</p:attrName>
                                        </p:attrNameLst>
                                      </p:cBhvr>
                                      <p:to>
                                        <p:strVal val="visible"/>
                                      </p:to>
                                    </p:set>
                                    <p:animEffect transition="in" filter="blinds(horizontal)">
                                      <p:cBhvr>
                                        <p:cTn id="41" dur="500"/>
                                        <p:tgtEl>
                                          <p:spTgt spid="154626">
                                            <p:txEl>
                                              <p:pRg st="13" end="13"/>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154626">
                                            <p:txEl>
                                              <p:pRg st="14" end="14"/>
                                            </p:txEl>
                                          </p:spTgt>
                                        </p:tgtEl>
                                        <p:attrNameLst>
                                          <p:attrName>style.visibility</p:attrName>
                                        </p:attrNameLst>
                                      </p:cBhvr>
                                      <p:to>
                                        <p:strVal val="visible"/>
                                      </p:to>
                                    </p:set>
                                    <p:animEffect transition="in" filter="blinds(horizontal)">
                                      <p:cBhvr>
                                        <p:cTn id="44" dur="500"/>
                                        <p:tgtEl>
                                          <p:spTgt spid="154626">
                                            <p:txEl>
                                              <p:pRg st="14" end="14"/>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154626">
                                            <p:txEl>
                                              <p:pRg st="15" end="15"/>
                                            </p:txEl>
                                          </p:spTgt>
                                        </p:tgtEl>
                                        <p:attrNameLst>
                                          <p:attrName>style.visibility</p:attrName>
                                        </p:attrNameLst>
                                      </p:cBhvr>
                                      <p:to>
                                        <p:strVal val="visible"/>
                                      </p:to>
                                    </p:set>
                                    <p:animEffect transition="in" filter="blinds(horizontal)">
                                      <p:cBhvr>
                                        <p:cTn id="47" dur="500"/>
                                        <p:tgtEl>
                                          <p:spTgt spid="154626">
                                            <p:txEl>
                                              <p:pRg st="15" end="15"/>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154626">
                                            <p:txEl>
                                              <p:pRg st="16" end="16"/>
                                            </p:txEl>
                                          </p:spTgt>
                                        </p:tgtEl>
                                        <p:attrNameLst>
                                          <p:attrName>style.visibility</p:attrName>
                                        </p:attrNameLst>
                                      </p:cBhvr>
                                      <p:to>
                                        <p:strVal val="visible"/>
                                      </p:to>
                                    </p:set>
                                    <p:animEffect transition="in" filter="blinds(horizontal)">
                                      <p:cBhvr>
                                        <p:cTn id="50" dur="500"/>
                                        <p:tgtEl>
                                          <p:spTgt spid="154626">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a:extLst>
              <a:ext uri="{FF2B5EF4-FFF2-40B4-BE49-F238E27FC236}">
                <a16:creationId xmlns:a16="http://schemas.microsoft.com/office/drawing/2014/main" id="{F970AE5E-0DC1-7843-BAB2-FE54D164AAED}"/>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第六讲小结</a:t>
            </a:r>
          </a:p>
        </p:txBody>
      </p:sp>
      <p:sp>
        <p:nvSpPr>
          <p:cNvPr id="157698" name="Rectangle 3">
            <a:extLst>
              <a:ext uri="{FF2B5EF4-FFF2-40B4-BE49-F238E27FC236}">
                <a16:creationId xmlns:a16="http://schemas.microsoft.com/office/drawing/2014/main" id="{2CE26294-09FF-E1C4-9575-98422793AE41}"/>
              </a:ext>
            </a:extLst>
          </p:cNvPr>
          <p:cNvSpPr>
            <a:spLocks noGrp="1" noChangeArrowheads="1"/>
          </p:cNvSpPr>
          <p:nvPr>
            <p:ph idx="1"/>
          </p:nvPr>
        </p:nvSpPr>
        <p:spPr>
          <a:xfrm>
            <a:off x="322263" y="711200"/>
            <a:ext cx="8077200" cy="5745163"/>
          </a:xfrm>
        </p:spPr>
        <p:txBody>
          <a:bodyPr/>
          <a:lstStyle/>
          <a:p>
            <a:pPr>
              <a:spcBef>
                <a:spcPts val="600"/>
              </a:spcBef>
            </a:pPr>
            <a:r>
              <a:rPr lang="zh-CN" altLang="en-US" sz="2000">
                <a:latin typeface="微软雅黑" panose="020B0503020204020204" pitchFamily="34" charset="-122"/>
                <a:ea typeface="微软雅黑" panose="020B0503020204020204" pitchFamily="34" charset="-122"/>
              </a:rPr>
              <a:t>流水线冒险的几种类型：</a:t>
            </a:r>
          </a:p>
          <a:p>
            <a:pPr lvl="1">
              <a:lnSpc>
                <a:spcPct val="100000"/>
              </a:lnSpc>
              <a:spcBef>
                <a:spcPts val="600"/>
              </a:spcBef>
            </a:pPr>
            <a:r>
              <a:rPr lang="zh-CN" altLang="en-US" sz="2000">
                <a:latin typeface="微软雅黑" panose="020B0503020204020204" pitchFamily="34" charset="-122"/>
                <a:ea typeface="微软雅黑" panose="020B0503020204020204" pitchFamily="34" charset="-122"/>
              </a:rPr>
              <a:t>资源冲突、数据相关、控制相关（改变指令流的执行方向）</a:t>
            </a:r>
          </a:p>
          <a:p>
            <a:pPr>
              <a:spcBef>
                <a:spcPts val="600"/>
              </a:spcBef>
            </a:pPr>
            <a:r>
              <a:rPr lang="zh-CN" altLang="en-US" sz="2000">
                <a:latin typeface="微软雅黑" panose="020B0503020204020204" pitchFamily="34" charset="-122"/>
                <a:ea typeface="微软雅黑" panose="020B0503020204020204" pitchFamily="34" charset="-122"/>
              </a:rPr>
              <a:t>数据冒险的现象和对策</a:t>
            </a:r>
          </a:p>
          <a:p>
            <a:pPr lvl="1">
              <a:lnSpc>
                <a:spcPct val="100000"/>
              </a:lnSpc>
              <a:spcBef>
                <a:spcPts val="600"/>
              </a:spcBef>
            </a:pPr>
            <a:r>
              <a:rPr lang="zh-CN" altLang="en-US" sz="2000">
                <a:latin typeface="微软雅黑" panose="020B0503020204020204" pitchFamily="34" charset="-122"/>
                <a:ea typeface="微软雅黑" panose="020B0503020204020204" pitchFamily="34" charset="-122"/>
              </a:rPr>
              <a:t>数据冒险的种类</a:t>
            </a:r>
          </a:p>
          <a:p>
            <a:pPr lvl="2">
              <a:lnSpc>
                <a:spcPct val="100000"/>
              </a:lnSpc>
              <a:spcBef>
                <a:spcPts val="600"/>
              </a:spcBef>
            </a:pPr>
            <a:r>
              <a:rPr lang="zh-CN" altLang="en-US" sz="2000">
                <a:latin typeface="微软雅黑" panose="020B0503020204020204" pitchFamily="34" charset="-122"/>
                <a:ea typeface="微软雅黑" panose="020B0503020204020204" pitchFamily="34" charset="-122"/>
              </a:rPr>
              <a:t>相关的数据是</a:t>
            </a:r>
            <a:r>
              <a:rPr lang="en-US" altLang="zh-CN" sz="2000">
                <a:latin typeface="微软雅黑" panose="020B0503020204020204" pitchFamily="34" charset="-122"/>
                <a:ea typeface="微软雅黑" panose="020B0503020204020204" pitchFamily="34" charset="-122"/>
              </a:rPr>
              <a:t>ALU</a:t>
            </a:r>
            <a:r>
              <a:rPr lang="zh-CN" altLang="en-US" sz="2000">
                <a:latin typeface="微软雅黑" panose="020B0503020204020204" pitchFamily="34" charset="-122"/>
                <a:ea typeface="微软雅黑" panose="020B0503020204020204" pitchFamily="34" charset="-122"/>
              </a:rPr>
              <a:t>结果，可以通过转发解决</a:t>
            </a:r>
          </a:p>
          <a:p>
            <a:pPr lvl="2">
              <a:lnSpc>
                <a:spcPct val="100000"/>
              </a:lnSpc>
              <a:spcBef>
                <a:spcPts val="600"/>
              </a:spcBef>
            </a:pPr>
            <a:r>
              <a:rPr lang="zh-CN" altLang="en-US" sz="2000">
                <a:latin typeface="微软雅黑" panose="020B0503020204020204" pitchFamily="34" charset="-122"/>
                <a:ea typeface="微软雅黑" panose="020B0503020204020204" pitchFamily="34" charset="-122"/>
              </a:rPr>
              <a:t>相关的数据是</a:t>
            </a:r>
            <a:r>
              <a:rPr lang="en-US" altLang="zh-CN" sz="2000">
                <a:latin typeface="微软雅黑" panose="020B0503020204020204" pitchFamily="34" charset="-122"/>
                <a:ea typeface="微软雅黑" panose="020B0503020204020204" pitchFamily="34" charset="-122"/>
              </a:rPr>
              <a:t>DM</a:t>
            </a:r>
            <a:r>
              <a:rPr lang="zh-CN" altLang="en-US" sz="2000">
                <a:latin typeface="微软雅黑" panose="020B0503020204020204" pitchFamily="34" charset="-122"/>
                <a:ea typeface="微软雅黑" panose="020B0503020204020204" pitchFamily="34" charset="-122"/>
              </a:rPr>
              <a:t>读出的内容，随后的指令被阻塞一个时钟</a:t>
            </a:r>
          </a:p>
          <a:p>
            <a:pPr lvl="1">
              <a:lnSpc>
                <a:spcPct val="100000"/>
              </a:lnSpc>
              <a:spcBef>
                <a:spcPts val="600"/>
              </a:spcBef>
            </a:pPr>
            <a:r>
              <a:rPr lang="zh-CN" altLang="en-US" sz="2000">
                <a:latin typeface="微软雅黑" panose="020B0503020204020204" pitchFamily="34" charset="-122"/>
                <a:ea typeface="微软雅黑" panose="020B0503020204020204" pitchFamily="34" charset="-122"/>
              </a:rPr>
              <a:t>数据冒险和转发</a:t>
            </a:r>
          </a:p>
          <a:p>
            <a:pPr lvl="2">
              <a:lnSpc>
                <a:spcPct val="100000"/>
              </a:lnSpc>
              <a:spcBef>
                <a:spcPts val="600"/>
              </a:spcBef>
            </a:pPr>
            <a:r>
              <a:rPr lang="zh-CN" altLang="en-US" sz="2000">
                <a:latin typeface="微软雅黑" panose="020B0503020204020204" pitchFamily="34" charset="-122"/>
                <a:ea typeface="微软雅黑" panose="020B0503020204020204" pitchFamily="34" charset="-122"/>
              </a:rPr>
              <a:t>转发检测 </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转发控制</a:t>
            </a:r>
          </a:p>
          <a:p>
            <a:pPr lvl="1">
              <a:lnSpc>
                <a:spcPct val="100000"/>
              </a:lnSpc>
              <a:spcBef>
                <a:spcPts val="600"/>
              </a:spcBef>
            </a:pPr>
            <a:r>
              <a:rPr lang="zh-CN" altLang="en-US" sz="2000">
                <a:latin typeface="微软雅黑" panose="020B0503020204020204" pitchFamily="34" charset="-122"/>
                <a:ea typeface="微软雅黑" panose="020B0503020204020204" pitchFamily="34" charset="-122"/>
              </a:rPr>
              <a:t>数据冒险和阻塞</a:t>
            </a:r>
          </a:p>
          <a:p>
            <a:pPr lvl="2">
              <a:lnSpc>
                <a:spcPct val="100000"/>
              </a:lnSpc>
              <a:spcBef>
                <a:spcPts val="600"/>
              </a:spcBef>
            </a:pPr>
            <a:r>
              <a:rPr lang="zh-CN" altLang="en-US" sz="2000">
                <a:latin typeface="微软雅黑" panose="020B0503020204020204" pitchFamily="34" charset="-122"/>
                <a:ea typeface="微软雅黑" panose="020B0503020204020204" pitchFamily="34" charset="-122"/>
              </a:rPr>
              <a:t>阻塞检测 </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阻塞控制</a:t>
            </a:r>
          </a:p>
          <a:p>
            <a:pPr>
              <a:spcBef>
                <a:spcPts val="600"/>
              </a:spcBef>
            </a:pPr>
            <a:r>
              <a:rPr lang="zh-CN" altLang="en-US" sz="2000">
                <a:latin typeface="微软雅黑" panose="020B0503020204020204" pitchFamily="34" charset="-122"/>
                <a:ea typeface="微软雅黑" panose="020B0503020204020204" pitchFamily="34" charset="-122"/>
              </a:rPr>
              <a:t>控制冒险的现象和对策</a:t>
            </a:r>
          </a:p>
          <a:p>
            <a:pPr lvl="1">
              <a:lnSpc>
                <a:spcPct val="100000"/>
              </a:lnSpc>
              <a:spcBef>
                <a:spcPts val="600"/>
              </a:spcBef>
            </a:pPr>
            <a:r>
              <a:rPr lang="zh-CN" altLang="en-US" sz="2000">
                <a:latin typeface="微软雅黑" panose="020B0503020204020204" pitchFamily="34" charset="-122"/>
                <a:ea typeface="微软雅黑" panose="020B0503020204020204" pitchFamily="34" charset="-122"/>
              </a:rPr>
              <a:t>静态分支预测技术</a:t>
            </a:r>
          </a:p>
          <a:p>
            <a:pPr lvl="1">
              <a:lnSpc>
                <a:spcPct val="100000"/>
              </a:lnSpc>
              <a:spcBef>
                <a:spcPts val="600"/>
              </a:spcBef>
            </a:pPr>
            <a:r>
              <a:rPr lang="zh-CN" altLang="en-US" sz="2000">
                <a:latin typeface="微软雅黑" panose="020B0503020204020204" pitchFamily="34" charset="-122"/>
                <a:ea typeface="微软雅黑" panose="020B0503020204020204" pitchFamily="34" charset="-122"/>
              </a:rPr>
              <a:t>缩短分支延迟技术 </a:t>
            </a:r>
          </a:p>
          <a:p>
            <a:pPr lvl="1">
              <a:lnSpc>
                <a:spcPct val="100000"/>
              </a:lnSpc>
              <a:spcBef>
                <a:spcPts val="600"/>
              </a:spcBef>
            </a:pPr>
            <a:r>
              <a:rPr lang="zh-CN" altLang="en-US" sz="2000">
                <a:latin typeface="微软雅黑" panose="020B0503020204020204" pitchFamily="34" charset="-122"/>
                <a:ea typeface="微软雅黑" panose="020B0503020204020204" pitchFamily="34" charset="-122"/>
              </a:rPr>
              <a:t>动态分支预测技术</a:t>
            </a:r>
          </a:p>
          <a:p>
            <a:pPr>
              <a:spcBef>
                <a:spcPts val="600"/>
              </a:spcBef>
            </a:pPr>
            <a:r>
              <a:rPr lang="zh-CN" altLang="en-US" sz="2000">
                <a:latin typeface="微软雅黑" panose="020B0503020204020204" pitchFamily="34" charset="-122"/>
                <a:ea typeface="微软雅黑" panose="020B0503020204020204" pitchFamily="34" charset="-122"/>
              </a:rPr>
              <a:t>异常和中断是一种特殊的控制冒险</a:t>
            </a:r>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85C58A4C-7C77-AC18-77D5-F3DADAE5BBA1}"/>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第七讲 高级流水线技术</a:t>
            </a:r>
          </a:p>
        </p:txBody>
      </p:sp>
      <p:sp>
        <p:nvSpPr>
          <p:cNvPr id="158722" name="Rectangle 3">
            <a:extLst>
              <a:ext uri="{FF2B5EF4-FFF2-40B4-BE49-F238E27FC236}">
                <a16:creationId xmlns:a16="http://schemas.microsoft.com/office/drawing/2014/main" id="{0C2B7375-AEF2-3216-170F-B3FE243DC947}"/>
              </a:ext>
            </a:extLst>
          </p:cNvPr>
          <p:cNvSpPr>
            <a:spLocks noGrp="1" noChangeArrowheads="1"/>
          </p:cNvSpPr>
          <p:nvPr>
            <p:ph idx="1"/>
          </p:nvPr>
        </p:nvSpPr>
        <p:spPr>
          <a:xfrm>
            <a:off x="538163" y="614363"/>
            <a:ext cx="8191500" cy="5437187"/>
          </a:xfrm>
        </p:spPr>
        <p:txBody>
          <a:bodyPr/>
          <a:lstStyle/>
          <a:p>
            <a:pPr>
              <a:spcBef>
                <a:spcPct val="10000"/>
              </a:spcBef>
            </a:pPr>
            <a:r>
              <a:rPr lang="zh-CN" altLang="en-US" sz="2000">
                <a:latin typeface="微软雅黑" panose="020B0503020204020204" pitchFamily="34" charset="-122"/>
                <a:ea typeface="微软雅黑" panose="020B0503020204020204" pitchFamily="34" charset="-122"/>
              </a:rPr>
              <a:t>高性能流水线 </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指令级并行</a:t>
            </a:r>
            <a:r>
              <a:rPr lang="en-US" altLang="zh-CN" sz="2000">
                <a:latin typeface="微软雅黑" panose="020B0503020204020204" pitchFamily="34" charset="-122"/>
                <a:ea typeface="微软雅黑" panose="020B0503020204020204" pitchFamily="34" charset="-122"/>
              </a:rPr>
              <a:t>(ILP)</a:t>
            </a:r>
            <a:r>
              <a:rPr lang="zh-CN" altLang="en-US" sz="2000">
                <a:latin typeface="微软雅黑" panose="020B0503020204020204" pitchFamily="34" charset="-122"/>
                <a:ea typeface="微软雅黑" panose="020B0503020204020204" pitchFamily="34" charset="-122"/>
              </a:rPr>
              <a:t>技术</a:t>
            </a:r>
          </a:p>
          <a:p>
            <a:pPr lvl="1">
              <a:lnSpc>
                <a:spcPct val="100000"/>
              </a:lnSpc>
              <a:spcBef>
                <a:spcPct val="10000"/>
              </a:spcBef>
            </a:pPr>
            <a:r>
              <a:rPr lang="zh-CN" altLang="en-US" sz="2000">
                <a:latin typeface="微软雅黑" panose="020B0503020204020204" pitchFamily="34" charset="-122"/>
                <a:ea typeface="微软雅黑" panose="020B0503020204020204" pitchFamily="34" charset="-122"/>
              </a:rPr>
              <a:t>超流水线</a:t>
            </a:r>
          </a:p>
          <a:p>
            <a:pPr lvl="1">
              <a:lnSpc>
                <a:spcPct val="100000"/>
              </a:lnSpc>
              <a:spcBef>
                <a:spcPct val="10000"/>
              </a:spcBef>
            </a:pPr>
            <a:r>
              <a:rPr lang="zh-CN" altLang="en-US" sz="2000">
                <a:latin typeface="微软雅黑" panose="020B0503020204020204" pitchFamily="34" charset="-122"/>
                <a:ea typeface="微软雅黑" panose="020B0503020204020204" pitchFamily="34" charset="-122"/>
              </a:rPr>
              <a:t>多发射流水线</a:t>
            </a:r>
          </a:p>
          <a:p>
            <a:pPr lvl="2">
              <a:lnSpc>
                <a:spcPct val="100000"/>
              </a:lnSpc>
              <a:spcBef>
                <a:spcPct val="10000"/>
              </a:spcBef>
            </a:pPr>
            <a:r>
              <a:rPr lang="zh-CN" altLang="en-US" sz="2000">
                <a:latin typeface="微软雅黑" panose="020B0503020204020204" pitchFamily="34" charset="-122"/>
                <a:ea typeface="微软雅黑" panose="020B0503020204020204" pitchFamily="34" charset="-122"/>
              </a:rPr>
              <a:t>静态多发射（</a:t>
            </a:r>
            <a:r>
              <a:rPr lang="en-US" altLang="zh-CN" sz="2000">
                <a:latin typeface="微软雅黑" panose="020B0503020204020204" pitchFamily="34" charset="-122"/>
                <a:ea typeface="微软雅黑" panose="020B0503020204020204" pitchFamily="34" charset="-122"/>
              </a:rPr>
              <a:t>VLIW</a:t>
            </a:r>
            <a:r>
              <a:rPr lang="zh-CN" altLang="en-US" sz="2000">
                <a:latin typeface="微软雅黑" panose="020B0503020204020204" pitchFamily="34" charset="-122"/>
                <a:ea typeface="微软雅黑" panose="020B0503020204020204" pitchFamily="34" charset="-122"/>
              </a:rPr>
              <a:t>处理器 </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编译器静态调度）</a:t>
            </a:r>
          </a:p>
          <a:p>
            <a:pPr lvl="2">
              <a:lnSpc>
                <a:spcPct val="100000"/>
              </a:lnSpc>
              <a:spcBef>
                <a:spcPct val="10000"/>
              </a:spcBef>
            </a:pPr>
            <a:r>
              <a:rPr lang="zh-CN" altLang="en-US" sz="2000">
                <a:latin typeface="微软雅黑" panose="020B0503020204020204" pitchFamily="34" charset="-122"/>
                <a:ea typeface="微软雅黑" panose="020B0503020204020204" pitchFamily="34" charset="-122"/>
              </a:rPr>
              <a:t>动态多发射（超标量处理器 </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动态流水线调度）</a:t>
            </a:r>
          </a:p>
          <a:p>
            <a:pPr>
              <a:spcBef>
                <a:spcPct val="10000"/>
              </a:spcBef>
            </a:pPr>
            <a:r>
              <a:rPr lang="zh-CN" altLang="en-US" sz="2000">
                <a:latin typeface="微软雅黑" panose="020B0503020204020204" pitchFamily="34" charset="-122"/>
                <a:ea typeface="微软雅黑" panose="020B0503020204020204" pitchFamily="34" charset="-122"/>
              </a:rPr>
              <a:t>静态多发射（</a:t>
            </a:r>
            <a:r>
              <a:rPr lang="en-US" altLang="zh-CN" sz="2000">
                <a:latin typeface="微软雅黑" panose="020B0503020204020204" pitchFamily="34" charset="-122"/>
                <a:ea typeface="微软雅黑" panose="020B0503020204020204" pitchFamily="34" charset="-122"/>
              </a:rPr>
              <a:t>VLIW-</a:t>
            </a:r>
            <a:r>
              <a:rPr lang="zh-CN" altLang="en-US" sz="2000">
                <a:latin typeface="微软雅黑" panose="020B0503020204020204" pitchFamily="34" charset="-122"/>
                <a:ea typeface="微软雅黑" panose="020B0503020204020204" pitchFamily="34" charset="-122"/>
              </a:rPr>
              <a:t>超长指令字）</a:t>
            </a:r>
          </a:p>
          <a:p>
            <a:pPr lvl="1">
              <a:lnSpc>
                <a:spcPct val="100000"/>
              </a:lnSpc>
              <a:spcBef>
                <a:spcPct val="10000"/>
              </a:spcBef>
            </a:pPr>
            <a:r>
              <a:rPr lang="zh-CN" altLang="en-US" sz="2000">
                <a:latin typeface="微软雅黑" panose="020B0503020204020204" pitchFamily="34" charset="-122"/>
                <a:ea typeface="微软雅黑" panose="020B0503020204020204" pitchFamily="34" charset="-122"/>
              </a:rPr>
              <a:t>编译器静态推测完成“指令打包”和“冒险处理”</a:t>
            </a:r>
          </a:p>
          <a:p>
            <a:pPr lvl="1">
              <a:lnSpc>
                <a:spcPct val="100000"/>
              </a:lnSpc>
              <a:spcBef>
                <a:spcPct val="10000"/>
              </a:spcBef>
            </a:pPr>
            <a:r>
              <a:rPr lang="en-US" altLang="zh-CN" sz="2000">
                <a:latin typeface="微软雅黑" panose="020B0503020204020204" pitchFamily="34" charset="-122"/>
                <a:ea typeface="微软雅黑" panose="020B0503020204020204" pitchFamily="34" charset="-122"/>
              </a:rPr>
              <a:t>RV32I 2-</a:t>
            </a:r>
            <a:r>
              <a:rPr lang="zh-CN" altLang="en-US" sz="2000">
                <a:latin typeface="微软雅黑" panose="020B0503020204020204" pitchFamily="34" charset="-122"/>
                <a:ea typeface="微软雅黑" panose="020B0503020204020204" pitchFamily="34" charset="-122"/>
              </a:rPr>
              <a:t>发射流水线数据通路</a:t>
            </a:r>
          </a:p>
          <a:p>
            <a:pPr lvl="1">
              <a:lnSpc>
                <a:spcPct val="100000"/>
              </a:lnSpc>
              <a:spcBef>
                <a:spcPct val="10000"/>
              </a:spcBef>
            </a:pPr>
            <a:r>
              <a:rPr lang="zh-CN" altLang="en-US" sz="2000">
                <a:latin typeface="微软雅黑" panose="020B0503020204020204" pitchFamily="34" charset="-122"/>
                <a:ea typeface="微软雅黑" panose="020B0503020204020204" pitchFamily="34" charset="-122"/>
              </a:rPr>
              <a:t>循环展开指令调度</a:t>
            </a:r>
            <a:endParaRPr lang="en-US" altLang="zh-CN" sz="2000">
              <a:latin typeface="微软雅黑" panose="020B0503020204020204" pitchFamily="34" charset="-122"/>
              <a:ea typeface="微软雅黑" panose="020B0503020204020204" pitchFamily="34" charset="-122"/>
            </a:endParaRPr>
          </a:p>
          <a:p>
            <a:pPr lvl="1">
              <a:lnSpc>
                <a:spcPct val="100000"/>
              </a:lnSpc>
              <a:spcBef>
                <a:spcPct val="10000"/>
              </a:spcBef>
            </a:pPr>
            <a:r>
              <a:rPr lang="en-US" altLang="zh-CN" sz="2000">
                <a:latin typeface="微软雅黑" panose="020B0503020204020204" pitchFamily="34" charset="-122"/>
                <a:ea typeface="微软雅黑" panose="020B0503020204020204" pitchFamily="34" charset="-122"/>
              </a:rPr>
              <a:t>IA-64</a:t>
            </a:r>
            <a:r>
              <a:rPr lang="zh-CN" altLang="en-US" sz="2000">
                <a:latin typeface="微软雅黑" panose="020B0503020204020204" pitchFamily="34" charset="-122"/>
                <a:ea typeface="微软雅黑" panose="020B0503020204020204" pitchFamily="34" charset="-122"/>
              </a:rPr>
              <a:t>的</a:t>
            </a:r>
            <a:r>
              <a:rPr lang="en-US" altLang="zh-CN" sz="2000">
                <a:latin typeface="微软雅黑" panose="020B0503020204020204" pitchFamily="34" charset="-122"/>
                <a:ea typeface="微软雅黑" panose="020B0503020204020204" pitchFamily="34" charset="-122"/>
              </a:rPr>
              <a:t>EPIC</a:t>
            </a:r>
            <a:r>
              <a:rPr lang="zh-CN" altLang="en-US" sz="2000">
                <a:latin typeface="微软雅黑" panose="020B0503020204020204" pitchFamily="34" charset="-122"/>
                <a:ea typeface="微软雅黑" panose="020B0503020204020204" pitchFamily="34" charset="-122"/>
              </a:rPr>
              <a:t>技术</a:t>
            </a:r>
          </a:p>
          <a:p>
            <a:pPr>
              <a:spcBef>
                <a:spcPct val="10000"/>
              </a:spcBef>
            </a:pPr>
            <a:r>
              <a:rPr lang="zh-CN" altLang="en-US" sz="2000">
                <a:latin typeface="微软雅黑" panose="020B0503020204020204" pitchFamily="34" charset="-122"/>
                <a:ea typeface="微软雅黑" panose="020B0503020204020204" pitchFamily="34" charset="-122"/>
              </a:rPr>
              <a:t>动态多发射</a:t>
            </a:r>
          </a:p>
          <a:p>
            <a:pPr lvl="1">
              <a:lnSpc>
                <a:spcPct val="100000"/>
              </a:lnSpc>
              <a:spcBef>
                <a:spcPct val="10000"/>
              </a:spcBef>
            </a:pPr>
            <a:r>
              <a:rPr lang="zh-CN" altLang="en-US" sz="2000">
                <a:latin typeface="微软雅黑" panose="020B0503020204020204" pitchFamily="34" charset="-122"/>
                <a:ea typeface="微软雅黑" panose="020B0503020204020204" pitchFamily="34" charset="-122"/>
              </a:rPr>
              <a:t>动态多发射流水线的通用模型</a:t>
            </a:r>
          </a:p>
          <a:p>
            <a:pPr lvl="1">
              <a:lnSpc>
                <a:spcPct val="100000"/>
              </a:lnSpc>
              <a:spcBef>
                <a:spcPct val="10000"/>
              </a:spcBef>
            </a:pPr>
            <a:r>
              <a:rPr lang="zh-CN" altLang="en-US" sz="2000">
                <a:latin typeface="微软雅黑" panose="020B0503020204020204" pitchFamily="34" charset="-122"/>
                <a:ea typeface="微软雅黑" panose="020B0503020204020204" pitchFamily="34" charset="-122"/>
              </a:rPr>
              <a:t>动态多发射流水线的执行模式</a:t>
            </a:r>
          </a:p>
          <a:p>
            <a:pPr lvl="2">
              <a:lnSpc>
                <a:spcPct val="100000"/>
              </a:lnSpc>
              <a:spcBef>
                <a:spcPct val="10000"/>
              </a:spcBef>
            </a:pPr>
            <a:r>
              <a:rPr lang="zh-CN" altLang="en-US" sz="2000">
                <a:latin typeface="微软雅黑" panose="020B0503020204020204" pitchFamily="34" charset="-122"/>
                <a:ea typeface="微软雅黑" panose="020B0503020204020204" pitchFamily="34" charset="-122"/>
              </a:rPr>
              <a:t>按序发射、按序完成</a:t>
            </a:r>
          </a:p>
          <a:p>
            <a:pPr lvl="2">
              <a:lnSpc>
                <a:spcPct val="100000"/>
              </a:lnSpc>
              <a:spcBef>
                <a:spcPct val="10000"/>
              </a:spcBef>
            </a:pPr>
            <a:r>
              <a:rPr lang="zh-CN" altLang="en-US" sz="2000">
                <a:latin typeface="微软雅黑" panose="020B0503020204020204" pitchFamily="34" charset="-122"/>
                <a:ea typeface="微软雅黑" panose="020B0503020204020204" pitchFamily="34" charset="-122"/>
              </a:rPr>
              <a:t>按序发射、乱序完成</a:t>
            </a:r>
          </a:p>
          <a:p>
            <a:pPr lvl="2">
              <a:lnSpc>
                <a:spcPct val="100000"/>
              </a:lnSpc>
              <a:spcBef>
                <a:spcPct val="10000"/>
              </a:spcBef>
            </a:pPr>
            <a:r>
              <a:rPr lang="zh-CN" altLang="en-US" sz="2000">
                <a:latin typeface="微软雅黑" panose="020B0503020204020204" pitchFamily="34" charset="-122"/>
                <a:ea typeface="微软雅黑" panose="020B0503020204020204" pitchFamily="34" charset="-122"/>
              </a:rPr>
              <a:t>乱序发射、乱序完成</a:t>
            </a:r>
            <a:endParaRPr lang="en-US" altLang="zh-CN" sz="2000">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a:extLst>
              <a:ext uri="{FF2B5EF4-FFF2-40B4-BE49-F238E27FC236}">
                <a16:creationId xmlns:a16="http://schemas.microsoft.com/office/drawing/2014/main" id="{BC50399E-3D0D-2BDB-74D8-F92D38D7FE94}"/>
              </a:ext>
            </a:extLst>
          </p:cNvPr>
          <p:cNvSpPr>
            <a:spLocks noGrp="1" noChangeArrowheads="1"/>
          </p:cNvSpPr>
          <p:nvPr>
            <p:ph type="title"/>
          </p:nvPr>
        </p:nvSpPr>
        <p:spPr>
          <a:xfrm>
            <a:off x="800100" y="190500"/>
            <a:ext cx="6862763" cy="368300"/>
          </a:xfrm>
        </p:spPr>
        <p:txBody>
          <a:bodyPr/>
          <a:lstStyle/>
          <a:p>
            <a:r>
              <a:rPr lang="zh-CN" altLang="en-US">
                <a:ea typeface="宋体" panose="02010600030101010101" pitchFamily="2" charset="-122"/>
              </a:rPr>
              <a:t>提高性能措施</a:t>
            </a:r>
            <a:r>
              <a:rPr lang="en-US" altLang="zh-CN">
                <a:ea typeface="宋体" panose="02010600030101010101" pitchFamily="2" charset="-122"/>
              </a:rPr>
              <a:t>—</a:t>
            </a:r>
            <a:r>
              <a:rPr lang="zh-CN" altLang="en-US">
                <a:ea typeface="宋体" panose="02010600030101010101" pitchFamily="2" charset="-122"/>
              </a:rPr>
              <a:t>实现指令级并行</a:t>
            </a:r>
          </a:p>
        </p:txBody>
      </p:sp>
      <p:sp>
        <p:nvSpPr>
          <p:cNvPr id="235523" name="Rectangle 3">
            <a:extLst>
              <a:ext uri="{FF2B5EF4-FFF2-40B4-BE49-F238E27FC236}">
                <a16:creationId xmlns:a16="http://schemas.microsoft.com/office/drawing/2014/main" id="{1BC5BFFC-884D-9B04-F596-509832581542}"/>
              </a:ext>
            </a:extLst>
          </p:cNvPr>
          <p:cNvSpPr>
            <a:spLocks noGrp="1" noChangeArrowheads="1"/>
          </p:cNvSpPr>
          <p:nvPr>
            <p:ph idx="1"/>
          </p:nvPr>
        </p:nvSpPr>
        <p:spPr>
          <a:xfrm>
            <a:off x="182563" y="665163"/>
            <a:ext cx="8770937" cy="6129337"/>
          </a:xfrm>
        </p:spPr>
        <p:txBody>
          <a:bodyPr/>
          <a:lstStyle/>
          <a:p>
            <a:pPr marL="342900" indent="-342900">
              <a:lnSpc>
                <a:spcPct val="105000"/>
              </a:lnSpc>
              <a:spcBef>
                <a:spcPct val="5000"/>
              </a:spcBef>
            </a:pPr>
            <a:r>
              <a:rPr lang="zh-CN" altLang="en-US" sz="1900">
                <a:latin typeface="微软雅黑" panose="020B0503020204020204" pitchFamily="34" charset="-122"/>
                <a:ea typeface="微软雅黑" panose="020B0503020204020204" pitchFamily="34" charset="-122"/>
              </a:rPr>
              <a:t>实现指令流内部的并行流水线称为指令级并行（</a:t>
            </a:r>
            <a:r>
              <a:rPr lang="en-US" altLang="zh-CN" sz="1900">
                <a:latin typeface="微软雅黑" panose="020B0503020204020204" pitchFamily="34" charset="-122"/>
                <a:ea typeface="微软雅黑" panose="020B0503020204020204" pitchFamily="34" charset="-122"/>
              </a:rPr>
              <a:t>ILP</a:t>
            </a:r>
            <a:r>
              <a:rPr lang="zh-CN" altLang="en-US" sz="1900">
                <a:latin typeface="微软雅黑" panose="020B0503020204020204" pitchFamily="34" charset="-122"/>
                <a:ea typeface="微软雅黑" panose="020B0503020204020204" pitchFamily="34" charset="-122"/>
              </a:rPr>
              <a:t>）</a:t>
            </a:r>
            <a:endParaRPr lang="en-US" altLang="zh-CN" sz="1900">
              <a:latin typeface="微软雅黑" panose="020B0503020204020204" pitchFamily="34" charset="-122"/>
              <a:ea typeface="微软雅黑" panose="020B0503020204020204" pitchFamily="34" charset="-122"/>
            </a:endParaRPr>
          </a:p>
          <a:p>
            <a:pPr marL="342900" indent="-342900">
              <a:lnSpc>
                <a:spcPct val="105000"/>
              </a:lnSpc>
              <a:spcBef>
                <a:spcPct val="5000"/>
              </a:spcBef>
            </a:pPr>
            <a:r>
              <a:rPr lang="zh-CN" altLang="en-US" sz="1900">
                <a:latin typeface="微软雅黑" panose="020B0503020204020204" pitchFamily="34" charset="-122"/>
                <a:ea typeface="微软雅黑" panose="020B0503020204020204" pitchFamily="34" charset="-122"/>
              </a:rPr>
              <a:t>有两种指令级并行策略</a:t>
            </a:r>
          </a:p>
          <a:p>
            <a:pPr marL="838200" lvl="1" indent="-342900">
              <a:lnSpc>
                <a:spcPct val="105000"/>
              </a:lnSpc>
              <a:spcBef>
                <a:spcPct val="5000"/>
              </a:spcBef>
            </a:pPr>
            <a:r>
              <a:rPr lang="zh-CN" altLang="en-US" sz="1900">
                <a:latin typeface="微软雅黑" panose="020B0503020204020204" pitchFamily="34" charset="-122"/>
                <a:ea typeface="微软雅黑" panose="020B0503020204020204" pitchFamily="34" charset="-122"/>
              </a:rPr>
              <a:t>超流水线（</a:t>
            </a:r>
            <a:r>
              <a:rPr lang="en-US" altLang="zh-CN" sz="1900">
                <a:latin typeface="微软雅黑" panose="020B0503020204020204" pitchFamily="34" charset="-122"/>
                <a:ea typeface="微软雅黑" panose="020B0503020204020204" pitchFamily="34" charset="-122"/>
              </a:rPr>
              <a:t>Super- pipelining</a:t>
            </a:r>
            <a:r>
              <a:rPr lang="zh-CN" altLang="en-US" sz="1900">
                <a:latin typeface="微软雅黑" panose="020B0503020204020204" pitchFamily="34" charset="-122"/>
                <a:ea typeface="微软雅黑" panose="020B0503020204020204" pitchFamily="34" charset="-122"/>
              </a:rPr>
              <a:t>）</a:t>
            </a:r>
          </a:p>
          <a:p>
            <a:pPr lvl="2">
              <a:lnSpc>
                <a:spcPct val="105000"/>
              </a:lnSpc>
              <a:spcBef>
                <a:spcPct val="5000"/>
              </a:spcBef>
            </a:pPr>
            <a:r>
              <a:rPr lang="zh-CN" altLang="en-US" sz="1900">
                <a:latin typeface="微软雅黑" panose="020B0503020204020204" pitchFamily="34" charset="-122"/>
                <a:ea typeface="微软雅黑" panose="020B0503020204020204" pitchFamily="34" charset="-122"/>
              </a:rPr>
              <a:t>级数更多的流水线</a:t>
            </a:r>
          </a:p>
          <a:p>
            <a:pPr lvl="2">
              <a:lnSpc>
                <a:spcPct val="105000"/>
              </a:lnSpc>
              <a:spcBef>
                <a:spcPct val="5000"/>
              </a:spcBef>
            </a:pPr>
            <a:r>
              <a:rPr lang="zh-CN" altLang="en-US" sz="1900">
                <a:latin typeface="微软雅黑" panose="020B0503020204020204" pitchFamily="34" charset="-122"/>
                <a:ea typeface="微软雅黑" panose="020B0503020204020204" pitchFamily="34" charset="-122"/>
              </a:rPr>
              <a:t>理想情况下，流水线的加速比与流水段的数目成正比</a:t>
            </a:r>
          </a:p>
          <a:p>
            <a:pPr lvl="2">
              <a:lnSpc>
                <a:spcPct val="105000"/>
              </a:lnSpc>
              <a:spcBef>
                <a:spcPct val="5000"/>
              </a:spcBef>
              <a:buFontTx/>
              <a:buNone/>
            </a:pPr>
            <a:r>
              <a:rPr lang="zh-CN" altLang="en-US" sz="1900">
                <a:solidFill>
                  <a:srgbClr val="008000"/>
                </a:solidFill>
                <a:latin typeface="微软雅黑" panose="020B0503020204020204" pitchFamily="34" charset="-122"/>
                <a:ea typeface="微软雅黑" panose="020B0503020204020204" pitchFamily="34" charset="-122"/>
              </a:rPr>
              <a:t>（即：理想情况下，流水段越多，时钟周期越短，指令吞吐率越高）</a:t>
            </a:r>
          </a:p>
          <a:p>
            <a:pPr lvl="2">
              <a:lnSpc>
                <a:spcPct val="105000"/>
              </a:lnSpc>
              <a:spcBef>
                <a:spcPct val="5000"/>
              </a:spcBef>
              <a:buFontTx/>
              <a:buNone/>
            </a:pPr>
            <a:r>
              <a:rPr lang="zh-CN" altLang="en-US" sz="1900">
                <a:solidFill>
                  <a:srgbClr val="3399FF"/>
                </a:solidFill>
                <a:latin typeface="微软雅黑" panose="020B0503020204020204" pitchFamily="34" charset="-122"/>
                <a:ea typeface="微软雅黑" panose="020B0503020204020204" pitchFamily="34" charset="-122"/>
              </a:rPr>
              <a:t>但是，它会增加开销，且是有极限的！可以怎样突破极限呢？</a:t>
            </a:r>
          </a:p>
          <a:p>
            <a:pPr marL="838200" lvl="1" indent="-342900">
              <a:lnSpc>
                <a:spcPct val="105000"/>
              </a:lnSpc>
              <a:spcBef>
                <a:spcPct val="5000"/>
              </a:spcBef>
            </a:pPr>
            <a:r>
              <a:rPr lang="zh-CN" altLang="en-US" sz="1900">
                <a:latin typeface="微软雅黑" panose="020B0503020204020204" pitchFamily="34" charset="-122"/>
                <a:ea typeface="微软雅黑" panose="020B0503020204020204" pitchFamily="34" charset="-122"/>
              </a:rPr>
              <a:t>多发射流水线（</a:t>
            </a:r>
            <a:r>
              <a:rPr lang="en-US" altLang="zh-CN" sz="1900">
                <a:latin typeface="微软雅黑" panose="020B0503020204020204" pitchFamily="34" charset="-122"/>
                <a:ea typeface="微软雅黑" panose="020B0503020204020204" pitchFamily="34" charset="-122"/>
              </a:rPr>
              <a:t>Multiple issue pipelining </a:t>
            </a:r>
            <a:r>
              <a:rPr lang="zh-CN" altLang="en-US" sz="1900">
                <a:latin typeface="微软雅黑" panose="020B0503020204020204" pitchFamily="34" charset="-122"/>
                <a:ea typeface="微软雅黑" panose="020B0503020204020204" pitchFamily="34" charset="-122"/>
              </a:rPr>
              <a:t>）</a:t>
            </a:r>
          </a:p>
          <a:p>
            <a:pPr lvl="2">
              <a:lnSpc>
                <a:spcPct val="105000"/>
              </a:lnSpc>
              <a:spcBef>
                <a:spcPct val="5000"/>
              </a:spcBef>
            </a:pPr>
            <a:r>
              <a:rPr lang="zh-CN" altLang="en-US" sz="1900">
                <a:latin typeface="微软雅黑" panose="020B0503020204020204" pitchFamily="34" charset="-122"/>
                <a:ea typeface="微软雅黑" panose="020B0503020204020204" pitchFamily="34" charset="-122"/>
              </a:rPr>
              <a:t>多条指令</a:t>
            </a:r>
            <a:r>
              <a:rPr lang="en-US" altLang="zh-CN" sz="1900">
                <a:latin typeface="微软雅黑" panose="020B0503020204020204" pitchFamily="34" charset="-122"/>
                <a:ea typeface="微软雅黑" panose="020B0503020204020204" pitchFamily="34" charset="-122"/>
              </a:rPr>
              <a:t>(</a:t>
            </a:r>
            <a:r>
              <a:rPr lang="zh-CN" altLang="en-US" sz="1900">
                <a:latin typeface="微软雅黑" panose="020B0503020204020204" pitchFamily="34" charset="-122"/>
                <a:ea typeface="微软雅黑" panose="020B0503020204020204" pitchFamily="34" charset="-122"/>
              </a:rPr>
              <a:t>如整数运算、浮点运算、装入</a:t>
            </a:r>
            <a:r>
              <a:rPr lang="en-US" altLang="zh-CN" sz="1900">
                <a:latin typeface="微软雅黑" panose="020B0503020204020204" pitchFamily="34" charset="-122"/>
                <a:ea typeface="微软雅黑" panose="020B0503020204020204" pitchFamily="34" charset="-122"/>
              </a:rPr>
              <a:t>/</a:t>
            </a:r>
            <a:r>
              <a:rPr lang="zh-CN" altLang="en-US" sz="1900">
                <a:latin typeface="微软雅黑" panose="020B0503020204020204" pitchFamily="34" charset="-122"/>
                <a:ea typeface="微软雅黑" panose="020B0503020204020204" pitchFamily="34" charset="-122"/>
              </a:rPr>
              <a:t>存储等</a:t>
            </a:r>
            <a:r>
              <a:rPr lang="en-US" altLang="zh-CN" sz="1900">
                <a:latin typeface="微软雅黑" panose="020B0503020204020204" pitchFamily="34" charset="-122"/>
                <a:ea typeface="微软雅黑" panose="020B0503020204020204" pitchFamily="34" charset="-122"/>
              </a:rPr>
              <a:t>) </a:t>
            </a:r>
            <a:r>
              <a:rPr lang="zh-CN" altLang="en-US" sz="1900">
                <a:latin typeface="微软雅黑" panose="020B0503020204020204" pitchFamily="34" charset="-122"/>
                <a:ea typeface="微软雅黑" panose="020B0503020204020204" pitchFamily="34" charset="-122"/>
              </a:rPr>
              <a:t>同时启动并独立运行</a:t>
            </a:r>
          </a:p>
          <a:p>
            <a:pPr lvl="2">
              <a:lnSpc>
                <a:spcPct val="105000"/>
              </a:lnSpc>
              <a:spcBef>
                <a:spcPct val="5000"/>
              </a:spcBef>
            </a:pPr>
            <a:r>
              <a:rPr lang="zh-CN" altLang="en-US" sz="1900">
                <a:solidFill>
                  <a:srgbClr val="00B4A3"/>
                </a:solidFill>
                <a:latin typeface="微软雅黑" panose="020B0503020204020204" pitchFamily="34" charset="-122"/>
                <a:ea typeface="微软雅黑" panose="020B0503020204020204" pitchFamily="34" charset="-122"/>
              </a:rPr>
              <a:t>前提：</a:t>
            </a:r>
            <a:r>
              <a:rPr lang="zh-CN" altLang="en-US" sz="1900">
                <a:latin typeface="微软雅黑" panose="020B0503020204020204" pitchFamily="34" charset="-122"/>
                <a:ea typeface="微软雅黑" panose="020B0503020204020204" pitchFamily="34" charset="-122"/>
              </a:rPr>
              <a:t>有多个执行部件。如：定点、浮点、乘</a:t>
            </a:r>
            <a:r>
              <a:rPr lang="en-US" altLang="zh-CN" sz="1900">
                <a:latin typeface="微软雅黑" panose="020B0503020204020204" pitchFamily="34" charset="-122"/>
                <a:ea typeface="微软雅黑" panose="020B0503020204020204" pitchFamily="34" charset="-122"/>
              </a:rPr>
              <a:t>/</a:t>
            </a:r>
            <a:r>
              <a:rPr lang="zh-CN" altLang="en-US" sz="1900">
                <a:latin typeface="微软雅黑" panose="020B0503020204020204" pitchFamily="34" charset="-122"/>
                <a:ea typeface="微软雅黑" panose="020B0503020204020204" pitchFamily="34" charset="-122"/>
              </a:rPr>
              <a:t>除、取数</a:t>
            </a:r>
            <a:r>
              <a:rPr lang="en-US" altLang="zh-CN" sz="1900">
                <a:latin typeface="微软雅黑" panose="020B0503020204020204" pitchFamily="34" charset="-122"/>
                <a:ea typeface="微软雅黑" panose="020B0503020204020204" pitchFamily="34" charset="-122"/>
              </a:rPr>
              <a:t>/</a:t>
            </a:r>
            <a:r>
              <a:rPr lang="zh-CN" altLang="en-US" sz="1900">
                <a:latin typeface="微软雅黑" panose="020B0503020204020204" pitchFamily="34" charset="-122"/>
                <a:ea typeface="微软雅黑" panose="020B0503020204020204" pitchFamily="34" charset="-122"/>
              </a:rPr>
              <a:t>存数部件等</a:t>
            </a:r>
          </a:p>
          <a:p>
            <a:pPr lvl="2">
              <a:lnSpc>
                <a:spcPct val="105000"/>
              </a:lnSpc>
              <a:spcBef>
                <a:spcPct val="5000"/>
              </a:spcBef>
            </a:pPr>
            <a:r>
              <a:rPr lang="zh-CN" altLang="en-US" sz="1900">
                <a:solidFill>
                  <a:srgbClr val="00B4A3"/>
                </a:solidFill>
                <a:latin typeface="微软雅黑" panose="020B0503020204020204" pitchFamily="34" charset="-122"/>
                <a:ea typeface="微软雅黑" panose="020B0503020204020204" pitchFamily="34" charset="-122"/>
              </a:rPr>
              <a:t>结果：</a:t>
            </a:r>
            <a:r>
              <a:rPr lang="zh-CN" altLang="en-US" sz="1900">
                <a:latin typeface="微软雅黑" panose="020B0503020204020204" pitchFamily="34" charset="-122"/>
                <a:ea typeface="微软雅黑" panose="020B0503020204020204" pitchFamily="34" charset="-122"/>
              </a:rPr>
              <a:t>能达到小于</a:t>
            </a:r>
            <a:r>
              <a:rPr lang="en-US" altLang="zh-CN" sz="1900">
                <a:latin typeface="微软雅黑" panose="020B0503020204020204" pitchFamily="34" charset="-122"/>
                <a:ea typeface="微软雅黑" panose="020B0503020204020204" pitchFamily="34" charset="-122"/>
              </a:rPr>
              <a:t>1</a:t>
            </a:r>
            <a:r>
              <a:rPr lang="zh-CN" altLang="en-US" sz="1900">
                <a:latin typeface="微软雅黑" panose="020B0503020204020204" pitchFamily="34" charset="-122"/>
                <a:ea typeface="微软雅黑" panose="020B0503020204020204" pitchFamily="34" charset="-122"/>
              </a:rPr>
              <a:t>的</a:t>
            </a:r>
            <a:r>
              <a:rPr lang="en-US" altLang="zh-CN" sz="1900">
                <a:latin typeface="微软雅黑" panose="020B0503020204020204" pitchFamily="34" charset="-122"/>
                <a:ea typeface="微软雅黑" panose="020B0503020204020204" pitchFamily="34" charset="-122"/>
              </a:rPr>
              <a:t>CPI</a:t>
            </a:r>
            <a:r>
              <a:rPr lang="zh-CN" altLang="en-US" sz="1900">
                <a:latin typeface="微软雅黑" panose="020B0503020204020204" pitchFamily="34" charset="-122"/>
                <a:ea typeface="微软雅黑" panose="020B0503020204020204" pitchFamily="34" charset="-122"/>
              </a:rPr>
              <a:t>，定义</a:t>
            </a:r>
            <a:r>
              <a:rPr lang="en-US" altLang="zh-CN" sz="1900">
                <a:latin typeface="微软雅黑" panose="020B0503020204020204" pitchFamily="34" charset="-122"/>
                <a:ea typeface="微软雅黑" panose="020B0503020204020204" pitchFamily="34" charset="-122"/>
              </a:rPr>
              <a:t>CPI</a:t>
            </a:r>
            <a:r>
              <a:rPr lang="zh-CN" altLang="en-US" sz="1900">
                <a:latin typeface="微软雅黑" panose="020B0503020204020204" pitchFamily="34" charset="-122"/>
                <a:ea typeface="微软雅黑" panose="020B0503020204020204" pitchFamily="34" charset="-122"/>
              </a:rPr>
              <a:t>的倒数为</a:t>
            </a:r>
            <a:r>
              <a:rPr lang="en-US" altLang="zh-CN" sz="1900">
                <a:latin typeface="微软雅黑" panose="020B0503020204020204" pitchFamily="34" charset="-122"/>
                <a:ea typeface="微软雅黑" panose="020B0503020204020204" pitchFamily="34" charset="-122"/>
              </a:rPr>
              <a:t>IPC</a:t>
            </a:r>
          </a:p>
          <a:p>
            <a:pPr lvl="2">
              <a:lnSpc>
                <a:spcPct val="105000"/>
              </a:lnSpc>
              <a:spcBef>
                <a:spcPct val="5000"/>
              </a:spcBef>
              <a:buFontTx/>
              <a:buNone/>
            </a:pPr>
            <a:r>
              <a:rPr lang="zh-CN" altLang="en-US" sz="1900">
                <a:latin typeface="微软雅黑" panose="020B0503020204020204" pitchFamily="34" charset="-122"/>
                <a:ea typeface="微软雅黑" panose="020B0503020204020204" pitchFamily="34" charset="-122"/>
              </a:rPr>
              <a:t> </a:t>
            </a:r>
            <a:r>
              <a:rPr lang="zh-CN" altLang="en-US" sz="1900">
                <a:solidFill>
                  <a:srgbClr val="008000"/>
                </a:solidFill>
                <a:latin typeface="微软雅黑" panose="020B0503020204020204" pitchFamily="34" charset="-122"/>
                <a:ea typeface="微软雅黑" panose="020B0503020204020204" pitchFamily="34" charset="-122"/>
              </a:rPr>
              <a:t>（例如：理想的四路多发射流水线的</a:t>
            </a:r>
            <a:r>
              <a:rPr lang="en-US" altLang="zh-CN" sz="1900">
                <a:solidFill>
                  <a:srgbClr val="008000"/>
                </a:solidFill>
                <a:latin typeface="微软雅黑" panose="020B0503020204020204" pitchFamily="34" charset="-122"/>
                <a:ea typeface="微软雅黑" panose="020B0503020204020204" pitchFamily="34" charset="-122"/>
              </a:rPr>
              <a:t>IPC</a:t>
            </a:r>
            <a:r>
              <a:rPr lang="zh-CN" altLang="en-US" sz="1900">
                <a:solidFill>
                  <a:srgbClr val="008000"/>
                </a:solidFill>
                <a:latin typeface="微软雅黑" panose="020B0503020204020204" pitchFamily="34" charset="-122"/>
                <a:ea typeface="微软雅黑" panose="020B0503020204020204" pitchFamily="34" charset="-122"/>
              </a:rPr>
              <a:t>为</a:t>
            </a:r>
            <a:r>
              <a:rPr lang="en-US" altLang="zh-CN" sz="1900">
                <a:solidFill>
                  <a:srgbClr val="008000"/>
                </a:solidFill>
                <a:latin typeface="微软雅黑" panose="020B0503020204020204" pitchFamily="34" charset="-122"/>
                <a:ea typeface="微软雅黑" panose="020B0503020204020204" pitchFamily="34" charset="-122"/>
              </a:rPr>
              <a:t>4</a:t>
            </a:r>
            <a:r>
              <a:rPr lang="zh-CN" altLang="en-US" sz="1900">
                <a:solidFill>
                  <a:srgbClr val="008000"/>
                </a:solidFill>
                <a:latin typeface="微软雅黑" panose="020B0503020204020204" pitchFamily="34" charset="-122"/>
                <a:ea typeface="微软雅黑" panose="020B0503020204020204" pitchFamily="34" charset="-122"/>
              </a:rPr>
              <a:t>）</a:t>
            </a:r>
            <a:endParaRPr lang="zh-CN" altLang="en-US" sz="1900" b="0">
              <a:solidFill>
                <a:srgbClr val="008000"/>
              </a:solidFill>
              <a:latin typeface="微软雅黑" panose="020B0503020204020204" pitchFamily="34" charset="-122"/>
              <a:ea typeface="微软雅黑" panose="020B0503020204020204" pitchFamily="34" charset="-122"/>
            </a:endParaRPr>
          </a:p>
          <a:p>
            <a:pPr lvl="2">
              <a:lnSpc>
                <a:spcPct val="105000"/>
              </a:lnSpc>
              <a:spcBef>
                <a:spcPct val="5000"/>
              </a:spcBef>
            </a:pPr>
            <a:r>
              <a:rPr lang="zh-CN" altLang="en-US" sz="1900">
                <a:latin typeface="微软雅黑" panose="020B0503020204020204" pitchFamily="34" charset="-122"/>
                <a:ea typeface="微软雅黑" panose="020B0503020204020204" pitchFamily="34" charset="-122"/>
              </a:rPr>
              <a:t>需要实现以下两个主要任务</a:t>
            </a:r>
          </a:p>
          <a:p>
            <a:pPr marL="1752600" lvl="3" indent="-381000">
              <a:lnSpc>
                <a:spcPct val="105000"/>
              </a:lnSpc>
              <a:spcBef>
                <a:spcPct val="5000"/>
              </a:spcBef>
              <a:buFont typeface="Times New Roman" panose="02020603050405020304" pitchFamily="18" charset="0"/>
              <a:buChar char="▫"/>
            </a:pPr>
            <a:r>
              <a:rPr lang="zh-CN" altLang="en-US" sz="1900" b="1">
                <a:solidFill>
                  <a:srgbClr val="008000"/>
                </a:solidFill>
                <a:latin typeface="微软雅黑" panose="020B0503020204020204" pitchFamily="34" charset="-122"/>
                <a:ea typeface="微软雅黑" panose="020B0503020204020204" pitchFamily="34" charset="-122"/>
              </a:rPr>
              <a:t>指令打包：分析每个周期发射多少条？哪些指令可以同时发射？</a:t>
            </a:r>
          </a:p>
          <a:p>
            <a:pPr marL="1752600" lvl="3" indent="-381000">
              <a:lnSpc>
                <a:spcPct val="105000"/>
              </a:lnSpc>
              <a:spcBef>
                <a:spcPct val="5000"/>
              </a:spcBef>
              <a:buFont typeface="Times New Roman" panose="02020603050405020304" pitchFamily="18" charset="0"/>
              <a:buChar char="▫"/>
            </a:pPr>
            <a:r>
              <a:rPr lang="zh-CN" altLang="en-US" sz="1900" b="1">
                <a:solidFill>
                  <a:srgbClr val="008000"/>
                </a:solidFill>
                <a:latin typeface="微软雅黑" panose="020B0503020204020204" pitchFamily="34" charset="-122"/>
                <a:ea typeface="微软雅黑" panose="020B0503020204020204" pitchFamily="34" charset="-122"/>
              </a:rPr>
              <a:t>冒险处理：由编译器静态调整指令或在运行时由硬件处理</a:t>
            </a:r>
            <a:endParaRPr lang="zh-CN" altLang="en-US" sz="1900">
              <a:latin typeface="微软雅黑" panose="020B0503020204020204" pitchFamily="34" charset="-122"/>
              <a:ea typeface="微软雅黑" panose="020B0503020204020204" pitchFamily="34" charset="-122"/>
            </a:endParaRPr>
          </a:p>
          <a:p>
            <a:pPr lvl="2">
              <a:lnSpc>
                <a:spcPct val="105000"/>
              </a:lnSpc>
              <a:spcBef>
                <a:spcPct val="5000"/>
              </a:spcBef>
            </a:pPr>
            <a:r>
              <a:rPr lang="zh-CN" altLang="en-US" sz="1900">
                <a:latin typeface="微软雅黑" panose="020B0503020204020204" pitchFamily="34" charset="-122"/>
                <a:ea typeface="微软雅黑" panose="020B0503020204020204" pitchFamily="34" charset="-122"/>
              </a:rPr>
              <a:t>实现上述两个主要任务的基础</a:t>
            </a:r>
            <a:r>
              <a:rPr lang="en-US" altLang="zh-CN" sz="1900">
                <a:latin typeface="微软雅黑" panose="020B0503020204020204" pitchFamily="34" charset="-122"/>
                <a:ea typeface="微软雅黑" panose="020B0503020204020204" pitchFamily="34" charset="-122"/>
              </a:rPr>
              <a:t>—</a:t>
            </a:r>
            <a:r>
              <a:rPr lang="zh-CN" altLang="en-US" sz="1900">
                <a:latin typeface="微软雅黑" panose="020B0503020204020204" pitchFamily="34" charset="-122"/>
                <a:ea typeface="微软雅黑" panose="020B0503020204020204" pitchFamily="34" charset="-122"/>
                <a:hlinkClick r:id="" action="ppaction://hlinkshowjump?jump=nextslide"/>
              </a:rPr>
              <a:t>推测技术</a:t>
            </a:r>
            <a:endParaRPr lang="zh-CN" altLang="en-US" sz="1900">
              <a:solidFill>
                <a:srgbClr val="008000"/>
              </a:solidFill>
              <a:latin typeface="微软雅黑" panose="020B0503020204020204" pitchFamily="34" charset="-122"/>
              <a:ea typeface="微软雅黑" panose="020B0503020204020204" pitchFamily="34" charset="-122"/>
            </a:endParaRPr>
          </a:p>
          <a:p>
            <a:pPr lvl="2">
              <a:lnSpc>
                <a:spcPct val="105000"/>
              </a:lnSpc>
              <a:spcBef>
                <a:spcPct val="5000"/>
              </a:spcBef>
            </a:pPr>
            <a:r>
              <a:rPr lang="zh-CN" altLang="en-US" sz="1900">
                <a:latin typeface="微软雅黑" panose="020B0503020204020204" pitchFamily="34" charset="-122"/>
                <a:ea typeface="微软雅黑" panose="020B0503020204020204" pitchFamily="34" charset="-122"/>
              </a:rPr>
              <a:t>两种实现方法</a:t>
            </a:r>
          </a:p>
          <a:p>
            <a:pPr marL="1752600" lvl="3" indent="-381000">
              <a:lnSpc>
                <a:spcPct val="105000"/>
              </a:lnSpc>
              <a:spcBef>
                <a:spcPct val="5000"/>
              </a:spcBef>
              <a:buFont typeface="Times New Roman" panose="02020603050405020304" pitchFamily="18" charset="0"/>
              <a:buChar char="▫"/>
            </a:pPr>
            <a:r>
              <a:rPr lang="zh-CN" altLang="en-US" sz="1900" b="1">
                <a:solidFill>
                  <a:srgbClr val="008000"/>
                </a:solidFill>
                <a:latin typeface="微软雅黑" panose="020B0503020204020204" pitchFamily="34" charset="-122"/>
                <a:ea typeface="微软雅黑" panose="020B0503020204020204" pitchFamily="34" charset="-122"/>
                <a:hlinkClick r:id="rId2" action="ppaction://hlinksldjump"/>
              </a:rPr>
              <a:t>静态多发射</a:t>
            </a:r>
            <a:r>
              <a:rPr lang="zh-CN" altLang="en-US" sz="1900" b="1">
                <a:solidFill>
                  <a:srgbClr val="008000"/>
                </a:solidFill>
                <a:latin typeface="微软雅黑" panose="020B0503020204020204" pitchFamily="34" charset="-122"/>
                <a:ea typeface="微软雅黑" panose="020B0503020204020204" pitchFamily="34" charset="-122"/>
              </a:rPr>
              <a:t>：由编译器在编译时静态完成指令打包和冒险处理</a:t>
            </a:r>
          </a:p>
          <a:p>
            <a:pPr marL="1752600" lvl="3" indent="-381000">
              <a:lnSpc>
                <a:spcPct val="105000"/>
              </a:lnSpc>
              <a:spcBef>
                <a:spcPct val="5000"/>
              </a:spcBef>
              <a:buFont typeface="Times New Roman" panose="02020603050405020304" pitchFamily="18" charset="0"/>
              <a:buChar char="▫"/>
            </a:pPr>
            <a:r>
              <a:rPr lang="zh-CN" altLang="en-US" sz="1900" b="1">
                <a:solidFill>
                  <a:srgbClr val="008000"/>
                </a:solidFill>
                <a:latin typeface="微软雅黑" panose="020B0503020204020204" pitchFamily="34" charset="-122"/>
                <a:ea typeface="微软雅黑" panose="020B0503020204020204" pitchFamily="34" charset="-122"/>
                <a:hlinkClick r:id="rId3" action="ppaction://hlinksldjump"/>
              </a:rPr>
              <a:t>动态多发射</a:t>
            </a:r>
            <a:r>
              <a:rPr lang="zh-CN" altLang="en-US" sz="1900" b="1">
                <a:solidFill>
                  <a:srgbClr val="008000"/>
                </a:solidFill>
                <a:latin typeface="微软雅黑" panose="020B0503020204020204" pitchFamily="34" charset="-122"/>
                <a:ea typeface="微软雅黑" panose="020B0503020204020204" pitchFamily="34" charset="-122"/>
              </a:rPr>
              <a:t>：由硬件在执行时动态完成指令打包和冒险处理</a:t>
            </a:r>
            <a:endParaRPr lang="en-US" altLang="zh-CN" sz="1900" b="1">
              <a:solidFill>
                <a:srgbClr val="008000"/>
              </a:solidFill>
              <a:latin typeface="微软雅黑" panose="020B0503020204020204" pitchFamily="34" charset="-122"/>
              <a:ea typeface="微软雅黑" panose="020B0503020204020204" pitchFamily="34" charset="-122"/>
            </a:endParaRPr>
          </a:p>
        </p:txBody>
      </p:sp>
      <p:sp>
        <p:nvSpPr>
          <p:cNvPr id="235524" name="Text Box 4">
            <a:extLst>
              <a:ext uri="{FF2B5EF4-FFF2-40B4-BE49-F238E27FC236}">
                <a16:creationId xmlns:a16="http://schemas.microsoft.com/office/drawing/2014/main" id="{32F60F1E-3D69-6B72-3778-15E1F3A69D45}"/>
              </a:ext>
            </a:extLst>
          </p:cNvPr>
          <p:cNvSpPr txBox="1">
            <a:spLocks noChangeArrowheads="1"/>
          </p:cNvSpPr>
          <p:nvPr/>
        </p:nvSpPr>
        <p:spPr bwMode="auto">
          <a:xfrm>
            <a:off x="3932238" y="1624013"/>
            <a:ext cx="1276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2000">
                <a:solidFill>
                  <a:srgbClr val="CC0000"/>
                </a:solidFill>
                <a:latin typeface="Arial" panose="020B0604020202020204" pitchFamily="34" charset="0"/>
                <a:ea typeface="宋体" panose="02010600030101010101" pitchFamily="2" charset="-122"/>
              </a:rPr>
              <a:t>CPI =</a:t>
            </a:r>
            <a:r>
              <a:rPr lang="zh-CN" altLang="en-US" sz="2000">
                <a:solidFill>
                  <a:srgbClr val="CC0000"/>
                </a:solidFill>
                <a:latin typeface="Arial" panose="020B0604020202020204" pitchFamily="34" charset="0"/>
                <a:ea typeface="宋体" panose="02010600030101010101" pitchFamily="2" charset="-122"/>
              </a:rPr>
              <a:t>？</a:t>
            </a:r>
          </a:p>
        </p:txBody>
      </p:sp>
      <p:sp>
        <p:nvSpPr>
          <p:cNvPr id="235525" name="Text Box 5">
            <a:extLst>
              <a:ext uri="{FF2B5EF4-FFF2-40B4-BE49-F238E27FC236}">
                <a16:creationId xmlns:a16="http://schemas.microsoft.com/office/drawing/2014/main" id="{65D304A2-2D24-D3FA-CA80-01A4E751001E}"/>
              </a:ext>
            </a:extLst>
          </p:cNvPr>
          <p:cNvSpPr txBox="1">
            <a:spLocks noChangeArrowheads="1"/>
          </p:cNvSpPr>
          <p:nvPr/>
        </p:nvSpPr>
        <p:spPr bwMode="auto">
          <a:xfrm>
            <a:off x="5449888" y="1625600"/>
            <a:ext cx="107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2000">
                <a:solidFill>
                  <a:srgbClr val="CC0000"/>
                </a:solidFill>
                <a:latin typeface="Arial" panose="020B0604020202020204" pitchFamily="34" charset="0"/>
                <a:ea typeface="宋体" panose="02010600030101010101" pitchFamily="2" charset="-122"/>
              </a:rPr>
              <a:t>CPI =1</a:t>
            </a:r>
          </a:p>
        </p:txBody>
      </p:sp>
      <p:sp>
        <p:nvSpPr>
          <p:cNvPr id="235526" name="Text Box 6">
            <a:extLst>
              <a:ext uri="{FF2B5EF4-FFF2-40B4-BE49-F238E27FC236}">
                <a16:creationId xmlns:a16="http://schemas.microsoft.com/office/drawing/2014/main" id="{E5B09E33-2BB4-B12E-9933-DB3AC7EA2F8D}"/>
              </a:ext>
            </a:extLst>
          </p:cNvPr>
          <p:cNvSpPr txBox="1">
            <a:spLocks noChangeArrowheads="1"/>
          </p:cNvSpPr>
          <p:nvPr/>
        </p:nvSpPr>
        <p:spPr bwMode="auto">
          <a:xfrm>
            <a:off x="5140325" y="4427538"/>
            <a:ext cx="34258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latin typeface="黑体" panose="02010609060101010101" pitchFamily="49" charset="-122"/>
                <a:ea typeface="黑体" panose="02010609060101010101" pitchFamily="49" charset="-122"/>
              </a:rPr>
              <a:t>一条流水线变成多条流水线！</a:t>
            </a:r>
          </a:p>
        </p:txBody>
      </p:sp>
      <p:sp>
        <p:nvSpPr>
          <p:cNvPr id="235527" name="Text Box 7">
            <a:extLst>
              <a:ext uri="{FF2B5EF4-FFF2-40B4-BE49-F238E27FC236}">
                <a16:creationId xmlns:a16="http://schemas.microsoft.com/office/drawing/2014/main" id="{F8F0F85B-4E3E-9B7C-2562-9520A04D526D}"/>
              </a:ext>
            </a:extLst>
          </p:cNvPr>
          <p:cNvSpPr txBox="1">
            <a:spLocks noChangeArrowheads="1"/>
          </p:cNvSpPr>
          <p:nvPr/>
        </p:nvSpPr>
        <p:spPr bwMode="auto">
          <a:xfrm>
            <a:off x="85725" y="1844675"/>
            <a:ext cx="811213"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latin typeface="微软雅黑" panose="020B0503020204020204" pitchFamily="34" charset="-122"/>
                <a:ea typeface="微软雅黑" panose="020B0503020204020204" pitchFamily="34" charset="-122"/>
              </a:rPr>
              <a:t>增加的开销体现在哪里？</a:t>
            </a:r>
          </a:p>
          <a:p>
            <a:pPr eaLnBrk="0" hangingPunct="0">
              <a:spcBef>
                <a:spcPct val="50000"/>
              </a:spcBef>
            </a:pPr>
            <a:r>
              <a:rPr lang="zh-CN" altLang="en-US" sz="1900">
                <a:latin typeface="微软雅黑" panose="020B0503020204020204" pitchFamily="34" charset="-122"/>
                <a:ea typeface="微软雅黑" panose="020B0503020204020204" pitchFamily="34" charset="-122"/>
              </a:rPr>
              <a:t>流水段寄存器！</a:t>
            </a:r>
          </a:p>
        </p:txBody>
      </p:sp>
      <p:sp>
        <p:nvSpPr>
          <p:cNvPr id="235528" name="Text Box 8">
            <a:extLst>
              <a:ext uri="{FF2B5EF4-FFF2-40B4-BE49-F238E27FC236}">
                <a16:creationId xmlns:a16="http://schemas.microsoft.com/office/drawing/2014/main" id="{72862422-B863-2261-2756-629DB04D460D}"/>
              </a:ext>
            </a:extLst>
          </p:cNvPr>
          <p:cNvSpPr txBox="1">
            <a:spLocks noChangeArrowheads="1"/>
          </p:cNvSpPr>
          <p:nvPr/>
        </p:nvSpPr>
        <p:spPr bwMode="auto">
          <a:xfrm>
            <a:off x="6386513" y="230188"/>
            <a:ext cx="2552700" cy="91598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800">
                <a:solidFill>
                  <a:schemeClr val="accent1"/>
                </a:solidFill>
                <a:latin typeface="微软雅黑" panose="020B0503020204020204" pitchFamily="34" charset="-122"/>
                <a:ea typeface="微软雅黑" panose="020B0503020204020204" pitchFamily="34" charset="-122"/>
              </a:rPr>
              <a:t>N</a:t>
            </a:r>
            <a:r>
              <a:rPr lang="zh-CN" altLang="en-US" sz="1800">
                <a:solidFill>
                  <a:schemeClr val="accent1"/>
                </a:solidFill>
                <a:latin typeface="微软雅黑" panose="020B0503020204020204" pitchFamily="34" charset="-122"/>
                <a:ea typeface="微软雅黑" panose="020B0503020204020204" pitchFamily="34" charset="-122"/>
              </a:rPr>
              <a:t>段流水线说明一个时钟周期内最多有几条指令同时并行执行？</a:t>
            </a:r>
          </a:p>
        </p:txBody>
      </p:sp>
      <p:sp>
        <p:nvSpPr>
          <p:cNvPr id="235529" name="Text Box 9">
            <a:extLst>
              <a:ext uri="{FF2B5EF4-FFF2-40B4-BE49-F238E27FC236}">
                <a16:creationId xmlns:a16="http://schemas.microsoft.com/office/drawing/2014/main" id="{23A89C98-1783-BC2B-2452-E368A71D8B37}"/>
              </a:ext>
            </a:extLst>
          </p:cNvPr>
          <p:cNvSpPr txBox="1">
            <a:spLocks noChangeArrowheads="1"/>
          </p:cNvSpPr>
          <p:nvPr/>
        </p:nvSpPr>
        <p:spPr bwMode="auto">
          <a:xfrm>
            <a:off x="7140575" y="1363663"/>
            <a:ext cx="17573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800">
                <a:latin typeface="微软雅黑" panose="020B0503020204020204" pitchFamily="34" charset="-122"/>
                <a:ea typeface="微软雅黑" panose="020B0503020204020204" pitchFamily="34" charset="-122"/>
              </a:rPr>
              <a:t>N</a:t>
            </a:r>
            <a:r>
              <a:rPr lang="zh-CN" altLang="en-US" sz="1800">
                <a:latin typeface="微软雅黑" panose="020B0503020204020204" pitchFamily="34" charset="-122"/>
                <a:ea typeface="微软雅黑" panose="020B0503020204020204" pitchFamily="34" charset="-122"/>
              </a:rPr>
              <a:t>条！故</a:t>
            </a:r>
            <a:r>
              <a:rPr lang="en-US" altLang="zh-CN" sz="1800">
                <a:latin typeface="微软雅黑" panose="020B0503020204020204" pitchFamily="34" charset="-122"/>
                <a:ea typeface="微软雅黑" panose="020B0503020204020204" pitchFamily="34" charset="-122"/>
              </a:rPr>
              <a:t>N</a:t>
            </a:r>
            <a:r>
              <a:rPr lang="zh-CN" altLang="en-US" sz="1800">
                <a:latin typeface="微软雅黑" panose="020B0503020204020204" pitchFamily="34" charset="-122"/>
                <a:ea typeface="微软雅黑" panose="020B0503020204020204" pitchFamily="34" charset="-122"/>
              </a:rPr>
              <a:t>越大并行度越高！</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23">
                                            <p:txEl>
                                              <p:pRg st="3" end="3"/>
                                            </p:txEl>
                                          </p:spTgt>
                                        </p:tgtEl>
                                        <p:attrNameLst>
                                          <p:attrName>style.visibility</p:attrName>
                                        </p:attrNameLst>
                                      </p:cBhvr>
                                      <p:to>
                                        <p:strVal val="visible"/>
                                      </p:to>
                                    </p:set>
                                    <p:animEffect transition="in" filter="blinds(horizontal)">
                                      <p:cBhvr>
                                        <p:cTn id="7" dur="500"/>
                                        <p:tgtEl>
                                          <p:spTgt spid="235523">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24"/>
                                        </p:tgtEl>
                                        <p:attrNameLst>
                                          <p:attrName>style.visibility</p:attrName>
                                        </p:attrNameLst>
                                      </p:cBhvr>
                                      <p:to>
                                        <p:strVal val="visible"/>
                                      </p:to>
                                    </p:set>
                                    <p:animEffect transition="in" filter="blinds(horizontal)">
                                      <p:cBhvr>
                                        <p:cTn id="12" dur="500"/>
                                        <p:tgtEl>
                                          <p:spTgt spid="2355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525"/>
                                        </p:tgtEl>
                                        <p:attrNameLst>
                                          <p:attrName>style.visibility</p:attrName>
                                        </p:attrNameLst>
                                      </p:cBhvr>
                                      <p:to>
                                        <p:strVal val="visible"/>
                                      </p:to>
                                    </p:set>
                                    <p:animEffect transition="in" filter="blinds(horizontal)">
                                      <p:cBhvr>
                                        <p:cTn id="17" dur="500"/>
                                        <p:tgtEl>
                                          <p:spTgt spid="2355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5528">
                                            <p:txEl>
                                              <p:pRg st="0" end="0"/>
                                            </p:txEl>
                                          </p:spTgt>
                                        </p:tgtEl>
                                        <p:attrNameLst>
                                          <p:attrName>style.visibility</p:attrName>
                                        </p:attrNameLst>
                                      </p:cBhvr>
                                      <p:to>
                                        <p:strVal val="visible"/>
                                      </p:to>
                                    </p:set>
                                    <p:animEffect transition="in" filter="blinds(horizontal)">
                                      <p:cBhvr>
                                        <p:cTn id="22" dur="500"/>
                                        <p:tgtEl>
                                          <p:spTgt spid="235528">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5529"/>
                                        </p:tgtEl>
                                        <p:attrNameLst>
                                          <p:attrName>style.visibility</p:attrName>
                                        </p:attrNameLst>
                                      </p:cBhvr>
                                      <p:to>
                                        <p:strVal val="visible"/>
                                      </p:to>
                                    </p:set>
                                    <p:animEffect transition="in" filter="blinds(horizontal)">
                                      <p:cBhvr>
                                        <p:cTn id="27" dur="500"/>
                                        <p:tgtEl>
                                          <p:spTgt spid="23552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35523">
                                            <p:txEl>
                                              <p:pRg st="4" end="4"/>
                                            </p:txEl>
                                          </p:spTgt>
                                        </p:tgtEl>
                                        <p:attrNameLst>
                                          <p:attrName>style.visibility</p:attrName>
                                        </p:attrNameLst>
                                      </p:cBhvr>
                                      <p:to>
                                        <p:strVal val="visible"/>
                                      </p:to>
                                    </p:set>
                                    <p:animEffect transition="in" filter="blinds(horizontal)">
                                      <p:cBhvr>
                                        <p:cTn id="32" dur="500"/>
                                        <p:tgtEl>
                                          <p:spTgt spid="235523">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35523">
                                            <p:txEl>
                                              <p:pRg st="5" end="5"/>
                                            </p:txEl>
                                          </p:spTgt>
                                        </p:tgtEl>
                                        <p:attrNameLst>
                                          <p:attrName>style.visibility</p:attrName>
                                        </p:attrNameLst>
                                      </p:cBhvr>
                                      <p:to>
                                        <p:strVal val="visible"/>
                                      </p:to>
                                    </p:set>
                                    <p:animEffect transition="in" filter="blinds(horizontal)">
                                      <p:cBhvr>
                                        <p:cTn id="37" dur="500"/>
                                        <p:tgtEl>
                                          <p:spTgt spid="235523">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35523">
                                            <p:txEl>
                                              <p:pRg st="6" end="6"/>
                                            </p:txEl>
                                          </p:spTgt>
                                        </p:tgtEl>
                                        <p:attrNameLst>
                                          <p:attrName>style.visibility</p:attrName>
                                        </p:attrNameLst>
                                      </p:cBhvr>
                                      <p:to>
                                        <p:strVal val="visible"/>
                                      </p:to>
                                    </p:set>
                                    <p:animEffect transition="in" filter="blinds(horizontal)">
                                      <p:cBhvr>
                                        <p:cTn id="42" dur="500"/>
                                        <p:tgtEl>
                                          <p:spTgt spid="235523">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35527">
                                            <p:txEl>
                                              <p:pRg st="0" end="0"/>
                                            </p:txEl>
                                          </p:spTgt>
                                        </p:tgtEl>
                                        <p:attrNameLst>
                                          <p:attrName>style.visibility</p:attrName>
                                        </p:attrNameLst>
                                      </p:cBhvr>
                                      <p:to>
                                        <p:strVal val="visible"/>
                                      </p:to>
                                    </p:set>
                                    <p:animEffect transition="in" filter="blinds(horizontal)">
                                      <p:cBhvr>
                                        <p:cTn id="47" dur="500"/>
                                        <p:tgtEl>
                                          <p:spTgt spid="235527">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35527">
                                            <p:txEl>
                                              <p:pRg st="1" end="1"/>
                                            </p:txEl>
                                          </p:spTgt>
                                        </p:tgtEl>
                                        <p:attrNameLst>
                                          <p:attrName>style.visibility</p:attrName>
                                        </p:attrNameLst>
                                      </p:cBhvr>
                                      <p:to>
                                        <p:strVal val="visible"/>
                                      </p:to>
                                    </p:set>
                                    <p:animEffect transition="in" filter="blinds(horizontal)">
                                      <p:cBhvr>
                                        <p:cTn id="52" dur="500"/>
                                        <p:tgtEl>
                                          <p:spTgt spid="235527">
                                            <p:txEl>
                                              <p:pRg st="1" end="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235523">
                                            <p:txEl>
                                              <p:pRg st="7" end="7"/>
                                            </p:txEl>
                                          </p:spTgt>
                                        </p:tgtEl>
                                        <p:attrNameLst>
                                          <p:attrName>style.visibility</p:attrName>
                                        </p:attrNameLst>
                                      </p:cBhvr>
                                      <p:to>
                                        <p:strVal val="visible"/>
                                      </p:to>
                                    </p:set>
                                    <p:animEffect transition="in" filter="blinds(horizontal)">
                                      <p:cBhvr>
                                        <p:cTn id="57" dur="500"/>
                                        <p:tgtEl>
                                          <p:spTgt spid="235523">
                                            <p:txEl>
                                              <p:pRg st="7" end="7"/>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235523">
                                            <p:txEl>
                                              <p:pRg st="8" end="8"/>
                                            </p:txEl>
                                          </p:spTgt>
                                        </p:tgtEl>
                                        <p:attrNameLst>
                                          <p:attrName>style.visibility</p:attrName>
                                        </p:attrNameLst>
                                      </p:cBhvr>
                                      <p:to>
                                        <p:strVal val="visible"/>
                                      </p:to>
                                    </p:set>
                                    <p:animEffect transition="in" filter="blinds(horizontal)">
                                      <p:cBhvr>
                                        <p:cTn id="62" dur="500"/>
                                        <p:tgtEl>
                                          <p:spTgt spid="235523">
                                            <p:txEl>
                                              <p:pRg st="8" end="8"/>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235523">
                                            <p:txEl>
                                              <p:pRg st="9" end="9"/>
                                            </p:txEl>
                                          </p:spTgt>
                                        </p:tgtEl>
                                        <p:attrNameLst>
                                          <p:attrName>style.visibility</p:attrName>
                                        </p:attrNameLst>
                                      </p:cBhvr>
                                      <p:to>
                                        <p:strVal val="visible"/>
                                      </p:to>
                                    </p:set>
                                    <p:animEffect transition="in" filter="blinds(horizontal)">
                                      <p:cBhvr>
                                        <p:cTn id="67" dur="500"/>
                                        <p:tgtEl>
                                          <p:spTgt spid="235523">
                                            <p:txEl>
                                              <p:pRg st="9" end="9"/>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235523">
                                            <p:txEl>
                                              <p:pRg st="10" end="10"/>
                                            </p:txEl>
                                          </p:spTgt>
                                        </p:tgtEl>
                                        <p:attrNameLst>
                                          <p:attrName>style.visibility</p:attrName>
                                        </p:attrNameLst>
                                      </p:cBhvr>
                                      <p:to>
                                        <p:strVal val="visible"/>
                                      </p:to>
                                    </p:set>
                                    <p:animEffect transition="in" filter="blinds(horizontal)">
                                      <p:cBhvr>
                                        <p:cTn id="72" dur="500"/>
                                        <p:tgtEl>
                                          <p:spTgt spid="235523">
                                            <p:txEl>
                                              <p:pRg st="10" end="1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235523">
                                            <p:txEl>
                                              <p:pRg st="11" end="11"/>
                                            </p:txEl>
                                          </p:spTgt>
                                        </p:tgtEl>
                                        <p:attrNameLst>
                                          <p:attrName>style.visibility</p:attrName>
                                        </p:attrNameLst>
                                      </p:cBhvr>
                                      <p:to>
                                        <p:strVal val="visible"/>
                                      </p:to>
                                    </p:set>
                                    <p:animEffect transition="in" filter="blinds(horizontal)">
                                      <p:cBhvr>
                                        <p:cTn id="77" dur="500"/>
                                        <p:tgtEl>
                                          <p:spTgt spid="235523">
                                            <p:txEl>
                                              <p:pRg st="11" end="11"/>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235523">
                                            <p:txEl>
                                              <p:pRg st="12" end="12"/>
                                            </p:txEl>
                                          </p:spTgt>
                                        </p:tgtEl>
                                        <p:attrNameLst>
                                          <p:attrName>style.visibility</p:attrName>
                                        </p:attrNameLst>
                                      </p:cBhvr>
                                      <p:to>
                                        <p:strVal val="visible"/>
                                      </p:to>
                                    </p:set>
                                    <p:animEffect transition="in" filter="blinds(horizontal)">
                                      <p:cBhvr>
                                        <p:cTn id="82" dur="500"/>
                                        <p:tgtEl>
                                          <p:spTgt spid="235523">
                                            <p:txEl>
                                              <p:pRg st="12" end="12"/>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35526"/>
                                        </p:tgtEl>
                                        <p:attrNameLst>
                                          <p:attrName>style.visibility</p:attrName>
                                        </p:attrNameLst>
                                      </p:cBhvr>
                                      <p:to>
                                        <p:strVal val="visible"/>
                                      </p:to>
                                    </p:set>
                                    <p:animEffect transition="in" filter="blinds(horizontal)">
                                      <p:cBhvr>
                                        <p:cTn id="87" dur="500"/>
                                        <p:tgtEl>
                                          <p:spTgt spid="23552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nodeType="clickEffect">
                                  <p:stCondLst>
                                    <p:cond delay="0"/>
                                  </p:stCondLst>
                                  <p:childTnLst>
                                    <p:set>
                                      <p:cBhvr>
                                        <p:cTn id="91" dur="1" fill="hold">
                                          <p:stCondLst>
                                            <p:cond delay="0"/>
                                          </p:stCondLst>
                                        </p:cTn>
                                        <p:tgtEl>
                                          <p:spTgt spid="235523">
                                            <p:txEl>
                                              <p:pRg st="13" end="13"/>
                                            </p:txEl>
                                          </p:spTgt>
                                        </p:tgtEl>
                                        <p:attrNameLst>
                                          <p:attrName>style.visibility</p:attrName>
                                        </p:attrNameLst>
                                      </p:cBhvr>
                                      <p:to>
                                        <p:strVal val="visible"/>
                                      </p:to>
                                    </p:set>
                                    <p:animEffect transition="in" filter="blinds(horizontal)">
                                      <p:cBhvr>
                                        <p:cTn id="92" dur="500"/>
                                        <p:tgtEl>
                                          <p:spTgt spid="235523">
                                            <p:txEl>
                                              <p:pRg st="13" end="13"/>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235523">
                                            <p:txEl>
                                              <p:pRg st="14" end="14"/>
                                            </p:txEl>
                                          </p:spTgt>
                                        </p:tgtEl>
                                        <p:attrNameLst>
                                          <p:attrName>style.visibility</p:attrName>
                                        </p:attrNameLst>
                                      </p:cBhvr>
                                      <p:to>
                                        <p:strVal val="visible"/>
                                      </p:to>
                                    </p:set>
                                    <p:animEffect transition="in" filter="blinds(horizontal)">
                                      <p:cBhvr>
                                        <p:cTn id="97" dur="500"/>
                                        <p:tgtEl>
                                          <p:spTgt spid="235523">
                                            <p:txEl>
                                              <p:pRg st="14" end="14"/>
                                            </p:txEl>
                                          </p:spTgt>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10" fill="hold" nodeType="clickEffect">
                                  <p:stCondLst>
                                    <p:cond delay="0"/>
                                  </p:stCondLst>
                                  <p:childTnLst>
                                    <p:set>
                                      <p:cBhvr>
                                        <p:cTn id="101" dur="1" fill="hold">
                                          <p:stCondLst>
                                            <p:cond delay="0"/>
                                          </p:stCondLst>
                                        </p:cTn>
                                        <p:tgtEl>
                                          <p:spTgt spid="235523">
                                            <p:txEl>
                                              <p:pRg st="15" end="15"/>
                                            </p:txEl>
                                          </p:spTgt>
                                        </p:tgtEl>
                                        <p:attrNameLst>
                                          <p:attrName>style.visibility</p:attrName>
                                        </p:attrNameLst>
                                      </p:cBhvr>
                                      <p:to>
                                        <p:strVal val="visible"/>
                                      </p:to>
                                    </p:set>
                                    <p:animEffect transition="in" filter="blinds(horizontal)">
                                      <p:cBhvr>
                                        <p:cTn id="102" dur="500"/>
                                        <p:tgtEl>
                                          <p:spTgt spid="235523">
                                            <p:txEl>
                                              <p:pRg st="15" end="15"/>
                                            </p:txEl>
                                          </p:spTgt>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3" presetClass="entr" presetSubtype="10" fill="hold" nodeType="clickEffect">
                                  <p:stCondLst>
                                    <p:cond delay="0"/>
                                  </p:stCondLst>
                                  <p:childTnLst>
                                    <p:set>
                                      <p:cBhvr>
                                        <p:cTn id="106" dur="1" fill="hold">
                                          <p:stCondLst>
                                            <p:cond delay="0"/>
                                          </p:stCondLst>
                                        </p:cTn>
                                        <p:tgtEl>
                                          <p:spTgt spid="235523">
                                            <p:txEl>
                                              <p:pRg st="16" end="16"/>
                                            </p:txEl>
                                          </p:spTgt>
                                        </p:tgtEl>
                                        <p:attrNameLst>
                                          <p:attrName>style.visibility</p:attrName>
                                        </p:attrNameLst>
                                      </p:cBhvr>
                                      <p:to>
                                        <p:strVal val="visible"/>
                                      </p:to>
                                    </p:set>
                                    <p:animEffect transition="in" filter="blinds(horizontal)">
                                      <p:cBhvr>
                                        <p:cTn id="107" dur="500"/>
                                        <p:tgtEl>
                                          <p:spTgt spid="235523">
                                            <p:txEl>
                                              <p:pRg st="16" end="16"/>
                                            </p:txEl>
                                          </p:spTgt>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3" presetClass="entr" presetSubtype="10" fill="hold" nodeType="clickEffect">
                                  <p:stCondLst>
                                    <p:cond delay="0"/>
                                  </p:stCondLst>
                                  <p:childTnLst>
                                    <p:set>
                                      <p:cBhvr>
                                        <p:cTn id="111" dur="1" fill="hold">
                                          <p:stCondLst>
                                            <p:cond delay="0"/>
                                          </p:stCondLst>
                                        </p:cTn>
                                        <p:tgtEl>
                                          <p:spTgt spid="235523">
                                            <p:txEl>
                                              <p:pRg st="17" end="17"/>
                                            </p:txEl>
                                          </p:spTgt>
                                        </p:tgtEl>
                                        <p:attrNameLst>
                                          <p:attrName>style.visibility</p:attrName>
                                        </p:attrNameLst>
                                      </p:cBhvr>
                                      <p:to>
                                        <p:strVal val="visible"/>
                                      </p:to>
                                    </p:set>
                                    <p:animEffect transition="in" filter="blinds(horizontal)">
                                      <p:cBhvr>
                                        <p:cTn id="112" dur="500"/>
                                        <p:tgtEl>
                                          <p:spTgt spid="235523">
                                            <p:txEl>
                                              <p:pRg st="17" end="17"/>
                                            </p:txEl>
                                          </p:spTgt>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3" presetClass="entr" presetSubtype="10" fill="hold" nodeType="clickEffect">
                                  <p:stCondLst>
                                    <p:cond delay="0"/>
                                  </p:stCondLst>
                                  <p:childTnLst>
                                    <p:set>
                                      <p:cBhvr>
                                        <p:cTn id="116" dur="1" fill="hold">
                                          <p:stCondLst>
                                            <p:cond delay="0"/>
                                          </p:stCondLst>
                                        </p:cTn>
                                        <p:tgtEl>
                                          <p:spTgt spid="235523">
                                            <p:txEl>
                                              <p:pRg st="18" end="18"/>
                                            </p:txEl>
                                          </p:spTgt>
                                        </p:tgtEl>
                                        <p:attrNameLst>
                                          <p:attrName>style.visibility</p:attrName>
                                        </p:attrNameLst>
                                      </p:cBhvr>
                                      <p:to>
                                        <p:strVal val="visible"/>
                                      </p:to>
                                    </p:set>
                                    <p:animEffect transition="in" filter="blinds(horizontal)">
                                      <p:cBhvr>
                                        <p:cTn id="117" dur="500"/>
                                        <p:tgtEl>
                                          <p:spTgt spid="23552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4" grpId="0"/>
      <p:bldP spid="235525" grpId="0"/>
      <p:bldP spid="235526" grpId="0"/>
      <p:bldP spid="23552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E27F33CE-A0EB-1332-4486-5F7460A63018}"/>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实现多发射技术的基础</a:t>
            </a:r>
            <a:r>
              <a:rPr lang="en-US" altLang="zh-CN">
                <a:ea typeface="宋体" panose="02010600030101010101" pitchFamily="2" charset="-122"/>
              </a:rPr>
              <a:t>—</a:t>
            </a:r>
            <a:r>
              <a:rPr lang="zh-CN" altLang="en-US">
                <a:ea typeface="宋体" panose="02010600030101010101" pitchFamily="2" charset="-122"/>
              </a:rPr>
              <a:t>推测</a:t>
            </a:r>
          </a:p>
        </p:txBody>
      </p:sp>
      <p:sp>
        <p:nvSpPr>
          <p:cNvPr id="290819" name="Rectangle 3">
            <a:extLst>
              <a:ext uri="{FF2B5EF4-FFF2-40B4-BE49-F238E27FC236}">
                <a16:creationId xmlns:a16="http://schemas.microsoft.com/office/drawing/2014/main" id="{3244E06C-343C-3276-0ECF-58C34D8C0C0D}"/>
              </a:ext>
            </a:extLst>
          </p:cNvPr>
          <p:cNvSpPr>
            <a:spLocks noGrp="1" noChangeArrowheads="1"/>
          </p:cNvSpPr>
          <p:nvPr>
            <p:ph idx="1"/>
          </p:nvPr>
        </p:nvSpPr>
        <p:spPr>
          <a:xfrm>
            <a:off x="57150" y="817563"/>
            <a:ext cx="9004300" cy="5529262"/>
          </a:xfrm>
        </p:spPr>
        <p:txBody>
          <a:bodyPr/>
          <a:lstStyle/>
          <a:p>
            <a:pPr>
              <a:lnSpc>
                <a:spcPct val="120000"/>
              </a:lnSpc>
              <a:spcBef>
                <a:spcPct val="20000"/>
              </a:spcBef>
            </a:pPr>
            <a:r>
              <a:rPr lang="zh-CN" altLang="en-US" sz="2000">
                <a:latin typeface="微软雅黑" panose="020B0503020204020204" pitchFamily="34" charset="-122"/>
                <a:ea typeface="微软雅黑" panose="020B0503020204020204" pitchFamily="34" charset="-122"/>
              </a:rPr>
              <a:t>推测技术：由编译器或处理器猜测指令执行结果，并以此调整指令执行顺序，使指令的执行能达到最大可能的并行</a:t>
            </a:r>
          </a:p>
          <a:p>
            <a:pPr lvl="1">
              <a:lnSpc>
                <a:spcPct val="120000"/>
              </a:lnSpc>
              <a:spcBef>
                <a:spcPct val="20000"/>
              </a:spcBef>
            </a:pPr>
            <a:r>
              <a:rPr lang="zh-CN" altLang="en-US" sz="2000">
                <a:latin typeface="微软雅黑" panose="020B0503020204020204" pitchFamily="34" charset="-122"/>
                <a:ea typeface="微软雅黑" panose="020B0503020204020204" pitchFamily="34" charset="-122"/>
              </a:rPr>
              <a:t>指令打包的决策依赖于“推测”的结果</a:t>
            </a:r>
          </a:p>
          <a:p>
            <a:pPr lvl="2">
              <a:lnSpc>
                <a:spcPct val="120000"/>
              </a:lnSpc>
              <a:spcBef>
                <a:spcPct val="20000"/>
              </a:spcBef>
            </a:pPr>
            <a:r>
              <a:rPr lang="zh-CN" altLang="en-US" sz="2000">
                <a:latin typeface="微软雅黑" panose="020B0503020204020204" pitchFamily="34" charset="-122"/>
                <a:ea typeface="微软雅黑" panose="020B0503020204020204" pitchFamily="34" charset="-122"/>
              </a:rPr>
              <a:t>可根据指令间的相关性来进行推测</a:t>
            </a:r>
          </a:p>
          <a:p>
            <a:pPr lvl="3">
              <a:lnSpc>
                <a:spcPct val="120000"/>
              </a:lnSpc>
              <a:buFont typeface="Times New Roman" panose="02020603050405020304" pitchFamily="18" charset="0"/>
              <a:buChar char="◦"/>
            </a:pPr>
            <a:r>
              <a:rPr lang="zh-CN" altLang="en-US" b="1">
                <a:solidFill>
                  <a:srgbClr val="008000"/>
                </a:solidFill>
                <a:latin typeface="微软雅黑" panose="020B0503020204020204" pitchFamily="34" charset="-122"/>
                <a:ea typeface="微软雅黑" panose="020B0503020204020204" pitchFamily="34" charset="-122"/>
              </a:rPr>
              <a:t>与前面指令不相关的指令可以提前执行</a:t>
            </a:r>
          </a:p>
          <a:p>
            <a:pPr lvl="2">
              <a:lnSpc>
                <a:spcPct val="120000"/>
              </a:lnSpc>
              <a:spcBef>
                <a:spcPct val="20000"/>
              </a:spcBef>
            </a:pPr>
            <a:r>
              <a:rPr lang="zh-CN" altLang="en-US" sz="2000">
                <a:latin typeface="微软雅黑" panose="020B0503020204020204" pitchFamily="34" charset="-122"/>
                <a:ea typeface="微软雅黑" panose="020B0503020204020204" pitchFamily="34" charset="-122"/>
              </a:rPr>
              <a:t>可对分支指令进行推测</a:t>
            </a:r>
          </a:p>
          <a:p>
            <a:pPr lvl="3">
              <a:lnSpc>
                <a:spcPct val="120000"/>
              </a:lnSpc>
              <a:buFont typeface="Times New Roman" panose="02020603050405020304" pitchFamily="18" charset="0"/>
              <a:buChar char="◦"/>
            </a:pPr>
            <a:r>
              <a:rPr lang="zh-CN" altLang="en-US" b="1">
                <a:solidFill>
                  <a:srgbClr val="008000"/>
                </a:solidFill>
                <a:latin typeface="微软雅黑" panose="020B0503020204020204" pitchFamily="34" charset="-122"/>
                <a:ea typeface="微软雅黑" panose="020B0503020204020204" pitchFamily="34" charset="-122"/>
              </a:rPr>
              <a:t>可提前执行分支目标处的指令</a:t>
            </a:r>
          </a:p>
          <a:p>
            <a:pPr lvl="2">
              <a:lnSpc>
                <a:spcPct val="120000"/>
              </a:lnSpc>
              <a:spcBef>
                <a:spcPct val="20000"/>
              </a:spcBef>
            </a:pPr>
            <a:r>
              <a:rPr lang="zh-CN" altLang="en-US" sz="2000">
                <a:latin typeface="微软雅黑" panose="020B0503020204020204" pitchFamily="34" charset="-122"/>
                <a:ea typeface="微软雅黑" panose="020B0503020204020204" pitchFamily="34" charset="-122"/>
              </a:rPr>
              <a:t>预测仅是“猜测”，可能推测错误，故需有推测错误检测和回滚机制</a:t>
            </a:r>
          </a:p>
          <a:p>
            <a:pPr lvl="2">
              <a:lnSpc>
                <a:spcPct val="120000"/>
              </a:lnSpc>
              <a:spcBef>
                <a:spcPct val="20000"/>
              </a:spcBef>
            </a:pPr>
            <a:r>
              <a:rPr lang="zh-CN" altLang="en-US" sz="2000">
                <a:latin typeface="微软雅黑" panose="020B0503020204020204" pitchFamily="34" charset="-122"/>
                <a:ea typeface="微软雅黑" panose="020B0503020204020204" pitchFamily="34" charset="-122"/>
              </a:rPr>
              <a:t>推测错误时，会增加额外开销</a:t>
            </a:r>
          </a:p>
          <a:p>
            <a:pPr lvl="1">
              <a:lnSpc>
                <a:spcPct val="120000"/>
              </a:lnSpc>
              <a:spcBef>
                <a:spcPct val="20000"/>
              </a:spcBef>
            </a:pPr>
            <a:r>
              <a:rPr lang="zh-CN" altLang="en-US" sz="2000">
                <a:latin typeface="微软雅黑" panose="020B0503020204020204" pitchFamily="34" charset="-122"/>
                <a:ea typeface="微软雅黑" panose="020B0503020204020204" pitchFamily="34" charset="-122"/>
              </a:rPr>
              <a:t>有“软件推测”和“硬件推测”两种</a:t>
            </a:r>
          </a:p>
          <a:p>
            <a:pPr lvl="2">
              <a:lnSpc>
                <a:spcPct val="120000"/>
              </a:lnSpc>
              <a:spcBef>
                <a:spcPct val="20000"/>
              </a:spcBef>
            </a:pPr>
            <a:r>
              <a:rPr lang="zh-CN" altLang="en-US" sz="2000">
                <a:latin typeface="微软雅黑" panose="020B0503020204020204" pitchFamily="34" charset="-122"/>
                <a:ea typeface="微软雅黑" panose="020B0503020204020204" pitchFamily="34" charset="-122"/>
              </a:rPr>
              <a:t>软件推测：编译器通过推测来静态重排指令（一定要正确！）</a:t>
            </a:r>
          </a:p>
          <a:p>
            <a:pPr lvl="2">
              <a:lnSpc>
                <a:spcPct val="120000"/>
              </a:lnSpc>
              <a:spcBef>
                <a:spcPct val="20000"/>
              </a:spcBef>
            </a:pPr>
            <a:r>
              <a:rPr lang="zh-CN" altLang="en-US" sz="2000">
                <a:latin typeface="微软雅黑" panose="020B0503020204020204" pitchFamily="34" charset="-122"/>
                <a:ea typeface="微软雅黑" panose="020B0503020204020204" pitchFamily="34" charset="-122"/>
              </a:rPr>
              <a:t>硬件推测：处理器在运行时通过推测来动态调度指令</a:t>
            </a:r>
          </a:p>
          <a:p>
            <a:pPr>
              <a:lnSpc>
                <a:spcPct val="120000"/>
              </a:lnSpc>
              <a:spcBef>
                <a:spcPct val="20000"/>
              </a:spcBef>
            </a:pPr>
            <a:endParaRPr lang="zh-CN" altLang="en-US" sz="2000">
              <a:ea typeface="黑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0819">
                                            <p:txEl>
                                              <p:pRg st="2" end="2"/>
                                            </p:txEl>
                                          </p:spTgt>
                                        </p:tgtEl>
                                        <p:attrNameLst>
                                          <p:attrName>style.visibility</p:attrName>
                                        </p:attrNameLst>
                                      </p:cBhvr>
                                      <p:to>
                                        <p:strVal val="visible"/>
                                      </p:to>
                                    </p:set>
                                    <p:animEffect transition="in" filter="blinds(horizontal)">
                                      <p:cBhvr>
                                        <p:cTn id="7" dur="500"/>
                                        <p:tgtEl>
                                          <p:spTgt spid="29081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90819">
                                            <p:txEl>
                                              <p:pRg st="3" end="3"/>
                                            </p:txEl>
                                          </p:spTgt>
                                        </p:tgtEl>
                                        <p:attrNameLst>
                                          <p:attrName>style.visibility</p:attrName>
                                        </p:attrNameLst>
                                      </p:cBhvr>
                                      <p:to>
                                        <p:strVal val="visible"/>
                                      </p:to>
                                    </p:set>
                                    <p:animEffect transition="in" filter="blinds(horizontal)">
                                      <p:cBhvr>
                                        <p:cTn id="12" dur="500"/>
                                        <p:tgtEl>
                                          <p:spTgt spid="29081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90819">
                                            <p:txEl>
                                              <p:pRg st="4" end="4"/>
                                            </p:txEl>
                                          </p:spTgt>
                                        </p:tgtEl>
                                        <p:attrNameLst>
                                          <p:attrName>style.visibility</p:attrName>
                                        </p:attrNameLst>
                                      </p:cBhvr>
                                      <p:to>
                                        <p:strVal val="visible"/>
                                      </p:to>
                                    </p:set>
                                    <p:animEffect transition="in" filter="blinds(horizontal)">
                                      <p:cBhvr>
                                        <p:cTn id="17" dur="500"/>
                                        <p:tgtEl>
                                          <p:spTgt spid="29081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90819">
                                            <p:txEl>
                                              <p:pRg st="5" end="5"/>
                                            </p:txEl>
                                          </p:spTgt>
                                        </p:tgtEl>
                                        <p:attrNameLst>
                                          <p:attrName>style.visibility</p:attrName>
                                        </p:attrNameLst>
                                      </p:cBhvr>
                                      <p:to>
                                        <p:strVal val="visible"/>
                                      </p:to>
                                    </p:set>
                                    <p:animEffect transition="in" filter="blinds(horizontal)">
                                      <p:cBhvr>
                                        <p:cTn id="22" dur="500"/>
                                        <p:tgtEl>
                                          <p:spTgt spid="290819">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90819">
                                            <p:txEl>
                                              <p:pRg st="6" end="6"/>
                                            </p:txEl>
                                          </p:spTgt>
                                        </p:tgtEl>
                                        <p:attrNameLst>
                                          <p:attrName>style.visibility</p:attrName>
                                        </p:attrNameLst>
                                      </p:cBhvr>
                                      <p:to>
                                        <p:strVal val="visible"/>
                                      </p:to>
                                    </p:set>
                                    <p:animEffect transition="in" filter="blinds(horizontal)">
                                      <p:cBhvr>
                                        <p:cTn id="27" dur="500"/>
                                        <p:tgtEl>
                                          <p:spTgt spid="290819">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90819">
                                            <p:txEl>
                                              <p:pRg st="7" end="7"/>
                                            </p:txEl>
                                          </p:spTgt>
                                        </p:tgtEl>
                                        <p:attrNameLst>
                                          <p:attrName>style.visibility</p:attrName>
                                        </p:attrNameLst>
                                      </p:cBhvr>
                                      <p:to>
                                        <p:strVal val="visible"/>
                                      </p:to>
                                    </p:set>
                                    <p:animEffect transition="in" filter="blinds(horizontal)">
                                      <p:cBhvr>
                                        <p:cTn id="32" dur="500"/>
                                        <p:tgtEl>
                                          <p:spTgt spid="290819">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90819">
                                            <p:txEl>
                                              <p:pRg st="9" end="9"/>
                                            </p:txEl>
                                          </p:spTgt>
                                        </p:tgtEl>
                                        <p:attrNameLst>
                                          <p:attrName>style.visibility</p:attrName>
                                        </p:attrNameLst>
                                      </p:cBhvr>
                                      <p:to>
                                        <p:strVal val="visible"/>
                                      </p:to>
                                    </p:set>
                                    <p:animEffect transition="in" filter="blinds(horizontal)">
                                      <p:cBhvr>
                                        <p:cTn id="37" dur="500"/>
                                        <p:tgtEl>
                                          <p:spTgt spid="290819">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90819">
                                            <p:txEl>
                                              <p:pRg st="10" end="10"/>
                                            </p:txEl>
                                          </p:spTgt>
                                        </p:tgtEl>
                                        <p:attrNameLst>
                                          <p:attrName>style.visibility</p:attrName>
                                        </p:attrNameLst>
                                      </p:cBhvr>
                                      <p:to>
                                        <p:strVal val="visible"/>
                                      </p:to>
                                    </p:set>
                                    <p:animEffect transition="in" filter="blinds(horizontal)">
                                      <p:cBhvr>
                                        <p:cTn id="42" dur="500"/>
                                        <p:tgtEl>
                                          <p:spTgt spid="29081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2">
            <a:extLst>
              <a:ext uri="{FF2B5EF4-FFF2-40B4-BE49-F238E27FC236}">
                <a16:creationId xmlns:a16="http://schemas.microsoft.com/office/drawing/2014/main" id="{A178CEE8-2623-B136-FC0A-81ECBED8D92F}"/>
              </a:ext>
            </a:extLst>
          </p:cNvPr>
          <p:cNvSpPr>
            <a:spLocks noGrp="1" noChangeArrowheads="1"/>
          </p:cNvSpPr>
          <p:nvPr>
            <p:ph type="title"/>
          </p:nvPr>
        </p:nvSpPr>
        <p:spPr>
          <a:xfrm>
            <a:off x="774700" y="177800"/>
            <a:ext cx="6862763" cy="373063"/>
          </a:xfrm>
        </p:spPr>
        <p:txBody>
          <a:bodyPr/>
          <a:lstStyle/>
          <a:p>
            <a:r>
              <a:rPr lang="zh-CN" altLang="en-US">
                <a:solidFill>
                  <a:srgbClr val="FF0000"/>
                </a:solidFill>
                <a:ea typeface="宋体" panose="02010600030101010101" pitchFamily="2" charset="-122"/>
              </a:rPr>
              <a:t>静态多发射处理器</a:t>
            </a:r>
          </a:p>
        </p:txBody>
      </p:sp>
      <p:sp>
        <p:nvSpPr>
          <p:cNvPr id="291843" name="Rectangle 3">
            <a:extLst>
              <a:ext uri="{FF2B5EF4-FFF2-40B4-BE49-F238E27FC236}">
                <a16:creationId xmlns:a16="http://schemas.microsoft.com/office/drawing/2014/main" id="{230A859C-C874-0534-27AF-426C85A46568}"/>
              </a:ext>
            </a:extLst>
          </p:cNvPr>
          <p:cNvSpPr>
            <a:spLocks noGrp="1" noChangeArrowheads="1"/>
          </p:cNvSpPr>
          <p:nvPr>
            <p:ph type="body" sz="half" idx="1"/>
          </p:nvPr>
        </p:nvSpPr>
        <p:spPr>
          <a:xfrm>
            <a:off x="215900" y="663575"/>
            <a:ext cx="8669338" cy="5721350"/>
          </a:xfrm>
        </p:spPr>
        <p:txBody>
          <a:bodyPr/>
          <a:lstStyle/>
          <a:p>
            <a:pPr>
              <a:lnSpc>
                <a:spcPct val="114000"/>
              </a:lnSpc>
              <a:spcBef>
                <a:spcPts val="300"/>
              </a:spcBef>
            </a:pPr>
            <a:r>
              <a:rPr lang="zh-CN" altLang="en-US" sz="1900">
                <a:latin typeface="微软雅黑" panose="020B0503020204020204" pitchFamily="34" charset="-122"/>
                <a:ea typeface="微软雅黑" panose="020B0503020204020204" pitchFamily="34" charset="-122"/>
              </a:rPr>
              <a:t>由编译器在编译时</a:t>
            </a:r>
            <a:r>
              <a:rPr lang="zh-CN" altLang="en-US" sz="1900">
                <a:solidFill>
                  <a:srgbClr val="008000"/>
                </a:solidFill>
                <a:latin typeface="微软雅黑" panose="020B0503020204020204" pitchFamily="34" charset="-122"/>
                <a:ea typeface="微软雅黑" panose="020B0503020204020204" pitchFamily="34" charset="-122"/>
              </a:rPr>
              <a:t>进行相关性分析</a:t>
            </a:r>
            <a:r>
              <a:rPr lang="zh-CN" altLang="en-US" sz="1900">
                <a:latin typeface="微软雅黑" panose="020B0503020204020204" pitchFamily="34" charset="-122"/>
                <a:ea typeface="微软雅黑" panose="020B0503020204020204" pitchFamily="34" charset="-122"/>
              </a:rPr>
              <a:t>和</a:t>
            </a:r>
            <a:r>
              <a:rPr lang="zh-CN" altLang="en-US" sz="1900">
                <a:solidFill>
                  <a:srgbClr val="008000"/>
                </a:solidFill>
                <a:latin typeface="微软雅黑" panose="020B0503020204020204" pitchFamily="34" charset="-122"/>
                <a:ea typeface="微软雅黑" panose="020B0503020204020204" pitchFamily="34" charset="-122"/>
              </a:rPr>
              <a:t>静态分支预测，</a:t>
            </a:r>
            <a:r>
              <a:rPr lang="zh-CN" altLang="en-US" sz="1900">
                <a:latin typeface="微软雅黑" panose="020B0503020204020204" pitchFamily="34" charset="-122"/>
                <a:ea typeface="微软雅黑" panose="020B0503020204020204" pitchFamily="34" charset="-122"/>
              </a:rPr>
              <a:t>以静态完成</a:t>
            </a:r>
            <a:r>
              <a:rPr lang="zh-CN" altLang="en-US" sz="1900">
                <a:solidFill>
                  <a:schemeClr val="accent1"/>
                </a:solidFill>
                <a:latin typeface="微软雅黑" panose="020B0503020204020204" pitchFamily="34" charset="-122"/>
                <a:ea typeface="微软雅黑" panose="020B0503020204020204" pitchFamily="34" charset="-122"/>
              </a:rPr>
              <a:t>“指令打包”</a:t>
            </a:r>
            <a:r>
              <a:rPr lang="zh-CN" altLang="en-US" sz="1900">
                <a:latin typeface="微软雅黑" panose="020B0503020204020204" pitchFamily="34" charset="-122"/>
                <a:ea typeface="微软雅黑" panose="020B0503020204020204" pitchFamily="34" charset="-122"/>
              </a:rPr>
              <a:t>和</a:t>
            </a:r>
            <a:r>
              <a:rPr lang="en-US" altLang="zh-CN" sz="1900">
                <a:solidFill>
                  <a:schemeClr val="accent1"/>
                </a:solidFill>
                <a:latin typeface="微软雅黑" panose="020B0503020204020204" pitchFamily="34" charset="-122"/>
                <a:ea typeface="微软雅黑" panose="020B0503020204020204" pitchFamily="34" charset="-122"/>
              </a:rPr>
              <a:t>“</a:t>
            </a:r>
            <a:r>
              <a:rPr lang="zh-CN" altLang="en-US" sz="1900">
                <a:solidFill>
                  <a:schemeClr val="accent1"/>
                </a:solidFill>
                <a:latin typeface="微软雅黑" panose="020B0503020204020204" pitchFamily="34" charset="-122"/>
                <a:ea typeface="微软雅黑" panose="020B0503020204020204" pitchFamily="34" charset="-122"/>
              </a:rPr>
              <a:t>冒险处理”</a:t>
            </a:r>
          </a:p>
          <a:p>
            <a:pPr lvl="1">
              <a:lnSpc>
                <a:spcPct val="114000"/>
              </a:lnSpc>
              <a:spcBef>
                <a:spcPts val="300"/>
              </a:spcBef>
            </a:pPr>
            <a:r>
              <a:rPr lang="zh-CN" altLang="en-US" sz="1900">
                <a:latin typeface="微软雅黑" panose="020B0503020204020204" pitchFamily="34" charset="-122"/>
                <a:ea typeface="微软雅黑" panose="020B0503020204020204" pitchFamily="34" charset="-122"/>
              </a:rPr>
              <a:t>指令打包（将同时发射的多条指令合并到一个长指令中）</a:t>
            </a:r>
          </a:p>
          <a:p>
            <a:pPr lvl="2">
              <a:lnSpc>
                <a:spcPct val="114000"/>
              </a:lnSpc>
              <a:spcBef>
                <a:spcPts val="300"/>
              </a:spcBef>
            </a:pPr>
            <a:r>
              <a:rPr lang="zh-CN" altLang="en-US" sz="1900">
                <a:latin typeface="微软雅黑" panose="020B0503020204020204" pitchFamily="34" charset="-122"/>
                <a:ea typeface="微软雅黑" panose="020B0503020204020204" pitchFamily="34" charset="-122"/>
              </a:rPr>
              <a:t>将同一个时钟周期内发射的多个指令看成是一条多个操作的长指令，称为一个</a:t>
            </a:r>
            <a:r>
              <a:rPr lang="en-US" altLang="zh-CN" sz="1900">
                <a:latin typeface="微软雅黑" panose="020B0503020204020204" pitchFamily="34" charset="-122"/>
                <a:ea typeface="微软雅黑" panose="020B0503020204020204" pitchFamily="34" charset="-122"/>
              </a:rPr>
              <a:t>“</a:t>
            </a:r>
            <a:r>
              <a:rPr lang="zh-CN" altLang="en-US" sz="1900">
                <a:latin typeface="微软雅黑" panose="020B0503020204020204" pitchFamily="34" charset="-122"/>
                <a:ea typeface="微软雅黑" panose="020B0503020204020204" pitchFamily="34" charset="-122"/>
              </a:rPr>
              <a:t>发射包”</a:t>
            </a:r>
          </a:p>
          <a:p>
            <a:pPr lvl="2">
              <a:lnSpc>
                <a:spcPct val="114000"/>
              </a:lnSpc>
              <a:spcBef>
                <a:spcPts val="300"/>
              </a:spcBef>
            </a:pPr>
            <a:r>
              <a:rPr lang="zh-CN" altLang="en-US" sz="1900">
                <a:latin typeface="微软雅黑" panose="020B0503020204020204" pitchFamily="34" charset="-122"/>
                <a:ea typeface="微软雅黑" panose="020B0503020204020204" pitchFamily="34" charset="-122"/>
              </a:rPr>
              <a:t>“静态多发射”也被称为“超长指令字”（</a:t>
            </a:r>
            <a:r>
              <a:rPr lang="en-US" altLang="zh-CN" sz="1900">
                <a:latin typeface="微软雅黑" panose="020B0503020204020204" pitchFamily="34" charset="-122"/>
                <a:ea typeface="微软雅黑" panose="020B0503020204020204" pitchFamily="34" charset="-122"/>
              </a:rPr>
              <a:t>VLIW-Very Long Instruction Word</a:t>
            </a:r>
            <a:r>
              <a:rPr lang="zh-CN" altLang="en-US" sz="1900">
                <a:latin typeface="微软雅黑" panose="020B0503020204020204" pitchFamily="34" charset="-122"/>
                <a:ea typeface="微软雅黑" panose="020B0503020204020204" pitchFamily="34" charset="-122"/>
              </a:rPr>
              <a:t>），采用这种技术的处理器被称为</a:t>
            </a:r>
            <a:r>
              <a:rPr lang="en-US" altLang="zh-CN" sz="1900">
                <a:latin typeface="微软雅黑" panose="020B0503020204020204" pitchFamily="34" charset="-122"/>
                <a:ea typeface="微软雅黑" panose="020B0503020204020204" pitchFamily="34" charset="-122"/>
              </a:rPr>
              <a:t>VLIW</a:t>
            </a:r>
            <a:r>
              <a:rPr lang="zh-CN" altLang="en-US" sz="1900">
                <a:latin typeface="微软雅黑" panose="020B0503020204020204" pitchFamily="34" charset="-122"/>
                <a:ea typeface="微软雅黑" panose="020B0503020204020204" pitchFamily="34" charset="-122"/>
              </a:rPr>
              <a:t>处理器</a:t>
            </a:r>
          </a:p>
          <a:p>
            <a:pPr lvl="2">
              <a:lnSpc>
                <a:spcPct val="114000"/>
              </a:lnSpc>
              <a:spcBef>
                <a:spcPts val="300"/>
              </a:spcBef>
            </a:pPr>
            <a:r>
              <a:rPr lang="zh-CN" altLang="en-US" sz="1900">
                <a:latin typeface="微软雅黑" panose="020B0503020204020204" pitchFamily="34" charset="-122"/>
                <a:ea typeface="微软雅黑" panose="020B0503020204020204" pitchFamily="34" charset="-122"/>
              </a:rPr>
              <a:t>在同一个周期内发射的指令类型是受硬件限制的</a:t>
            </a:r>
            <a:r>
              <a:rPr lang="zh-CN" altLang="en-US" sz="1900">
                <a:solidFill>
                  <a:srgbClr val="E67F18"/>
                </a:solidFill>
                <a:latin typeface="微软雅黑" panose="020B0503020204020204" pitchFamily="34" charset="-122"/>
                <a:ea typeface="微软雅黑" panose="020B0503020204020204" pitchFamily="34" charset="-122"/>
              </a:rPr>
              <a:t>（举例</a:t>
            </a:r>
            <a:r>
              <a:rPr lang="en-US" altLang="zh-CN" sz="1900">
                <a:solidFill>
                  <a:srgbClr val="E67F18"/>
                </a:solidFill>
                <a:latin typeface="微软雅黑" panose="020B0503020204020204" pitchFamily="34" charset="-122"/>
                <a:ea typeface="微软雅黑" panose="020B0503020204020204" pitchFamily="34" charset="-122"/>
              </a:rPr>
              <a:t>:</a:t>
            </a:r>
            <a:r>
              <a:rPr lang="zh-CN" altLang="en-US" sz="1900">
                <a:solidFill>
                  <a:srgbClr val="E67F18"/>
                </a:solidFill>
                <a:latin typeface="微软雅黑" panose="020B0503020204020204" pitchFamily="34" charset="-122"/>
                <a:ea typeface="微软雅黑" panose="020B0503020204020204" pitchFamily="34" charset="-122"/>
              </a:rPr>
              <a:t>干洗</a:t>
            </a:r>
            <a:r>
              <a:rPr lang="en-US" altLang="zh-CN" sz="1900">
                <a:solidFill>
                  <a:srgbClr val="E67F18"/>
                </a:solidFill>
                <a:latin typeface="微软雅黑" panose="020B0503020204020204" pitchFamily="34" charset="-122"/>
                <a:ea typeface="微软雅黑" panose="020B0503020204020204" pitchFamily="34" charset="-122"/>
              </a:rPr>
              <a:t>/</a:t>
            </a:r>
            <a:r>
              <a:rPr lang="zh-CN" altLang="en-US" sz="1900">
                <a:solidFill>
                  <a:srgbClr val="E67F18"/>
                </a:solidFill>
                <a:latin typeface="微软雅黑" panose="020B0503020204020204" pitchFamily="34" charset="-122"/>
                <a:ea typeface="微软雅黑" panose="020B0503020204020204" pitchFamily="34" charset="-122"/>
              </a:rPr>
              <a:t>水洗）</a:t>
            </a:r>
          </a:p>
          <a:p>
            <a:pPr lvl="2">
              <a:lnSpc>
                <a:spcPct val="114000"/>
              </a:lnSpc>
              <a:spcBef>
                <a:spcPts val="300"/>
              </a:spcBef>
              <a:buFontTx/>
              <a:buNone/>
            </a:pPr>
            <a:r>
              <a:rPr lang="zh-CN" altLang="en-US" sz="1900">
                <a:latin typeface="微软雅黑" panose="020B0503020204020204" pitchFamily="34" charset="-122"/>
                <a:ea typeface="微软雅黑" panose="020B0503020204020204" pitchFamily="34" charset="-122"/>
              </a:rPr>
              <a:t>     </a:t>
            </a:r>
            <a:r>
              <a:rPr lang="zh-CN" altLang="en-US" sz="1900">
                <a:solidFill>
                  <a:srgbClr val="008000"/>
                </a:solidFill>
                <a:latin typeface="微软雅黑" panose="020B0503020204020204" pitchFamily="34" charset="-122"/>
                <a:ea typeface="微软雅黑" panose="020B0503020204020204" pitchFamily="34" charset="-122"/>
              </a:rPr>
              <a:t>例如，只能是一条</a:t>
            </a:r>
            <a:r>
              <a:rPr lang="en-US" altLang="zh-CN" sz="1900">
                <a:solidFill>
                  <a:srgbClr val="008000"/>
                </a:solidFill>
                <a:latin typeface="微软雅黑" panose="020B0503020204020204" pitchFamily="34" charset="-122"/>
                <a:ea typeface="微软雅黑" panose="020B0503020204020204" pitchFamily="34" charset="-122"/>
              </a:rPr>
              <a:t>ALU</a:t>
            </a:r>
            <a:r>
              <a:rPr lang="zh-CN" altLang="en-US" sz="1900">
                <a:solidFill>
                  <a:srgbClr val="008000"/>
                </a:solidFill>
                <a:latin typeface="微软雅黑" panose="020B0503020204020204" pitchFamily="34" charset="-122"/>
                <a:ea typeface="微软雅黑" panose="020B0503020204020204" pitchFamily="34" charset="-122"/>
              </a:rPr>
              <a:t>指令</a:t>
            </a:r>
            <a:r>
              <a:rPr lang="en-US" altLang="zh-CN" sz="1900">
                <a:solidFill>
                  <a:srgbClr val="008000"/>
                </a:solidFill>
                <a:latin typeface="微软雅黑" panose="020B0503020204020204" pitchFamily="34" charset="-122"/>
                <a:ea typeface="微软雅黑" panose="020B0503020204020204" pitchFamily="34" charset="-122"/>
              </a:rPr>
              <a:t>/</a:t>
            </a:r>
            <a:r>
              <a:rPr lang="zh-CN" altLang="en-US" sz="1900">
                <a:solidFill>
                  <a:srgbClr val="008000"/>
                </a:solidFill>
                <a:latin typeface="微软雅黑" panose="020B0503020204020204" pitchFamily="34" charset="-122"/>
                <a:ea typeface="微软雅黑" panose="020B0503020204020204" pitchFamily="34" charset="-122"/>
              </a:rPr>
              <a:t>分支指令、一条</a:t>
            </a:r>
            <a:r>
              <a:rPr lang="en-US" altLang="zh-CN" sz="1900">
                <a:solidFill>
                  <a:srgbClr val="008000"/>
                </a:solidFill>
                <a:latin typeface="微软雅黑" panose="020B0503020204020204" pitchFamily="34" charset="-122"/>
                <a:ea typeface="微软雅黑" panose="020B0503020204020204" pitchFamily="34" charset="-122"/>
              </a:rPr>
              <a:t>Load/Store</a:t>
            </a:r>
            <a:r>
              <a:rPr lang="zh-CN" altLang="en-US" sz="1900">
                <a:solidFill>
                  <a:srgbClr val="008000"/>
                </a:solidFill>
                <a:latin typeface="微软雅黑" panose="020B0503020204020204" pitchFamily="34" charset="-122"/>
                <a:ea typeface="微软雅黑" panose="020B0503020204020204" pitchFamily="34" charset="-122"/>
              </a:rPr>
              <a:t>指令</a:t>
            </a:r>
          </a:p>
          <a:p>
            <a:pPr lvl="2">
              <a:lnSpc>
                <a:spcPct val="114000"/>
              </a:lnSpc>
              <a:spcBef>
                <a:spcPts val="300"/>
              </a:spcBef>
            </a:pPr>
            <a:r>
              <a:rPr lang="en-US" altLang="zh-CN" sz="1900">
                <a:solidFill>
                  <a:srgbClr val="A50021"/>
                </a:solidFill>
                <a:latin typeface="微软雅黑" panose="020B0503020204020204" pitchFamily="34" charset="-122"/>
                <a:ea typeface="微软雅黑" panose="020B0503020204020204" pitchFamily="34" charset="-122"/>
              </a:rPr>
              <a:t>IA-64</a:t>
            </a:r>
            <a:r>
              <a:rPr lang="zh-CN" altLang="en-US" sz="1900">
                <a:solidFill>
                  <a:srgbClr val="A50021"/>
                </a:solidFill>
                <a:latin typeface="微软雅黑" panose="020B0503020204020204" pitchFamily="34" charset="-122"/>
                <a:ea typeface="微软雅黑" panose="020B0503020204020204" pitchFamily="34" charset="-122"/>
              </a:rPr>
              <a:t>采用这种方法，</a:t>
            </a:r>
            <a:r>
              <a:rPr lang="en-US" altLang="zh-CN" sz="1900">
                <a:solidFill>
                  <a:srgbClr val="A50021"/>
                </a:solidFill>
                <a:latin typeface="微软雅黑" panose="020B0503020204020204" pitchFamily="34" charset="-122"/>
                <a:ea typeface="微软雅黑" panose="020B0503020204020204" pitchFamily="34" charset="-122"/>
              </a:rPr>
              <a:t>Intel</a:t>
            </a:r>
            <a:r>
              <a:rPr lang="zh-CN" altLang="en-US" sz="1900">
                <a:solidFill>
                  <a:srgbClr val="A50021"/>
                </a:solidFill>
                <a:latin typeface="微软雅黑" panose="020B0503020204020204" pitchFamily="34" charset="-122"/>
                <a:ea typeface="微软雅黑" panose="020B0503020204020204" pitchFamily="34" charset="-122"/>
              </a:rPr>
              <a:t>称其为</a:t>
            </a:r>
            <a:r>
              <a:rPr lang="en-US" altLang="zh-CN" sz="1900">
                <a:solidFill>
                  <a:srgbClr val="A50021"/>
                </a:solidFill>
                <a:latin typeface="微软雅黑" panose="020B0503020204020204" pitchFamily="34" charset="-122"/>
                <a:ea typeface="微软雅黑" panose="020B0503020204020204" pitchFamily="34" charset="-122"/>
              </a:rPr>
              <a:t>EPIC</a:t>
            </a:r>
            <a:r>
              <a:rPr lang="zh-CN" altLang="en-US" sz="1900">
                <a:solidFill>
                  <a:srgbClr val="A50021"/>
                </a:solidFill>
                <a:latin typeface="微软雅黑" panose="020B0503020204020204" pitchFamily="34" charset="-122"/>
                <a:ea typeface="微软雅黑" panose="020B0503020204020204" pitchFamily="34" charset="-122"/>
              </a:rPr>
              <a:t>（</a:t>
            </a:r>
            <a:r>
              <a:rPr lang="en-US" altLang="zh-CN" sz="1900">
                <a:solidFill>
                  <a:srgbClr val="A50021"/>
                </a:solidFill>
                <a:latin typeface="微软雅黑" panose="020B0503020204020204" pitchFamily="34" charset="-122"/>
                <a:ea typeface="微软雅黑" panose="020B0503020204020204" pitchFamily="34" charset="-122"/>
              </a:rPr>
              <a:t>Explicitly Parallel Instruction Computer—</a:t>
            </a:r>
            <a:r>
              <a:rPr lang="zh-CN" altLang="en-US" sz="1900">
                <a:solidFill>
                  <a:schemeClr val="accent1"/>
                </a:solidFill>
                <a:latin typeface="微软雅黑" panose="020B0503020204020204" pitchFamily="34" charset="-122"/>
                <a:ea typeface="微软雅黑" panose="020B0503020204020204" pitchFamily="34" charset="-122"/>
              </a:rPr>
              <a:t>显式</a:t>
            </a:r>
            <a:r>
              <a:rPr lang="zh-CN" altLang="en-US" sz="1900">
                <a:solidFill>
                  <a:srgbClr val="A50021"/>
                </a:solidFill>
                <a:latin typeface="微软雅黑" panose="020B0503020204020204" pitchFamily="34" charset="-122"/>
                <a:ea typeface="微软雅黑" panose="020B0503020204020204" pitchFamily="34" charset="-122"/>
              </a:rPr>
              <a:t>并行指令计算机）</a:t>
            </a:r>
          </a:p>
          <a:p>
            <a:pPr lvl="1">
              <a:lnSpc>
                <a:spcPct val="114000"/>
              </a:lnSpc>
              <a:spcBef>
                <a:spcPts val="300"/>
              </a:spcBef>
            </a:pPr>
            <a:r>
              <a:rPr lang="zh-CN" altLang="en-US" sz="1900">
                <a:latin typeface="微软雅黑" panose="020B0503020204020204" pitchFamily="34" charset="-122"/>
                <a:ea typeface="微软雅黑" panose="020B0503020204020204" pitchFamily="34" charset="-122"/>
              </a:rPr>
              <a:t>冒险处理（主要是数据冒险和控制冒险）</a:t>
            </a:r>
          </a:p>
          <a:p>
            <a:pPr lvl="2">
              <a:lnSpc>
                <a:spcPct val="114000"/>
              </a:lnSpc>
              <a:spcBef>
                <a:spcPts val="300"/>
              </a:spcBef>
            </a:pPr>
            <a:r>
              <a:rPr lang="zh-CN" altLang="en-US" sz="1900">
                <a:solidFill>
                  <a:srgbClr val="008000"/>
                </a:solidFill>
                <a:latin typeface="微软雅黑" panose="020B0503020204020204" pitchFamily="34" charset="-122"/>
                <a:ea typeface="微软雅黑" panose="020B0503020204020204" pitchFamily="34" charset="-122"/>
              </a:rPr>
              <a:t>做法</a:t>
            </a:r>
            <a:r>
              <a:rPr lang="en-US" altLang="zh-CN" sz="1900">
                <a:solidFill>
                  <a:srgbClr val="008000"/>
                </a:solidFill>
                <a:latin typeface="微软雅黑" panose="020B0503020204020204" pitchFamily="34" charset="-122"/>
                <a:ea typeface="微软雅黑" panose="020B0503020204020204" pitchFamily="34" charset="-122"/>
              </a:rPr>
              <a:t>1</a:t>
            </a:r>
            <a:r>
              <a:rPr lang="zh-CN" altLang="en-US" sz="1900">
                <a:solidFill>
                  <a:srgbClr val="008000"/>
                </a:solidFill>
                <a:latin typeface="微软雅黑" panose="020B0503020204020204" pitchFamily="34" charset="-122"/>
                <a:ea typeface="微软雅黑" panose="020B0503020204020204" pitchFamily="34" charset="-122"/>
              </a:rPr>
              <a:t>：</a:t>
            </a:r>
            <a:r>
              <a:rPr lang="zh-CN" altLang="en-US" sz="1900">
                <a:latin typeface="微软雅黑" panose="020B0503020204020204" pitchFamily="34" charset="-122"/>
                <a:ea typeface="微软雅黑" panose="020B0503020204020204" pitchFamily="34" charset="-122"/>
              </a:rPr>
              <a:t>完全由编译器通过代码调度和插入</a:t>
            </a:r>
            <a:r>
              <a:rPr lang="en-US" altLang="zh-CN" sz="1900">
                <a:latin typeface="微软雅黑" panose="020B0503020204020204" pitchFamily="34" charset="-122"/>
                <a:ea typeface="微软雅黑" panose="020B0503020204020204" pitchFamily="34" charset="-122"/>
              </a:rPr>
              <a:t>nop</a:t>
            </a:r>
            <a:r>
              <a:rPr lang="zh-CN" altLang="en-US" sz="1900">
                <a:latin typeface="微软雅黑" panose="020B0503020204020204" pitchFamily="34" charset="-122"/>
                <a:ea typeface="微软雅黑" panose="020B0503020204020204" pitchFamily="34" charset="-122"/>
              </a:rPr>
              <a:t>指令来消除所有冒险，无需硬件实现冒险检测和流水线阻塞</a:t>
            </a:r>
          </a:p>
          <a:p>
            <a:pPr lvl="2">
              <a:lnSpc>
                <a:spcPct val="114000"/>
              </a:lnSpc>
              <a:spcBef>
                <a:spcPts val="300"/>
              </a:spcBef>
            </a:pPr>
            <a:r>
              <a:rPr lang="zh-CN" altLang="en-US" sz="1900">
                <a:solidFill>
                  <a:srgbClr val="008000"/>
                </a:solidFill>
                <a:latin typeface="微软雅黑" panose="020B0503020204020204" pitchFamily="34" charset="-122"/>
                <a:ea typeface="微软雅黑" panose="020B0503020204020204" pitchFamily="34" charset="-122"/>
              </a:rPr>
              <a:t>做法</a:t>
            </a:r>
            <a:r>
              <a:rPr lang="en-US" altLang="zh-CN" sz="1900">
                <a:solidFill>
                  <a:srgbClr val="008000"/>
                </a:solidFill>
                <a:latin typeface="微软雅黑" panose="020B0503020204020204" pitchFamily="34" charset="-122"/>
                <a:ea typeface="微软雅黑" panose="020B0503020204020204" pitchFamily="34" charset="-122"/>
              </a:rPr>
              <a:t>2</a:t>
            </a:r>
            <a:r>
              <a:rPr lang="zh-CN" altLang="en-US" sz="1900">
                <a:solidFill>
                  <a:srgbClr val="008000"/>
                </a:solidFill>
                <a:latin typeface="微软雅黑" panose="020B0503020204020204" pitchFamily="34" charset="-122"/>
                <a:ea typeface="微软雅黑" panose="020B0503020204020204" pitchFamily="34" charset="-122"/>
              </a:rPr>
              <a:t>：</a:t>
            </a:r>
            <a:r>
              <a:rPr lang="zh-CN" altLang="en-US" sz="1900">
                <a:latin typeface="微软雅黑" panose="020B0503020204020204" pitchFamily="34" charset="-122"/>
                <a:ea typeface="微软雅黑" panose="020B0503020204020204" pitchFamily="34" charset="-122"/>
              </a:rPr>
              <a:t>由编译器通过静态分支预测和代码调度来消除同时发射指令间内部依赖，由硬件检测数据冒险并进行流水线阻塞</a:t>
            </a:r>
            <a:endParaRPr lang="en-US" altLang="zh-CN" sz="1900">
              <a:latin typeface="微软雅黑" panose="020B0503020204020204" pitchFamily="34" charset="-122"/>
              <a:ea typeface="微软雅黑" panose="020B0503020204020204" pitchFamily="34" charset="-122"/>
            </a:endParaRPr>
          </a:p>
        </p:txBody>
      </p:sp>
      <p:sp>
        <p:nvSpPr>
          <p:cNvPr id="291848" name="Text Box 8">
            <a:extLst>
              <a:ext uri="{FF2B5EF4-FFF2-40B4-BE49-F238E27FC236}">
                <a16:creationId xmlns:a16="http://schemas.microsoft.com/office/drawing/2014/main" id="{0E2BFEC6-7748-5FBA-0C20-DB05BE83E78C}"/>
              </a:ext>
            </a:extLst>
          </p:cNvPr>
          <p:cNvSpPr txBox="1">
            <a:spLocks noChangeArrowheads="1"/>
          </p:cNvSpPr>
          <p:nvPr/>
        </p:nvSpPr>
        <p:spPr bwMode="auto">
          <a:xfrm>
            <a:off x="1398588" y="6415088"/>
            <a:ext cx="561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latin typeface="微软雅黑" panose="020B0503020204020204" pitchFamily="34" charset="-122"/>
                <a:ea typeface="微软雅黑" panose="020B0503020204020204" pitchFamily="34" charset="-122"/>
              </a:rPr>
              <a:t>即：保证打包指令内部不会出现冒险！</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1843">
                                            <p:txEl>
                                              <p:pRg st="2" end="2"/>
                                            </p:txEl>
                                          </p:spTgt>
                                        </p:tgtEl>
                                        <p:attrNameLst>
                                          <p:attrName>style.visibility</p:attrName>
                                        </p:attrNameLst>
                                      </p:cBhvr>
                                      <p:to>
                                        <p:strVal val="visible"/>
                                      </p:to>
                                    </p:set>
                                    <p:animEffect transition="in" filter="blinds(horizontal)">
                                      <p:cBhvr>
                                        <p:cTn id="7" dur="500"/>
                                        <p:tgtEl>
                                          <p:spTgt spid="29184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91843">
                                            <p:txEl>
                                              <p:pRg st="3" end="3"/>
                                            </p:txEl>
                                          </p:spTgt>
                                        </p:tgtEl>
                                        <p:attrNameLst>
                                          <p:attrName>style.visibility</p:attrName>
                                        </p:attrNameLst>
                                      </p:cBhvr>
                                      <p:to>
                                        <p:strVal val="visible"/>
                                      </p:to>
                                    </p:set>
                                    <p:animEffect transition="in" filter="blinds(horizontal)">
                                      <p:cBhvr>
                                        <p:cTn id="12" dur="500"/>
                                        <p:tgtEl>
                                          <p:spTgt spid="29184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91843">
                                            <p:txEl>
                                              <p:charRg st="181" end="211"/>
                                            </p:txEl>
                                          </p:spTgt>
                                        </p:tgtEl>
                                        <p:attrNameLst>
                                          <p:attrName>style.visibility</p:attrName>
                                        </p:attrNameLst>
                                      </p:cBhvr>
                                      <p:to>
                                        <p:strVal val="visible"/>
                                      </p:to>
                                    </p:set>
                                    <p:animEffect transition="in" filter="blinds(horizontal)">
                                      <p:cBhvr>
                                        <p:cTn id="17" dur="500"/>
                                        <p:tgtEl>
                                          <p:spTgt spid="291843">
                                            <p:txEl>
                                              <p:charRg st="181" end="21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91843">
                                            <p:txEl>
                                              <p:charRg st="211" end="250"/>
                                            </p:txEl>
                                          </p:spTgt>
                                        </p:tgtEl>
                                        <p:attrNameLst>
                                          <p:attrName>style.visibility</p:attrName>
                                        </p:attrNameLst>
                                      </p:cBhvr>
                                      <p:to>
                                        <p:strVal val="visible"/>
                                      </p:to>
                                    </p:set>
                                    <p:animEffect transition="in" filter="blinds(horizontal)">
                                      <p:cBhvr>
                                        <p:cTn id="22" dur="500"/>
                                        <p:tgtEl>
                                          <p:spTgt spid="291843">
                                            <p:txEl>
                                              <p:charRg st="211" end="25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91843">
                                            <p:txEl>
                                              <p:charRg st="250" end="327"/>
                                            </p:txEl>
                                          </p:spTgt>
                                        </p:tgtEl>
                                        <p:attrNameLst>
                                          <p:attrName>style.visibility</p:attrName>
                                        </p:attrNameLst>
                                      </p:cBhvr>
                                      <p:to>
                                        <p:strVal val="visible"/>
                                      </p:to>
                                    </p:set>
                                    <p:animEffect transition="in" filter="blinds(horizontal)">
                                      <p:cBhvr>
                                        <p:cTn id="27" dur="500"/>
                                        <p:tgtEl>
                                          <p:spTgt spid="291843">
                                            <p:txEl>
                                              <p:charRg st="250" end="32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91843">
                                            <p:txEl>
                                              <p:charRg st="346" end="395"/>
                                            </p:txEl>
                                          </p:spTgt>
                                        </p:tgtEl>
                                        <p:attrNameLst>
                                          <p:attrName>style.visibility</p:attrName>
                                        </p:attrNameLst>
                                      </p:cBhvr>
                                      <p:to>
                                        <p:strVal val="visible"/>
                                      </p:to>
                                    </p:set>
                                    <p:animEffect transition="in" filter="blinds(horizontal)">
                                      <p:cBhvr>
                                        <p:cTn id="32" dur="500"/>
                                        <p:tgtEl>
                                          <p:spTgt spid="291843">
                                            <p:txEl>
                                              <p:charRg st="346" end="39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91843">
                                            <p:txEl>
                                              <p:charRg st="395" end="449"/>
                                            </p:txEl>
                                          </p:spTgt>
                                        </p:tgtEl>
                                        <p:attrNameLst>
                                          <p:attrName>style.visibility</p:attrName>
                                        </p:attrNameLst>
                                      </p:cBhvr>
                                      <p:to>
                                        <p:strVal val="visible"/>
                                      </p:to>
                                    </p:set>
                                    <p:animEffect transition="in" filter="blinds(horizontal)">
                                      <p:cBhvr>
                                        <p:cTn id="37" dur="500"/>
                                        <p:tgtEl>
                                          <p:spTgt spid="291843">
                                            <p:txEl>
                                              <p:charRg st="395" end="44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91848"/>
                                        </p:tgtEl>
                                        <p:attrNameLst>
                                          <p:attrName>style.visibility</p:attrName>
                                        </p:attrNameLst>
                                      </p:cBhvr>
                                      <p:to>
                                        <p:strVal val="visible"/>
                                      </p:to>
                                    </p:set>
                                    <p:animEffect transition="in" filter="blinds(horizontal)">
                                      <p:cBhvr>
                                        <p:cTn id="42" dur="500"/>
                                        <p:tgtEl>
                                          <p:spTgt spid="291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a:extLst>
              <a:ext uri="{FF2B5EF4-FFF2-40B4-BE49-F238E27FC236}">
                <a16:creationId xmlns:a16="http://schemas.microsoft.com/office/drawing/2014/main" id="{3CFD5E2F-BE5F-1905-C8D9-7EE00465FCE8}"/>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静态多发射处理器实例</a:t>
            </a:r>
          </a:p>
        </p:txBody>
      </p:sp>
      <p:sp>
        <p:nvSpPr>
          <p:cNvPr id="162818" name="Rectangle 4">
            <a:extLst>
              <a:ext uri="{FF2B5EF4-FFF2-40B4-BE49-F238E27FC236}">
                <a16:creationId xmlns:a16="http://schemas.microsoft.com/office/drawing/2014/main" id="{C6847F55-A2BD-2A7D-5E9A-497E4D0836D0}"/>
              </a:ext>
            </a:extLst>
          </p:cNvPr>
          <p:cNvSpPr>
            <a:spLocks noChangeArrowheads="1"/>
          </p:cNvSpPr>
          <p:nvPr/>
        </p:nvSpPr>
        <p:spPr bwMode="auto">
          <a:xfrm>
            <a:off x="381000" y="715963"/>
            <a:ext cx="718026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eaLnBrk="0" hangingPunct="0">
              <a:spcBef>
                <a:spcPct val="30000"/>
              </a:spcBef>
              <a:buFont typeface="Times New Roman" panose="02020603050405020304" pitchFamily="18" charset="0"/>
              <a:buChar char="°"/>
            </a:pPr>
            <a:r>
              <a:rPr lang="zh-CN" altLang="en-US" sz="2000">
                <a:latin typeface="微软雅黑" panose="020B0503020204020204" pitchFamily="34" charset="-122"/>
                <a:ea typeface="微软雅黑" panose="020B0503020204020204" pitchFamily="34" charset="-122"/>
              </a:rPr>
              <a:t>实例：</a:t>
            </a:r>
            <a:r>
              <a:rPr lang="en-US" altLang="zh-CN" sz="2000">
                <a:latin typeface="微软雅黑" panose="020B0503020204020204" pitchFamily="34" charset="-122"/>
                <a:ea typeface="微软雅黑" panose="020B0503020204020204" pitchFamily="34" charset="-122"/>
              </a:rPr>
              <a:t>RV32I </a:t>
            </a:r>
            <a:r>
              <a:rPr lang="zh-CN" altLang="en-US" sz="2000">
                <a:latin typeface="微软雅黑" panose="020B0503020204020204" pitchFamily="34" charset="-122"/>
                <a:ea typeface="微软雅黑" panose="020B0503020204020204" pitchFamily="34" charset="-122"/>
              </a:rPr>
              <a:t>指令集的静态多发射</a:t>
            </a:r>
            <a:r>
              <a:rPr lang="en-US" altLang="zh-CN"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发射处理器</a:t>
            </a:r>
          </a:p>
        </p:txBody>
      </p:sp>
      <p:pic>
        <p:nvPicPr>
          <p:cNvPr id="332805" name="Picture 5">
            <a:extLst>
              <a:ext uri="{FF2B5EF4-FFF2-40B4-BE49-F238E27FC236}">
                <a16:creationId xmlns:a16="http://schemas.microsoft.com/office/drawing/2014/main" id="{6C70A8B1-F25D-84D9-114F-8AEEB1E045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 y="1076325"/>
            <a:ext cx="7905750"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32806" name="Text Box 6">
            <a:extLst>
              <a:ext uri="{FF2B5EF4-FFF2-40B4-BE49-F238E27FC236}">
                <a16:creationId xmlns:a16="http://schemas.microsoft.com/office/drawing/2014/main" id="{31DC42AD-692C-5A3A-E315-01082079BBDE}"/>
              </a:ext>
            </a:extLst>
          </p:cNvPr>
          <p:cNvSpPr txBox="1">
            <a:spLocks noChangeArrowheads="1"/>
          </p:cNvSpPr>
          <p:nvPr/>
        </p:nvSpPr>
        <p:spPr bwMode="auto">
          <a:xfrm>
            <a:off x="371475" y="3770313"/>
            <a:ext cx="86074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chemeClr val="accent1"/>
                </a:solidFill>
                <a:latin typeface="微软雅黑" panose="020B0503020204020204" pitchFamily="34" charset="-122"/>
                <a:ea typeface="微软雅黑" panose="020B0503020204020204" pitchFamily="34" charset="-122"/>
              </a:rPr>
              <a:t>要使</a:t>
            </a:r>
            <a:r>
              <a:rPr lang="en-US" altLang="zh-CN" sz="1900">
                <a:solidFill>
                  <a:schemeClr val="accent1"/>
                </a:solidFill>
                <a:latin typeface="微软雅黑" panose="020B0503020204020204" pitchFamily="34" charset="-122"/>
                <a:ea typeface="微软雅黑" panose="020B0503020204020204" pitchFamily="34" charset="-122"/>
              </a:rPr>
              <a:t>RV32I</a:t>
            </a:r>
            <a:r>
              <a:rPr lang="zh-CN" altLang="en-US" sz="1900">
                <a:solidFill>
                  <a:schemeClr val="accent1"/>
                </a:solidFill>
                <a:latin typeface="微软雅黑" panose="020B0503020204020204" pitchFamily="34" charset="-122"/>
                <a:ea typeface="微软雅黑" panose="020B0503020204020204" pitchFamily="34" charset="-122"/>
              </a:rPr>
              <a:t>能够同时处理两条流水线，数据通路需要做哪些改进？</a:t>
            </a:r>
          </a:p>
        </p:txBody>
      </p:sp>
      <p:sp>
        <p:nvSpPr>
          <p:cNvPr id="332807" name="Text Box 7">
            <a:extLst>
              <a:ext uri="{FF2B5EF4-FFF2-40B4-BE49-F238E27FC236}">
                <a16:creationId xmlns:a16="http://schemas.microsoft.com/office/drawing/2014/main" id="{F5D9620E-7711-4AB6-3ED9-1A57A813610A}"/>
              </a:ext>
            </a:extLst>
          </p:cNvPr>
          <p:cNvSpPr txBox="1">
            <a:spLocks noChangeArrowheads="1"/>
          </p:cNvSpPr>
          <p:nvPr/>
        </p:nvSpPr>
        <p:spPr bwMode="auto">
          <a:xfrm>
            <a:off x="392113" y="4141788"/>
            <a:ext cx="4508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800">
                <a:latin typeface="微软雅黑" panose="020B0503020204020204" pitchFamily="34" charset="-122"/>
                <a:ea typeface="微软雅黑" panose="020B0503020204020204" pitchFamily="34" charset="-122"/>
              </a:rPr>
              <a:t>1. </a:t>
            </a:r>
            <a:r>
              <a:rPr lang="zh-CN" altLang="en-US" sz="1800">
                <a:latin typeface="微软雅黑" panose="020B0503020204020204" pitchFamily="34" charset="-122"/>
                <a:ea typeface="微软雅黑" panose="020B0503020204020204" pitchFamily="34" charset="-122"/>
              </a:rPr>
              <a:t>同时要能取并译码两条指令，怎么办？</a:t>
            </a:r>
            <a:endParaRPr lang="en-US" altLang="zh-CN" sz="1800">
              <a:latin typeface="微软雅黑" panose="020B0503020204020204" pitchFamily="34" charset="-122"/>
              <a:ea typeface="微软雅黑" panose="020B0503020204020204" pitchFamily="34" charset="-122"/>
            </a:endParaRPr>
          </a:p>
        </p:txBody>
      </p:sp>
      <p:sp>
        <p:nvSpPr>
          <p:cNvPr id="332808" name="Text Box 8">
            <a:extLst>
              <a:ext uri="{FF2B5EF4-FFF2-40B4-BE49-F238E27FC236}">
                <a16:creationId xmlns:a16="http://schemas.microsoft.com/office/drawing/2014/main" id="{02F897B3-9C7A-D4B3-7FB8-978F4F467F65}"/>
              </a:ext>
            </a:extLst>
          </p:cNvPr>
          <p:cNvSpPr txBox="1">
            <a:spLocks noChangeArrowheads="1"/>
          </p:cNvSpPr>
          <p:nvPr/>
        </p:nvSpPr>
        <p:spPr bwMode="auto">
          <a:xfrm>
            <a:off x="711200" y="4457700"/>
            <a:ext cx="822960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10000"/>
              </a:spcBef>
              <a:buFontTx/>
              <a:buChar char="•"/>
            </a:pPr>
            <a:r>
              <a:rPr lang="zh-CN" altLang="en-US" sz="1900">
                <a:solidFill>
                  <a:schemeClr val="accent2"/>
                </a:solidFill>
                <a:latin typeface="微软雅黑" panose="020B0503020204020204" pitchFamily="34" charset="-122"/>
                <a:ea typeface="微软雅黑" panose="020B0503020204020204" pitchFamily="34" charset="-122"/>
              </a:rPr>
              <a:t>将两条指令打包成64位长指令，前面为ALU/Branch，后面为lw/sw</a:t>
            </a:r>
          </a:p>
          <a:p>
            <a:pPr eaLnBrk="0" hangingPunct="0">
              <a:spcBef>
                <a:spcPct val="10000"/>
              </a:spcBef>
              <a:buFontTx/>
              <a:buChar char="•"/>
            </a:pPr>
            <a:r>
              <a:rPr lang="zh-CN" altLang="en-US" sz="1900">
                <a:solidFill>
                  <a:schemeClr val="accent2"/>
                </a:solidFill>
                <a:latin typeface="微软雅黑" panose="020B0503020204020204" pitchFamily="34" charset="-122"/>
                <a:ea typeface="微软雅黑" panose="020B0503020204020204" pitchFamily="34" charset="-122"/>
              </a:rPr>
              <a:t>没有配对指令时，就用</a:t>
            </a:r>
            <a:r>
              <a:rPr lang="en-US" altLang="zh-CN" sz="1900">
                <a:solidFill>
                  <a:schemeClr val="accent2"/>
                </a:solidFill>
                <a:latin typeface="微软雅黑" panose="020B0503020204020204" pitchFamily="34" charset="-122"/>
                <a:ea typeface="微软雅黑" panose="020B0503020204020204" pitchFamily="34" charset="-122"/>
              </a:rPr>
              <a:t>nop</a:t>
            </a:r>
            <a:r>
              <a:rPr lang="zh-CN" altLang="en-US" sz="1900">
                <a:solidFill>
                  <a:schemeClr val="accent2"/>
                </a:solidFill>
                <a:latin typeface="微软雅黑" panose="020B0503020204020204" pitchFamily="34" charset="-122"/>
                <a:ea typeface="微软雅黑" panose="020B0503020204020204" pitchFamily="34" charset="-122"/>
              </a:rPr>
              <a:t>指令代替</a:t>
            </a:r>
          </a:p>
          <a:p>
            <a:pPr eaLnBrk="0" hangingPunct="0">
              <a:spcBef>
                <a:spcPct val="10000"/>
              </a:spcBef>
              <a:buFontTx/>
              <a:buChar char="•"/>
            </a:pPr>
            <a:r>
              <a:rPr lang="zh-CN" altLang="en-US" sz="1900">
                <a:solidFill>
                  <a:schemeClr val="accent2"/>
                </a:solidFill>
                <a:latin typeface="微软雅黑" panose="020B0503020204020204" pitchFamily="34" charset="-122"/>
                <a:ea typeface="微软雅黑" panose="020B0503020204020204" pitchFamily="34" charset="-122"/>
              </a:rPr>
              <a:t>将</a:t>
            </a:r>
            <a:r>
              <a:rPr lang="en-US" altLang="zh-CN" sz="1900">
                <a:solidFill>
                  <a:schemeClr val="accent2"/>
                </a:solidFill>
                <a:latin typeface="微软雅黑" panose="020B0503020204020204" pitchFamily="34" charset="-122"/>
                <a:ea typeface="微软雅黑" panose="020B0503020204020204" pitchFamily="34" charset="-122"/>
              </a:rPr>
              <a:t>64</a:t>
            </a:r>
            <a:r>
              <a:rPr lang="zh-CN" altLang="en-US" sz="1900">
                <a:solidFill>
                  <a:schemeClr val="accent2"/>
                </a:solidFill>
                <a:latin typeface="微软雅黑" panose="020B0503020204020204" pitchFamily="34" charset="-122"/>
                <a:ea typeface="微软雅黑" panose="020B0503020204020204" pitchFamily="34" charset="-122"/>
              </a:rPr>
              <a:t>位长指令中的两个操作码同时送到控制器（指令译码器）进行译码</a:t>
            </a:r>
          </a:p>
        </p:txBody>
      </p:sp>
      <p:sp>
        <p:nvSpPr>
          <p:cNvPr id="332809" name="Text Box 9">
            <a:extLst>
              <a:ext uri="{FF2B5EF4-FFF2-40B4-BE49-F238E27FC236}">
                <a16:creationId xmlns:a16="http://schemas.microsoft.com/office/drawing/2014/main" id="{DFB53444-CD78-0E0C-01F1-388126730AC8}"/>
              </a:ext>
            </a:extLst>
          </p:cNvPr>
          <p:cNvSpPr txBox="1">
            <a:spLocks noChangeArrowheads="1"/>
          </p:cNvSpPr>
          <p:nvPr/>
        </p:nvSpPr>
        <p:spPr bwMode="auto">
          <a:xfrm>
            <a:off x="419100" y="5459413"/>
            <a:ext cx="822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800">
                <a:latin typeface="Arial" panose="020B0604020202020204" pitchFamily="34" charset="0"/>
                <a:ea typeface="黑体" panose="02010609060101010101" pitchFamily="49" charset="-122"/>
              </a:rPr>
              <a:t>2. </a:t>
            </a:r>
            <a:r>
              <a:rPr lang="zh-CN" altLang="en-US" sz="1800">
                <a:latin typeface="微软雅黑" panose="020B0503020204020204" pitchFamily="34" charset="-122"/>
                <a:ea typeface="微软雅黑" panose="020B0503020204020204" pitchFamily="34" charset="-122"/>
              </a:rPr>
              <a:t>两条指令同时要读两个寄存器或写寄存器（和</a:t>
            </a:r>
            <a:r>
              <a:rPr lang="en-US" altLang="zh-CN" sz="1800">
                <a:latin typeface="微软雅黑" panose="020B0503020204020204" pitchFamily="34" charset="-122"/>
                <a:ea typeface="微软雅黑" panose="020B0503020204020204" pitchFamily="34" charset="-122"/>
              </a:rPr>
              <a:t>lw</a:t>
            </a:r>
            <a:r>
              <a:rPr lang="zh-CN" altLang="en-US" sz="1800">
                <a:latin typeface="微软雅黑" panose="020B0503020204020204" pitchFamily="34" charset="-122"/>
                <a:ea typeface="微软雅黑" panose="020B0503020204020204" pitchFamily="34" charset="-122"/>
              </a:rPr>
              <a:t>配对时） ，怎么办？</a:t>
            </a:r>
            <a:endParaRPr lang="en-US" altLang="zh-CN" sz="1800">
              <a:latin typeface="微软雅黑" panose="020B0503020204020204" pitchFamily="34" charset="-122"/>
              <a:ea typeface="微软雅黑" panose="020B0503020204020204" pitchFamily="34" charset="-122"/>
            </a:endParaRPr>
          </a:p>
        </p:txBody>
      </p:sp>
      <p:sp>
        <p:nvSpPr>
          <p:cNvPr id="332810" name="Text Box 10">
            <a:extLst>
              <a:ext uri="{FF2B5EF4-FFF2-40B4-BE49-F238E27FC236}">
                <a16:creationId xmlns:a16="http://schemas.microsoft.com/office/drawing/2014/main" id="{B19CAADD-54C9-329E-E45D-31E92525AF95}"/>
              </a:ext>
            </a:extLst>
          </p:cNvPr>
          <p:cNvSpPr txBox="1">
            <a:spLocks noChangeArrowheads="1"/>
          </p:cNvSpPr>
          <p:nvPr/>
        </p:nvSpPr>
        <p:spPr bwMode="auto">
          <a:xfrm>
            <a:off x="633413" y="5764213"/>
            <a:ext cx="822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20000"/>
              </a:spcBef>
              <a:buFontTx/>
              <a:buChar char="•"/>
            </a:pPr>
            <a:r>
              <a:rPr lang="zh-CN" altLang="en-US" sz="1800">
                <a:solidFill>
                  <a:schemeClr val="accent2"/>
                </a:solidFill>
                <a:latin typeface="微软雅黑" panose="020B0503020204020204" pitchFamily="34" charset="-122"/>
                <a:ea typeface="微软雅黑" panose="020B0503020204020204" pitchFamily="34" charset="-122"/>
              </a:rPr>
              <a:t> 增加两个读口和一个写口</a:t>
            </a:r>
          </a:p>
        </p:txBody>
      </p:sp>
      <p:sp>
        <p:nvSpPr>
          <p:cNvPr id="332811" name="Text Box 11">
            <a:extLst>
              <a:ext uri="{FF2B5EF4-FFF2-40B4-BE49-F238E27FC236}">
                <a16:creationId xmlns:a16="http://schemas.microsoft.com/office/drawing/2014/main" id="{BB6EDCDF-91C1-8917-E855-4B7FDC19DE84}"/>
              </a:ext>
            </a:extLst>
          </p:cNvPr>
          <p:cNvSpPr txBox="1">
            <a:spLocks noChangeArrowheads="1"/>
          </p:cNvSpPr>
          <p:nvPr/>
        </p:nvSpPr>
        <p:spPr bwMode="auto">
          <a:xfrm>
            <a:off x="431800" y="6072188"/>
            <a:ext cx="822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800">
                <a:latin typeface="Arial" panose="020B0604020202020204" pitchFamily="34" charset="0"/>
                <a:ea typeface="宋体" panose="02010600030101010101" pitchFamily="2" charset="-122"/>
              </a:rPr>
              <a:t>3</a:t>
            </a:r>
            <a:r>
              <a:rPr lang="en-US" altLang="zh-CN" sz="2000">
                <a:latin typeface="Arial" panose="020B0604020202020204" pitchFamily="34" charset="0"/>
                <a:ea typeface="黑体" panose="02010609060101010101" pitchFamily="49" charset="-122"/>
              </a:rPr>
              <a:t>.</a:t>
            </a:r>
            <a:r>
              <a:rPr lang="en-US" altLang="zh-CN" sz="1800">
                <a:latin typeface="Arial" panose="020B0604020202020204" pitchFamily="34" charset="0"/>
                <a:ea typeface="黑体" panose="02010609060101010101" pitchFamily="49" charset="-122"/>
              </a:rPr>
              <a:t> </a:t>
            </a:r>
            <a:r>
              <a:rPr lang="zh-CN" altLang="en-US" sz="1800">
                <a:latin typeface="微软雅黑" panose="020B0503020204020204" pitchFamily="34" charset="-122"/>
                <a:ea typeface="微软雅黑" panose="020B0503020204020204" pitchFamily="34" charset="-122"/>
              </a:rPr>
              <a:t>两条指令同时要使用</a:t>
            </a:r>
            <a:r>
              <a:rPr lang="en-US" altLang="zh-CN" sz="1800">
                <a:latin typeface="微软雅黑" panose="020B0503020204020204" pitchFamily="34" charset="-122"/>
                <a:ea typeface="微软雅黑" panose="020B0503020204020204" pitchFamily="34" charset="-122"/>
              </a:rPr>
              <a:t>ALU</a:t>
            </a:r>
            <a:r>
              <a:rPr lang="zh-CN" altLang="en-US" sz="1800">
                <a:latin typeface="微软雅黑" panose="020B0503020204020204" pitchFamily="34" charset="-122"/>
                <a:ea typeface="微软雅黑" panose="020B0503020204020204" pitchFamily="34" charset="-122"/>
              </a:rPr>
              <a:t>进行运算 ，怎么办？</a:t>
            </a:r>
            <a:endParaRPr lang="en-US" altLang="zh-CN" sz="1800">
              <a:latin typeface="微软雅黑" panose="020B0503020204020204" pitchFamily="34" charset="-122"/>
              <a:ea typeface="微软雅黑" panose="020B0503020204020204" pitchFamily="34" charset="-122"/>
            </a:endParaRPr>
          </a:p>
        </p:txBody>
      </p:sp>
      <p:sp>
        <p:nvSpPr>
          <p:cNvPr id="332812" name="Text Box 12">
            <a:extLst>
              <a:ext uri="{FF2B5EF4-FFF2-40B4-BE49-F238E27FC236}">
                <a16:creationId xmlns:a16="http://schemas.microsoft.com/office/drawing/2014/main" id="{CF30E81D-18D6-1E33-C73A-2366C50C3080}"/>
              </a:ext>
            </a:extLst>
          </p:cNvPr>
          <p:cNvSpPr txBox="1">
            <a:spLocks noChangeArrowheads="1"/>
          </p:cNvSpPr>
          <p:nvPr/>
        </p:nvSpPr>
        <p:spPr bwMode="auto">
          <a:xfrm>
            <a:off x="660400" y="6448425"/>
            <a:ext cx="822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20000"/>
              </a:spcBef>
              <a:buFontTx/>
              <a:buChar char="•"/>
            </a:pPr>
            <a:r>
              <a:rPr lang="zh-CN" altLang="en-US" sz="1800">
                <a:solidFill>
                  <a:schemeClr val="accent2"/>
                </a:solidFill>
                <a:latin typeface="Arial" panose="020B0604020202020204" pitchFamily="34" charset="0"/>
                <a:ea typeface="黑体" panose="02010609060101010101" pitchFamily="49" charset="-122"/>
              </a:rPr>
              <a:t> </a:t>
            </a:r>
            <a:r>
              <a:rPr lang="zh-CN" altLang="en-US" sz="1800">
                <a:solidFill>
                  <a:schemeClr val="accent2"/>
                </a:solidFill>
                <a:latin typeface="微软雅黑" panose="020B0503020204020204" pitchFamily="34" charset="-122"/>
                <a:ea typeface="微软雅黑" panose="020B0503020204020204" pitchFamily="34" charset="-122"/>
              </a:rPr>
              <a:t>增加一个</a:t>
            </a:r>
            <a:r>
              <a:rPr lang="en-US" altLang="zh-CN" sz="1800">
                <a:solidFill>
                  <a:schemeClr val="accent2"/>
                </a:solidFill>
                <a:latin typeface="微软雅黑" panose="020B0503020204020204" pitchFamily="34" charset="-122"/>
                <a:ea typeface="微软雅黑" panose="020B0503020204020204" pitchFamily="34" charset="-122"/>
              </a:rPr>
              <a:t>ALU</a:t>
            </a:r>
            <a:r>
              <a:rPr lang="zh-CN" altLang="en-US" sz="1800">
                <a:solidFill>
                  <a:schemeClr val="accent2"/>
                </a:solidFill>
                <a:latin typeface="微软雅黑" panose="020B0503020204020204" pitchFamily="34" charset="-122"/>
                <a:ea typeface="微软雅黑" panose="020B0503020204020204" pitchFamily="34" charset="-122"/>
              </a:rPr>
              <a:t>（包括两组输入总线和一组输出总线）</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2805"/>
                                        </p:tgtEl>
                                        <p:attrNameLst>
                                          <p:attrName>style.visibility</p:attrName>
                                        </p:attrNameLst>
                                      </p:cBhvr>
                                      <p:to>
                                        <p:strVal val="visible"/>
                                      </p:to>
                                    </p:set>
                                    <p:animEffect transition="in" filter="blinds(horizontal)">
                                      <p:cBhvr>
                                        <p:cTn id="7" dur="500"/>
                                        <p:tgtEl>
                                          <p:spTgt spid="3328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2806"/>
                                        </p:tgtEl>
                                        <p:attrNameLst>
                                          <p:attrName>style.visibility</p:attrName>
                                        </p:attrNameLst>
                                      </p:cBhvr>
                                      <p:to>
                                        <p:strVal val="visible"/>
                                      </p:to>
                                    </p:set>
                                    <p:animEffect transition="in" filter="blinds(horizontal)">
                                      <p:cBhvr>
                                        <p:cTn id="12" dur="500"/>
                                        <p:tgtEl>
                                          <p:spTgt spid="3328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2807"/>
                                        </p:tgtEl>
                                        <p:attrNameLst>
                                          <p:attrName>style.visibility</p:attrName>
                                        </p:attrNameLst>
                                      </p:cBhvr>
                                      <p:to>
                                        <p:strVal val="visible"/>
                                      </p:to>
                                    </p:set>
                                    <p:animEffect transition="in" filter="blinds(horizontal)">
                                      <p:cBhvr>
                                        <p:cTn id="17" dur="500"/>
                                        <p:tgtEl>
                                          <p:spTgt spid="3328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32808"/>
                                        </p:tgtEl>
                                        <p:attrNameLst>
                                          <p:attrName>style.visibility</p:attrName>
                                        </p:attrNameLst>
                                      </p:cBhvr>
                                      <p:to>
                                        <p:strVal val="visible"/>
                                      </p:to>
                                    </p:set>
                                    <p:animEffect transition="in" filter="blinds(horizontal)">
                                      <p:cBhvr>
                                        <p:cTn id="22" dur="500"/>
                                        <p:tgtEl>
                                          <p:spTgt spid="3328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32809"/>
                                        </p:tgtEl>
                                        <p:attrNameLst>
                                          <p:attrName>style.visibility</p:attrName>
                                        </p:attrNameLst>
                                      </p:cBhvr>
                                      <p:to>
                                        <p:strVal val="visible"/>
                                      </p:to>
                                    </p:set>
                                    <p:animEffect transition="in" filter="blinds(horizontal)">
                                      <p:cBhvr>
                                        <p:cTn id="27" dur="500"/>
                                        <p:tgtEl>
                                          <p:spTgt spid="3328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32810"/>
                                        </p:tgtEl>
                                        <p:attrNameLst>
                                          <p:attrName>style.visibility</p:attrName>
                                        </p:attrNameLst>
                                      </p:cBhvr>
                                      <p:to>
                                        <p:strVal val="visible"/>
                                      </p:to>
                                    </p:set>
                                    <p:animEffect transition="in" filter="blinds(horizontal)">
                                      <p:cBhvr>
                                        <p:cTn id="32" dur="500"/>
                                        <p:tgtEl>
                                          <p:spTgt spid="3328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32811"/>
                                        </p:tgtEl>
                                        <p:attrNameLst>
                                          <p:attrName>style.visibility</p:attrName>
                                        </p:attrNameLst>
                                      </p:cBhvr>
                                      <p:to>
                                        <p:strVal val="visible"/>
                                      </p:to>
                                    </p:set>
                                    <p:animEffect transition="in" filter="blinds(horizontal)">
                                      <p:cBhvr>
                                        <p:cTn id="37" dur="500"/>
                                        <p:tgtEl>
                                          <p:spTgt spid="3328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32812"/>
                                        </p:tgtEl>
                                        <p:attrNameLst>
                                          <p:attrName>style.visibility</p:attrName>
                                        </p:attrNameLst>
                                      </p:cBhvr>
                                      <p:to>
                                        <p:strVal val="visible"/>
                                      </p:to>
                                    </p:set>
                                    <p:animEffect transition="in" filter="blinds(horizontal)">
                                      <p:cBhvr>
                                        <p:cTn id="42" dur="500"/>
                                        <p:tgtEl>
                                          <p:spTgt spid="332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6" grpId="0"/>
      <p:bldP spid="332807" grpId="0"/>
      <p:bldP spid="332808" grpId="0"/>
      <p:bldP spid="332809" grpId="0"/>
      <p:bldP spid="332810" grpId="0"/>
      <p:bldP spid="332811" grpId="0"/>
      <p:bldP spid="33281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1" name="图片 2">
            <a:extLst>
              <a:ext uri="{FF2B5EF4-FFF2-40B4-BE49-F238E27FC236}">
                <a16:creationId xmlns:a16="http://schemas.microsoft.com/office/drawing/2014/main" id="{4D816ABC-B0A6-3650-8972-DFF978068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3" y="622300"/>
            <a:ext cx="863917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42" name="Rectangle 2">
            <a:extLst>
              <a:ext uri="{FF2B5EF4-FFF2-40B4-BE49-F238E27FC236}">
                <a16:creationId xmlns:a16="http://schemas.microsoft.com/office/drawing/2014/main" id="{0ADF52E8-8A0E-A7EC-BFFB-D7CF0CF1B5A7}"/>
              </a:ext>
            </a:extLst>
          </p:cNvPr>
          <p:cNvSpPr>
            <a:spLocks noGrp="1" noChangeArrowheads="1"/>
          </p:cNvSpPr>
          <p:nvPr>
            <p:ph type="title"/>
          </p:nvPr>
        </p:nvSpPr>
        <p:spPr>
          <a:xfrm>
            <a:off x="800100" y="177800"/>
            <a:ext cx="6862763" cy="368300"/>
          </a:xfrm>
        </p:spPr>
        <p:txBody>
          <a:bodyPr/>
          <a:lstStyle/>
          <a:p>
            <a:r>
              <a:rPr lang="en-US" altLang="zh-CN">
                <a:ea typeface="宋体" panose="02010600030101010101" pitchFamily="2" charset="-122"/>
              </a:rPr>
              <a:t>2</a:t>
            </a:r>
            <a:r>
              <a:rPr lang="zh-CN" altLang="en-US">
                <a:ea typeface="宋体" panose="02010600030101010101" pitchFamily="2" charset="-122"/>
              </a:rPr>
              <a:t>发射流水线数据通路（蓝色是增加部分）</a:t>
            </a:r>
          </a:p>
        </p:txBody>
      </p:sp>
      <p:grpSp>
        <p:nvGrpSpPr>
          <p:cNvPr id="244753" name="Group 17">
            <a:extLst>
              <a:ext uri="{FF2B5EF4-FFF2-40B4-BE49-F238E27FC236}">
                <a16:creationId xmlns:a16="http://schemas.microsoft.com/office/drawing/2014/main" id="{0D64B39D-22F4-B749-61B7-0E1A6895F4A9}"/>
              </a:ext>
            </a:extLst>
          </p:cNvPr>
          <p:cNvGrpSpPr>
            <a:grpSpLocks/>
          </p:cNvGrpSpPr>
          <p:nvPr/>
        </p:nvGrpSpPr>
        <p:grpSpPr bwMode="auto">
          <a:xfrm>
            <a:off x="0" y="3665538"/>
            <a:ext cx="4254500" cy="3106737"/>
            <a:chOff x="96" y="2288"/>
            <a:chExt cx="2680" cy="1957"/>
          </a:xfrm>
        </p:grpSpPr>
        <p:sp>
          <p:nvSpPr>
            <p:cNvPr id="163844" name="Rectangle 8">
              <a:extLst>
                <a:ext uri="{FF2B5EF4-FFF2-40B4-BE49-F238E27FC236}">
                  <a16:creationId xmlns:a16="http://schemas.microsoft.com/office/drawing/2014/main" id="{DC7CF73B-B122-EA90-5807-586E91EE3B68}"/>
                </a:ext>
              </a:extLst>
            </p:cNvPr>
            <p:cNvSpPr>
              <a:spLocks noChangeArrowheads="1"/>
            </p:cNvSpPr>
            <p:nvPr/>
          </p:nvSpPr>
          <p:spPr bwMode="auto">
            <a:xfrm>
              <a:off x="96" y="3668"/>
              <a:ext cx="1850"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1800">
                  <a:solidFill>
                    <a:srgbClr val="990000"/>
                  </a:solidFill>
                  <a:latin typeface="Arial" panose="020B0604020202020204" pitchFamily="34" charset="0"/>
                  <a:ea typeface="黑体" panose="02010609060101010101" pitchFamily="49" charset="-122"/>
                </a:rPr>
                <a:t>同时需为</a:t>
              </a:r>
              <a:r>
                <a:rPr lang="en-US" altLang="zh-CN" sz="1800">
                  <a:solidFill>
                    <a:srgbClr val="990000"/>
                  </a:solidFill>
                  <a:latin typeface="Arial" panose="020B0604020202020204" pitchFamily="34" charset="0"/>
                  <a:ea typeface="黑体" panose="02010609060101010101" pitchFamily="49" charset="-122"/>
                </a:rPr>
                <a:t>ALU</a:t>
              </a:r>
              <a:r>
                <a:rPr lang="zh-CN" altLang="en-US" sz="1800">
                  <a:solidFill>
                    <a:srgbClr val="990000"/>
                  </a:solidFill>
                  <a:latin typeface="Arial" panose="020B0604020202020204" pitchFamily="34" charset="0"/>
                  <a:ea typeface="黑体" panose="02010609060101010101" pitchFamily="49" charset="-122"/>
                </a:rPr>
                <a:t>和</a:t>
              </a:r>
              <a:r>
                <a:rPr lang="en-US" altLang="zh-CN" sz="1800">
                  <a:solidFill>
                    <a:srgbClr val="990000"/>
                  </a:solidFill>
                  <a:latin typeface="Arial" panose="020B0604020202020204" pitchFamily="34" charset="0"/>
                  <a:ea typeface="黑体" panose="02010609060101010101" pitchFamily="49" charset="-122"/>
                </a:rPr>
                <a:t>lw/sw</a:t>
              </a:r>
              <a:r>
                <a:rPr lang="zh-CN" altLang="en-US" sz="1800">
                  <a:solidFill>
                    <a:srgbClr val="990000"/>
                  </a:solidFill>
                  <a:latin typeface="Arial" panose="020B0604020202020204" pitchFamily="34" charset="0"/>
                  <a:ea typeface="黑体" panose="02010609060101010101" pitchFamily="49" charset="-122"/>
                </a:rPr>
                <a:t>指令读寄存器，同时需为</a:t>
              </a:r>
              <a:r>
                <a:rPr lang="en-US" altLang="zh-CN" sz="1800">
                  <a:solidFill>
                    <a:srgbClr val="990000"/>
                  </a:solidFill>
                  <a:latin typeface="Arial" panose="020B0604020202020204" pitchFamily="34" charset="0"/>
                  <a:ea typeface="黑体" panose="02010609060101010101" pitchFamily="49" charset="-122"/>
                </a:rPr>
                <a:t>ALU</a:t>
              </a:r>
              <a:r>
                <a:rPr lang="zh-CN" altLang="en-US" sz="1800">
                  <a:solidFill>
                    <a:srgbClr val="990000"/>
                  </a:solidFill>
                  <a:latin typeface="Arial" panose="020B0604020202020204" pitchFamily="34" charset="0"/>
                  <a:ea typeface="黑体" panose="02010609060101010101" pitchFamily="49" charset="-122"/>
                </a:rPr>
                <a:t>运算和</a:t>
              </a:r>
              <a:r>
                <a:rPr lang="en-US" altLang="zh-CN" sz="1800">
                  <a:solidFill>
                    <a:srgbClr val="990000"/>
                  </a:solidFill>
                  <a:latin typeface="Arial" panose="020B0604020202020204" pitchFamily="34" charset="0"/>
                  <a:ea typeface="黑体" panose="02010609060101010101" pitchFamily="49" charset="-122"/>
                </a:rPr>
                <a:t>Load</a:t>
              </a:r>
              <a:r>
                <a:rPr lang="zh-CN" altLang="en-US" sz="1800">
                  <a:solidFill>
                    <a:srgbClr val="990000"/>
                  </a:solidFill>
                  <a:latin typeface="Arial" panose="020B0604020202020204" pitchFamily="34" charset="0"/>
                  <a:ea typeface="黑体" panose="02010609060101010101" pitchFamily="49" charset="-122"/>
                </a:rPr>
                <a:t>结果写寄存器</a:t>
              </a:r>
            </a:p>
          </p:txBody>
        </p:sp>
        <p:sp>
          <p:nvSpPr>
            <p:cNvPr id="163845" name="Line 10">
              <a:extLst>
                <a:ext uri="{FF2B5EF4-FFF2-40B4-BE49-F238E27FC236}">
                  <a16:creationId xmlns:a16="http://schemas.microsoft.com/office/drawing/2014/main" id="{FF9AA966-5E37-CC86-E0B0-AEFDB5989D15}"/>
                </a:ext>
              </a:extLst>
            </p:cNvPr>
            <p:cNvSpPr>
              <a:spLocks noChangeShapeType="1"/>
            </p:cNvSpPr>
            <p:nvPr/>
          </p:nvSpPr>
          <p:spPr bwMode="auto">
            <a:xfrm flipV="1">
              <a:off x="1677" y="2288"/>
              <a:ext cx="1099" cy="1411"/>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44749" name="Group 13">
            <a:extLst>
              <a:ext uri="{FF2B5EF4-FFF2-40B4-BE49-F238E27FC236}">
                <a16:creationId xmlns:a16="http://schemas.microsoft.com/office/drawing/2014/main" id="{45653C75-1412-C5A9-21CA-9EEFFCB209F4}"/>
              </a:ext>
            </a:extLst>
          </p:cNvPr>
          <p:cNvGrpSpPr>
            <a:grpSpLocks/>
          </p:cNvGrpSpPr>
          <p:nvPr/>
        </p:nvGrpSpPr>
        <p:grpSpPr bwMode="auto">
          <a:xfrm>
            <a:off x="5834063" y="739775"/>
            <a:ext cx="3309937" cy="3006725"/>
            <a:chOff x="3784" y="466"/>
            <a:chExt cx="1976" cy="1894"/>
          </a:xfrm>
        </p:grpSpPr>
        <p:sp>
          <p:nvSpPr>
            <p:cNvPr id="163847" name="Rectangle 9">
              <a:extLst>
                <a:ext uri="{FF2B5EF4-FFF2-40B4-BE49-F238E27FC236}">
                  <a16:creationId xmlns:a16="http://schemas.microsoft.com/office/drawing/2014/main" id="{E1A22821-0A09-2E77-E401-78597970516F}"/>
                </a:ext>
              </a:extLst>
            </p:cNvPr>
            <p:cNvSpPr>
              <a:spLocks noChangeArrowheads="1"/>
            </p:cNvSpPr>
            <p:nvPr/>
          </p:nvSpPr>
          <p:spPr bwMode="auto">
            <a:xfrm>
              <a:off x="3784" y="466"/>
              <a:ext cx="1976"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Ins="0">
              <a:spAutoFit/>
            </a:bodyPr>
            <a:lstStyle/>
            <a:p>
              <a:pPr eaLnBrk="0" hangingPunct="0"/>
              <a:r>
                <a:rPr lang="zh-CN" altLang="en-US" sz="1800">
                  <a:solidFill>
                    <a:schemeClr val="accent2"/>
                  </a:solidFill>
                  <a:latin typeface="Arial" panose="020B0604020202020204" pitchFamily="34" charset="0"/>
                  <a:ea typeface="黑体" panose="02010609060101010101" pitchFamily="49" charset="-122"/>
                </a:rPr>
                <a:t>需增加额外加法器或</a:t>
              </a:r>
              <a:r>
                <a:rPr lang="en-US" altLang="zh-CN" sz="1800">
                  <a:solidFill>
                    <a:schemeClr val="accent2"/>
                  </a:solidFill>
                  <a:latin typeface="Arial" panose="020B0604020202020204" pitchFamily="34" charset="0"/>
                  <a:ea typeface="黑体" panose="02010609060101010101" pitchFamily="49" charset="-122"/>
                </a:rPr>
                <a:t>ALU</a:t>
              </a:r>
            </a:p>
            <a:p>
              <a:pPr eaLnBrk="0" hangingPunct="0"/>
              <a:r>
                <a:rPr lang="en-US" altLang="zh-CN" sz="1800">
                  <a:solidFill>
                    <a:srgbClr val="990000"/>
                  </a:solidFill>
                  <a:latin typeface="Arial" panose="020B0604020202020204" pitchFamily="34" charset="0"/>
                  <a:ea typeface="黑体" panose="02010609060101010101" pitchFamily="49" charset="-122"/>
                </a:rPr>
                <a:t>ALU/</a:t>
              </a:r>
              <a:r>
                <a:rPr lang="zh-CN" altLang="en-US" sz="1800">
                  <a:solidFill>
                    <a:srgbClr val="990000"/>
                  </a:solidFill>
                  <a:latin typeface="Arial" panose="020B0604020202020204" pitchFamily="34" charset="0"/>
                  <a:ea typeface="黑体" panose="02010609060101010101" pitchFamily="49" charset="-122"/>
                </a:rPr>
                <a:t>分支指令在</a:t>
              </a:r>
              <a:r>
                <a:rPr lang="en-US" altLang="zh-CN" sz="1800">
                  <a:solidFill>
                    <a:srgbClr val="990000"/>
                  </a:solidFill>
                  <a:latin typeface="Arial" panose="020B0604020202020204" pitchFamily="34" charset="0"/>
                  <a:ea typeface="黑体" panose="02010609060101010101" pitchFamily="49" charset="-122"/>
                </a:rPr>
                <a:t>ALU</a:t>
              </a:r>
              <a:r>
                <a:rPr lang="zh-CN" altLang="en-US" sz="1800">
                  <a:solidFill>
                    <a:srgbClr val="990000"/>
                  </a:solidFill>
                  <a:latin typeface="Arial" panose="020B0604020202020204" pitchFamily="34" charset="0"/>
                  <a:ea typeface="黑体" panose="02010609060101010101" pitchFamily="49" charset="-122"/>
                </a:rPr>
                <a:t>运算时，</a:t>
              </a:r>
            </a:p>
            <a:p>
              <a:pPr eaLnBrk="0" hangingPunct="0"/>
              <a:r>
                <a:rPr lang="en-US" altLang="zh-CN" sz="1800">
                  <a:solidFill>
                    <a:srgbClr val="990000"/>
                  </a:solidFill>
                  <a:latin typeface="Arial" panose="020B0604020202020204" pitchFamily="34" charset="0"/>
                  <a:ea typeface="黑体" panose="02010609060101010101" pitchFamily="49" charset="-122"/>
                </a:rPr>
                <a:t>Load/Store</a:t>
              </a:r>
              <a:r>
                <a:rPr lang="zh-CN" altLang="en-US" sz="1800">
                  <a:solidFill>
                    <a:srgbClr val="990000"/>
                  </a:solidFill>
                  <a:latin typeface="Arial" panose="020B0604020202020204" pitchFamily="34" charset="0"/>
                  <a:ea typeface="黑体" panose="02010609060101010101" pitchFamily="49" charset="-122"/>
                </a:rPr>
                <a:t>指令要计算地址</a:t>
              </a:r>
            </a:p>
          </p:txBody>
        </p:sp>
        <p:sp>
          <p:nvSpPr>
            <p:cNvPr id="163848" name="Line 12">
              <a:extLst>
                <a:ext uri="{FF2B5EF4-FFF2-40B4-BE49-F238E27FC236}">
                  <a16:creationId xmlns:a16="http://schemas.microsoft.com/office/drawing/2014/main" id="{32413248-74BF-7D0E-0062-76A64A66438C}"/>
                </a:ext>
              </a:extLst>
            </p:cNvPr>
            <p:cNvSpPr>
              <a:spLocks noChangeShapeType="1"/>
            </p:cNvSpPr>
            <p:nvPr/>
          </p:nvSpPr>
          <p:spPr bwMode="auto">
            <a:xfrm flipH="1">
              <a:off x="4376" y="952"/>
              <a:ext cx="616" cy="1408"/>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44752" name="Group 16">
            <a:extLst>
              <a:ext uri="{FF2B5EF4-FFF2-40B4-BE49-F238E27FC236}">
                <a16:creationId xmlns:a16="http://schemas.microsoft.com/office/drawing/2014/main" id="{EA96D90C-AF4B-0860-C594-C5F6CB8CDFAF}"/>
              </a:ext>
            </a:extLst>
          </p:cNvPr>
          <p:cNvGrpSpPr>
            <a:grpSpLocks/>
          </p:cNvGrpSpPr>
          <p:nvPr/>
        </p:nvGrpSpPr>
        <p:grpSpPr bwMode="auto">
          <a:xfrm>
            <a:off x="28575" y="3355975"/>
            <a:ext cx="2743200" cy="2362200"/>
            <a:chOff x="56" y="2160"/>
            <a:chExt cx="1688" cy="1497"/>
          </a:xfrm>
        </p:grpSpPr>
        <p:sp>
          <p:nvSpPr>
            <p:cNvPr id="163850" name="Rectangle 14">
              <a:extLst>
                <a:ext uri="{FF2B5EF4-FFF2-40B4-BE49-F238E27FC236}">
                  <a16:creationId xmlns:a16="http://schemas.microsoft.com/office/drawing/2014/main" id="{65B760C6-485D-4B2D-EB5B-4F4CA94DCF36}"/>
                </a:ext>
              </a:extLst>
            </p:cNvPr>
            <p:cNvSpPr>
              <a:spLocks noChangeArrowheads="1"/>
            </p:cNvSpPr>
            <p:nvPr/>
          </p:nvSpPr>
          <p:spPr bwMode="auto">
            <a:xfrm>
              <a:off x="56" y="2554"/>
              <a:ext cx="1576" cy="1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1800">
                  <a:solidFill>
                    <a:schemeClr val="accent2"/>
                  </a:solidFill>
                  <a:latin typeface="Arial" panose="020B0604020202020204" pitchFamily="34" charset="0"/>
                  <a:ea typeface="黑体" panose="02010609060101010101" pitchFamily="49" charset="-122"/>
                </a:rPr>
                <a:t>指令成对放在</a:t>
              </a:r>
              <a:r>
                <a:rPr lang="en-US" altLang="zh-CN" sz="1800">
                  <a:solidFill>
                    <a:schemeClr val="accent2"/>
                  </a:solidFill>
                  <a:latin typeface="Arial" panose="020B0604020202020204" pitchFamily="34" charset="0"/>
                  <a:ea typeface="黑体" panose="02010609060101010101" pitchFamily="49" charset="-122"/>
                </a:rPr>
                <a:t>64</a:t>
              </a:r>
              <a:r>
                <a:rPr lang="zh-CN" altLang="en-US" sz="1800">
                  <a:solidFill>
                    <a:schemeClr val="accent2"/>
                  </a:solidFill>
                  <a:latin typeface="Arial" panose="020B0604020202020204" pitchFamily="34" charset="0"/>
                  <a:ea typeface="黑体" panose="02010609060101010101" pitchFamily="49" charset="-122"/>
                </a:rPr>
                <a:t>位对齐内存区域，前面是</a:t>
              </a:r>
              <a:r>
                <a:rPr lang="en-US" altLang="zh-CN" sz="1800">
                  <a:solidFill>
                    <a:schemeClr val="accent2"/>
                  </a:solidFill>
                  <a:latin typeface="Arial" panose="020B0604020202020204" pitchFamily="34" charset="0"/>
                  <a:ea typeface="黑体" panose="02010609060101010101" pitchFamily="49" charset="-122"/>
                </a:rPr>
                <a:t>ALU/</a:t>
              </a:r>
              <a:r>
                <a:rPr lang="zh-CN" altLang="en-US" sz="1800">
                  <a:solidFill>
                    <a:schemeClr val="accent2"/>
                  </a:solidFill>
                  <a:latin typeface="Arial" panose="020B0604020202020204" pitchFamily="34" charset="0"/>
                  <a:ea typeface="黑体" panose="02010609060101010101" pitchFamily="49" charset="-122"/>
                </a:rPr>
                <a:t>分支指令。若不能成对，则用</a:t>
              </a:r>
              <a:r>
                <a:rPr lang="en-US" altLang="zh-CN" sz="1800">
                  <a:solidFill>
                    <a:schemeClr val="accent2"/>
                  </a:solidFill>
                  <a:latin typeface="Arial" panose="020B0604020202020204" pitchFamily="34" charset="0"/>
                  <a:ea typeface="黑体" panose="02010609060101010101" pitchFamily="49" charset="-122"/>
                </a:rPr>
                <a:t>nop</a:t>
              </a:r>
              <a:r>
                <a:rPr lang="zh-CN" altLang="en-US" sz="1800">
                  <a:solidFill>
                    <a:schemeClr val="accent2"/>
                  </a:solidFill>
                  <a:latin typeface="Arial" panose="020B0604020202020204" pitchFamily="34" charset="0"/>
                  <a:ea typeface="黑体" panose="02010609060101010101" pitchFamily="49" charset="-122"/>
                </a:rPr>
                <a:t>代替缺失指令，每次取两条指令，同时对两条指令译码</a:t>
              </a:r>
            </a:p>
          </p:txBody>
        </p:sp>
        <p:sp>
          <p:nvSpPr>
            <p:cNvPr id="163851" name="Line 15">
              <a:extLst>
                <a:ext uri="{FF2B5EF4-FFF2-40B4-BE49-F238E27FC236}">
                  <a16:creationId xmlns:a16="http://schemas.microsoft.com/office/drawing/2014/main" id="{B57562D1-A1C3-19D9-4351-4F524A3DC46D}"/>
                </a:ext>
              </a:extLst>
            </p:cNvPr>
            <p:cNvSpPr>
              <a:spLocks noChangeShapeType="1"/>
            </p:cNvSpPr>
            <p:nvPr/>
          </p:nvSpPr>
          <p:spPr bwMode="auto">
            <a:xfrm flipV="1">
              <a:off x="1424" y="2160"/>
              <a:ext cx="320" cy="384"/>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44754" name="Text Box 18">
            <a:extLst>
              <a:ext uri="{FF2B5EF4-FFF2-40B4-BE49-F238E27FC236}">
                <a16:creationId xmlns:a16="http://schemas.microsoft.com/office/drawing/2014/main" id="{0C63FA11-87F0-C056-2568-A451CD3B235B}"/>
              </a:ext>
            </a:extLst>
          </p:cNvPr>
          <p:cNvSpPr txBox="1">
            <a:spLocks noChangeArrowheads="1"/>
          </p:cNvSpPr>
          <p:nvPr/>
        </p:nvSpPr>
        <p:spPr bwMode="auto">
          <a:xfrm>
            <a:off x="3270250" y="5689600"/>
            <a:ext cx="5222875"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20000"/>
              </a:spcBef>
            </a:pPr>
            <a:r>
              <a:rPr lang="zh-CN" altLang="en-US" sz="1800">
                <a:solidFill>
                  <a:schemeClr val="accent1"/>
                </a:solidFill>
                <a:latin typeface="Arial" panose="020B0604020202020204" pitchFamily="34" charset="0"/>
                <a:ea typeface="黑体" panose="02010609060101010101" pitchFamily="49" charset="-122"/>
              </a:rPr>
              <a:t>数据通路如何修改以保证控制信号是正确的？</a:t>
            </a:r>
          </a:p>
          <a:p>
            <a:pPr eaLnBrk="0" hangingPunct="0">
              <a:spcBef>
                <a:spcPct val="20000"/>
              </a:spcBef>
            </a:pPr>
            <a:r>
              <a:rPr lang="zh-CN" altLang="en-US" sz="1800">
                <a:latin typeface="Arial" panose="020B0604020202020204" pitchFamily="34" charset="0"/>
                <a:ea typeface="黑体" panose="02010609060101010101" pitchFamily="49" charset="-122"/>
              </a:rPr>
              <a:t>流水段寄存器要增宽，控制信号分别传送。</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4752"/>
                                        </p:tgtEl>
                                        <p:attrNameLst>
                                          <p:attrName>style.visibility</p:attrName>
                                        </p:attrNameLst>
                                      </p:cBhvr>
                                      <p:to>
                                        <p:strVal val="visible"/>
                                      </p:to>
                                    </p:set>
                                    <p:animEffect transition="in" filter="blinds(horizontal)">
                                      <p:cBhvr>
                                        <p:cTn id="7" dur="1000"/>
                                        <p:tgtEl>
                                          <p:spTgt spid="2447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4753"/>
                                        </p:tgtEl>
                                        <p:attrNameLst>
                                          <p:attrName>style.visibility</p:attrName>
                                        </p:attrNameLst>
                                      </p:cBhvr>
                                      <p:to>
                                        <p:strVal val="visible"/>
                                      </p:to>
                                    </p:set>
                                    <p:animEffect transition="in" filter="blinds(horizontal)">
                                      <p:cBhvr>
                                        <p:cTn id="12" dur="500"/>
                                        <p:tgtEl>
                                          <p:spTgt spid="2447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4749"/>
                                        </p:tgtEl>
                                        <p:attrNameLst>
                                          <p:attrName>style.visibility</p:attrName>
                                        </p:attrNameLst>
                                      </p:cBhvr>
                                      <p:to>
                                        <p:strVal val="visible"/>
                                      </p:to>
                                    </p:set>
                                    <p:animEffect transition="in" filter="blinds(horizontal)">
                                      <p:cBhvr>
                                        <p:cTn id="17" dur="1000"/>
                                        <p:tgtEl>
                                          <p:spTgt spid="2447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44754">
                                            <p:txEl>
                                              <p:pRg st="0" end="0"/>
                                            </p:txEl>
                                          </p:spTgt>
                                        </p:tgtEl>
                                        <p:attrNameLst>
                                          <p:attrName>style.visibility</p:attrName>
                                        </p:attrNameLst>
                                      </p:cBhvr>
                                      <p:to>
                                        <p:strVal val="visible"/>
                                      </p:to>
                                    </p:set>
                                    <p:animEffect transition="in" filter="blinds(horizontal)">
                                      <p:cBhvr>
                                        <p:cTn id="22" dur="500"/>
                                        <p:tgtEl>
                                          <p:spTgt spid="24475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44754">
                                            <p:txEl>
                                              <p:pRg st="1" end="1"/>
                                            </p:txEl>
                                          </p:spTgt>
                                        </p:tgtEl>
                                        <p:attrNameLst>
                                          <p:attrName>style.visibility</p:attrName>
                                        </p:attrNameLst>
                                      </p:cBhvr>
                                      <p:to>
                                        <p:strVal val="visible"/>
                                      </p:to>
                                    </p:set>
                                    <p:animEffect transition="in" filter="blinds(horizontal)">
                                      <p:cBhvr>
                                        <p:cTn id="27" dur="500"/>
                                        <p:tgtEl>
                                          <p:spTgt spid="24475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a:extLst>
              <a:ext uri="{FF2B5EF4-FFF2-40B4-BE49-F238E27FC236}">
                <a16:creationId xmlns:a16="http://schemas.microsoft.com/office/drawing/2014/main" id="{9A507FF5-7B7E-D45E-F64D-BF43DBA6649F}"/>
              </a:ext>
            </a:extLst>
          </p:cNvPr>
          <p:cNvSpPr>
            <a:spLocks noGrp="1" noChangeArrowheads="1"/>
          </p:cNvSpPr>
          <p:nvPr>
            <p:ph type="title"/>
          </p:nvPr>
        </p:nvSpPr>
        <p:spPr>
          <a:xfrm>
            <a:off x="800100" y="149225"/>
            <a:ext cx="6862763" cy="373063"/>
          </a:xfrm>
        </p:spPr>
        <p:txBody>
          <a:bodyPr/>
          <a:lstStyle/>
          <a:p>
            <a:r>
              <a:rPr lang="en-US" altLang="zh-CN">
                <a:ea typeface="宋体" panose="02010600030101010101" pitchFamily="2" charset="-122"/>
              </a:rPr>
              <a:t>2</a:t>
            </a:r>
            <a:r>
              <a:rPr lang="zh-CN" altLang="en-US">
                <a:ea typeface="宋体" panose="02010600030101010101" pitchFamily="2" charset="-122"/>
              </a:rPr>
              <a:t>发射流水线的特点</a:t>
            </a:r>
          </a:p>
        </p:txBody>
      </p:sp>
      <p:sp>
        <p:nvSpPr>
          <p:cNvPr id="299011" name="Rectangle 3">
            <a:extLst>
              <a:ext uri="{FF2B5EF4-FFF2-40B4-BE49-F238E27FC236}">
                <a16:creationId xmlns:a16="http://schemas.microsoft.com/office/drawing/2014/main" id="{0CB6DE5E-1DD3-B305-79E5-994786458787}"/>
              </a:ext>
            </a:extLst>
          </p:cNvPr>
          <p:cNvSpPr>
            <a:spLocks noGrp="1" noChangeArrowheads="1"/>
          </p:cNvSpPr>
          <p:nvPr>
            <p:ph idx="1"/>
          </p:nvPr>
        </p:nvSpPr>
        <p:spPr>
          <a:xfrm>
            <a:off x="500063" y="703263"/>
            <a:ext cx="8318500" cy="4797425"/>
          </a:xfrm>
        </p:spPr>
        <p:txBody>
          <a:bodyPr/>
          <a:lstStyle/>
          <a:p>
            <a:pPr>
              <a:lnSpc>
                <a:spcPct val="120000"/>
              </a:lnSpc>
              <a:spcBef>
                <a:spcPct val="0"/>
              </a:spcBef>
            </a:pPr>
            <a:r>
              <a:rPr lang="zh-CN" altLang="en-US" sz="2000">
                <a:latin typeface="微软雅黑" panose="020B0503020204020204" pitchFamily="34" charset="-122"/>
                <a:ea typeface="微软雅黑" panose="020B0503020204020204" pitchFamily="34" charset="-122"/>
              </a:rPr>
              <a:t>优点：潜在性能将提高大约</a:t>
            </a:r>
            <a:r>
              <a:rPr lang="en-US" altLang="zh-CN"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倍 </a:t>
            </a:r>
            <a:r>
              <a:rPr lang="zh-CN" altLang="en-US" sz="2000">
                <a:solidFill>
                  <a:srgbClr val="CC0000"/>
                </a:solidFill>
                <a:latin typeface="微软雅黑" panose="020B0503020204020204" pitchFamily="34" charset="-122"/>
                <a:ea typeface="微软雅黑" panose="020B0503020204020204" pitchFamily="34" charset="-122"/>
              </a:rPr>
              <a:t>（实际上达不到！为什么？ ）</a:t>
            </a:r>
          </a:p>
          <a:p>
            <a:pPr>
              <a:lnSpc>
                <a:spcPct val="120000"/>
              </a:lnSpc>
              <a:spcBef>
                <a:spcPct val="0"/>
              </a:spcBef>
            </a:pPr>
            <a:r>
              <a:rPr lang="zh-CN" altLang="en-US" sz="2000">
                <a:latin typeface="微软雅黑" panose="020B0503020204020204" pitchFamily="34" charset="-122"/>
                <a:ea typeface="微软雅黑" panose="020B0503020204020204" pitchFamily="34" charset="-122"/>
              </a:rPr>
              <a:t>缺点：</a:t>
            </a:r>
          </a:p>
          <a:p>
            <a:pPr lvl="1">
              <a:lnSpc>
                <a:spcPct val="120000"/>
              </a:lnSpc>
              <a:spcBef>
                <a:spcPct val="0"/>
              </a:spcBef>
            </a:pPr>
            <a:r>
              <a:rPr lang="zh-CN" altLang="en-US" sz="2000">
                <a:latin typeface="微软雅黑" panose="020B0503020204020204" pitchFamily="34" charset="-122"/>
                <a:ea typeface="微软雅黑" panose="020B0503020204020204" pitchFamily="34" charset="-122"/>
              </a:rPr>
              <a:t>为消除结构冒险，需增加额外部件</a:t>
            </a:r>
          </a:p>
          <a:p>
            <a:pPr lvl="1">
              <a:lnSpc>
                <a:spcPct val="120000"/>
              </a:lnSpc>
              <a:spcBef>
                <a:spcPct val="0"/>
              </a:spcBef>
            </a:pPr>
            <a:r>
              <a:rPr lang="zh-CN" altLang="en-US" sz="2000">
                <a:latin typeface="微软雅黑" panose="020B0503020204020204" pitchFamily="34" charset="-122"/>
                <a:ea typeface="微软雅黑" panose="020B0503020204020204" pitchFamily="34" charset="-122"/>
              </a:rPr>
              <a:t>增加了潜在的由于数据冒险和控制冒险导致的性能损失</a:t>
            </a:r>
          </a:p>
          <a:p>
            <a:pPr lvl="2">
              <a:lnSpc>
                <a:spcPct val="120000"/>
              </a:lnSpc>
              <a:spcBef>
                <a:spcPct val="0"/>
              </a:spcBef>
            </a:pPr>
            <a:r>
              <a:rPr lang="zh-CN" altLang="en-US" sz="2000">
                <a:latin typeface="微软雅黑" panose="020B0503020204020204" pitchFamily="34" charset="-122"/>
                <a:ea typeface="微软雅黑" panose="020B0503020204020204" pitchFamily="34" charset="-122"/>
              </a:rPr>
              <a:t>例</a:t>
            </a:r>
            <a:r>
              <a:rPr lang="en-US" altLang="zh-CN"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：对于</a:t>
            </a:r>
            <a:r>
              <a:rPr lang="en-US" altLang="zh-CN" sz="2000">
                <a:latin typeface="微软雅黑" panose="020B0503020204020204" pitchFamily="34" charset="-122"/>
                <a:ea typeface="微软雅黑" panose="020B0503020204020204" pitchFamily="34" charset="-122"/>
              </a:rPr>
              <a:t>Load-use</a:t>
            </a:r>
            <a:r>
              <a:rPr lang="zh-CN" altLang="en-US" sz="2000">
                <a:latin typeface="微软雅黑" panose="020B0503020204020204" pitchFamily="34" charset="-122"/>
                <a:ea typeface="微软雅黑" panose="020B0503020204020204" pitchFamily="34" charset="-122"/>
              </a:rPr>
              <a:t>数据冒险</a:t>
            </a:r>
          </a:p>
          <a:p>
            <a:pPr lvl="3">
              <a:lnSpc>
                <a:spcPct val="120000"/>
              </a:lnSpc>
              <a:spcBef>
                <a:spcPct val="0"/>
              </a:spcBef>
            </a:pPr>
            <a:r>
              <a:rPr lang="zh-CN" altLang="en-US" b="1">
                <a:solidFill>
                  <a:schemeClr val="accent2"/>
                </a:solidFill>
                <a:latin typeface="微软雅黑" panose="020B0503020204020204" pitchFamily="34" charset="-122"/>
                <a:ea typeface="微软雅黑" panose="020B0503020204020204" pitchFamily="34" charset="-122"/>
              </a:rPr>
              <a:t>单发射流水线：</a:t>
            </a:r>
            <a:r>
              <a:rPr lang="zh-CN" altLang="en-US" b="1">
                <a:solidFill>
                  <a:srgbClr val="008000"/>
                </a:solidFill>
                <a:latin typeface="微软雅黑" panose="020B0503020204020204" pitchFamily="34" charset="-122"/>
                <a:ea typeface="微软雅黑" panose="020B0503020204020204" pitchFamily="34" charset="-122"/>
              </a:rPr>
              <a:t>只有一条指令延迟</a:t>
            </a:r>
          </a:p>
          <a:p>
            <a:pPr lvl="3">
              <a:lnSpc>
                <a:spcPct val="120000"/>
              </a:lnSpc>
              <a:spcBef>
                <a:spcPct val="0"/>
              </a:spcBef>
            </a:pPr>
            <a:r>
              <a:rPr lang="en-US" altLang="zh-CN" b="1">
                <a:solidFill>
                  <a:schemeClr val="accent2"/>
                </a:solidFill>
                <a:latin typeface="微软雅黑" panose="020B0503020204020204" pitchFamily="34" charset="-122"/>
                <a:ea typeface="微软雅黑" panose="020B0503020204020204" pitchFamily="34" charset="-122"/>
              </a:rPr>
              <a:t>2</a:t>
            </a:r>
            <a:r>
              <a:rPr lang="zh-CN" altLang="en-US" b="1">
                <a:solidFill>
                  <a:schemeClr val="accent2"/>
                </a:solidFill>
                <a:latin typeface="微软雅黑" panose="020B0503020204020204" pitchFamily="34" charset="-122"/>
                <a:ea typeface="微软雅黑" panose="020B0503020204020204" pitchFamily="34" charset="-122"/>
              </a:rPr>
              <a:t>发射流水线：</a:t>
            </a:r>
            <a:r>
              <a:rPr lang="zh-CN" altLang="en-US" b="1">
                <a:solidFill>
                  <a:srgbClr val="008000"/>
                </a:solidFill>
                <a:latin typeface="微软雅黑" panose="020B0503020204020204" pitchFamily="34" charset="-122"/>
                <a:ea typeface="微软雅黑" panose="020B0503020204020204" pitchFamily="34" charset="-122"/>
              </a:rPr>
              <a:t>有一个周期（即</a:t>
            </a:r>
            <a:r>
              <a:rPr lang="en-US" altLang="zh-CN" b="1">
                <a:solidFill>
                  <a:srgbClr val="008000"/>
                </a:solidFill>
                <a:latin typeface="微软雅黑" panose="020B0503020204020204" pitchFamily="34" charset="-122"/>
                <a:ea typeface="微软雅黑" panose="020B0503020204020204" pitchFamily="34" charset="-122"/>
              </a:rPr>
              <a:t>2</a:t>
            </a:r>
            <a:r>
              <a:rPr lang="zh-CN" altLang="en-US" b="1">
                <a:solidFill>
                  <a:srgbClr val="008000"/>
                </a:solidFill>
                <a:latin typeface="微软雅黑" panose="020B0503020204020204" pitchFamily="34" charset="-122"/>
                <a:ea typeface="微软雅黑" panose="020B0503020204020204" pitchFamily="34" charset="-122"/>
              </a:rPr>
              <a:t>条指令）延迟</a:t>
            </a:r>
          </a:p>
          <a:p>
            <a:pPr lvl="2">
              <a:lnSpc>
                <a:spcPct val="120000"/>
              </a:lnSpc>
              <a:spcBef>
                <a:spcPct val="0"/>
              </a:spcBef>
            </a:pPr>
            <a:r>
              <a:rPr lang="zh-CN" altLang="en-US" sz="2000">
                <a:latin typeface="微软雅黑" panose="020B0503020204020204" pitchFamily="34" charset="-122"/>
                <a:ea typeface="微软雅黑" panose="020B0503020204020204" pitchFamily="34" charset="-122"/>
              </a:rPr>
              <a:t>例</a:t>
            </a:r>
            <a:r>
              <a:rPr lang="en-US" altLang="zh-CN"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：对于</a:t>
            </a:r>
            <a:r>
              <a:rPr lang="en-US" altLang="zh-CN" sz="2000">
                <a:latin typeface="微软雅黑" panose="020B0503020204020204" pitchFamily="34" charset="-122"/>
                <a:ea typeface="微软雅黑" panose="020B0503020204020204" pitchFamily="34" charset="-122"/>
              </a:rPr>
              <a:t>ALU-Load/Store</a:t>
            </a:r>
            <a:r>
              <a:rPr lang="zh-CN" altLang="en-US" sz="2000">
                <a:latin typeface="微软雅黑" panose="020B0503020204020204" pitchFamily="34" charset="-122"/>
                <a:ea typeface="微软雅黑" panose="020B0503020204020204" pitchFamily="34" charset="-122"/>
              </a:rPr>
              <a:t>数据冒险</a:t>
            </a:r>
          </a:p>
          <a:p>
            <a:pPr lvl="3">
              <a:lnSpc>
                <a:spcPct val="120000"/>
              </a:lnSpc>
              <a:spcBef>
                <a:spcPct val="0"/>
              </a:spcBef>
            </a:pPr>
            <a:r>
              <a:rPr lang="zh-CN" altLang="en-US" b="1">
                <a:solidFill>
                  <a:schemeClr val="accent2"/>
                </a:solidFill>
                <a:latin typeface="微软雅黑" panose="020B0503020204020204" pitchFamily="34" charset="-122"/>
                <a:ea typeface="微软雅黑" panose="020B0503020204020204" pitchFamily="34" charset="-122"/>
              </a:rPr>
              <a:t>单发射流水线：</a:t>
            </a:r>
            <a:r>
              <a:rPr lang="zh-CN" altLang="en-US" b="1">
                <a:solidFill>
                  <a:srgbClr val="008000"/>
                </a:solidFill>
                <a:latin typeface="微软雅黑" panose="020B0503020204020204" pitchFamily="34" charset="-122"/>
                <a:ea typeface="微软雅黑" panose="020B0503020204020204" pitchFamily="34" charset="-122"/>
              </a:rPr>
              <a:t>可用“转发”技术使</a:t>
            </a:r>
            <a:r>
              <a:rPr lang="en-US" altLang="zh-CN" b="1">
                <a:solidFill>
                  <a:srgbClr val="008000"/>
                </a:solidFill>
                <a:latin typeface="微软雅黑" panose="020B0503020204020204" pitchFamily="34" charset="-122"/>
                <a:ea typeface="微软雅黑" panose="020B0503020204020204" pitchFamily="34" charset="-122"/>
              </a:rPr>
              <a:t>ALU</a:t>
            </a:r>
            <a:r>
              <a:rPr lang="zh-CN" altLang="en-US" b="1">
                <a:solidFill>
                  <a:srgbClr val="008000"/>
                </a:solidFill>
                <a:latin typeface="微软雅黑" panose="020B0503020204020204" pitchFamily="34" charset="-122"/>
                <a:ea typeface="微软雅黑" panose="020B0503020204020204" pitchFamily="34" charset="-122"/>
              </a:rPr>
              <a:t>结果直接转发到</a:t>
            </a:r>
            <a:r>
              <a:rPr lang="en-US" altLang="zh-CN" b="1">
                <a:solidFill>
                  <a:srgbClr val="008000"/>
                </a:solidFill>
                <a:latin typeface="微软雅黑" panose="020B0503020204020204" pitchFamily="34" charset="-122"/>
                <a:ea typeface="微软雅黑" panose="020B0503020204020204" pitchFamily="34" charset="-122"/>
              </a:rPr>
              <a:t>Load/Store</a:t>
            </a:r>
            <a:r>
              <a:rPr lang="zh-CN" altLang="en-US" b="1">
                <a:solidFill>
                  <a:srgbClr val="008000"/>
                </a:solidFill>
                <a:latin typeface="微软雅黑" panose="020B0503020204020204" pitchFamily="34" charset="-122"/>
                <a:ea typeface="微软雅黑" panose="020B0503020204020204" pitchFamily="34" charset="-122"/>
              </a:rPr>
              <a:t>指令的</a:t>
            </a:r>
            <a:r>
              <a:rPr lang="en-US" altLang="zh-CN" b="1">
                <a:solidFill>
                  <a:srgbClr val="008000"/>
                </a:solidFill>
                <a:latin typeface="微软雅黑" panose="020B0503020204020204" pitchFamily="34" charset="-122"/>
                <a:ea typeface="微软雅黑" panose="020B0503020204020204" pitchFamily="34" charset="-122"/>
              </a:rPr>
              <a:t>EX</a:t>
            </a:r>
            <a:r>
              <a:rPr lang="zh-CN" altLang="en-US" b="1">
                <a:solidFill>
                  <a:srgbClr val="008000"/>
                </a:solidFill>
                <a:latin typeface="微软雅黑" panose="020B0503020204020204" pitchFamily="34" charset="-122"/>
                <a:ea typeface="微软雅黑" panose="020B0503020204020204" pitchFamily="34" charset="-122"/>
              </a:rPr>
              <a:t>阶段</a:t>
            </a:r>
          </a:p>
          <a:p>
            <a:pPr lvl="3">
              <a:lnSpc>
                <a:spcPct val="120000"/>
              </a:lnSpc>
              <a:spcBef>
                <a:spcPct val="0"/>
              </a:spcBef>
            </a:pPr>
            <a:r>
              <a:rPr lang="en-US" altLang="zh-CN" b="1">
                <a:solidFill>
                  <a:schemeClr val="accent2"/>
                </a:solidFill>
                <a:latin typeface="微软雅黑" panose="020B0503020204020204" pitchFamily="34" charset="-122"/>
                <a:ea typeface="微软雅黑" panose="020B0503020204020204" pitchFamily="34" charset="-122"/>
              </a:rPr>
              <a:t>2</a:t>
            </a:r>
            <a:r>
              <a:rPr lang="zh-CN" altLang="en-US" b="1">
                <a:solidFill>
                  <a:schemeClr val="accent2"/>
                </a:solidFill>
                <a:latin typeface="微软雅黑" panose="020B0503020204020204" pitchFamily="34" charset="-122"/>
                <a:ea typeface="微软雅黑" panose="020B0503020204020204" pitchFamily="34" charset="-122"/>
              </a:rPr>
              <a:t>发射流水线：</a:t>
            </a:r>
            <a:r>
              <a:rPr lang="zh-CN" altLang="en-US" b="1">
                <a:solidFill>
                  <a:srgbClr val="008000"/>
                </a:solidFill>
                <a:latin typeface="微软雅黑" panose="020B0503020204020204" pitchFamily="34" charset="-122"/>
                <a:ea typeface="微软雅黑" panose="020B0503020204020204" pitchFamily="34" charset="-122"/>
              </a:rPr>
              <a:t>两条指令同时进行，</a:t>
            </a:r>
            <a:r>
              <a:rPr lang="en-US" altLang="zh-CN" b="1">
                <a:solidFill>
                  <a:srgbClr val="008000"/>
                </a:solidFill>
                <a:latin typeface="微软雅黑" panose="020B0503020204020204" pitchFamily="34" charset="-122"/>
                <a:ea typeface="微软雅黑" panose="020B0503020204020204" pitchFamily="34" charset="-122"/>
              </a:rPr>
              <a:t>ALU</a:t>
            </a:r>
            <a:r>
              <a:rPr lang="zh-CN" altLang="en-US" b="1">
                <a:solidFill>
                  <a:srgbClr val="008000"/>
                </a:solidFill>
                <a:latin typeface="微软雅黑" panose="020B0503020204020204" pitchFamily="34" charset="-122"/>
                <a:ea typeface="微软雅黑" panose="020B0503020204020204" pitchFamily="34" charset="-122"/>
              </a:rPr>
              <a:t>的结果不能直接转发，因而不能提供给与其配对的</a:t>
            </a:r>
            <a:r>
              <a:rPr lang="en-US" altLang="zh-CN" b="1">
                <a:solidFill>
                  <a:srgbClr val="008000"/>
                </a:solidFill>
                <a:latin typeface="微软雅黑" panose="020B0503020204020204" pitchFamily="34" charset="-122"/>
                <a:ea typeface="微软雅黑" panose="020B0503020204020204" pitchFamily="34" charset="-122"/>
              </a:rPr>
              <a:t>Load/Store</a:t>
            </a:r>
            <a:r>
              <a:rPr lang="zh-CN" altLang="en-US" b="1">
                <a:solidFill>
                  <a:srgbClr val="008000"/>
                </a:solidFill>
                <a:latin typeface="微软雅黑" panose="020B0503020204020204" pitchFamily="34" charset="-122"/>
                <a:ea typeface="微软雅黑" panose="020B0503020204020204" pitchFamily="34" charset="-122"/>
              </a:rPr>
              <a:t>指令使用，只能延迟一个周期</a:t>
            </a:r>
            <a:endParaRPr lang="en-US" altLang="zh-CN" b="1">
              <a:solidFill>
                <a:srgbClr val="008000"/>
              </a:solidFill>
              <a:latin typeface="微软雅黑" panose="020B0503020204020204" pitchFamily="34" charset="-122"/>
              <a:ea typeface="微软雅黑" panose="020B0503020204020204" pitchFamily="34" charset="-122"/>
            </a:endParaRPr>
          </a:p>
        </p:txBody>
      </p:sp>
      <p:sp>
        <p:nvSpPr>
          <p:cNvPr id="299012" name="Text Box 4">
            <a:extLst>
              <a:ext uri="{FF2B5EF4-FFF2-40B4-BE49-F238E27FC236}">
                <a16:creationId xmlns:a16="http://schemas.microsoft.com/office/drawing/2014/main" id="{40C7CCF0-1D74-3B8E-D07D-DD99B35FFD0E}"/>
              </a:ext>
            </a:extLst>
          </p:cNvPr>
          <p:cNvSpPr txBox="1">
            <a:spLocks noChangeArrowheads="1"/>
          </p:cNvSpPr>
          <p:nvPr/>
        </p:nvSpPr>
        <p:spPr bwMode="auto">
          <a:xfrm>
            <a:off x="381000" y="5605463"/>
            <a:ext cx="8199438"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130000"/>
              </a:lnSpc>
              <a:spcBef>
                <a:spcPct val="50000"/>
              </a:spcBef>
            </a:pPr>
            <a:r>
              <a:rPr lang="zh-CN" altLang="en-US" sz="2000">
                <a:solidFill>
                  <a:schemeClr val="accent1"/>
                </a:solidFill>
                <a:latin typeface="微软雅黑" panose="020B0503020204020204" pitchFamily="34" charset="-122"/>
                <a:ea typeface="微软雅黑" panose="020B0503020204020204" pitchFamily="34" charset="-122"/>
              </a:rPr>
              <a:t>为更有效地利用多发射处理器的并行性，必须有更强大的编译器，能够充分消除指令间的依赖关系，使指令序列达到最大的并行性！</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9011">
                                            <p:txEl>
                                              <p:pRg st="5" end="5"/>
                                            </p:txEl>
                                          </p:spTgt>
                                        </p:tgtEl>
                                        <p:attrNameLst>
                                          <p:attrName>style.visibility</p:attrName>
                                        </p:attrNameLst>
                                      </p:cBhvr>
                                      <p:to>
                                        <p:strVal val="visible"/>
                                      </p:to>
                                    </p:set>
                                    <p:animEffect transition="in" filter="blinds(horizontal)">
                                      <p:cBhvr>
                                        <p:cTn id="7" dur="500"/>
                                        <p:tgtEl>
                                          <p:spTgt spid="299011">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99011">
                                            <p:txEl>
                                              <p:pRg st="6" end="6"/>
                                            </p:txEl>
                                          </p:spTgt>
                                        </p:tgtEl>
                                        <p:attrNameLst>
                                          <p:attrName>style.visibility</p:attrName>
                                        </p:attrNameLst>
                                      </p:cBhvr>
                                      <p:to>
                                        <p:strVal val="visible"/>
                                      </p:to>
                                    </p:set>
                                    <p:animEffect transition="in" filter="blinds(horizontal)">
                                      <p:cBhvr>
                                        <p:cTn id="12" dur="500"/>
                                        <p:tgtEl>
                                          <p:spTgt spid="299011">
                                            <p:txEl>
                                              <p:pRg st="6" end="6"/>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99011">
                                            <p:txEl>
                                              <p:pRg st="8" end="8"/>
                                            </p:txEl>
                                          </p:spTgt>
                                        </p:tgtEl>
                                        <p:attrNameLst>
                                          <p:attrName>style.visibility</p:attrName>
                                        </p:attrNameLst>
                                      </p:cBhvr>
                                      <p:to>
                                        <p:strVal val="visible"/>
                                      </p:to>
                                    </p:set>
                                    <p:animEffect transition="in" filter="blinds(horizontal)">
                                      <p:cBhvr>
                                        <p:cTn id="17" dur="500"/>
                                        <p:tgtEl>
                                          <p:spTgt spid="299011">
                                            <p:txEl>
                                              <p:pRg st="8" end="8"/>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99011">
                                            <p:txEl>
                                              <p:pRg st="9" end="9"/>
                                            </p:txEl>
                                          </p:spTgt>
                                        </p:tgtEl>
                                        <p:attrNameLst>
                                          <p:attrName>style.visibility</p:attrName>
                                        </p:attrNameLst>
                                      </p:cBhvr>
                                      <p:to>
                                        <p:strVal val="visible"/>
                                      </p:to>
                                    </p:set>
                                    <p:animEffect transition="in" filter="blinds(horizontal)">
                                      <p:cBhvr>
                                        <p:cTn id="22" dur="500"/>
                                        <p:tgtEl>
                                          <p:spTgt spid="299011">
                                            <p:txEl>
                                              <p:pRg st="9" end="9"/>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99012"/>
                                        </p:tgtEl>
                                        <p:attrNameLst>
                                          <p:attrName>style.visibility</p:attrName>
                                        </p:attrNameLst>
                                      </p:cBhvr>
                                      <p:to>
                                        <p:strVal val="visible"/>
                                      </p:to>
                                    </p:set>
                                    <p:animEffect transition="in" filter="blinds(horizontal)">
                                      <p:cBhvr>
                                        <p:cTn id="27" dur="500"/>
                                        <p:tgtEl>
                                          <p:spTgt spid="299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2"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89" name="图片 4">
            <a:extLst>
              <a:ext uri="{FF2B5EF4-FFF2-40B4-BE49-F238E27FC236}">
                <a16:creationId xmlns:a16="http://schemas.microsoft.com/office/drawing/2014/main" id="{0CE313E7-ED51-E484-B6B7-35BBA09967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3902075"/>
            <a:ext cx="8572500"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890" name="Rectangle 2">
            <a:extLst>
              <a:ext uri="{FF2B5EF4-FFF2-40B4-BE49-F238E27FC236}">
                <a16:creationId xmlns:a16="http://schemas.microsoft.com/office/drawing/2014/main" id="{77B9C71C-045A-A53E-C0A9-543956419B4D}"/>
              </a:ext>
            </a:extLst>
          </p:cNvPr>
          <p:cNvSpPr>
            <a:spLocks noGrp="1" noChangeArrowheads="1"/>
          </p:cNvSpPr>
          <p:nvPr>
            <p:ph type="title"/>
          </p:nvPr>
        </p:nvSpPr>
        <p:spPr>
          <a:xfrm>
            <a:off x="800100" y="228600"/>
            <a:ext cx="6862763" cy="373063"/>
          </a:xfrm>
        </p:spPr>
        <p:txBody>
          <a:bodyPr/>
          <a:lstStyle/>
          <a:p>
            <a:r>
              <a:rPr lang="zh-CN" altLang="en-US">
                <a:solidFill>
                  <a:srgbClr val="FF0000"/>
                </a:solidFill>
                <a:ea typeface="宋体" panose="02010600030101010101" pitchFamily="2" charset="-122"/>
              </a:rPr>
              <a:t>例：</a:t>
            </a:r>
            <a:r>
              <a:rPr lang="en-US" altLang="zh-CN">
                <a:solidFill>
                  <a:srgbClr val="FF0000"/>
                </a:solidFill>
                <a:ea typeface="宋体" panose="02010600030101010101" pitchFamily="2" charset="-122"/>
              </a:rPr>
              <a:t>2</a:t>
            </a:r>
            <a:r>
              <a:rPr lang="zh-CN" altLang="en-US">
                <a:solidFill>
                  <a:srgbClr val="FF0000"/>
                </a:solidFill>
                <a:ea typeface="宋体" panose="02010600030101010101" pitchFamily="2" charset="-122"/>
              </a:rPr>
              <a:t>发射指令调度</a:t>
            </a:r>
          </a:p>
        </p:txBody>
      </p:sp>
      <p:sp>
        <p:nvSpPr>
          <p:cNvPr id="246787" name="Rectangle 3">
            <a:extLst>
              <a:ext uri="{FF2B5EF4-FFF2-40B4-BE49-F238E27FC236}">
                <a16:creationId xmlns:a16="http://schemas.microsoft.com/office/drawing/2014/main" id="{54D9B264-A483-D2C3-A0CD-3331901F6387}"/>
              </a:ext>
            </a:extLst>
          </p:cNvPr>
          <p:cNvSpPr>
            <a:spLocks noGrp="1" noChangeArrowheads="1"/>
          </p:cNvSpPr>
          <p:nvPr>
            <p:ph type="body" sz="half" idx="1"/>
          </p:nvPr>
        </p:nvSpPr>
        <p:spPr>
          <a:xfrm>
            <a:off x="166688" y="704850"/>
            <a:ext cx="7329487" cy="3122613"/>
          </a:xfrm>
        </p:spPr>
        <p:txBody>
          <a:bodyPr/>
          <a:lstStyle/>
          <a:p>
            <a:r>
              <a:rPr lang="zh-CN" altLang="en-US" sz="2000">
                <a:latin typeface="微软雅黑" panose="020B0503020204020204" pitchFamily="34" charset="-122"/>
                <a:ea typeface="微软雅黑" panose="020B0503020204020204" pitchFamily="34" charset="-122"/>
              </a:rPr>
              <a:t>以下是一段循环代码段</a:t>
            </a:r>
          </a:p>
          <a:p>
            <a:pPr lvl="1">
              <a:spcBef>
                <a:spcPct val="35000"/>
              </a:spcBef>
              <a:buFontTx/>
              <a:buNone/>
            </a:pPr>
            <a:r>
              <a:rPr lang="en-US" altLang="zh-CN" sz="1900">
                <a:latin typeface="微软雅黑" panose="020B0503020204020204" pitchFamily="34" charset="-122"/>
                <a:ea typeface="微软雅黑" panose="020B0503020204020204" pitchFamily="34" charset="-122"/>
              </a:rPr>
              <a:t>Loop:  lw  	  </a:t>
            </a:r>
            <a:r>
              <a:rPr lang="en-US" altLang="zh-CN" sz="1900">
                <a:solidFill>
                  <a:srgbClr val="008000"/>
                </a:solidFill>
                <a:latin typeface="微软雅黑" panose="020B0503020204020204" pitchFamily="34" charset="-122"/>
                <a:ea typeface="微软雅黑" panose="020B0503020204020204" pitchFamily="34" charset="-122"/>
              </a:rPr>
              <a:t>t0</a:t>
            </a:r>
            <a:r>
              <a:rPr lang="en-US" altLang="zh-CN" sz="1900">
                <a:latin typeface="微软雅黑" panose="020B0503020204020204" pitchFamily="34" charset="-122"/>
                <a:ea typeface="微软雅黑" panose="020B0503020204020204" pitchFamily="34" charset="-122"/>
              </a:rPr>
              <a:t>,  0(s1)</a:t>
            </a:r>
          </a:p>
          <a:p>
            <a:pPr lvl="1">
              <a:spcBef>
                <a:spcPct val="35000"/>
              </a:spcBef>
              <a:buFontTx/>
              <a:buNone/>
            </a:pPr>
            <a:r>
              <a:rPr lang="en-US" altLang="zh-CN" sz="1900">
                <a:latin typeface="微软雅黑" panose="020B0503020204020204" pitchFamily="34" charset="-122"/>
                <a:ea typeface="微软雅黑" panose="020B0503020204020204" pitchFamily="34" charset="-122"/>
              </a:rPr>
              <a:t>            addi   </a:t>
            </a:r>
            <a:r>
              <a:rPr lang="en-US" altLang="zh-CN" sz="1900">
                <a:solidFill>
                  <a:srgbClr val="008000"/>
                </a:solidFill>
                <a:latin typeface="微软雅黑" panose="020B0503020204020204" pitchFamily="34" charset="-122"/>
                <a:ea typeface="微软雅黑" panose="020B0503020204020204" pitchFamily="34" charset="-122"/>
              </a:rPr>
              <a:t>t0</a:t>
            </a:r>
            <a:r>
              <a:rPr lang="en-US" altLang="zh-CN" sz="1900">
                <a:latin typeface="微软雅黑" panose="020B0503020204020204" pitchFamily="34" charset="-122"/>
                <a:ea typeface="微软雅黑" panose="020B0503020204020204" pitchFamily="34" charset="-122"/>
              </a:rPr>
              <a:t>, </a:t>
            </a:r>
            <a:r>
              <a:rPr lang="en-US" altLang="zh-CN" sz="1900">
                <a:solidFill>
                  <a:srgbClr val="008000"/>
                </a:solidFill>
                <a:latin typeface="微软雅黑" panose="020B0503020204020204" pitchFamily="34" charset="-122"/>
                <a:ea typeface="微软雅黑" panose="020B0503020204020204" pitchFamily="34" charset="-122"/>
              </a:rPr>
              <a:t>t0</a:t>
            </a:r>
            <a:r>
              <a:rPr lang="en-US" altLang="zh-CN" sz="1900">
                <a:latin typeface="微软雅黑" panose="020B0503020204020204" pitchFamily="34" charset="-122"/>
                <a:ea typeface="微软雅黑" panose="020B0503020204020204" pitchFamily="34" charset="-122"/>
              </a:rPr>
              <a:t>, 1</a:t>
            </a:r>
          </a:p>
          <a:p>
            <a:pPr lvl="1">
              <a:spcBef>
                <a:spcPct val="35000"/>
              </a:spcBef>
              <a:buFontTx/>
              <a:buNone/>
            </a:pPr>
            <a:r>
              <a:rPr lang="en-US" altLang="zh-CN" sz="1900">
                <a:latin typeface="微软雅黑" panose="020B0503020204020204" pitchFamily="34" charset="-122"/>
                <a:ea typeface="微软雅黑" panose="020B0503020204020204" pitchFamily="34" charset="-122"/>
              </a:rPr>
              <a:t>            sw	   </a:t>
            </a:r>
            <a:r>
              <a:rPr lang="en-US" altLang="zh-CN" sz="1900">
                <a:solidFill>
                  <a:srgbClr val="008000"/>
                </a:solidFill>
                <a:latin typeface="微软雅黑" panose="020B0503020204020204" pitchFamily="34" charset="-122"/>
                <a:ea typeface="微软雅黑" panose="020B0503020204020204" pitchFamily="34" charset="-122"/>
              </a:rPr>
              <a:t>t0</a:t>
            </a:r>
            <a:r>
              <a:rPr lang="en-US" altLang="zh-CN" sz="1900">
                <a:latin typeface="微软雅黑" panose="020B0503020204020204" pitchFamily="34" charset="-122"/>
                <a:ea typeface="微软雅黑" panose="020B0503020204020204" pitchFamily="34" charset="-122"/>
              </a:rPr>
              <a:t>, 0(s1)</a:t>
            </a:r>
          </a:p>
          <a:p>
            <a:pPr lvl="1">
              <a:spcBef>
                <a:spcPct val="35000"/>
              </a:spcBef>
              <a:buFontTx/>
              <a:buNone/>
            </a:pPr>
            <a:r>
              <a:rPr lang="en-US" altLang="zh-CN" sz="1900">
                <a:latin typeface="微软雅黑" panose="020B0503020204020204" pitchFamily="34" charset="-122"/>
                <a:ea typeface="微软雅黑" panose="020B0503020204020204" pitchFamily="34" charset="-122"/>
              </a:rPr>
              <a:t>            addi   </a:t>
            </a:r>
            <a:r>
              <a:rPr lang="en-US" altLang="zh-CN" sz="1900">
                <a:solidFill>
                  <a:srgbClr val="CC0000"/>
                </a:solidFill>
                <a:latin typeface="微软雅黑" panose="020B0503020204020204" pitchFamily="34" charset="-122"/>
                <a:ea typeface="微软雅黑" panose="020B0503020204020204" pitchFamily="34" charset="-122"/>
              </a:rPr>
              <a:t>s1</a:t>
            </a:r>
            <a:r>
              <a:rPr lang="en-US" altLang="zh-CN" sz="1900">
                <a:latin typeface="微软雅黑" panose="020B0503020204020204" pitchFamily="34" charset="-122"/>
                <a:ea typeface="微软雅黑" panose="020B0503020204020204" pitchFamily="34" charset="-122"/>
              </a:rPr>
              <a:t>, s1, -4</a:t>
            </a:r>
          </a:p>
          <a:p>
            <a:pPr lvl="1">
              <a:spcBef>
                <a:spcPct val="35000"/>
              </a:spcBef>
              <a:buFontTx/>
              <a:buNone/>
            </a:pPr>
            <a:r>
              <a:rPr lang="en-US" altLang="zh-CN" sz="1900">
                <a:latin typeface="微软雅黑" panose="020B0503020204020204" pitchFamily="34" charset="-122"/>
                <a:ea typeface="微软雅黑" panose="020B0503020204020204" pitchFamily="34" charset="-122"/>
              </a:rPr>
              <a:t>            bne	    </a:t>
            </a:r>
            <a:r>
              <a:rPr lang="en-US" altLang="zh-CN" sz="1900">
                <a:solidFill>
                  <a:srgbClr val="CC0000"/>
                </a:solidFill>
                <a:latin typeface="微软雅黑" panose="020B0503020204020204" pitchFamily="34" charset="-122"/>
                <a:ea typeface="微软雅黑" panose="020B0503020204020204" pitchFamily="34" charset="-122"/>
              </a:rPr>
              <a:t>s1</a:t>
            </a:r>
            <a:r>
              <a:rPr lang="en-US" altLang="zh-CN" sz="1900">
                <a:latin typeface="微软雅黑" panose="020B0503020204020204" pitchFamily="34" charset="-122"/>
                <a:ea typeface="微软雅黑" panose="020B0503020204020204" pitchFamily="34" charset="-122"/>
              </a:rPr>
              <a:t>, zero, Loop</a:t>
            </a:r>
          </a:p>
          <a:p>
            <a:pPr>
              <a:spcBef>
                <a:spcPct val="15000"/>
              </a:spcBef>
              <a:buFont typeface="Times New Roman" panose="02020603050405020304" pitchFamily="18" charset="0"/>
              <a:buNone/>
            </a:pPr>
            <a:r>
              <a:rPr lang="en-US" altLang="zh-CN" sz="1900">
                <a:latin typeface="微软雅黑" panose="020B0503020204020204" pitchFamily="34" charset="-122"/>
                <a:ea typeface="微软雅黑" panose="020B0503020204020204" pitchFamily="34" charset="-122"/>
              </a:rPr>
              <a:t>   </a:t>
            </a:r>
            <a:r>
              <a:rPr lang="en-US" altLang="zh-CN" sz="1900">
                <a:solidFill>
                  <a:srgbClr val="008000"/>
                </a:solidFill>
                <a:latin typeface="微软雅黑" panose="020B0503020204020204" pitchFamily="34" charset="-122"/>
                <a:ea typeface="微软雅黑" panose="020B0503020204020204" pitchFamily="34" charset="-122"/>
              </a:rPr>
              <a:t>(</a:t>
            </a:r>
            <a:r>
              <a:rPr lang="zh-CN" altLang="en-US" sz="1900">
                <a:solidFill>
                  <a:srgbClr val="008000"/>
                </a:solidFill>
                <a:latin typeface="微软雅黑" panose="020B0503020204020204" pitchFamily="34" charset="-122"/>
                <a:ea typeface="微软雅黑" panose="020B0503020204020204" pitchFamily="34" charset="-122"/>
              </a:rPr>
              <a:t>能看出这段程序的功能吗？</a:t>
            </a:r>
            <a:r>
              <a:rPr lang="en-US" altLang="zh-CN" sz="1900">
                <a:solidFill>
                  <a:srgbClr val="008000"/>
                </a:solidFill>
                <a:latin typeface="微软雅黑" panose="020B0503020204020204" pitchFamily="34" charset="-122"/>
                <a:ea typeface="微软雅黑" panose="020B0503020204020204" pitchFamily="34" charset="-122"/>
              </a:rPr>
              <a:t>)</a:t>
            </a:r>
          </a:p>
          <a:p>
            <a:pPr>
              <a:spcBef>
                <a:spcPct val="15000"/>
              </a:spcBef>
            </a:pPr>
            <a:r>
              <a:rPr lang="zh-CN" altLang="en-US" sz="1900">
                <a:latin typeface="微软雅黑" panose="020B0503020204020204" pitchFamily="34" charset="-122"/>
                <a:ea typeface="微软雅黑" panose="020B0503020204020204" pitchFamily="34" charset="-122"/>
              </a:rPr>
              <a:t>为了能在</a:t>
            </a:r>
            <a:r>
              <a:rPr lang="en-US" altLang="zh-CN" sz="1900">
                <a:latin typeface="微软雅黑" panose="020B0503020204020204" pitchFamily="34" charset="-122"/>
                <a:ea typeface="微软雅黑" panose="020B0503020204020204" pitchFamily="34" charset="-122"/>
              </a:rPr>
              <a:t>2</a:t>
            </a:r>
            <a:r>
              <a:rPr lang="zh-CN" altLang="en-US" sz="1900">
                <a:latin typeface="微软雅黑" panose="020B0503020204020204" pitchFamily="34" charset="-122"/>
                <a:ea typeface="微软雅黑" panose="020B0503020204020204" pitchFamily="34" charset="-122"/>
              </a:rPr>
              <a:t>发射流水线中有效执行，该怎样重新排列指令</a:t>
            </a:r>
          </a:p>
          <a:p>
            <a:pPr lvl="1">
              <a:lnSpc>
                <a:spcPct val="100000"/>
              </a:lnSpc>
              <a:spcBef>
                <a:spcPct val="15000"/>
              </a:spcBef>
            </a:pPr>
            <a:r>
              <a:rPr lang="zh-CN" altLang="en-US" sz="1900">
                <a:latin typeface="微软雅黑" panose="020B0503020204020204" pitchFamily="34" charset="-122"/>
                <a:ea typeface="微软雅黑" panose="020B0503020204020204" pitchFamily="34" charset="-122"/>
              </a:rPr>
              <a:t>调度方案如下：</a:t>
            </a:r>
            <a:r>
              <a:rPr lang="zh-CN" altLang="en-US" sz="1900">
                <a:solidFill>
                  <a:srgbClr val="008000"/>
                </a:solidFill>
                <a:latin typeface="微软雅黑" panose="020B0503020204020204" pitchFamily="34" charset="-122"/>
                <a:ea typeface="微软雅黑" panose="020B0503020204020204" pitchFamily="34" charset="-122"/>
              </a:rPr>
              <a:t>没有指令配对时，用</a:t>
            </a:r>
            <a:r>
              <a:rPr lang="en-US" altLang="zh-CN" sz="1900">
                <a:solidFill>
                  <a:srgbClr val="008000"/>
                </a:solidFill>
                <a:latin typeface="微软雅黑" panose="020B0503020204020204" pitchFamily="34" charset="-122"/>
                <a:ea typeface="微软雅黑" panose="020B0503020204020204" pitchFamily="34" charset="-122"/>
              </a:rPr>
              <a:t>nop</a:t>
            </a:r>
            <a:r>
              <a:rPr lang="zh-CN" altLang="en-US" sz="1900">
                <a:solidFill>
                  <a:srgbClr val="008000"/>
                </a:solidFill>
                <a:latin typeface="微软雅黑" panose="020B0503020204020204" pitchFamily="34" charset="-122"/>
                <a:ea typeface="微软雅黑" panose="020B0503020204020204" pitchFamily="34" charset="-122"/>
              </a:rPr>
              <a:t>指令代替</a:t>
            </a:r>
            <a:endParaRPr lang="zh-CN" altLang="en-US" sz="1900">
              <a:latin typeface="微软雅黑" panose="020B0503020204020204" pitchFamily="34" charset="-122"/>
              <a:ea typeface="微软雅黑" panose="020B0503020204020204" pitchFamily="34" charset="-122"/>
            </a:endParaRPr>
          </a:p>
        </p:txBody>
      </p:sp>
      <p:sp>
        <p:nvSpPr>
          <p:cNvPr id="246790" name="Text Box 6">
            <a:extLst>
              <a:ext uri="{FF2B5EF4-FFF2-40B4-BE49-F238E27FC236}">
                <a16:creationId xmlns:a16="http://schemas.microsoft.com/office/drawing/2014/main" id="{C908F925-C95D-478E-68DD-8B29B588766A}"/>
              </a:ext>
            </a:extLst>
          </p:cNvPr>
          <p:cNvSpPr txBox="1">
            <a:spLocks noChangeArrowheads="1"/>
          </p:cNvSpPr>
          <p:nvPr/>
        </p:nvSpPr>
        <p:spPr bwMode="auto">
          <a:xfrm>
            <a:off x="549275" y="6037263"/>
            <a:ext cx="81756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latin typeface="微软雅黑" panose="020B0503020204020204" pitchFamily="34" charset="-122"/>
                <a:ea typeface="微软雅黑" panose="020B0503020204020204" pitchFamily="34" charset="-122"/>
              </a:rPr>
              <a:t>一个循环内，五条指令在四个时钟内完成，实际</a:t>
            </a:r>
            <a:r>
              <a:rPr lang="en-US" altLang="zh-CN" sz="1900">
                <a:latin typeface="微软雅黑" panose="020B0503020204020204" pitchFamily="34" charset="-122"/>
                <a:ea typeface="微软雅黑" panose="020B0503020204020204" pitchFamily="34" charset="-122"/>
              </a:rPr>
              <a:t>CPI</a:t>
            </a:r>
            <a:r>
              <a:rPr lang="zh-CN" altLang="en-US" sz="1900">
                <a:latin typeface="微软雅黑" panose="020B0503020204020204" pitchFamily="34" charset="-122"/>
                <a:ea typeface="微软雅黑" panose="020B0503020204020204" pitchFamily="34" charset="-122"/>
              </a:rPr>
              <a:t>为</a:t>
            </a:r>
            <a:r>
              <a:rPr lang="en-US" altLang="zh-CN" sz="1900">
                <a:latin typeface="微软雅黑" panose="020B0503020204020204" pitchFamily="34" charset="-122"/>
                <a:ea typeface="微软雅黑" panose="020B0503020204020204" pitchFamily="34" charset="-122"/>
              </a:rPr>
              <a:t>0.8</a:t>
            </a:r>
            <a:r>
              <a:rPr lang="zh-CN" altLang="en-US" sz="1900">
                <a:latin typeface="微软雅黑" panose="020B0503020204020204" pitchFamily="34" charset="-122"/>
                <a:ea typeface="微软雅黑" panose="020B0503020204020204" pitchFamily="34" charset="-122"/>
              </a:rPr>
              <a:t>，即</a:t>
            </a:r>
            <a:r>
              <a:rPr lang="en-US" altLang="zh-CN" sz="1900">
                <a:latin typeface="微软雅黑" panose="020B0503020204020204" pitchFamily="34" charset="-122"/>
                <a:ea typeface="微软雅黑" panose="020B0503020204020204" pitchFamily="34" charset="-122"/>
              </a:rPr>
              <a:t>: IPC=1.25</a:t>
            </a:r>
          </a:p>
        </p:txBody>
      </p:sp>
      <p:sp>
        <p:nvSpPr>
          <p:cNvPr id="246791" name="Text Box 7">
            <a:extLst>
              <a:ext uri="{FF2B5EF4-FFF2-40B4-BE49-F238E27FC236}">
                <a16:creationId xmlns:a16="http://schemas.microsoft.com/office/drawing/2014/main" id="{5F5812F7-BFB4-784B-5D75-F0CD3E8902A0}"/>
              </a:ext>
            </a:extLst>
          </p:cNvPr>
          <p:cNvSpPr txBox="1">
            <a:spLocks noChangeArrowheads="1"/>
          </p:cNvSpPr>
          <p:nvPr/>
        </p:nvSpPr>
        <p:spPr bwMode="auto">
          <a:xfrm>
            <a:off x="549275" y="6418263"/>
            <a:ext cx="60515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rgbClr val="CC0000"/>
                </a:solidFill>
                <a:latin typeface="微软雅黑" panose="020B0503020204020204" pitchFamily="34" charset="-122"/>
                <a:ea typeface="微软雅黑" panose="020B0503020204020204" pitchFamily="34" charset="-122"/>
              </a:rPr>
              <a:t>在循环中访问数组的更好的调度技术是“循环展开”</a:t>
            </a:r>
          </a:p>
        </p:txBody>
      </p:sp>
      <p:sp>
        <p:nvSpPr>
          <p:cNvPr id="246793" name="Text Box 9">
            <a:extLst>
              <a:ext uri="{FF2B5EF4-FFF2-40B4-BE49-F238E27FC236}">
                <a16:creationId xmlns:a16="http://schemas.microsoft.com/office/drawing/2014/main" id="{24992040-1965-5083-5148-C861D8F0F258}"/>
              </a:ext>
            </a:extLst>
          </p:cNvPr>
          <p:cNvSpPr txBox="1">
            <a:spLocks noChangeArrowheads="1"/>
          </p:cNvSpPr>
          <p:nvPr/>
        </p:nvSpPr>
        <p:spPr bwMode="auto">
          <a:xfrm>
            <a:off x="4597400" y="246063"/>
            <a:ext cx="3741738" cy="108585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20000"/>
              </a:spcBef>
            </a:pPr>
            <a:r>
              <a:rPr lang="zh-CN" altLang="en-US" sz="1900">
                <a:latin typeface="微软雅黑" panose="020B0503020204020204" pitchFamily="34" charset="-122"/>
                <a:ea typeface="微软雅黑" panose="020B0503020204020204" pitchFamily="34" charset="-122"/>
              </a:rPr>
              <a:t>前三条和后两条各具有相关性</a:t>
            </a:r>
          </a:p>
          <a:p>
            <a:pPr eaLnBrk="0" hangingPunct="0">
              <a:spcBef>
                <a:spcPct val="20000"/>
              </a:spcBef>
            </a:pPr>
            <a:r>
              <a:rPr lang="zh-CN" altLang="en-US" sz="1900">
                <a:latin typeface="微软雅黑" panose="020B0503020204020204" pitchFamily="34" charset="-122"/>
                <a:ea typeface="微软雅黑" panose="020B0503020204020204" pitchFamily="34" charset="-122"/>
              </a:rPr>
              <a:t>可把第四条指令调到第一条后面</a:t>
            </a:r>
          </a:p>
          <a:p>
            <a:pPr eaLnBrk="0" hangingPunct="0">
              <a:spcBef>
                <a:spcPct val="20000"/>
              </a:spcBef>
            </a:pPr>
            <a:r>
              <a:rPr lang="en-US" altLang="zh-CN" sz="1900">
                <a:solidFill>
                  <a:srgbClr val="008000"/>
                </a:solidFill>
                <a:latin typeface="微软雅黑" panose="020B0503020204020204" pitchFamily="34" charset="-122"/>
                <a:ea typeface="微软雅黑" panose="020B0503020204020204" pitchFamily="34" charset="-122"/>
              </a:rPr>
              <a:t>sw</a:t>
            </a:r>
            <a:r>
              <a:rPr lang="zh-CN" altLang="en-US" sz="1900">
                <a:solidFill>
                  <a:srgbClr val="008000"/>
                </a:solidFill>
                <a:latin typeface="微软雅黑" panose="020B0503020204020204" pitchFamily="34" charset="-122"/>
                <a:ea typeface="微软雅黑" panose="020B0503020204020204" pitchFamily="34" charset="-122"/>
              </a:rPr>
              <a:t>指令是否有问题？怎么办？</a:t>
            </a:r>
            <a:endParaRPr lang="zh-CN" altLang="en-US" sz="1900">
              <a:latin typeface="微软雅黑" panose="020B0503020204020204" pitchFamily="34" charset="-122"/>
              <a:ea typeface="微软雅黑" panose="020B0503020204020204" pitchFamily="34" charset="-122"/>
            </a:endParaRPr>
          </a:p>
        </p:txBody>
      </p:sp>
      <p:sp>
        <p:nvSpPr>
          <p:cNvPr id="246794" name="Text Box 10">
            <a:extLst>
              <a:ext uri="{FF2B5EF4-FFF2-40B4-BE49-F238E27FC236}">
                <a16:creationId xmlns:a16="http://schemas.microsoft.com/office/drawing/2014/main" id="{0A0E26C0-C6A5-213D-B884-695E9B1D0FE6}"/>
              </a:ext>
            </a:extLst>
          </p:cNvPr>
          <p:cNvSpPr txBox="1">
            <a:spLocks noChangeArrowheads="1"/>
          </p:cNvSpPr>
          <p:nvPr/>
        </p:nvSpPr>
        <p:spPr bwMode="auto">
          <a:xfrm>
            <a:off x="141288" y="1533525"/>
            <a:ext cx="119856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solidFill>
                  <a:srgbClr val="CC0000"/>
                </a:solidFill>
                <a:latin typeface="微软雅黑" panose="020B0503020204020204" pitchFamily="34" charset="-122"/>
                <a:ea typeface="微软雅黑" panose="020B0503020204020204" pitchFamily="34" charset="-122"/>
              </a:rPr>
              <a:t>循环内进行的是数组访问！</a:t>
            </a:r>
          </a:p>
        </p:txBody>
      </p:sp>
      <p:sp>
        <p:nvSpPr>
          <p:cNvPr id="246796" name="AutoShape 12">
            <a:extLst>
              <a:ext uri="{FF2B5EF4-FFF2-40B4-BE49-F238E27FC236}">
                <a16:creationId xmlns:a16="http://schemas.microsoft.com/office/drawing/2014/main" id="{4EB6DCA0-2174-BEA6-2795-A49456F90511}"/>
              </a:ext>
            </a:extLst>
          </p:cNvPr>
          <p:cNvSpPr>
            <a:spLocks noChangeArrowheads="1"/>
          </p:cNvSpPr>
          <p:nvPr/>
        </p:nvSpPr>
        <p:spPr bwMode="auto">
          <a:xfrm flipH="1" flipV="1">
            <a:off x="3416300" y="1265238"/>
            <a:ext cx="685800" cy="1011237"/>
          </a:xfrm>
          <a:prstGeom prst="curvedRightArrow">
            <a:avLst>
              <a:gd name="adj1" fmla="val 11994"/>
              <a:gd name="adj2" fmla="val 47984"/>
              <a:gd name="adj3" fmla="val 35389"/>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46797" name="Rectangle 13">
            <a:extLst>
              <a:ext uri="{FF2B5EF4-FFF2-40B4-BE49-F238E27FC236}">
                <a16:creationId xmlns:a16="http://schemas.microsoft.com/office/drawing/2014/main" id="{D458177A-6C24-911A-DACD-B9D4EBC72161}"/>
              </a:ext>
            </a:extLst>
          </p:cNvPr>
          <p:cNvSpPr>
            <a:spLocks noChangeArrowheads="1"/>
          </p:cNvSpPr>
          <p:nvPr/>
        </p:nvSpPr>
        <p:spPr bwMode="auto">
          <a:xfrm>
            <a:off x="4541838" y="2008188"/>
            <a:ext cx="433705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1900">
                <a:solidFill>
                  <a:schemeClr val="accent2"/>
                </a:solidFill>
                <a:latin typeface="微软雅黑" panose="020B0503020204020204" pitchFamily="34" charset="-122"/>
                <a:ea typeface="微软雅黑" panose="020B0503020204020204" pitchFamily="34" charset="-122"/>
              </a:rPr>
              <a:t>寄存器</a:t>
            </a:r>
            <a:r>
              <a:rPr lang="en-US" altLang="zh-CN" sz="1900">
                <a:solidFill>
                  <a:srgbClr val="CC0000"/>
                </a:solidFill>
                <a:latin typeface="微软雅黑" panose="020B0503020204020204" pitchFamily="34" charset="-122"/>
                <a:ea typeface="微软雅黑" panose="020B0503020204020204" pitchFamily="34" charset="-122"/>
              </a:rPr>
              <a:t>s1</a:t>
            </a:r>
            <a:r>
              <a:rPr lang="zh-CN" altLang="en-US" sz="1900">
                <a:solidFill>
                  <a:schemeClr val="accent2"/>
                </a:solidFill>
                <a:latin typeface="微软雅黑" panose="020B0503020204020204" pitchFamily="34" charset="-122"/>
                <a:ea typeface="微软雅黑" panose="020B0503020204020204" pitchFamily="34" charset="-122"/>
              </a:rPr>
              <a:t>被同时读，且读后写，产生</a:t>
            </a:r>
            <a:r>
              <a:rPr lang="en-US" altLang="zh-CN" sz="1900">
                <a:solidFill>
                  <a:schemeClr val="accent2"/>
                </a:solidFill>
                <a:latin typeface="微软雅黑" panose="020B0503020204020204" pitchFamily="34" charset="-122"/>
                <a:ea typeface="微软雅黑" panose="020B0503020204020204" pitchFamily="34" charset="-122"/>
              </a:rPr>
              <a:t>WAR</a:t>
            </a:r>
            <a:r>
              <a:rPr lang="zh-CN" altLang="en-US" sz="1900">
                <a:solidFill>
                  <a:schemeClr val="accent2"/>
                </a:solidFill>
                <a:latin typeface="微软雅黑" panose="020B0503020204020204" pitchFamily="34" charset="-122"/>
                <a:ea typeface="微软雅黑" panose="020B0503020204020204" pitchFamily="34" charset="-122"/>
              </a:rPr>
              <a:t>冒险，取决于寄存器如何设计。</a:t>
            </a:r>
          </a:p>
          <a:p>
            <a:pPr eaLnBrk="0" hangingPunct="0"/>
            <a:r>
              <a:rPr lang="zh-CN" altLang="en-US" sz="1900">
                <a:solidFill>
                  <a:srgbClr val="FF0000"/>
                </a:solidFill>
                <a:latin typeface="微软雅黑" panose="020B0503020204020204" pitchFamily="34" charset="-122"/>
                <a:ea typeface="微软雅黑" panose="020B0503020204020204" pitchFamily="34" charset="-122"/>
              </a:rPr>
              <a:t>存在Load-use冒险！</a:t>
            </a:r>
          </a:p>
        </p:txBody>
      </p:sp>
      <p:sp>
        <p:nvSpPr>
          <p:cNvPr id="246800" name="Rectangle 16">
            <a:extLst>
              <a:ext uri="{FF2B5EF4-FFF2-40B4-BE49-F238E27FC236}">
                <a16:creationId xmlns:a16="http://schemas.microsoft.com/office/drawing/2014/main" id="{3436D008-2710-AF65-17BE-407C8366D9B4}"/>
              </a:ext>
            </a:extLst>
          </p:cNvPr>
          <p:cNvSpPr>
            <a:spLocks noChangeArrowheads="1"/>
          </p:cNvSpPr>
          <p:nvPr/>
        </p:nvSpPr>
        <p:spPr bwMode="auto">
          <a:xfrm>
            <a:off x="4603750" y="1624013"/>
            <a:ext cx="31940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zh-CN" altLang="en-US" sz="1900">
                <a:solidFill>
                  <a:schemeClr val="accent1"/>
                </a:solidFill>
                <a:latin typeface="微软雅黑" panose="020B0503020204020204" pitchFamily="34" charset="-122"/>
                <a:ea typeface="微软雅黑" panose="020B0503020204020204" pitchFamily="34" charset="-122"/>
              </a:rPr>
              <a:t>能否把</a:t>
            </a:r>
            <a:r>
              <a:rPr lang="en-US" altLang="zh-CN" sz="1900">
                <a:solidFill>
                  <a:schemeClr val="accent1"/>
                </a:solidFill>
                <a:latin typeface="微软雅黑" panose="020B0503020204020204" pitchFamily="34" charset="-122"/>
                <a:ea typeface="微软雅黑" panose="020B0503020204020204" pitchFamily="34" charset="-122"/>
              </a:rPr>
              <a:t>addi</a:t>
            </a:r>
            <a:r>
              <a:rPr lang="zh-CN" altLang="en-US" sz="1900">
                <a:solidFill>
                  <a:schemeClr val="accent1"/>
                </a:solidFill>
                <a:latin typeface="微软雅黑" panose="020B0503020204020204" pitchFamily="34" charset="-122"/>
                <a:ea typeface="微软雅黑" panose="020B0503020204020204" pitchFamily="34" charset="-122"/>
              </a:rPr>
              <a:t>和</a:t>
            </a:r>
            <a:r>
              <a:rPr lang="en-US" altLang="zh-CN" sz="1900">
                <a:solidFill>
                  <a:schemeClr val="accent1"/>
                </a:solidFill>
                <a:latin typeface="微软雅黑" panose="020B0503020204020204" pitchFamily="34" charset="-122"/>
                <a:ea typeface="微软雅黑" panose="020B0503020204020204" pitchFamily="34" charset="-122"/>
              </a:rPr>
              <a:t>lw</a:t>
            </a:r>
            <a:r>
              <a:rPr lang="zh-CN" altLang="en-US" sz="1900">
                <a:solidFill>
                  <a:schemeClr val="accent1"/>
                </a:solidFill>
                <a:latin typeface="微软雅黑" panose="020B0503020204020204" pitchFamily="34" charset="-122"/>
                <a:ea typeface="微软雅黑" panose="020B0503020204020204" pitchFamily="34" charset="-122"/>
              </a:rPr>
              <a:t>配成一对？</a:t>
            </a:r>
          </a:p>
        </p:txBody>
      </p:sp>
      <p:sp>
        <p:nvSpPr>
          <p:cNvPr id="246801" name="Text Box 17">
            <a:extLst>
              <a:ext uri="{FF2B5EF4-FFF2-40B4-BE49-F238E27FC236}">
                <a16:creationId xmlns:a16="http://schemas.microsoft.com/office/drawing/2014/main" id="{D08337C9-50C0-3C17-5E2A-887B502A1B5D}"/>
              </a:ext>
            </a:extLst>
          </p:cNvPr>
          <p:cNvSpPr txBox="1">
            <a:spLocks noChangeArrowheads="1"/>
          </p:cNvSpPr>
          <p:nvPr/>
        </p:nvSpPr>
        <p:spPr bwMode="auto">
          <a:xfrm>
            <a:off x="4597400" y="1274763"/>
            <a:ext cx="3505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900">
                <a:latin typeface="微软雅黑" panose="020B0503020204020204" pitchFamily="34" charset="-122"/>
                <a:ea typeface="微软雅黑" panose="020B0503020204020204" pitchFamily="34" charset="-122"/>
              </a:rPr>
              <a:t>s1</a:t>
            </a:r>
            <a:r>
              <a:rPr lang="zh-CN" altLang="en-US" sz="1900">
                <a:latin typeface="微软雅黑" panose="020B0503020204020204" pitchFamily="34" charset="-122"/>
                <a:ea typeface="微软雅黑" panose="020B0503020204020204" pitchFamily="34" charset="-122"/>
              </a:rPr>
              <a:t>减</a:t>
            </a:r>
            <a:r>
              <a:rPr lang="en-US" altLang="zh-CN" sz="1900">
                <a:latin typeface="微软雅黑" panose="020B0503020204020204" pitchFamily="34" charset="-122"/>
                <a:ea typeface="微软雅黑" panose="020B0503020204020204" pitchFamily="34" charset="-122"/>
              </a:rPr>
              <a:t>4</a:t>
            </a:r>
            <a:r>
              <a:rPr lang="zh-CN" altLang="en-US" sz="1900">
                <a:latin typeface="微软雅黑" panose="020B0503020204020204" pitchFamily="34" charset="-122"/>
                <a:ea typeface="微软雅黑" panose="020B0503020204020204" pitchFamily="34" charset="-122"/>
              </a:rPr>
              <a:t>，故</a:t>
            </a:r>
            <a:r>
              <a:rPr lang="en-US" altLang="zh-CN" sz="1900">
                <a:latin typeface="微软雅黑" panose="020B0503020204020204" pitchFamily="34" charset="-122"/>
                <a:ea typeface="微软雅黑" panose="020B0503020204020204" pitchFamily="34" charset="-122"/>
              </a:rPr>
              <a:t>sw</a:t>
            </a:r>
            <a:r>
              <a:rPr lang="zh-CN" altLang="en-US" sz="1900">
                <a:latin typeface="微软雅黑" panose="020B0503020204020204" pitchFamily="34" charset="-122"/>
                <a:ea typeface="微软雅黑" panose="020B0503020204020204" pitchFamily="34" charset="-122"/>
              </a:rPr>
              <a:t>指令偏移改为</a:t>
            </a:r>
            <a:r>
              <a:rPr lang="en-US" altLang="zh-CN" sz="1900">
                <a:latin typeface="微软雅黑" panose="020B0503020204020204" pitchFamily="34" charset="-122"/>
                <a:ea typeface="微软雅黑" panose="020B0503020204020204" pitchFamily="34" charset="-122"/>
              </a:rPr>
              <a:t>4</a:t>
            </a:r>
          </a:p>
        </p:txBody>
      </p:sp>
      <p:sp>
        <p:nvSpPr>
          <p:cNvPr id="246803" name="Line 19">
            <a:extLst>
              <a:ext uri="{FF2B5EF4-FFF2-40B4-BE49-F238E27FC236}">
                <a16:creationId xmlns:a16="http://schemas.microsoft.com/office/drawing/2014/main" id="{33602E3D-59AA-4273-A4F4-87768B60DD56}"/>
              </a:ext>
            </a:extLst>
          </p:cNvPr>
          <p:cNvSpPr>
            <a:spLocks noChangeShapeType="1"/>
          </p:cNvSpPr>
          <p:nvPr/>
        </p:nvSpPr>
        <p:spPr bwMode="auto">
          <a:xfrm flipH="1">
            <a:off x="2700338" y="4732338"/>
            <a:ext cx="2887662" cy="492125"/>
          </a:xfrm>
          <a:prstGeom prst="line">
            <a:avLst/>
          </a:prstGeom>
          <a:noFill/>
          <a:ln w="5715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804" name="Text Box 20">
            <a:extLst>
              <a:ext uri="{FF2B5EF4-FFF2-40B4-BE49-F238E27FC236}">
                <a16:creationId xmlns:a16="http://schemas.microsoft.com/office/drawing/2014/main" id="{9B4462D5-8719-7DC1-FCA5-58905DC07726}"/>
              </a:ext>
            </a:extLst>
          </p:cNvPr>
          <p:cNvSpPr txBox="1">
            <a:spLocks noChangeArrowheads="1"/>
          </p:cNvSpPr>
          <p:nvPr/>
        </p:nvSpPr>
        <p:spPr bwMode="auto">
          <a:xfrm>
            <a:off x="1277938" y="4413250"/>
            <a:ext cx="2990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800">
                <a:latin typeface="Arial" panose="020B0604020202020204" pitchFamily="34" charset="0"/>
                <a:ea typeface="宋体" panose="02010600030101010101" pitchFamily="2" charset="-122"/>
              </a:rPr>
              <a:t>addi       </a:t>
            </a:r>
            <a:r>
              <a:rPr lang="en-US" altLang="zh-CN" sz="1800">
                <a:solidFill>
                  <a:srgbClr val="CC0000"/>
                </a:solidFill>
                <a:latin typeface="Arial" panose="020B0604020202020204" pitchFamily="34" charset="0"/>
                <a:ea typeface="宋体" panose="02010600030101010101" pitchFamily="2" charset="-122"/>
              </a:rPr>
              <a:t>  s1</a:t>
            </a:r>
            <a:r>
              <a:rPr lang="en-US" altLang="zh-CN" sz="1800">
                <a:solidFill>
                  <a:schemeClr val="accent2"/>
                </a:solidFill>
                <a:latin typeface="Arial" panose="020B0604020202020204" pitchFamily="34" charset="0"/>
                <a:ea typeface="宋体" panose="02010600030101010101" pitchFamily="2" charset="-122"/>
              </a:rPr>
              <a:t>,  s1, -4</a:t>
            </a:r>
            <a:r>
              <a:rPr lang="en-US" altLang="zh-CN">
                <a:ea typeface="宋体" panose="02010600030101010101" pitchFamily="2" charset="-122"/>
              </a:rPr>
              <a:t>  </a:t>
            </a:r>
            <a:r>
              <a:rPr lang="zh-CN" altLang="en-US">
                <a:solidFill>
                  <a:schemeClr val="accent1"/>
                </a:solidFill>
                <a:ea typeface="宋体" panose="02010600030101010101" pitchFamily="2" charset="-122"/>
              </a:rPr>
              <a:t>？</a:t>
            </a:r>
            <a:r>
              <a:rPr lang="zh-CN" altLang="en-US">
                <a:ea typeface="宋体" panose="02010600030101010101" pitchFamily="2" charset="-122"/>
              </a:rPr>
              <a:t>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6787">
                                            <p:txEl>
                                              <p:pRg st="6" end="6"/>
                                            </p:txEl>
                                          </p:spTgt>
                                        </p:tgtEl>
                                        <p:attrNameLst>
                                          <p:attrName>style.visibility</p:attrName>
                                        </p:attrNameLst>
                                      </p:cBhvr>
                                      <p:to>
                                        <p:strVal val="visible"/>
                                      </p:to>
                                    </p:set>
                                    <p:animEffect transition="in" filter="blinds(horizontal)">
                                      <p:cBhvr>
                                        <p:cTn id="7" dur="500"/>
                                        <p:tgtEl>
                                          <p:spTgt spid="246787">
                                            <p:txEl>
                                              <p:pRg st="6" end="6"/>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6794"/>
                                        </p:tgtEl>
                                        <p:attrNameLst>
                                          <p:attrName>style.visibility</p:attrName>
                                        </p:attrNameLst>
                                      </p:cBhvr>
                                      <p:to>
                                        <p:strVal val="visible"/>
                                      </p:to>
                                    </p:set>
                                    <p:animEffect transition="in" filter="blinds(horizontal)">
                                      <p:cBhvr>
                                        <p:cTn id="12" dur="500"/>
                                        <p:tgtEl>
                                          <p:spTgt spid="2467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6787">
                                            <p:txEl>
                                              <p:pRg st="7" end="7"/>
                                            </p:txEl>
                                          </p:spTgt>
                                        </p:tgtEl>
                                        <p:attrNameLst>
                                          <p:attrName>style.visibility</p:attrName>
                                        </p:attrNameLst>
                                      </p:cBhvr>
                                      <p:to>
                                        <p:strVal val="visible"/>
                                      </p:to>
                                    </p:set>
                                    <p:animEffect transition="in" filter="blinds(horizontal)">
                                      <p:cBhvr>
                                        <p:cTn id="17" dur="500"/>
                                        <p:tgtEl>
                                          <p:spTgt spid="246787">
                                            <p:txEl>
                                              <p:pRg st="7" end="7"/>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6793">
                                            <p:bg/>
                                          </p:spTgt>
                                        </p:tgtEl>
                                        <p:attrNameLst>
                                          <p:attrName>style.visibility</p:attrName>
                                        </p:attrNameLst>
                                      </p:cBhvr>
                                      <p:to>
                                        <p:strVal val="visible"/>
                                      </p:to>
                                    </p:set>
                                    <p:animEffect transition="in" filter="blinds(horizontal)">
                                      <p:cBhvr>
                                        <p:cTn id="22" dur="500"/>
                                        <p:tgtEl>
                                          <p:spTgt spid="246793">
                                            <p:bg/>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46793">
                                            <p:txEl>
                                              <p:pRg st="0" end="0"/>
                                            </p:txEl>
                                          </p:spTgt>
                                        </p:tgtEl>
                                        <p:attrNameLst>
                                          <p:attrName>style.visibility</p:attrName>
                                        </p:attrNameLst>
                                      </p:cBhvr>
                                      <p:to>
                                        <p:strVal val="visible"/>
                                      </p:to>
                                    </p:set>
                                    <p:animEffect transition="in" filter="blinds(horizontal)">
                                      <p:cBhvr>
                                        <p:cTn id="25" dur="500"/>
                                        <p:tgtEl>
                                          <p:spTgt spid="246793">
                                            <p:txEl>
                                              <p:pRg st="0" end="0"/>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46793">
                                            <p:txEl>
                                              <p:pRg st="1" end="1"/>
                                            </p:txEl>
                                          </p:spTgt>
                                        </p:tgtEl>
                                        <p:attrNameLst>
                                          <p:attrName>style.visibility</p:attrName>
                                        </p:attrNameLst>
                                      </p:cBhvr>
                                      <p:to>
                                        <p:strVal val="visible"/>
                                      </p:to>
                                    </p:set>
                                    <p:animEffect transition="in" filter="blinds(horizontal)">
                                      <p:cBhvr>
                                        <p:cTn id="28" dur="500"/>
                                        <p:tgtEl>
                                          <p:spTgt spid="246793">
                                            <p:txEl>
                                              <p:pRg st="1" end="1"/>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46793">
                                            <p:txEl>
                                              <p:pRg st="2" end="2"/>
                                            </p:txEl>
                                          </p:spTgt>
                                        </p:tgtEl>
                                        <p:attrNameLst>
                                          <p:attrName>style.visibility</p:attrName>
                                        </p:attrNameLst>
                                      </p:cBhvr>
                                      <p:to>
                                        <p:strVal val="visible"/>
                                      </p:to>
                                    </p:set>
                                    <p:animEffect transition="in" filter="blinds(horizontal)">
                                      <p:cBhvr>
                                        <p:cTn id="31" dur="500"/>
                                        <p:tgtEl>
                                          <p:spTgt spid="246793">
                                            <p:txEl>
                                              <p:pRg st="2" end="2"/>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46796"/>
                                        </p:tgtEl>
                                        <p:attrNameLst>
                                          <p:attrName>style.visibility</p:attrName>
                                        </p:attrNameLst>
                                      </p:cBhvr>
                                      <p:to>
                                        <p:strVal val="visible"/>
                                      </p:to>
                                    </p:set>
                                    <p:animEffect transition="in" filter="blinds(horizontal)">
                                      <p:cBhvr>
                                        <p:cTn id="36" dur="500"/>
                                        <p:tgtEl>
                                          <p:spTgt spid="24679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246793">
                                            <p:txEl>
                                              <p:pRg st="2" end="2"/>
                                            </p:txEl>
                                          </p:spTgt>
                                        </p:tgtEl>
                                        <p:attrNameLst>
                                          <p:attrName>style.visibility</p:attrName>
                                        </p:attrNameLst>
                                      </p:cBhvr>
                                      <p:to>
                                        <p:strVal val="visible"/>
                                      </p:to>
                                    </p:set>
                                    <p:animEffect transition="in" filter="blinds(horizontal)">
                                      <p:cBhvr>
                                        <p:cTn id="41" dur="500"/>
                                        <p:tgtEl>
                                          <p:spTgt spid="246793">
                                            <p:txEl>
                                              <p:pRg st="2" end="2"/>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46801"/>
                                        </p:tgtEl>
                                        <p:attrNameLst>
                                          <p:attrName>style.visibility</p:attrName>
                                        </p:attrNameLst>
                                      </p:cBhvr>
                                      <p:to>
                                        <p:strVal val="visible"/>
                                      </p:to>
                                    </p:set>
                                    <p:animEffect transition="in" filter="blinds(horizontal)">
                                      <p:cBhvr>
                                        <p:cTn id="46" dur="500"/>
                                        <p:tgtEl>
                                          <p:spTgt spid="24680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46800"/>
                                        </p:tgtEl>
                                        <p:attrNameLst>
                                          <p:attrName>style.visibility</p:attrName>
                                        </p:attrNameLst>
                                      </p:cBhvr>
                                      <p:to>
                                        <p:strVal val="visible"/>
                                      </p:to>
                                    </p:set>
                                    <p:animEffect transition="in" filter="blinds(horizontal)">
                                      <p:cBhvr>
                                        <p:cTn id="51" dur="500"/>
                                        <p:tgtEl>
                                          <p:spTgt spid="24680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46804"/>
                                        </p:tgtEl>
                                        <p:attrNameLst>
                                          <p:attrName>style.visibility</p:attrName>
                                        </p:attrNameLst>
                                      </p:cBhvr>
                                      <p:to>
                                        <p:strVal val="visible"/>
                                      </p:to>
                                    </p:set>
                                    <p:animEffect transition="in" filter="blinds(horizontal)">
                                      <p:cBhvr>
                                        <p:cTn id="56" dur="500"/>
                                        <p:tgtEl>
                                          <p:spTgt spid="24680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nodeType="clickEffect">
                                  <p:stCondLst>
                                    <p:cond delay="0"/>
                                  </p:stCondLst>
                                  <p:childTnLst>
                                    <p:set>
                                      <p:cBhvr>
                                        <p:cTn id="60" dur="1" fill="hold">
                                          <p:stCondLst>
                                            <p:cond delay="0"/>
                                          </p:stCondLst>
                                        </p:cTn>
                                        <p:tgtEl>
                                          <p:spTgt spid="246797">
                                            <p:txEl>
                                              <p:pRg st="0" end="0"/>
                                            </p:txEl>
                                          </p:spTgt>
                                        </p:tgtEl>
                                        <p:attrNameLst>
                                          <p:attrName>style.visibility</p:attrName>
                                        </p:attrNameLst>
                                      </p:cBhvr>
                                      <p:to>
                                        <p:strVal val="visible"/>
                                      </p:to>
                                    </p:set>
                                    <p:animEffect transition="in" filter="blinds(horizontal)">
                                      <p:cBhvr>
                                        <p:cTn id="61" dur="500"/>
                                        <p:tgtEl>
                                          <p:spTgt spid="246797">
                                            <p:txEl>
                                              <p:pRg st="0" end="0"/>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nodeType="clickEffect">
                                  <p:stCondLst>
                                    <p:cond delay="0"/>
                                  </p:stCondLst>
                                  <p:childTnLst>
                                    <p:set>
                                      <p:cBhvr>
                                        <p:cTn id="65" dur="1" fill="hold">
                                          <p:stCondLst>
                                            <p:cond delay="0"/>
                                          </p:stCondLst>
                                        </p:cTn>
                                        <p:tgtEl>
                                          <p:spTgt spid="246803"/>
                                        </p:tgtEl>
                                        <p:attrNameLst>
                                          <p:attrName>style.visibility</p:attrName>
                                        </p:attrNameLst>
                                      </p:cBhvr>
                                      <p:to>
                                        <p:strVal val="visible"/>
                                      </p:to>
                                    </p:set>
                                    <p:animEffect transition="in" filter="blinds(horizontal)">
                                      <p:cBhvr>
                                        <p:cTn id="66" dur="500"/>
                                        <p:tgtEl>
                                          <p:spTgt spid="24680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nodeType="clickEffect">
                                  <p:stCondLst>
                                    <p:cond delay="0"/>
                                  </p:stCondLst>
                                  <p:childTnLst>
                                    <p:set>
                                      <p:cBhvr>
                                        <p:cTn id="70" dur="1" fill="hold">
                                          <p:stCondLst>
                                            <p:cond delay="0"/>
                                          </p:stCondLst>
                                        </p:cTn>
                                        <p:tgtEl>
                                          <p:spTgt spid="246797">
                                            <p:txEl>
                                              <p:pRg st="1" end="1"/>
                                            </p:txEl>
                                          </p:spTgt>
                                        </p:tgtEl>
                                        <p:attrNameLst>
                                          <p:attrName>style.visibility</p:attrName>
                                        </p:attrNameLst>
                                      </p:cBhvr>
                                      <p:to>
                                        <p:strVal val="visible"/>
                                      </p:to>
                                    </p:set>
                                    <p:animEffect transition="in" filter="blinds(horizontal)">
                                      <p:cBhvr>
                                        <p:cTn id="71" dur="500"/>
                                        <p:tgtEl>
                                          <p:spTgt spid="246797">
                                            <p:txEl>
                                              <p:pRg st="1" end="1"/>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nodeType="clickEffect">
                                  <p:stCondLst>
                                    <p:cond delay="0"/>
                                  </p:stCondLst>
                                  <p:childTnLst>
                                    <p:set>
                                      <p:cBhvr>
                                        <p:cTn id="75" dur="1" fill="hold">
                                          <p:stCondLst>
                                            <p:cond delay="0"/>
                                          </p:stCondLst>
                                        </p:cTn>
                                        <p:tgtEl>
                                          <p:spTgt spid="246787">
                                            <p:txEl>
                                              <p:pRg st="8" end="8"/>
                                            </p:txEl>
                                          </p:spTgt>
                                        </p:tgtEl>
                                        <p:attrNameLst>
                                          <p:attrName>style.visibility</p:attrName>
                                        </p:attrNameLst>
                                      </p:cBhvr>
                                      <p:to>
                                        <p:strVal val="visible"/>
                                      </p:to>
                                    </p:set>
                                    <p:animEffect transition="in" filter="blinds(horizontal)">
                                      <p:cBhvr>
                                        <p:cTn id="76" dur="500"/>
                                        <p:tgtEl>
                                          <p:spTgt spid="246787">
                                            <p:txEl>
                                              <p:pRg st="8" end="8"/>
                                            </p:txEl>
                                          </p:spTgt>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3" presetClass="exit" presetSubtype="10" fill="hold" grpId="2" nodeType="clickEffect">
                                  <p:stCondLst>
                                    <p:cond delay="0"/>
                                  </p:stCondLst>
                                  <p:childTnLst>
                                    <p:animEffect transition="out" filter="blinds(horizontal)">
                                      <p:cBhvr>
                                        <p:cTn id="80" dur="500"/>
                                        <p:tgtEl>
                                          <p:spTgt spid="246804"/>
                                        </p:tgtEl>
                                      </p:cBhvr>
                                    </p:animEffect>
                                    <p:set>
                                      <p:cBhvr>
                                        <p:cTn id="81" dur="1" fill="hold">
                                          <p:stCondLst>
                                            <p:cond delay="499"/>
                                          </p:stCondLst>
                                        </p:cTn>
                                        <p:tgtEl>
                                          <p:spTgt spid="246804"/>
                                        </p:tgtEl>
                                        <p:attrNameLst>
                                          <p:attrName>style.visibility</p:attrName>
                                        </p:attrNameLst>
                                      </p:cBhvr>
                                      <p:to>
                                        <p:strVal val="hidden"/>
                                      </p:to>
                                    </p:set>
                                  </p:childTnLst>
                                </p:cTn>
                              </p:par>
                              <p:par>
                                <p:cTn id="82" presetID="3" presetClass="exit" presetSubtype="10" fill="hold" nodeType="withEffect">
                                  <p:stCondLst>
                                    <p:cond delay="0"/>
                                  </p:stCondLst>
                                  <p:childTnLst>
                                    <p:animEffect transition="out" filter="blinds(horizontal)">
                                      <p:cBhvr>
                                        <p:cTn id="83" dur="500"/>
                                        <p:tgtEl>
                                          <p:spTgt spid="246803"/>
                                        </p:tgtEl>
                                      </p:cBhvr>
                                    </p:animEffect>
                                    <p:set>
                                      <p:cBhvr>
                                        <p:cTn id="84" dur="1" fill="hold">
                                          <p:stCondLst>
                                            <p:cond delay="499"/>
                                          </p:stCondLst>
                                        </p:cTn>
                                        <p:tgtEl>
                                          <p:spTgt spid="246803"/>
                                        </p:tgtEl>
                                        <p:attrNameLst>
                                          <p:attrName>style.visibility</p:attrName>
                                        </p:attrNameLst>
                                      </p:cBhvr>
                                      <p:to>
                                        <p:strVal val="hidden"/>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246790"/>
                                        </p:tgtEl>
                                        <p:attrNameLst>
                                          <p:attrName>style.visibility</p:attrName>
                                        </p:attrNameLst>
                                      </p:cBhvr>
                                      <p:to>
                                        <p:strVal val="visible"/>
                                      </p:to>
                                    </p:set>
                                    <p:animEffect transition="in" filter="blinds(horizontal)">
                                      <p:cBhvr>
                                        <p:cTn id="89" dur="500"/>
                                        <p:tgtEl>
                                          <p:spTgt spid="246790"/>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246791"/>
                                        </p:tgtEl>
                                        <p:attrNameLst>
                                          <p:attrName>style.visibility</p:attrName>
                                        </p:attrNameLst>
                                      </p:cBhvr>
                                      <p:to>
                                        <p:strVal val="visible"/>
                                      </p:to>
                                    </p:set>
                                    <p:animEffect transition="in" filter="blinds(horizontal)">
                                      <p:cBhvr>
                                        <p:cTn id="94" dur="500"/>
                                        <p:tgtEl>
                                          <p:spTgt spid="246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90" grpId="0"/>
      <p:bldP spid="246791" grpId="0"/>
      <p:bldP spid="246793" grpId="0" uiExpand="1" build="allAtOnce" animBg="1"/>
      <p:bldP spid="246794" grpId="0"/>
      <p:bldP spid="246796" grpId="0" animBg="1"/>
      <p:bldP spid="246800" grpId="0"/>
      <p:bldP spid="246801" grpId="0"/>
      <p:bldP spid="246804" grpId="0"/>
      <p:bldP spid="246804" grpId="2"/>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3" name="图片 4">
            <a:extLst>
              <a:ext uri="{FF2B5EF4-FFF2-40B4-BE49-F238E27FC236}">
                <a16:creationId xmlns:a16="http://schemas.microsoft.com/office/drawing/2014/main" id="{CEF82EEB-D1B7-C1D2-8E03-C6EF69D3F6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150" y="2543175"/>
            <a:ext cx="8677275"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914" name="Rectangle 2">
            <a:extLst>
              <a:ext uri="{FF2B5EF4-FFF2-40B4-BE49-F238E27FC236}">
                <a16:creationId xmlns:a16="http://schemas.microsoft.com/office/drawing/2014/main" id="{16C4A9AE-720A-2A9B-20E7-157FCBDB3779}"/>
              </a:ext>
            </a:extLst>
          </p:cNvPr>
          <p:cNvSpPr>
            <a:spLocks noGrp="1" noChangeArrowheads="1"/>
          </p:cNvSpPr>
          <p:nvPr>
            <p:ph type="title"/>
          </p:nvPr>
        </p:nvSpPr>
        <p:spPr>
          <a:xfrm>
            <a:off x="800100" y="158750"/>
            <a:ext cx="6862763" cy="373063"/>
          </a:xfrm>
        </p:spPr>
        <p:txBody>
          <a:bodyPr/>
          <a:lstStyle/>
          <a:p>
            <a:r>
              <a:rPr lang="zh-CN" altLang="en-US">
                <a:solidFill>
                  <a:srgbClr val="FF0000"/>
                </a:solidFill>
                <a:ea typeface="宋体" panose="02010600030101010101" pitchFamily="2" charset="-122"/>
              </a:rPr>
              <a:t>用“循环展开”技术进行指令调度</a:t>
            </a:r>
          </a:p>
        </p:txBody>
      </p:sp>
      <p:sp>
        <p:nvSpPr>
          <p:cNvPr id="248835" name="Rectangle 3">
            <a:extLst>
              <a:ext uri="{FF2B5EF4-FFF2-40B4-BE49-F238E27FC236}">
                <a16:creationId xmlns:a16="http://schemas.microsoft.com/office/drawing/2014/main" id="{E9AF49FF-64B1-68EA-39AF-7B57F4F0A9F1}"/>
              </a:ext>
            </a:extLst>
          </p:cNvPr>
          <p:cNvSpPr>
            <a:spLocks noGrp="1" noChangeArrowheads="1"/>
          </p:cNvSpPr>
          <p:nvPr>
            <p:ph type="body" sz="half" idx="1"/>
          </p:nvPr>
        </p:nvSpPr>
        <p:spPr>
          <a:xfrm>
            <a:off x="271463" y="631825"/>
            <a:ext cx="8577262" cy="1890713"/>
          </a:xfrm>
        </p:spPr>
        <p:txBody>
          <a:bodyPr/>
          <a:lstStyle/>
          <a:p>
            <a:pPr>
              <a:spcBef>
                <a:spcPct val="15000"/>
              </a:spcBef>
            </a:pPr>
            <a:r>
              <a:rPr lang="zh-CN" altLang="en-US" sz="1900">
                <a:latin typeface="微软雅黑" panose="020B0503020204020204" pitchFamily="34" charset="-122"/>
                <a:ea typeface="微软雅黑" panose="020B0503020204020204" pitchFamily="34" charset="-122"/>
              </a:rPr>
              <a:t>基本思想：展开循环体，生成多个副本，在展开的指令中统筹调度</a:t>
            </a:r>
          </a:p>
          <a:p>
            <a:pPr>
              <a:spcBef>
                <a:spcPct val="15000"/>
              </a:spcBef>
            </a:pPr>
            <a:r>
              <a:rPr lang="zh-CN" altLang="en-US" sz="1900">
                <a:latin typeface="微软雅黑" panose="020B0503020204020204" pitchFamily="34" charset="-122"/>
                <a:ea typeface="微软雅黑" panose="020B0503020204020204" pitchFamily="34" charset="-122"/>
              </a:rPr>
              <a:t>上例采用“循环展开”后的指令序列是什么？</a:t>
            </a:r>
          </a:p>
          <a:p>
            <a:pPr lvl="1">
              <a:spcBef>
                <a:spcPct val="15000"/>
              </a:spcBef>
            </a:pPr>
            <a:r>
              <a:rPr lang="zh-CN" altLang="en-US" sz="1900">
                <a:latin typeface="微软雅黑" panose="020B0503020204020204" pitchFamily="34" charset="-122"/>
                <a:ea typeface="微软雅黑" panose="020B0503020204020204" pitchFamily="34" charset="-122"/>
              </a:rPr>
              <a:t>为简化起见，假定循环执行次数是</a:t>
            </a:r>
            <a:r>
              <a:rPr lang="en-US" altLang="zh-CN" sz="1900">
                <a:latin typeface="微软雅黑" panose="020B0503020204020204" pitchFamily="34" charset="-122"/>
                <a:ea typeface="微软雅黑" panose="020B0503020204020204" pitchFamily="34" charset="-122"/>
              </a:rPr>
              <a:t>4</a:t>
            </a:r>
            <a:r>
              <a:rPr lang="zh-CN" altLang="en-US" sz="1900">
                <a:latin typeface="微软雅黑" panose="020B0503020204020204" pitchFamily="34" charset="-122"/>
                <a:ea typeface="微软雅黑" panose="020B0503020204020204" pitchFamily="34" charset="-122"/>
              </a:rPr>
              <a:t>的倍数</a:t>
            </a:r>
          </a:p>
          <a:p>
            <a:pPr lvl="1">
              <a:lnSpc>
                <a:spcPct val="100000"/>
              </a:lnSpc>
              <a:spcBef>
                <a:spcPct val="15000"/>
              </a:spcBef>
            </a:pPr>
            <a:r>
              <a:rPr lang="zh-CN" altLang="en-US" sz="1900">
                <a:latin typeface="微软雅黑" panose="020B0503020204020204" pitchFamily="34" charset="-122"/>
                <a:ea typeface="微软雅黑" panose="020B0503020204020204" pitchFamily="34" charset="-122"/>
              </a:rPr>
              <a:t>“循环展开”</a:t>
            </a:r>
            <a:r>
              <a:rPr lang="en-US" altLang="zh-CN" sz="1900">
                <a:latin typeface="微软雅黑" panose="020B0503020204020204" pitchFamily="34" charset="-122"/>
                <a:ea typeface="微软雅黑" panose="020B0503020204020204" pitchFamily="34" charset="-122"/>
              </a:rPr>
              <a:t>4</a:t>
            </a:r>
            <a:r>
              <a:rPr lang="zh-CN" altLang="en-US" sz="1900">
                <a:latin typeface="微软雅黑" panose="020B0503020204020204" pitchFamily="34" charset="-122"/>
                <a:ea typeface="微软雅黑" panose="020B0503020204020204" pitchFamily="34" charset="-122"/>
              </a:rPr>
              <a:t>次后循环内指令（</a:t>
            </a:r>
            <a:r>
              <a:rPr lang="en-US" altLang="zh-CN" sz="1900">
                <a:solidFill>
                  <a:srgbClr val="008000"/>
                </a:solidFill>
                <a:latin typeface="微软雅黑" panose="020B0503020204020204" pitchFamily="34" charset="-122"/>
                <a:ea typeface="微软雅黑" panose="020B0503020204020204" pitchFamily="34" charset="-122"/>
              </a:rPr>
              <a:t>lw, addi, sw</a:t>
            </a:r>
            <a:r>
              <a:rPr lang="zh-CN" altLang="en-US" sz="1900">
                <a:latin typeface="微软雅黑" panose="020B0503020204020204" pitchFamily="34" charset="-122"/>
                <a:ea typeface="微软雅黑" panose="020B0503020204020204" pitchFamily="34" charset="-122"/>
              </a:rPr>
              <a:t>）各有</a:t>
            </a:r>
            <a:r>
              <a:rPr lang="en-US" altLang="zh-CN" sz="1900">
                <a:latin typeface="微软雅黑" panose="020B0503020204020204" pitchFamily="34" charset="-122"/>
                <a:ea typeface="微软雅黑" panose="020B0503020204020204" pitchFamily="34" charset="-122"/>
              </a:rPr>
              <a:t>4</a:t>
            </a:r>
            <a:r>
              <a:rPr lang="zh-CN" altLang="en-US" sz="1900">
                <a:latin typeface="微软雅黑" panose="020B0503020204020204" pitchFamily="34" charset="-122"/>
                <a:ea typeface="微软雅黑" panose="020B0503020204020204" pitchFamily="34" charset="-122"/>
              </a:rPr>
              <a:t>条，再加</a:t>
            </a:r>
            <a:r>
              <a:rPr lang="en-US" altLang="zh-CN" sz="1900">
                <a:latin typeface="微软雅黑" panose="020B0503020204020204" pitchFamily="34" charset="-122"/>
                <a:ea typeface="微软雅黑" panose="020B0503020204020204" pitchFamily="34" charset="-122"/>
              </a:rPr>
              <a:t>1</a:t>
            </a:r>
            <a:r>
              <a:rPr lang="zh-CN" altLang="en-US" sz="1900">
                <a:latin typeface="微软雅黑" panose="020B0503020204020204" pitchFamily="34" charset="-122"/>
                <a:ea typeface="微软雅黑" panose="020B0503020204020204" pitchFamily="34" charset="-122"/>
              </a:rPr>
              <a:t>条</a:t>
            </a:r>
            <a:r>
              <a:rPr lang="en-US" altLang="zh-CN" sz="1900">
                <a:latin typeface="微软雅黑" panose="020B0503020204020204" pitchFamily="34" charset="-122"/>
                <a:ea typeface="微软雅黑" panose="020B0503020204020204" pitchFamily="34" charset="-122"/>
              </a:rPr>
              <a:t>addi</a:t>
            </a:r>
            <a:r>
              <a:rPr lang="zh-CN" altLang="en-US" sz="1900">
                <a:latin typeface="微软雅黑" panose="020B0503020204020204" pitchFamily="34" charset="-122"/>
                <a:ea typeface="微软雅黑" panose="020B0503020204020204" pitchFamily="34" charset="-122"/>
              </a:rPr>
              <a:t>（循环控制变量计算）和</a:t>
            </a:r>
            <a:r>
              <a:rPr lang="en-US" altLang="zh-CN" sz="1900">
                <a:latin typeface="微软雅黑" panose="020B0503020204020204" pitchFamily="34" charset="-122"/>
                <a:ea typeface="微软雅黑" panose="020B0503020204020204" pitchFamily="34" charset="-122"/>
              </a:rPr>
              <a:t>1</a:t>
            </a:r>
            <a:r>
              <a:rPr lang="zh-CN" altLang="en-US" sz="1900">
                <a:latin typeface="微软雅黑" panose="020B0503020204020204" pitchFamily="34" charset="-122"/>
                <a:ea typeface="微软雅黑" panose="020B0503020204020204" pitchFamily="34" charset="-122"/>
              </a:rPr>
              <a:t>条</a:t>
            </a:r>
            <a:r>
              <a:rPr lang="en-US" altLang="zh-CN" sz="1900">
                <a:latin typeface="微软雅黑" panose="020B0503020204020204" pitchFamily="34" charset="-122"/>
                <a:ea typeface="微软雅黑" panose="020B0503020204020204" pitchFamily="34" charset="-122"/>
              </a:rPr>
              <a:t>bne</a:t>
            </a:r>
            <a:r>
              <a:rPr lang="zh-CN" altLang="en-US" sz="1900">
                <a:latin typeface="微软雅黑" panose="020B0503020204020204" pitchFamily="34" charset="-122"/>
                <a:ea typeface="微软雅黑" panose="020B0503020204020204" pitchFamily="34" charset="-122"/>
              </a:rPr>
              <a:t>，共</a:t>
            </a:r>
            <a:r>
              <a:rPr lang="en-US" altLang="zh-CN" sz="1900">
                <a:latin typeface="微软雅黑" panose="020B0503020204020204" pitchFamily="34" charset="-122"/>
                <a:ea typeface="微软雅黑" panose="020B0503020204020204" pitchFamily="34" charset="-122"/>
              </a:rPr>
              <a:t>14</a:t>
            </a:r>
            <a:r>
              <a:rPr lang="zh-CN" altLang="en-US" sz="1900">
                <a:latin typeface="微软雅黑" panose="020B0503020204020204" pitchFamily="34" charset="-122"/>
                <a:ea typeface="微软雅黑" panose="020B0503020204020204" pitchFamily="34" charset="-122"/>
              </a:rPr>
              <a:t>条指令</a:t>
            </a:r>
          </a:p>
          <a:p>
            <a:pPr lvl="1">
              <a:spcBef>
                <a:spcPct val="15000"/>
              </a:spcBef>
            </a:pPr>
            <a:r>
              <a:rPr lang="zh-CN" altLang="en-US" sz="1900">
                <a:latin typeface="微软雅黑" panose="020B0503020204020204" pitchFamily="34" charset="-122"/>
                <a:ea typeface="微软雅黑" panose="020B0503020204020204" pitchFamily="34" charset="-122"/>
              </a:rPr>
              <a:t>指令最佳调度序列如下：</a:t>
            </a:r>
            <a:endParaRPr lang="zh-CN" altLang="en-US" sz="1900">
              <a:solidFill>
                <a:srgbClr val="008000"/>
              </a:solidFill>
              <a:latin typeface="微软雅黑" panose="020B0503020204020204" pitchFamily="34" charset="-122"/>
              <a:ea typeface="微软雅黑" panose="020B0503020204020204" pitchFamily="34" charset="-122"/>
            </a:endParaRPr>
          </a:p>
        </p:txBody>
      </p:sp>
      <p:sp>
        <p:nvSpPr>
          <p:cNvPr id="248838" name="Text Box 6">
            <a:extLst>
              <a:ext uri="{FF2B5EF4-FFF2-40B4-BE49-F238E27FC236}">
                <a16:creationId xmlns:a16="http://schemas.microsoft.com/office/drawing/2014/main" id="{60393786-E672-F472-8978-E971D12FF25B}"/>
              </a:ext>
            </a:extLst>
          </p:cNvPr>
          <p:cNvSpPr txBox="1">
            <a:spLocks noChangeArrowheads="1"/>
          </p:cNvSpPr>
          <p:nvPr/>
        </p:nvSpPr>
        <p:spPr bwMode="auto">
          <a:xfrm>
            <a:off x="147638" y="5254625"/>
            <a:ext cx="81788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en-US" altLang="zh-CN" sz="1900">
                <a:latin typeface="微软雅黑" panose="020B0503020204020204" pitchFamily="34" charset="-122"/>
                <a:ea typeface="微软雅黑" panose="020B0503020204020204" pitchFamily="34" charset="-122"/>
              </a:rPr>
              <a:t>14</a:t>
            </a:r>
            <a:r>
              <a:rPr lang="zh-CN" altLang="en-US" sz="1900">
                <a:latin typeface="微软雅黑" panose="020B0503020204020204" pitchFamily="34" charset="-122"/>
                <a:ea typeface="微软雅黑" panose="020B0503020204020204" pitchFamily="34" charset="-122"/>
              </a:rPr>
              <a:t>条指令用了</a:t>
            </a:r>
            <a:r>
              <a:rPr lang="en-US" altLang="zh-CN" sz="1900">
                <a:latin typeface="微软雅黑" panose="020B0503020204020204" pitchFamily="34" charset="-122"/>
                <a:ea typeface="微软雅黑" panose="020B0503020204020204" pitchFamily="34" charset="-122"/>
              </a:rPr>
              <a:t>8</a:t>
            </a:r>
            <a:r>
              <a:rPr lang="zh-CN" altLang="en-US" sz="1900">
                <a:latin typeface="微软雅黑" panose="020B0503020204020204" pitchFamily="34" charset="-122"/>
                <a:ea typeface="微软雅黑" panose="020B0503020204020204" pitchFamily="34" charset="-122"/>
              </a:rPr>
              <a:t>个时钟，</a:t>
            </a:r>
            <a:r>
              <a:rPr lang="en-US" altLang="zh-CN" sz="1900">
                <a:latin typeface="微软雅黑" panose="020B0503020204020204" pitchFamily="34" charset="-122"/>
                <a:ea typeface="微软雅黑" panose="020B0503020204020204" pitchFamily="34" charset="-122"/>
              </a:rPr>
              <a:t>CPI</a:t>
            </a:r>
            <a:r>
              <a:rPr lang="zh-CN" altLang="en-US" sz="1900">
                <a:latin typeface="微软雅黑" panose="020B0503020204020204" pitchFamily="34" charset="-122"/>
                <a:ea typeface="微软雅黑" panose="020B0503020204020204" pitchFamily="34" charset="-122"/>
              </a:rPr>
              <a:t>达到</a:t>
            </a:r>
            <a:r>
              <a:rPr lang="en-US" altLang="zh-CN" sz="1900">
                <a:latin typeface="微软雅黑" panose="020B0503020204020204" pitchFamily="34" charset="-122"/>
                <a:ea typeface="微软雅黑" panose="020B0503020204020204" pitchFamily="34" charset="-122"/>
              </a:rPr>
              <a:t>8/14=0.57</a:t>
            </a:r>
            <a:r>
              <a:rPr lang="zh-CN" altLang="en-US" sz="1900">
                <a:latin typeface="微软雅黑" panose="020B0503020204020204" pitchFamily="34" charset="-122"/>
                <a:ea typeface="微软雅黑" panose="020B0503020204020204" pitchFamily="34" charset="-122"/>
              </a:rPr>
              <a:t>。</a:t>
            </a:r>
          </a:p>
          <a:p>
            <a:pPr eaLnBrk="0" hangingPunct="0"/>
            <a:r>
              <a:rPr lang="zh-CN" altLang="en-US" sz="1900">
                <a:solidFill>
                  <a:schemeClr val="accent2"/>
                </a:solidFill>
                <a:latin typeface="微软雅黑" panose="020B0503020204020204" pitchFamily="34" charset="-122"/>
                <a:ea typeface="微软雅黑" panose="020B0503020204020204" pitchFamily="34" charset="-122"/>
              </a:rPr>
              <a:t>需要用到</a:t>
            </a:r>
            <a:r>
              <a:rPr lang="zh-CN" altLang="en-US" sz="1900">
                <a:solidFill>
                  <a:srgbClr val="008000"/>
                </a:solidFill>
                <a:latin typeface="微软雅黑" panose="020B0503020204020204" pitchFamily="34" charset="-122"/>
                <a:ea typeface="微软雅黑" panose="020B0503020204020204" pitchFamily="34" charset="-122"/>
              </a:rPr>
              <a:t>“重命名寄存器”技术</a:t>
            </a:r>
            <a:r>
              <a:rPr lang="zh-CN" altLang="en-US" sz="1900">
                <a:solidFill>
                  <a:schemeClr val="accent2"/>
                </a:solidFill>
                <a:latin typeface="微软雅黑" panose="020B0503020204020204" pitchFamily="34" charset="-122"/>
                <a:ea typeface="微软雅黑" panose="020B0503020204020204" pitchFamily="34" charset="-122"/>
              </a:rPr>
              <a:t>，多用了三个临时寄存器</a:t>
            </a:r>
            <a:r>
              <a:rPr lang="en-US" altLang="zh-CN" sz="1900">
                <a:solidFill>
                  <a:schemeClr val="accent2"/>
                </a:solidFill>
                <a:latin typeface="微软雅黑" panose="020B0503020204020204" pitchFamily="34" charset="-122"/>
                <a:ea typeface="微软雅黑" panose="020B0503020204020204" pitchFamily="34" charset="-122"/>
              </a:rPr>
              <a:t>t1,t2,t3</a:t>
            </a:r>
            <a:r>
              <a:rPr lang="zh-CN" altLang="en-US" sz="1900">
                <a:solidFill>
                  <a:schemeClr val="accent2"/>
                </a:solidFill>
                <a:latin typeface="微软雅黑" panose="020B0503020204020204" pitchFamily="34" charset="-122"/>
                <a:ea typeface="微软雅黑" panose="020B0503020204020204" pitchFamily="34" charset="-122"/>
              </a:rPr>
              <a:t>，消除了名字依赖关系（非真实依赖，只是寄存器名相同而已）</a:t>
            </a:r>
          </a:p>
          <a:p>
            <a:pPr eaLnBrk="0" hangingPunct="0"/>
            <a:r>
              <a:rPr lang="zh-CN" altLang="en-US" sz="1900">
                <a:solidFill>
                  <a:srgbClr val="CC0000"/>
                </a:solidFill>
                <a:latin typeface="微软雅黑" panose="020B0503020204020204" pitchFamily="34" charset="-122"/>
                <a:ea typeface="微软雅黑" panose="020B0503020204020204" pitchFamily="34" charset="-122"/>
              </a:rPr>
              <a:t>代价是什么？</a:t>
            </a:r>
            <a:endParaRPr lang="en-US" altLang="zh-CN" sz="1900">
              <a:solidFill>
                <a:srgbClr val="CC0000"/>
              </a:solidFill>
              <a:latin typeface="微软雅黑" panose="020B0503020204020204" pitchFamily="34" charset="-122"/>
              <a:ea typeface="微软雅黑" panose="020B0503020204020204" pitchFamily="34" charset="-122"/>
            </a:endParaRPr>
          </a:p>
        </p:txBody>
      </p:sp>
      <p:sp>
        <p:nvSpPr>
          <p:cNvPr id="248839" name="Text Box 7">
            <a:extLst>
              <a:ext uri="{FF2B5EF4-FFF2-40B4-BE49-F238E27FC236}">
                <a16:creationId xmlns:a16="http://schemas.microsoft.com/office/drawing/2014/main" id="{60F33DCB-CEA0-252D-67AB-BF4A9D5BF9E5}"/>
              </a:ext>
            </a:extLst>
          </p:cNvPr>
          <p:cNvSpPr txBox="1">
            <a:spLocks noChangeArrowheads="1"/>
          </p:cNvSpPr>
          <p:nvPr/>
        </p:nvSpPr>
        <p:spPr bwMode="auto">
          <a:xfrm>
            <a:off x="1963738" y="6170613"/>
            <a:ext cx="67754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latin typeface="微软雅黑" panose="020B0503020204020204" pitchFamily="34" charset="-122"/>
                <a:ea typeface="微软雅黑" panose="020B0503020204020204" pitchFamily="34" charset="-122"/>
              </a:rPr>
              <a:t>多用了三个临时寄存器，并增加了代码大小（存储空间变大）</a:t>
            </a:r>
          </a:p>
        </p:txBody>
      </p:sp>
      <p:sp>
        <p:nvSpPr>
          <p:cNvPr id="248843" name="Text Box 11">
            <a:extLst>
              <a:ext uri="{FF2B5EF4-FFF2-40B4-BE49-F238E27FC236}">
                <a16:creationId xmlns:a16="http://schemas.microsoft.com/office/drawing/2014/main" id="{437C02DE-8D52-D290-473F-13A0A5B1525E}"/>
              </a:ext>
            </a:extLst>
          </p:cNvPr>
          <p:cNvSpPr txBox="1">
            <a:spLocks noChangeArrowheads="1"/>
          </p:cNvSpPr>
          <p:nvPr/>
        </p:nvSpPr>
        <p:spPr bwMode="auto">
          <a:xfrm>
            <a:off x="147638" y="6477000"/>
            <a:ext cx="66087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rgbClr val="CC0000"/>
                </a:solidFill>
                <a:latin typeface="微软雅黑" panose="020B0503020204020204" pitchFamily="34" charset="-122"/>
                <a:ea typeface="微软雅黑" panose="020B0503020204020204" pitchFamily="34" charset="-122"/>
              </a:rPr>
              <a:t>好处：充分利用并行，并消除部分循环分支！</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8835">
                                            <p:txEl>
                                              <p:pRg st="1" end="1"/>
                                            </p:txEl>
                                          </p:spTgt>
                                        </p:tgtEl>
                                        <p:attrNameLst>
                                          <p:attrName>style.visibility</p:attrName>
                                        </p:attrNameLst>
                                      </p:cBhvr>
                                      <p:to>
                                        <p:strVal val="visible"/>
                                      </p:to>
                                    </p:set>
                                    <p:animEffect transition="in" filter="blinds(horizontal)">
                                      <p:cBhvr>
                                        <p:cTn id="7" dur="500"/>
                                        <p:tgtEl>
                                          <p:spTgt spid="2488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8835">
                                            <p:txEl>
                                              <p:pRg st="2" end="2"/>
                                            </p:txEl>
                                          </p:spTgt>
                                        </p:tgtEl>
                                        <p:attrNameLst>
                                          <p:attrName>style.visibility</p:attrName>
                                        </p:attrNameLst>
                                      </p:cBhvr>
                                      <p:to>
                                        <p:strVal val="visible"/>
                                      </p:to>
                                    </p:set>
                                    <p:animEffect transition="in" filter="blinds(horizontal)">
                                      <p:cBhvr>
                                        <p:cTn id="12" dur="500"/>
                                        <p:tgtEl>
                                          <p:spTgt spid="2488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8835">
                                            <p:txEl>
                                              <p:charRg st="71" end="133"/>
                                            </p:txEl>
                                          </p:spTgt>
                                        </p:tgtEl>
                                        <p:attrNameLst>
                                          <p:attrName>style.visibility</p:attrName>
                                        </p:attrNameLst>
                                      </p:cBhvr>
                                      <p:to>
                                        <p:strVal val="visible"/>
                                      </p:to>
                                    </p:set>
                                    <p:animEffect transition="in" filter="blinds(horizontal)">
                                      <p:cBhvr>
                                        <p:cTn id="17" dur="500"/>
                                        <p:tgtEl>
                                          <p:spTgt spid="248835">
                                            <p:txEl>
                                              <p:charRg st="71" end="13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48835">
                                            <p:txEl>
                                              <p:charRg st="133" end="145"/>
                                            </p:txEl>
                                          </p:spTgt>
                                        </p:tgtEl>
                                        <p:attrNameLst>
                                          <p:attrName>style.visibility</p:attrName>
                                        </p:attrNameLst>
                                      </p:cBhvr>
                                      <p:to>
                                        <p:strVal val="visible"/>
                                      </p:to>
                                    </p:set>
                                    <p:animEffect transition="in" filter="blinds(horizontal)">
                                      <p:cBhvr>
                                        <p:cTn id="22" dur="500"/>
                                        <p:tgtEl>
                                          <p:spTgt spid="248835">
                                            <p:txEl>
                                              <p:charRg st="133" end="14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48838">
                                            <p:txEl>
                                              <p:pRg st="0" end="0"/>
                                            </p:txEl>
                                          </p:spTgt>
                                        </p:tgtEl>
                                        <p:attrNameLst>
                                          <p:attrName>style.visibility</p:attrName>
                                        </p:attrNameLst>
                                      </p:cBhvr>
                                      <p:to>
                                        <p:strVal val="visible"/>
                                      </p:to>
                                    </p:set>
                                    <p:animEffect transition="in" filter="blinds(horizontal)">
                                      <p:cBhvr>
                                        <p:cTn id="27" dur="500"/>
                                        <p:tgtEl>
                                          <p:spTgt spid="24883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48838">
                                            <p:txEl>
                                              <p:pRg st="1" end="1"/>
                                            </p:txEl>
                                          </p:spTgt>
                                        </p:tgtEl>
                                        <p:attrNameLst>
                                          <p:attrName>style.visibility</p:attrName>
                                        </p:attrNameLst>
                                      </p:cBhvr>
                                      <p:to>
                                        <p:strVal val="visible"/>
                                      </p:to>
                                    </p:set>
                                    <p:animEffect transition="in" filter="blinds(horizontal)">
                                      <p:cBhvr>
                                        <p:cTn id="32" dur="500"/>
                                        <p:tgtEl>
                                          <p:spTgt spid="248838">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48838">
                                            <p:txEl>
                                              <p:pRg st="2" end="2"/>
                                            </p:txEl>
                                          </p:spTgt>
                                        </p:tgtEl>
                                        <p:attrNameLst>
                                          <p:attrName>style.visibility</p:attrName>
                                        </p:attrNameLst>
                                      </p:cBhvr>
                                      <p:to>
                                        <p:strVal val="visible"/>
                                      </p:to>
                                    </p:set>
                                    <p:animEffect transition="in" filter="blinds(horizontal)">
                                      <p:cBhvr>
                                        <p:cTn id="37" dur="500"/>
                                        <p:tgtEl>
                                          <p:spTgt spid="248838">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48839"/>
                                        </p:tgtEl>
                                        <p:attrNameLst>
                                          <p:attrName>style.visibility</p:attrName>
                                        </p:attrNameLst>
                                      </p:cBhvr>
                                      <p:to>
                                        <p:strVal val="visible"/>
                                      </p:to>
                                    </p:set>
                                    <p:animEffect transition="in" filter="blinds(horizontal)">
                                      <p:cBhvr>
                                        <p:cTn id="42" dur="500"/>
                                        <p:tgtEl>
                                          <p:spTgt spid="24883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8843"/>
                                        </p:tgtEl>
                                        <p:attrNameLst>
                                          <p:attrName>style.visibility</p:attrName>
                                        </p:attrNameLst>
                                      </p:cBhvr>
                                      <p:to>
                                        <p:strVal val="visible"/>
                                      </p:to>
                                    </p:set>
                                    <p:animEffect transition="in" filter="blinds(horizontal)">
                                      <p:cBhvr>
                                        <p:cTn id="47" dur="500"/>
                                        <p:tgtEl>
                                          <p:spTgt spid="248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9" grpId="0"/>
      <p:bldP spid="24884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1" name="图片 4">
            <a:extLst>
              <a:ext uri="{FF2B5EF4-FFF2-40B4-BE49-F238E27FC236}">
                <a16:creationId xmlns:a16="http://schemas.microsoft.com/office/drawing/2014/main" id="{0BC9C3EA-6356-9743-BB2B-E41CD5E1A2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150" y="747713"/>
            <a:ext cx="8677275"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62" name="Rectangle 2">
            <a:extLst>
              <a:ext uri="{FF2B5EF4-FFF2-40B4-BE49-F238E27FC236}">
                <a16:creationId xmlns:a16="http://schemas.microsoft.com/office/drawing/2014/main" id="{41785B63-C989-C507-9D6A-AC7556B2B2C6}"/>
              </a:ext>
            </a:extLst>
          </p:cNvPr>
          <p:cNvSpPr>
            <a:spLocks noGrp="1" noChangeArrowheads="1"/>
          </p:cNvSpPr>
          <p:nvPr>
            <p:ph type="title"/>
          </p:nvPr>
        </p:nvSpPr>
        <p:spPr>
          <a:xfrm>
            <a:off x="800100" y="158750"/>
            <a:ext cx="6862763" cy="373063"/>
          </a:xfrm>
        </p:spPr>
        <p:txBody>
          <a:bodyPr/>
          <a:lstStyle/>
          <a:p>
            <a:r>
              <a:rPr lang="zh-CN" altLang="en-US">
                <a:solidFill>
                  <a:srgbClr val="FF0000"/>
                </a:solidFill>
                <a:ea typeface="宋体" panose="02010600030101010101" pitchFamily="2" charset="-122"/>
              </a:rPr>
              <a:t>用“循环展开”技术进行指令调度</a:t>
            </a:r>
          </a:p>
        </p:txBody>
      </p:sp>
      <p:sp>
        <p:nvSpPr>
          <p:cNvPr id="248840" name="Text Box 8">
            <a:extLst>
              <a:ext uri="{FF2B5EF4-FFF2-40B4-BE49-F238E27FC236}">
                <a16:creationId xmlns:a16="http://schemas.microsoft.com/office/drawing/2014/main" id="{6CF641FE-CD42-126B-CA32-6C4CE1F31B41}"/>
              </a:ext>
            </a:extLst>
          </p:cNvPr>
          <p:cNvSpPr txBox="1">
            <a:spLocks noChangeArrowheads="1"/>
          </p:cNvSpPr>
          <p:nvPr/>
        </p:nvSpPr>
        <p:spPr bwMode="auto">
          <a:xfrm>
            <a:off x="184150" y="3508375"/>
            <a:ext cx="8555038" cy="199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rgbClr val="CC0000"/>
                </a:solidFill>
                <a:latin typeface="微软雅黑" panose="020B0503020204020204" pitchFamily="34" charset="-122"/>
                <a:ea typeface="微软雅黑" panose="020B0503020204020204" pitchFamily="34" charset="-122"/>
              </a:rPr>
              <a:t>为何第一条指令将</a:t>
            </a:r>
            <a:r>
              <a:rPr lang="en-US" altLang="zh-CN" sz="1900">
                <a:solidFill>
                  <a:srgbClr val="CC0000"/>
                </a:solidFill>
                <a:latin typeface="微软雅黑" panose="020B0503020204020204" pitchFamily="34" charset="-122"/>
                <a:ea typeface="微软雅黑" panose="020B0503020204020204" pitchFamily="34" charset="-122"/>
              </a:rPr>
              <a:t>s1</a:t>
            </a:r>
            <a:r>
              <a:rPr lang="zh-CN" altLang="en-US" sz="1900">
                <a:solidFill>
                  <a:srgbClr val="CC0000"/>
                </a:solidFill>
                <a:latin typeface="微软雅黑" panose="020B0503020204020204" pitchFamily="34" charset="-122"/>
                <a:ea typeface="微软雅黑" panose="020B0503020204020204" pitchFamily="34" charset="-122"/>
              </a:rPr>
              <a:t>减</a:t>
            </a:r>
            <a:r>
              <a:rPr lang="en-US" altLang="zh-CN" sz="1900">
                <a:solidFill>
                  <a:srgbClr val="CC0000"/>
                </a:solidFill>
                <a:latin typeface="微软雅黑" panose="020B0503020204020204" pitchFamily="34" charset="-122"/>
                <a:ea typeface="微软雅黑" panose="020B0503020204020204" pitchFamily="34" charset="-122"/>
              </a:rPr>
              <a:t>16</a:t>
            </a:r>
            <a:r>
              <a:rPr lang="zh-CN" altLang="en-US" sz="1900">
                <a:solidFill>
                  <a:srgbClr val="CC0000"/>
                </a:solidFill>
                <a:latin typeface="微软雅黑" panose="020B0503020204020204" pitchFamily="34" charset="-122"/>
                <a:ea typeface="微软雅黑" panose="020B0503020204020204" pitchFamily="34" charset="-122"/>
              </a:rPr>
              <a:t>？</a:t>
            </a:r>
          </a:p>
          <a:p>
            <a:pPr eaLnBrk="0" hangingPunct="0">
              <a:spcBef>
                <a:spcPct val="50000"/>
              </a:spcBef>
            </a:pPr>
            <a:r>
              <a:rPr lang="zh-CN" altLang="en-US" sz="1900">
                <a:solidFill>
                  <a:schemeClr val="accent2"/>
                </a:solidFill>
                <a:latin typeface="微软雅黑" panose="020B0503020204020204" pitchFamily="34" charset="-122"/>
                <a:ea typeface="微软雅黑" panose="020B0503020204020204" pitchFamily="34" charset="-122"/>
              </a:rPr>
              <a:t>因为假设展开前循环总次数是4的倍数。展开后的一次循环就访问了4次数组，本来s1就该减掉4*4=16，只是现在提前一次性减掉了</a:t>
            </a:r>
          </a:p>
          <a:p>
            <a:pPr eaLnBrk="0" hangingPunct="0">
              <a:spcBef>
                <a:spcPct val="50000"/>
              </a:spcBef>
            </a:pPr>
            <a:endParaRPr lang="zh-CN" altLang="en-US" sz="1900">
              <a:solidFill>
                <a:srgbClr val="CC0000"/>
              </a:solidFill>
              <a:latin typeface="微软雅黑" panose="020B0503020204020204" pitchFamily="34" charset="-122"/>
              <a:ea typeface="微软雅黑" panose="020B0503020204020204" pitchFamily="34" charset="-122"/>
            </a:endParaRPr>
          </a:p>
          <a:p>
            <a:pPr eaLnBrk="0" hangingPunct="0">
              <a:spcBef>
                <a:spcPct val="50000"/>
              </a:spcBef>
            </a:pPr>
            <a:r>
              <a:rPr lang="zh-CN" altLang="en-US" sz="1900">
                <a:solidFill>
                  <a:srgbClr val="CC0000"/>
                </a:solidFill>
                <a:latin typeface="微软雅黑" panose="020B0503020204020204" pitchFamily="34" charset="-122"/>
                <a:ea typeface="微软雅黑" panose="020B0503020204020204" pitchFamily="34" charset="-122"/>
              </a:rPr>
              <a:t>不同lw和sw指令偏移为何不同？</a:t>
            </a:r>
          </a:p>
        </p:txBody>
      </p:sp>
      <p:sp>
        <p:nvSpPr>
          <p:cNvPr id="248841" name="Rectangle 9">
            <a:extLst>
              <a:ext uri="{FF2B5EF4-FFF2-40B4-BE49-F238E27FC236}">
                <a16:creationId xmlns:a16="http://schemas.microsoft.com/office/drawing/2014/main" id="{9B8EAF98-C251-0783-9117-2053D38AE30E}"/>
              </a:ext>
            </a:extLst>
          </p:cNvPr>
          <p:cNvSpPr>
            <a:spLocks noChangeArrowheads="1"/>
          </p:cNvSpPr>
          <p:nvPr/>
        </p:nvSpPr>
        <p:spPr bwMode="auto">
          <a:xfrm>
            <a:off x="1119188" y="1139825"/>
            <a:ext cx="3011487" cy="292100"/>
          </a:xfrm>
          <a:prstGeom prst="rect">
            <a:avLst/>
          </a:prstGeom>
          <a:noFill/>
          <a:ln w="381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4" name="Rectangle 9">
            <a:extLst>
              <a:ext uri="{FF2B5EF4-FFF2-40B4-BE49-F238E27FC236}">
                <a16:creationId xmlns:a16="http://schemas.microsoft.com/office/drawing/2014/main" id="{C26F3B32-2880-243E-50DE-0925A10EA61A}"/>
              </a:ext>
            </a:extLst>
          </p:cNvPr>
          <p:cNvSpPr>
            <a:spLocks noChangeArrowheads="1"/>
          </p:cNvSpPr>
          <p:nvPr/>
        </p:nvSpPr>
        <p:spPr bwMode="auto">
          <a:xfrm>
            <a:off x="5849938" y="1139825"/>
            <a:ext cx="515937" cy="2203450"/>
          </a:xfrm>
          <a:prstGeom prst="rect">
            <a:avLst/>
          </a:prstGeom>
          <a:noFill/>
          <a:ln w="381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8840">
                                            <p:txEl>
                                              <p:pRg st="0" end="0"/>
                                            </p:txEl>
                                          </p:spTgt>
                                        </p:tgtEl>
                                        <p:attrNameLst>
                                          <p:attrName>style.visibility</p:attrName>
                                        </p:attrNameLst>
                                      </p:cBhvr>
                                      <p:to>
                                        <p:strVal val="visible"/>
                                      </p:to>
                                    </p:set>
                                    <p:animEffect transition="in" filter="blinds(horizontal)">
                                      <p:cBhvr>
                                        <p:cTn id="7" dur="500"/>
                                        <p:tgtEl>
                                          <p:spTgt spid="24884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8841"/>
                                        </p:tgtEl>
                                        <p:attrNameLst>
                                          <p:attrName>style.visibility</p:attrName>
                                        </p:attrNameLst>
                                      </p:cBhvr>
                                      <p:to>
                                        <p:strVal val="visible"/>
                                      </p:to>
                                    </p:set>
                                    <p:animEffect transition="in" filter="blinds(horizontal)">
                                      <p:cBhvr>
                                        <p:cTn id="12" dur="500"/>
                                        <p:tgtEl>
                                          <p:spTgt spid="2488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8840">
                                            <p:txEl>
                                              <p:pRg st="1" end="1"/>
                                            </p:txEl>
                                          </p:spTgt>
                                        </p:tgtEl>
                                        <p:attrNameLst>
                                          <p:attrName>style.visibility</p:attrName>
                                        </p:attrNameLst>
                                      </p:cBhvr>
                                      <p:to>
                                        <p:strVal val="visible"/>
                                      </p:to>
                                    </p:set>
                                    <p:animEffect transition="in" filter="blinds(horizontal)">
                                      <p:cBhvr>
                                        <p:cTn id="17" dur="500"/>
                                        <p:tgtEl>
                                          <p:spTgt spid="248840">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48840">
                                            <p:txEl>
                                              <p:pRg st="3" end="3"/>
                                            </p:txEl>
                                          </p:spTgt>
                                        </p:tgtEl>
                                        <p:attrNameLst>
                                          <p:attrName>style.visibility</p:attrName>
                                        </p:attrNameLst>
                                      </p:cBhvr>
                                      <p:to>
                                        <p:strVal val="visible"/>
                                      </p:to>
                                    </p:set>
                                    <p:animEffect transition="in" filter="blinds(horizontal)">
                                      <p:cBhvr>
                                        <p:cTn id="22" dur="500"/>
                                        <p:tgtEl>
                                          <p:spTgt spid="24884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41" grpId="0" bldLvl="0" animBg="1"/>
      <p:bldP spid="4" grpId="0" bldLvl="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a:extLst>
              <a:ext uri="{FF2B5EF4-FFF2-40B4-BE49-F238E27FC236}">
                <a16:creationId xmlns:a16="http://schemas.microsoft.com/office/drawing/2014/main" id="{9603BA56-942C-AD4D-2786-718D8CA536B2}"/>
              </a:ext>
            </a:extLst>
          </p:cNvPr>
          <p:cNvSpPr>
            <a:spLocks noGrp="1" noChangeArrowheads="1"/>
          </p:cNvSpPr>
          <p:nvPr>
            <p:ph type="title"/>
          </p:nvPr>
        </p:nvSpPr>
        <p:spPr/>
        <p:txBody>
          <a:bodyPr/>
          <a:lstStyle/>
          <a:p>
            <a:r>
              <a:rPr lang="zh-CN" altLang="en-US">
                <a:ea typeface="宋体" panose="02010600030101010101" pitchFamily="2" charset="-122"/>
              </a:rPr>
              <a:t>循环展开后的偏移量</a:t>
            </a:r>
          </a:p>
        </p:txBody>
      </p:sp>
      <p:sp>
        <p:nvSpPr>
          <p:cNvPr id="301059" name="Rectangle 3">
            <a:extLst>
              <a:ext uri="{FF2B5EF4-FFF2-40B4-BE49-F238E27FC236}">
                <a16:creationId xmlns:a16="http://schemas.microsoft.com/office/drawing/2014/main" id="{6C1F3CBD-748A-A7BA-DFB6-886E801F0A52}"/>
              </a:ext>
            </a:extLst>
          </p:cNvPr>
          <p:cNvSpPr>
            <a:spLocks noGrp="1" noChangeArrowheads="1"/>
          </p:cNvSpPr>
          <p:nvPr>
            <p:ph type="body" sz="half" idx="1"/>
          </p:nvPr>
        </p:nvSpPr>
        <p:spPr>
          <a:xfrm>
            <a:off x="85725" y="881063"/>
            <a:ext cx="8915400" cy="1133475"/>
          </a:xfrm>
        </p:spPr>
        <p:txBody>
          <a:bodyPr/>
          <a:lstStyle/>
          <a:p>
            <a:r>
              <a:rPr lang="zh-CN" altLang="en-US" sz="2000">
                <a:solidFill>
                  <a:schemeClr val="accent2"/>
                </a:solidFill>
                <a:latin typeface="微软雅黑" panose="020B0503020204020204" pitchFamily="34" charset="-122"/>
                <a:ea typeface="微软雅黑" panose="020B0503020204020204" pitchFamily="34" charset="-122"/>
              </a:rPr>
              <a:t>第一条指令将</a:t>
            </a:r>
            <a:r>
              <a:rPr lang="en-US" altLang="zh-CN" sz="2000">
                <a:solidFill>
                  <a:schemeClr val="accent2"/>
                </a:solidFill>
                <a:latin typeface="微软雅黑" panose="020B0503020204020204" pitchFamily="34" charset="-122"/>
                <a:ea typeface="微软雅黑" panose="020B0503020204020204" pitchFamily="34" charset="-122"/>
              </a:rPr>
              <a:t>s1</a:t>
            </a:r>
            <a:r>
              <a:rPr lang="zh-CN" altLang="en-US" sz="2000">
                <a:solidFill>
                  <a:schemeClr val="accent2"/>
                </a:solidFill>
                <a:latin typeface="微软雅黑" panose="020B0503020204020204" pitchFamily="34" charset="-122"/>
                <a:ea typeface="微软雅黑" panose="020B0503020204020204" pitchFamily="34" charset="-122"/>
              </a:rPr>
              <a:t>减</a:t>
            </a:r>
            <a:r>
              <a:rPr lang="en-US" altLang="zh-CN" sz="2000">
                <a:solidFill>
                  <a:schemeClr val="accent2"/>
                </a:solidFill>
                <a:latin typeface="微软雅黑" panose="020B0503020204020204" pitchFamily="34" charset="-122"/>
                <a:ea typeface="微软雅黑" panose="020B0503020204020204" pitchFamily="34" charset="-122"/>
              </a:rPr>
              <a:t>16</a:t>
            </a:r>
            <a:r>
              <a:rPr lang="zh-CN" altLang="en-US" sz="2000">
                <a:solidFill>
                  <a:schemeClr val="accent2"/>
                </a:solidFill>
                <a:latin typeface="微软雅黑" panose="020B0503020204020204" pitchFamily="34" charset="-122"/>
                <a:ea typeface="微软雅黑" panose="020B0503020204020204" pitchFamily="34" charset="-122"/>
              </a:rPr>
              <a:t>，指令执行后，</a:t>
            </a:r>
            <a:r>
              <a:rPr lang="en-US" altLang="zh-CN" sz="2000">
                <a:solidFill>
                  <a:schemeClr val="accent2"/>
                </a:solidFill>
                <a:latin typeface="微软雅黑" panose="020B0503020204020204" pitchFamily="34" charset="-122"/>
                <a:ea typeface="微软雅黑" panose="020B0503020204020204" pitchFamily="34" charset="-122"/>
              </a:rPr>
              <a:t>s1</a:t>
            </a:r>
            <a:r>
              <a:rPr lang="zh-CN" altLang="en-US" sz="2000">
                <a:solidFill>
                  <a:schemeClr val="accent2"/>
                </a:solidFill>
                <a:latin typeface="微软雅黑" panose="020B0503020204020204" pitchFamily="34" charset="-122"/>
                <a:ea typeface="微软雅黑" panose="020B0503020204020204" pitchFamily="34" charset="-122"/>
              </a:rPr>
              <a:t>的值变成了循环结束时</a:t>
            </a:r>
            <a:r>
              <a:rPr lang="en-US" altLang="zh-CN" sz="2000">
                <a:solidFill>
                  <a:schemeClr val="accent2"/>
                </a:solidFill>
                <a:latin typeface="微软雅黑" panose="020B0503020204020204" pitchFamily="34" charset="-122"/>
                <a:ea typeface="微软雅黑" panose="020B0503020204020204" pitchFamily="34" charset="-122"/>
              </a:rPr>
              <a:t>s1</a:t>
            </a:r>
            <a:r>
              <a:rPr lang="zh-CN" altLang="en-US" sz="2000">
                <a:solidFill>
                  <a:schemeClr val="accent2"/>
                </a:solidFill>
                <a:latin typeface="微软雅黑" panose="020B0503020204020204" pitchFamily="34" charset="-122"/>
                <a:ea typeface="微软雅黑" panose="020B0503020204020204" pitchFamily="34" charset="-122"/>
              </a:rPr>
              <a:t>的值</a:t>
            </a:r>
          </a:p>
          <a:p>
            <a:r>
              <a:rPr lang="zh-CN" altLang="en-US" sz="2000">
                <a:solidFill>
                  <a:schemeClr val="accent2"/>
                </a:solidFill>
                <a:latin typeface="微软雅黑" panose="020B0503020204020204" pitchFamily="34" charset="-122"/>
                <a:ea typeface="微软雅黑" panose="020B0503020204020204" pitchFamily="34" charset="-122"/>
              </a:rPr>
              <a:t>所以循环体内各数组元素的访问指令的偏移量依次为：</a:t>
            </a:r>
          </a:p>
          <a:p>
            <a:pPr lvl="1">
              <a:buFontTx/>
              <a:buNone/>
            </a:pPr>
            <a:r>
              <a:rPr lang="en-US" altLang="zh-CN" sz="2000">
                <a:solidFill>
                  <a:srgbClr val="008000"/>
                </a:solidFill>
                <a:latin typeface="微软雅黑" panose="020B0503020204020204" pitchFamily="34" charset="-122"/>
                <a:ea typeface="微软雅黑" panose="020B0503020204020204" pitchFamily="34" charset="-122"/>
              </a:rPr>
              <a:t>16 - </a:t>
            </a:r>
            <a:r>
              <a:rPr lang="zh-CN" altLang="en-US" sz="2000">
                <a:solidFill>
                  <a:srgbClr val="008000"/>
                </a:solidFill>
                <a:latin typeface="微软雅黑" panose="020B0503020204020204" pitchFamily="34" charset="-122"/>
                <a:ea typeface="微软雅黑" panose="020B0503020204020204" pitchFamily="34" charset="-122"/>
              </a:rPr>
              <a:t>数组元素</a:t>
            </a:r>
            <a:r>
              <a:rPr lang="en-US" altLang="zh-CN" sz="2000">
                <a:solidFill>
                  <a:srgbClr val="008000"/>
                </a:solidFill>
                <a:latin typeface="微软雅黑" panose="020B0503020204020204" pitchFamily="34" charset="-122"/>
                <a:ea typeface="微软雅黑" panose="020B0503020204020204" pitchFamily="34" charset="-122"/>
              </a:rPr>
              <a:t>1</a:t>
            </a:r>
            <a:r>
              <a:rPr lang="zh-CN" altLang="en-US" sz="2000">
                <a:solidFill>
                  <a:srgbClr val="008000"/>
                </a:solidFill>
                <a:latin typeface="微软雅黑" panose="020B0503020204020204" pitchFamily="34" charset="-122"/>
                <a:ea typeface="微软雅黑" panose="020B0503020204020204" pitchFamily="34" charset="-122"/>
              </a:rPr>
              <a:t>，</a:t>
            </a:r>
            <a:r>
              <a:rPr lang="en-US" altLang="zh-CN" sz="2000">
                <a:solidFill>
                  <a:srgbClr val="008000"/>
                </a:solidFill>
                <a:latin typeface="微软雅黑" panose="020B0503020204020204" pitchFamily="34" charset="-122"/>
                <a:ea typeface="微软雅黑" panose="020B0503020204020204" pitchFamily="34" charset="-122"/>
              </a:rPr>
              <a:t>12 - </a:t>
            </a:r>
            <a:r>
              <a:rPr lang="zh-CN" altLang="en-US" sz="2000">
                <a:solidFill>
                  <a:srgbClr val="008000"/>
                </a:solidFill>
                <a:latin typeface="微软雅黑" panose="020B0503020204020204" pitchFamily="34" charset="-122"/>
                <a:ea typeface="微软雅黑" panose="020B0503020204020204" pitchFamily="34" charset="-122"/>
              </a:rPr>
              <a:t>数组元素</a:t>
            </a:r>
            <a:r>
              <a:rPr lang="en-US" altLang="zh-CN" sz="2000">
                <a:solidFill>
                  <a:srgbClr val="008000"/>
                </a:solidFill>
                <a:latin typeface="微软雅黑" panose="020B0503020204020204" pitchFamily="34" charset="-122"/>
                <a:ea typeface="微软雅黑" panose="020B0503020204020204" pitchFamily="34" charset="-122"/>
              </a:rPr>
              <a:t>2 </a:t>
            </a:r>
            <a:r>
              <a:rPr lang="zh-CN" altLang="en-US" sz="2000">
                <a:solidFill>
                  <a:srgbClr val="008000"/>
                </a:solidFill>
                <a:latin typeface="微软雅黑" panose="020B0503020204020204" pitchFamily="34" charset="-122"/>
                <a:ea typeface="微软雅黑" panose="020B0503020204020204" pitchFamily="34" charset="-122"/>
              </a:rPr>
              <a:t>，</a:t>
            </a:r>
            <a:r>
              <a:rPr lang="en-US" altLang="zh-CN" sz="2000">
                <a:solidFill>
                  <a:srgbClr val="008000"/>
                </a:solidFill>
                <a:latin typeface="微软雅黑" panose="020B0503020204020204" pitchFamily="34" charset="-122"/>
                <a:ea typeface="微软雅黑" panose="020B0503020204020204" pitchFamily="34" charset="-122"/>
              </a:rPr>
              <a:t>8 - </a:t>
            </a:r>
            <a:r>
              <a:rPr lang="zh-CN" altLang="en-US" sz="2000">
                <a:solidFill>
                  <a:srgbClr val="008000"/>
                </a:solidFill>
                <a:latin typeface="微软雅黑" panose="020B0503020204020204" pitchFamily="34" charset="-122"/>
                <a:ea typeface="微软雅黑" panose="020B0503020204020204" pitchFamily="34" charset="-122"/>
              </a:rPr>
              <a:t>数组元素</a:t>
            </a:r>
            <a:r>
              <a:rPr lang="en-US" altLang="zh-CN" sz="2000">
                <a:solidFill>
                  <a:srgbClr val="008000"/>
                </a:solidFill>
                <a:latin typeface="微软雅黑" panose="020B0503020204020204" pitchFamily="34" charset="-122"/>
                <a:ea typeface="微软雅黑" panose="020B0503020204020204" pitchFamily="34" charset="-122"/>
              </a:rPr>
              <a:t>3</a:t>
            </a:r>
            <a:r>
              <a:rPr lang="zh-CN" altLang="en-US" sz="2000">
                <a:solidFill>
                  <a:srgbClr val="008000"/>
                </a:solidFill>
                <a:latin typeface="微软雅黑" panose="020B0503020204020204" pitchFamily="34" charset="-122"/>
                <a:ea typeface="微软雅黑" panose="020B0503020204020204" pitchFamily="34" charset="-122"/>
              </a:rPr>
              <a:t>，</a:t>
            </a:r>
            <a:r>
              <a:rPr lang="en-US" altLang="zh-CN" sz="2000">
                <a:solidFill>
                  <a:srgbClr val="008000"/>
                </a:solidFill>
                <a:latin typeface="微软雅黑" panose="020B0503020204020204" pitchFamily="34" charset="-122"/>
                <a:ea typeface="微软雅黑" panose="020B0503020204020204" pitchFamily="34" charset="-122"/>
              </a:rPr>
              <a:t>4 - </a:t>
            </a:r>
            <a:r>
              <a:rPr lang="zh-CN" altLang="en-US" sz="2000">
                <a:solidFill>
                  <a:srgbClr val="008000"/>
                </a:solidFill>
                <a:latin typeface="微软雅黑" panose="020B0503020204020204" pitchFamily="34" charset="-122"/>
                <a:ea typeface="微软雅黑" panose="020B0503020204020204" pitchFamily="34" charset="-122"/>
              </a:rPr>
              <a:t>数组元素</a:t>
            </a:r>
            <a:r>
              <a:rPr lang="en-US" altLang="zh-CN" sz="2000">
                <a:solidFill>
                  <a:srgbClr val="008000"/>
                </a:solidFill>
                <a:latin typeface="微软雅黑" panose="020B0503020204020204" pitchFamily="34" charset="-122"/>
                <a:ea typeface="微软雅黑" panose="020B0503020204020204" pitchFamily="34" charset="-122"/>
              </a:rPr>
              <a:t>4</a:t>
            </a:r>
          </a:p>
        </p:txBody>
      </p:sp>
      <p:grpSp>
        <p:nvGrpSpPr>
          <p:cNvPr id="171011" name="Group 27">
            <a:extLst>
              <a:ext uri="{FF2B5EF4-FFF2-40B4-BE49-F238E27FC236}">
                <a16:creationId xmlns:a16="http://schemas.microsoft.com/office/drawing/2014/main" id="{F26CB81A-3FBC-1B81-B175-594F586A5144}"/>
              </a:ext>
            </a:extLst>
          </p:cNvPr>
          <p:cNvGrpSpPr>
            <a:grpSpLocks/>
          </p:cNvGrpSpPr>
          <p:nvPr/>
        </p:nvGrpSpPr>
        <p:grpSpPr bwMode="auto">
          <a:xfrm>
            <a:off x="619125" y="2771775"/>
            <a:ext cx="985838" cy="2128838"/>
            <a:chOff x="387" y="3318"/>
            <a:chExt cx="509" cy="773"/>
          </a:xfrm>
        </p:grpSpPr>
        <p:sp>
          <p:nvSpPr>
            <p:cNvPr id="171012" name="Text Box 8">
              <a:extLst>
                <a:ext uri="{FF2B5EF4-FFF2-40B4-BE49-F238E27FC236}">
                  <a16:creationId xmlns:a16="http://schemas.microsoft.com/office/drawing/2014/main" id="{9AA24B16-9C58-A1A9-C4F1-B8F25BC5BE48}"/>
                </a:ext>
              </a:extLst>
            </p:cNvPr>
            <p:cNvSpPr txBox="1">
              <a:spLocks noChangeArrowheads="1"/>
            </p:cNvSpPr>
            <p:nvPr/>
          </p:nvSpPr>
          <p:spPr bwMode="auto">
            <a:xfrm>
              <a:off x="387" y="3318"/>
              <a:ext cx="3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800">
                  <a:solidFill>
                    <a:srgbClr val="CC0000"/>
                  </a:solidFill>
                  <a:latin typeface="Arial" panose="020B0604020202020204" pitchFamily="34" charset="0"/>
                  <a:ea typeface="宋体" panose="02010600030101010101" pitchFamily="2" charset="-122"/>
                </a:rPr>
                <a:t>$s1</a:t>
              </a:r>
            </a:p>
          </p:txBody>
        </p:sp>
        <p:sp>
          <p:nvSpPr>
            <p:cNvPr id="171013" name="Line 9">
              <a:extLst>
                <a:ext uri="{FF2B5EF4-FFF2-40B4-BE49-F238E27FC236}">
                  <a16:creationId xmlns:a16="http://schemas.microsoft.com/office/drawing/2014/main" id="{B9D48237-0E08-6C78-1D4E-0301290FE9A9}"/>
                </a:ext>
              </a:extLst>
            </p:cNvPr>
            <p:cNvSpPr>
              <a:spLocks noChangeShapeType="1"/>
            </p:cNvSpPr>
            <p:nvPr/>
          </p:nvSpPr>
          <p:spPr bwMode="auto">
            <a:xfrm>
              <a:off x="626" y="4091"/>
              <a:ext cx="270" cy="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71014" name="Group 28">
            <a:extLst>
              <a:ext uri="{FF2B5EF4-FFF2-40B4-BE49-F238E27FC236}">
                <a16:creationId xmlns:a16="http://schemas.microsoft.com/office/drawing/2014/main" id="{2640E433-7BE8-345F-13E6-7DCA7BFACD46}"/>
              </a:ext>
            </a:extLst>
          </p:cNvPr>
          <p:cNvGrpSpPr>
            <a:grpSpLocks/>
          </p:cNvGrpSpPr>
          <p:nvPr/>
        </p:nvGrpSpPr>
        <p:grpSpPr bwMode="auto">
          <a:xfrm>
            <a:off x="282575" y="2949575"/>
            <a:ext cx="1341438" cy="2133600"/>
            <a:chOff x="237" y="2491"/>
            <a:chExt cx="744" cy="1344"/>
          </a:xfrm>
        </p:grpSpPr>
        <p:sp>
          <p:nvSpPr>
            <p:cNvPr id="171015" name="Text Box 10">
              <a:extLst>
                <a:ext uri="{FF2B5EF4-FFF2-40B4-BE49-F238E27FC236}">
                  <a16:creationId xmlns:a16="http://schemas.microsoft.com/office/drawing/2014/main" id="{9055EEE5-6166-2FEF-C1FC-7FB63C8DA4A4}"/>
                </a:ext>
              </a:extLst>
            </p:cNvPr>
            <p:cNvSpPr txBox="1">
              <a:spLocks noChangeArrowheads="1"/>
            </p:cNvSpPr>
            <p:nvPr/>
          </p:nvSpPr>
          <p:spPr bwMode="auto">
            <a:xfrm>
              <a:off x="237" y="3604"/>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800">
                  <a:solidFill>
                    <a:srgbClr val="CC0000"/>
                  </a:solidFill>
                  <a:latin typeface="Arial" panose="020B0604020202020204" pitchFamily="34" charset="0"/>
                  <a:ea typeface="宋体" panose="02010600030101010101" pitchFamily="2" charset="-122"/>
                </a:rPr>
                <a:t>$s1-16</a:t>
              </a:r>
            </a:p>
          </p:txBody>
        </p:sp>
        <p:sp>
          <p:nvSpPr>
            <p:cNvPr id="171016" name="Line 11">
              <a:extLst>
                <a:ext uri="{FF2B5EF4-FFF2-40B4-BE49-F238E27FC236}">
                  <a16:creationId xmlns:a16="http://schemas.microsoft.com/office/drawing/2014/main" id="{78D0EE71-CE9E-6E86-9447-BDC220B1D340}"/>
                </a:ext>
              </a:extLst>
            </p:cNvPr>
            <p:cNvSpPr>
              <a:spLocks noChangeShapeType="1"/>
            </p:cNvSpPr>
            <p:nvPr/>
          </p:nvSpPr>
          <p:spPr bwMode="auto">
            <a:xfrm>
              <a:off x="739" y="2491"/>
              <a:ext cx="242" cy="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1017" name="Text Box 12">
            <a:extLst>
              <a:ext uri="{FF2B5EF4-FFF2-40B4-BE49-F238E27FC236}">
                <a16:creationId xmlns:a16="http://schemas.microsoft.com/office/drawing/2014/main" id="{927E52D3-4A07-5FB4-CA24-F5CD54D3CB06}"/>
              </a:ext>
            </a:extLst>
          </p:cNvPr>
          <p:cNvSpPr txBox="1">
            <a:spLocks noChangeArrowheads="1"/>
          </p:cNvSpPr>
          <p:nvPr/>
        </p:nvSpPr>
        <p:spPr bwMode="auto">
          <a:xfrm>
            <a:off x="1917700" y="4030663"/>
            <a:ext cx="1446213"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latin typeface="Arial" panose="020B0604020202020204" pitchFamily="34" charset="0"/>
                <a:ea typeface="黑体" panose="02010609060101010101" pitchFamily="49" charset="-122"/>
              </a:rPr>
              <a:t>数组元素</a:t>
            </a:r>
            <a:r>
              <a:rPr lang="en-US" altLang="zh-CN" sz="1900">
                <a:latin typeface="Arial" panose="020B0604020202020204" pitchFamily="34" charset="0"/>
                <a:ea typeface="黑体" panose="02010609060101010101" pitchFamily="49" charset="-122"/>
              </a:rPr>
              <a:t>4</a:t>
            </a:r>
          </a:p>
        </p:txBody>
      </p:sp>
      <p:sp>
        <p:nvSpPr>
          <p:cNvPr id="171018" name="Text Box 13">
            <a:extLst>
              <a:ext uri="{FF2B5EF4-FFF2-40B4-BE49-F238E27FC236}">
                <a16:creationId xmlns:a16="http://schemas.microsoft.com/office/drawing/2014/main" id="{1B9A4DCD-56A4-0144-6D39-C50DB5094887}"/>
              </a:ext>
            </a:extLst>
          </p:cNvPr>
          <p:cNvSpPr txBox="1">
            <a:spLocks noChangeArrowheads="1"/>
          </p:cNvSpPr>
          <p:nvPr/>
        </p:nvSpPr>
        <p:spPr bwMode="auto">
          <a:xfrm>
            <a:off x="1881188" y="3554413"/>
            <a:ext cx="144462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latin typeface="Arial" panose="020B0604020202020204" pitchFamily="34" charset="0"/>
                <a:ea typeface="黑体" panose="02010609060101010101" pitchFamily="49" charset="-122"/>
              </a:rPr>
              <a:t>数组元素</a:t>
            </a:r>
            <a:r>
              <a:rPr lang="en-US" altLang="zh-CN" sz="1900">
                <a:latin typeface="Arial" panose="020B0604020202020204" pitchFamily="34" charset="0"/>
                <a:ea typeface="黑体" panose="02010609060101010101" pitchFamily="49" charset="-122"/>
              </a:rPr>
              <a:t>3</a:t>
            </a:r>
          </a:p>
        </p:txBody>
      </p:sp>
      <p:sp>
        <p:nvSpPr>
          <p:cNvPr id="171019" name="Text Box 14">
            <a:extLst>
              <a:ext uri="{FF2B5EF4-FFF2-40B4-BE49-F238E27FC236}">
                <a16:creationId xmlns:a16="http://schemas.microsoft.com/office/drawing/2014/main" id="{A28FAC7F-59D2-21FF-B695-C929125D8EA4}"/>
              </a:ext>
            </a:extLst>
          </p:cNvPr>
          <p:cNvSpPr txBox="1">
            <a:spLocks noChangeArrowheads="1"/>
          </p:cNvSpPr>
          <p:nvPr/>
        </p:nvSpPr>
        <p:spPr bwMode="auto">
          <a:xfrm>
            <a:off x="1876425" y="3030538"/>
            <a:ext cx="14446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latin typeface="Arial" panose="020B0604020202020204" pitchFamily="34" charset="0"/>
                <a:ea typeface="黑体" panose="02010609060101010101" pitchFamily="49" charset="-122"/>
              </a:rPr>
              <a:t>数组元素</a:t>
            </a:r>
            <a:r>
              <a:rPr lang="en-US" altLang="zh-CN" sz="1900">
                <a:latin typeface="Arial" panose="020B0604020202020204" pitchFamily="34" charset="0"/>
                <a:ea typeface="黑体" panose="02010609060101010101" pitchFamily="49" charset="-122"/>
              </a:rPr>
              <a:t>2</a:t>
            </a:r>
          </a:p>
        </p:txBody>
      </p:sp>
      <p:sp>
        <p:nvSpPr>
          <p:cNvPr id="171020" name="Text Box 15">
            <a:extLst>
              <a:ext uri="{FF2B5EF4-FFF2-40B4-BE49-F238E27FC236}">
                <a16:creationId xmlns:a16="http://schemas.microsoft.com/office/drawing/2014/main" id="{23EA1459-B8D4-90B3-8C6F-15028B832194}"/>
              </a:ext>
            </a:extLst>
          </p:cNvPr>
          <p:cNvSpPr txBox="1">
            <a:spLocks noChangeArrowheads="1"/>
          </p:cNvSpPr>
          <p:nvPr/>
        </p:nvSpPr>
        <p:spPr bwMode="auto">
          <a:xfrm>
            <a:off x="1881188" y="2552700"/>
            <a:ext cx="144462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latin typeface="Arial" panose="020B0604020202020204" pitchFamily="34" charset="0"/>
                <a:ea typeface="黑体" panose="02010609060101010101" pitchFamily="49" charset="-122"/>
              </a:rPr>
              <a:t>数组元素</a:t>
            </a:r>
            <a:r>
              <a:rPr lang="en-US" altLang="zh-CN" sz="1900">
                <a:latin typeface="Arial" panose="020B0604020202020204" pitchFamily="34" charset="0"/>
                <a:ea typeface="黑体" panose="02010609060101010101" pitchFamily="49" charset="-122"/>
              </a:rPr>
              <a:t>1</a:t>
            </a:r>
          </a:p>
        </p:txBody>
      </p:sp>
      <p:sp>
        <p:nvSpPr>
          <p:cNvPr id="171021" name="Rectangle 4">
            <a:extLst>
              <a:ext uri="{FF2B5EF4-FFF2-40B4-BE49-F238E27FC236}">
                <a16:creationId xmlns:a16="http://schemas.microsoft.com/office/drawing/2014/main" id="{8918DB2D-9AE1-9D1A-B6F2-3565EDD78979}"/>
              </a:ext>
            </a:extLst>
          </p:cNvPr>
          <p:cNvSpPr>
            <a:spLocks noChangeArrowheads="1"/>
          </p:cNvSpPr>
          <p:nvPr/>
        </p:nvSpPr>
        <p:spPr bwMode="auto">
          <a:xfrm>
            <a:off x="1590675" y="2505075"/>
            <a:ext cx="1855788" cy="24003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71022" name="Line 5">
            <a:extLst>
              <a:ext uri="{FF2B5EF4-FFF2-40B4-BE49-F238E27FC236}">
                <a16:creationId xmlns:a16="http://schemas.microsoft.com/office/drawing/2014/main" id="{4E9D79EF-E569-FD11-9ABC-6AB3F44E576E}"/>
              </a:ext>
            </a:extLst>
          </p:cNvPr>
          <p:cNvSpPr>
            <a:spLocks noChangeShapeType="1"/>
          </p:cNvSpPr>
          <p:nvPr/>
        </p:nvSpPr>
        <p:spPr bwMode="auto">
          <a:xfrm>
            <a:off x="1612900" y="4005263"/>
            <a:ext cx="1857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023" name="Line 6">
            <a:extLst>
              <a:ext uri="{FF2B5EF4-FFF2-40B4-BE49-F238E27FC236}">
                <a16:creationId xmlns:a16="http://schemas.microsoft.com/office/drawing/2014/main" id="{4694E4DD-2BA8-72C8-5820-88437496BA9D}"/>
              </a:ext>
            </a:extLst>
          </p:cNvPr>
          <p:cNvSpPr>
            <a:spLocks noChangeShapeType="1"/>
          </p:cNvSpPr>
          <p:nvPr/>
        </p:nvSpPr>
        <p:spPr bwMode="auto">
          <a:xfrm>
            <a:off x="1622425" y="3468688"/>
            <a:ext cx="1857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024" name="Line 7">
            <a:extLst>
              <a:ext uri="{FF2B5EF4-FFF2-40B4-BE49-F238E27FC236}">
                <a16:creationId xmlns:a16="http://schemas.microsoft.com/office/drawing/2014/main" id="{65625EB6-B773-7F8A-7EE2-727669833A1A}"/>
              </a:ext>
            </a:extLst>
          </p:cNvPr>
          <p:cNvSpPr>
            <a:spLocks noChangeShapeType="1"/>
          </p:cNvSpPr>
          <p:nvPr/>
        </p:nvSpPr>
        <p:spPr bwMode="auto">
          <a:xfrm>
            <a:off x="1612900" y="2949575"/>
            <a:ext cx="1857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1080" name="Text Box 24">
            <a:extLst>
              <a:ext uri="{FF2B5EF4-FFF2-40B4-BE49-F238E27FC236}">
                <a16:creationId xmlns:a16="http://schemas.microsoft.com/office/drawing/2014/main" id="{574CAC42-9D53-1D5A-5CA3-DB8199E8E7C8}"/>
              </a:ext>
            </a:extLst>
          </p:cNvPr>
          <p:cNvSpPr txBox="1">
            <a:spLocks noChangeArrowheads="1"/>
          </p:cNvSpPr>
          <p:nvPr/>
        </p:nvSpPr>
        <p:spPr bwMode="auto">
          <a:xfrm>
            <a:off x="3657600" y="2413000"/>
            <a:ext cx="5219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latin typeface="微软雅黑" panose="020B0503020204020204" pitchFamily="34" charset="-122"/>
                <a:ea typeface="微软雅黑" panose="020B0503020204020204" pitchFamily="34" charset="-122"/>
              </a:rPr>
              <a:t>为什么第一个周期中的</a:t>
            </a:r>
            <a:r>
              <a:rPr lang="en-US" altLang="zh-CN" sz="2000">
                <a:solidFill>
                  <a:srgbClr val="CC0000"/>
                </a:solidFill>
                <a:latin typeface="微软雅黑" panose="020B0503020204020204" pitchFamily="34" charset="-122"/>
                <a:ea typeface="微软雅黑" panose="020B0503020204020204" pitchFamily="34" charset="-122"/>
              </a:rPr>
              <a:t>lw</a:t>
            </a:r>
            <a:r>
              <a:rPr lang="zh-CN" altLang="en-US" sz="2000">
                <a:solidFill>
                  <a:srgbClr val="CC0000"/>
                </a:solidFill>
                <a:latin typeface="微软雅黑" panose="020B0503020204020204" pitchFamily="34" charset="-122"/>
                <a:ea typeface="微软雅黑" panose="020B0503020204020204" pitchFamily="34" charset="-122"/>
              </a:rPr>
              <a:t>指令的偏移量为</a:t>
            </a:r>
            <a:r>
              <a:rPr lang="en-US" altLang="zh-CN" sz="2000">
                <a:solidFill>
                  <a:srgbClr val="CC0000"/>
                </a:solidFill>
                <a:latin typeface="微软雅黑" panose="020B0503020204020204" pitchFamily="34" charset="-122"/>
                <a:ea typeface="微软雅黑" panose="020B0503020204020204" pitchFamily="34" charset="-122"/>
              </a:rPr>
              <a:t>0?</a:t>
            </a:r>
          </a:p>
        </p:txBody>
      </p:sp>
      <p:sp>
        <p:nvSpPr>
          <p:cNvPr id="301081" name="Text Box 25">
            <a:extLst>
              <a:ext uri="{FF2B5EF4-FFF2-40B4-BE49-F238E27FC236}">
                <a16:creationId xmlns:a16="http://schemas.microsoft.com/office/drawing/2014/main" id="{B929EA87-862F-CA0D-7900-15B86C0DD998}"/>
              </a:ext>
            </a:extLst>
          </p:cNvPr>
          <p:cNvSpPr txBox="1">
            <a:spLocks noChangeArrowheads="1"/>
          </p:cNvSpPr>
          <p:nvPr/>
        </p:nvSpPr>
        <p:spPr bwMode="auto">
          <a:xfrm>
            <a:off x="3587750" y="2752725"/>
            <a:ext cx="5413375"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130000"/>
              </a:lnSpc>
              <a:spcBef>
                <a:spcPct val="50000"/>
              </a:spcBef>
            </a:pPr>
            <a:r>
              <a:rPr lang="zh-CN" altLang="en-US" sz="2000">
                <a:solidFill>
                  <a:srgbClr val="008000"/>
                </a:solidFill>
                <a:latin typeface="微软雅黑" panose="020B0503020204020204" pitchFamily="34" charset="-122"/>
                <a:ea typeface="微软雅黑" panose="020B0503020204020204" pitchFamily="34" charset="-122"/>
              </a:rPr>
              <a:t>因为第一个周期中的</a:t>
            </a:r>
            <a:r>
              <a:rPr lang="en-US" altLang="zh-CN" sz="2000">
                <a:solidFill>
                  <a:srgbClr val="008000"/>
                </a:solidFill>
                <a:latin typeface="微软雅黑" panose="020B0503020204020204" pitchFamily="34" charset="-122"/>
                <a:ea typeface="微软雅黑" panose="020B0503020204020204" pitchFamily="34" charset="-122"/>
              </a:rPr>
              <a:t>lw</a:t>
            </a:r>
            <a:r>
              <a:rPr lang="zh-CN" altLang="en-US" sz="2000">
                <a:solidFill>
                  <a:srgbClr val="008000"/>
                </a:solidFill>
                <a:latin typeface="微软雅黑" panose="020B0503020204020204" pitchFamily="34" charset="-122"/>
                <a:ea typeface="微软雅黑" panose="020B0503020204020204" pitchFamily="34" charset="-122"/>
              </a:rPr>
              <a:t>指令进行地址计算时，</a:t>
            </a:r>
            <a:r>
              <a:rPr lang="en-US" altLang="zh-CN" sz="2000">
                <a:solidFill>
                  <a:srgbClr val="008000"/>
                </a:solidFill>
                <a:latin typeface="微软雅黑" panose="020B0503020204020204" pitchFamily="34" charset="-122"/>
                <a:ea typeface="微软雅黑" panose="020B0503020204020204" pitchFamily="34" charset="-122"/>
              </a:rPr>
              <a:t>addi</a:t>
            </a:r>
            <a:r>
              <a:rPr lang="zh-CN" altLang="en-US" sz="2000">
                <a:solidFill>
                  <a:srgbClr val="008000"/>
                </a:solidFill>
                <a:latin typeface="微软雅黑" panose="020B0503020204020204" pitchFamily="34" charset="-122"/>
                <a:ea typeface="微软雅黑" panose="020B0503020204020204" pitchFamily="34" charset="-122"/>
              </a:rPr>
              <a:t>指令的执行结果还没有写到</a:t>
            </a:r>
            <a:r>
              <a:rPr lang="en-US" altLang="zh-CN" sz="2000">
                <a:solidFill>
                  <a:srgbClr val="008000"/>
                </a:solidFill>
                <a:latin typeface="微软雅黑" panose="020B0503020204020204" pitchFamily="34" charset="-122"/>
                <a:ea typeface="微软雅黑" panose="020B0503020204020204" pitchFamily="34" charset="-122"/>
              </a:rPr>
              <a:t>s1</a:t>
            </a:r>
            <a:r>
              <a:rPr lang="zh-CN" altLang="en-US" sz="2000">
                <a:solidFill>
                  <a:srgbClr val="008000"/>
                </a:solidFill>
                <a:latin typeface="微软雅黑" panose="020B0503020204020204" pitchFamily="34" charset="-122"/>
                <a:ea typeface="微软雅黑" panose="020B0503020204020204" pitchFamily="34" charset="-122"/>
              </a:rPr>
              <a:t>中，所以，此时</a:t>
            </a:r>
            <a:r>
              <a:rPr lang="en-US" altLang="zh-CN" sz="2000">
                <a:solidFill>
                  <a:srgbClr val="008000"/>
                </a:solidFill>
                <a:latin typeface="微软雅黑" panose="020B0503020204020204" pitchFamily="34" charset="-122"/>
                <a:ea typeface="微软雅黑" panose="020B0503020204020204" pitchFamily="34" charset="-122"/>
              </a:rPr>
              <a:t>s1</a:t>
            </a:r>
            <a:r>
              <a:rPr lang="zh-CN" altLang="en-US" sz="2000">
                <a:solidFill>
                  <a:srgbClr val="008000"/>
                </a:solidFill>
                <a:latin typeface="微软雅黑" panose="020B0503020204020204" pitchFamily="34" charset="-122"/>
                <a:ea typeface="微软雅黑" panose="020B0503020204020204" pitchFamily="34" charset="-122"/>
              </a:rPr>
              <a:t>中还是原来的值。</a:t>
            </a:r>
            <a:endParaRPr lang="en-US" altLang="zh-CN" sz="2000">
              <a:solidFill>
                <a:srgbClr val="008000"/>
              </a:solidFill>
              <a:latin typeface="微软雅黑" panose="020B0503020204020204" pitchFamily="34" charset="-122"/>
              <a:ea typeface="微软雅黑" panose="020B0503020204020204" pitchFamily="34" charset="-122"/>
            </a:endParaRPr>
          </a:p>
        </p:txBody>
      </p:sp>
      <p:sp>
        <p:nvSpPr>
          <p:cNvPr id="301085" name="Text Box 29">
            <a:extLst>
              <a:ext uri="{FF2B5EF4-FFF2-40B4-BE49-F238E27FC236}">
                <a16:creationId xmlns:a16="http://schemas.microsoft.com/office/drawing/2014/main" id="{12DB83E0-76E3-DBE8-87A1-DF65800BAAAA}"/>
              </a:ext>
            </a:extLst>
          </p:cNvPr>
          <p:cNvSpPr txBox="1">
            <a:spLocks noChangeArrowheads="1"/>
          </p:cNvSpPr>
          <p:nvPr/>
        </p:nvSpPr>
        <p:spPr bwMode="auto">
          <a:xfrm>
            <a:off x="3735388" y="4241800"/>
            <a:ext cx="5040312"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latin typeface="微软雅黑" panose="020B0503020204020204" pitchFamily="34" charset="-122"/>
                <a:ea typeface="微软雅黑" panose="020B0503020204020204" pitchFamily="34" charset="-122"/>
              </a:rPr>
              <a:t>为什么第一条</a:t>
            </a:r>
            <a:r>
              <a:rPr lang="en-US" altLang="zh-CN" sz="2000">
                <a:solidFill>
                  <a:srgbClr val="CC0000"/>
                </a:solidFill>
                <a:latin typeface="微软雅黑" panose="020B0503020204020204" pitchFamily="34" charset="-122"/>
                <a:ea typeface="微软雅黑" panose="020B0503020204020204" pitchFamily="34" charset="-122"/>
              </a:rPr>
              <a:t>addi t0</a:t>
            </a:r>
            <a:r>
              <a:rPr lang="zh-CN" altLang="en-US" sz="2000">
                <a:solidFill>
                  <a:srgbClr val="CC0000"/>
                </a:solidFill>
                <a:latin typeface="微软雅黑" panose="020B0503020204020204" pitchFamily="34" charset="-122"/>
                <a:ea typeface="微软雅黑" panose="020B0503020204020204" pitchFamily="34" charset="-122"/>
              </a:rPr>
              <a:t>指令不放在第二周期</a:t>
            </a:r>
            <a:r>
              <a:rPr lang="en-US" altLang="zh-CN" sz="2000">
                <a:solidFill>
                  <a:srgbClr val="CC0000"/>
                </a:solidFill>
                <a:latin typeface="微软雅黑" panose="020B0503020204020204" pitchFamily="34" charset="-122"/>
                <a:ea typeface="微软雅黑" panose="020B0503020204020204" pitchFamily="34" charset="-122"/>
              </a:rPr>
              <a:t>?</a:t>
            </a:r>
          </a:p>
        </p:txBody>
      </p:sp>
      <p:sp>
        <p:nvSpPr>
          <p:cNvPr id="301086" name="Text Box 30">
            <a:extLst>
              <a:ext uri="{FF2B5EF4-FFF2-40B4-BE49-F238E27FC236}">
                <a16:creationId xmlns:a16="http://schemas.microsoft.com/office/drawing/2014/main" id="{0E6F0307-EA44-4FBA-35BF-3FD1ADAE9989}"/>
              </a:ext>
            </a:extLst>
          </p:cNvPr>
          <p:cNvSpPr txBox="1">
            <a:spLocks noChangeArrowheads="1"/>
          </p:cNvSpPr>
          <p:nvPr/>
        </p:nvSpPr>
        <p:spPr bwMode="auto">
          <a:xfrm>
            <a:off x="3736975" y="4578350"/>
            <a:ext cx="44672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130000"/>
              </a:lnSpc>
              <a:spcBef>
                <a:spcPct val="50000"/>
              </a:spcBef>
            </a:pPr>
            <a:r>
              <a:rPr lang="zh-CN" altLang="en-US" sz="2000">
                <a:solidFill>
                  <a:srgbClr val="008000"/>
                </a:solidFill>
                <a:latin typeface="微软雅黑" panose="020B0503020204020204" pitchFamily="34" charset="-122"/>
                <a:ea typeface="微软雅黑" panose="020B0503020204020204" pitchFamily="34" charset="-122"/>
              </a:rPr>
              <a:t>为了避免</a:t>
            </a:r>
            <a:r>
              <a:rPr lang="en-US" altLang="zh-CN" sz="2000">
                <a:solidFill>
                  <a:srgbClr val="008000"/>
                </a:solidFill>
                <a:latin typeface="微软雅黑" panose="020B0503020204020204" pitchFamily="34" charset="-122"/>
                <a:ea typeface="微软雅黑" panose="020B0503020204020204" pitchFamily="34" charset="-122"/>
              </a:rPr>
              <a:t>load-use</a:t>
            </a:r>
            <a:r>
              <a:rPr lang="zh-CN" altLang="en-US" sz="2000">
                <a:solidFill>
                  <a:srgbClr val="008000"/>
                </a:solidFill>
                <a:latin typeface="微软雅黑" panose="020B0503020204020204" pitchFamily="34" charset="-122"/>
                <a:ea typeface="微软雅黑" panose="020B0503020204020204" pitchFamily="34" charset="-122"/>
              </a:rPr>
              <a:t>数据冒险！</a:t>
            </a:r>
          </a:p>
        </p:txBody>
      </p:sp>
      <p:sp>
        <p:nvSpPr>
          <p:cNvPr id="301087" name="Text Box 31">
            <a:extLst>
              <a:ext uri="{FF2B5EF4-FFF2-40B4-BE49-F238E27FC236}">
                <a16:creationId xmlns:a16="http://schemas.microsoft.com/office/drawing/2014/main" id="{979E9AB7-328B-53E9-E13C-7FFD025AED03}"/>
              </a:ext>
            </a:extLst>
          </p:cNvPr>
          <p:cNvSpPr txBox="1">
            <a:spLocks noChangeArrowheads="1"/>
          </p:cNvSpPr>
          <p:nvPr/>
        </p:nvSpPr>
        <p:spPr bwMode="auto">
          <a:xfrm>
            <a:off x="3587750" y="5394325"/>
            <a:ext cx="5499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latin typeface="微软雅黑" panose="020B0503020204020204" pitchFamily="34" charset="-122"/>
                <a:ea typeface="微软雅黑" panose="020B0503020204020204" pitchFamily="34" charset="-122"/>
              </a:rPr>
              <a:t>当循环次数不是</a:t>
            </a:r>
            <a:r>
              <a:rPr lang="en-US" altLang="zh-CN" sz="2000">
                <a:latin typeface="微软雅黑" panose="020B0503020204020204" pitchFamily="34" charset="-122"/>
                <a:ea typeface="微软雅黑" panose="020B0503020204020204" pitchFamily="34" charset="-122"/>
              </a:rPr>
              <a:t>4</a:t>
            </a:r>
            <a:r>
              <a:rPr lang="zh-CN" altLang="en-US" sz="2000">
                <a:latin typeface="微软雅黑" panose="020B0503020204020204" pitchFamily="34" charset="-122"/>
                <a:ea typeface="微软雅黑" panose="020B0503020204020204" pitchFamily="34" charset="-122"/>
              </a:rPr>
              <a:t>的倍数时这样做就有问题！</a:t>
            </a:r>
          </a:p>
        </p:txBody>
      </p:sp>
      <p:sp>
        <p:nvSpPr>
          <p:cNvPr id="301088" name="Text Box 32">
            <a:extLst>
              <a:ext uri="{FF2B5EF4-FFF2-40B4-BE49-F238E27FC236}">
                <a16:creationId xmlns:a16="http://schemas.microsoft.com/office/drawing/2014/main" id="{44979916-553C-BF82-E1EF-878D76EBB270}"/>
              </a:ext>
            </a:extLst>
          </p:cNvPr>
          <p:cNvSpPr txBox="1">
            <a:spLocks noChangeArrowheads="1"/>
          </p:cNvSpPr>
          <p:nvPr/>
        </p:nvSpPr>
        <p:spPr bwMode="auto">
          <a:xfrm>
            <a:off x="406400" y="5892800"/>
            <a:ext cx="8483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2000">
                <a:solidFill>
                  <a:srgbClr val="CC0000"/>
                </a:solidFill>
                <a:latin typeface="微软雅黑" panose="020B0503020204020204" pitchFamily="34" charset="-122"/>
                <a:ea typeface="微软雅黑" panose="020B0503020204020204" pitchFamily="34" charset="-122"/>
              </a:rPr>
              <a:t>可见：编译器和机器结构密切相关！系统程序员必须非常了解机器结构！编译器的好坏直接影响程序执行快慢！</a:t>
            </a:r>
          </a:p>
        </p:txBody>
      </p:sp>
      <p:sp>
        <p:nvSpPr>
          <p:cNvPr id="171031" name="Text Box 34">
            <a:extLst>
              <a:ext uri="{FF2B5EF4-FFF2-40B4-BE49-F238E27FC236}">
                <a16:creationId xmlns:a16="http://schemas.microsoft.com/office/drawing/2014/main" id="{63689C76-2DDB-33F9-5500-58F40EF28008}"/>
              </a:ext>
            </a:extLst>
          </p:cNvPr>
          <p:cNvSpPr txBox="1">
            <a:spLocks noChangeArrowheads="1"/>
          </p:cNvSpPr>
          <p:nvPr/>
        </p:nvSpPr>
        <p:spPr bwMode="auto">
          <a:xfrm>
            <a:off x="257175" y="5024438"/>
            <a:ext cx="1333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800">
                <a:solidFill>
                  <a:schemeClr val="accent1"/>
                </a:solidFill>
                <a:latin typeface="Arial" panose="020B0604020202020204" pitchFamily="34" charset="0"/>
                <a:ea typeface="黑体" panose="02010609060101010101" pitchFamily="49" charset="-122"/>
              </a:rPr>
              <a:t>新的</a:t>
            </a:r>
            <a:r>
              <a:rPr lang="en-US" altLang="zh-CN" sz="1800">
                <a:solidFill>
                  <a:schemeClr val="accent1"/>
                </a:solidFill>
                <a:latin typeface="Arial" panose="020B0604020202020204" pitchFamily="34" charset="0"/>
                <a:ea typeface="黑体" panose="02010609060101010101" pitchFamily="49" charset="-122"/>
              </a:rPr>
              <a:t>$S1</a:t>
            </a:r>
          </a:p>
        </p:txBody>
      </p:sp>
      <p:sp>
        <p:nvSpPr>
          <p:cNvPr id="171032" name="Text Box 29">
            <a:extLst>
              <a:ext uri="{FF2B5EF4-FFF2-40B4-BE49-F238E27FC236}">
                <a16:creationId xmlns:a16="http://schemas.microsoft.com/office/drawing/2014/main" id="{BD03FFE9-5FDA-EE0F-FDC5-4AEA6719E1C8}"/>
              </a:ext>
            </a:extLst>
          </p:cNvPr>
          <p:cNvSpPr txBox="1">
            <a:spLocks noChangeArrowheads="1"/>
          </p:cNvSpPr>
          <p:nvPr/>
        </p:nvSpPr>
        <p:spPr bwMode="auto">
          <a:xfrm>
            <a:off x="3059113" y="2165350"/>
            <a:ext cx="820737"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lstStyle/>
          <a:p>
            <a:pPr algn="just" eaLnBrk="0" hangingPunct="0"/>
            <a:r>
              <a:rPr lang="zh-CN" altLang="en-US">
                <a:latin typeface="微软雅黑" panose="020B0503020204020204" pitchFamily="34" charset="-122"/>
                <a:ea typeface="微软雅黑" panose="020B0503020204020204" pitchFamily="34" charset="-122"/>
              </a:rPr>
              <a:t>高地址</a:t>
            </a:r>
          </a:p>
          <a:p>
            <a:pPr eaLnBrk="0" hangingPunct="0"/>
            <a:endParaRPr lang="zh-CN" altLang="zh-CN">
              <a:ea typeface="宋体" panose="02010600030101010101" pitchFamily="2" charset="-122"/>
            </a:endParaRPr>
          </a:p>
        </p:txBody>
      </p:sp>
      <p:sp>
        <p:nvSpPr>
          <p:cNvPr id="171033" name="Text Box 12">
            <a:extLst>
              <a:ext uri="{FF2B5EF4-FFF2-40B4-BE49-F238E27FC236}">
                <a16:creationId xmlns:a16="http://schemas.microsoft.com/office/drawing/2014/main" id="{B4AEDFB6-4635-4389-DC59-8AC3AD545FAC}"/>
              </a:ext>
            </a:extLst>
          </p:cNvPr>
          <p:cNvSpPr txBox="1">
            <a:spLocks noChangeArrowheads="1"/>
          </p:cNvSpPr>
          <p:nvPr/>
        </p:nvSpPr>
        <p:spPr bwMode="auto">
          <a:xfrm>
            <a:off x="1908175" y="4521200"/>
            <a:ext cx="1446213"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latin typeface="Arial" panose="020B0604020202020204" pitchFamily="34" charset="0"/>
                <a:ea typeface="黑体" panose="02010609060101010101" pitchFamily="49" charset="-122"/>
              </a:rPr>
              <a:t>数组元素</a:t>
            </a:r>
            <a:r>
              <a:rPr lang="en-US" altLang="zh-CN" sz="1900">
                <a:latin typeface="Arial" panose="020B0604020202020204" pitchFamily="34" charset="0"/>
                <a:ea typeface="黑体" panose="02010609060101010101" pitchFamily="49" charset="-122"/>
              </a:rPr>
              <a:t>5</a:t>
            </a:r>
          </a:p>
        </p:txBody>
      </p:sp>
      <p:sp>
        <p:nvSpPr>
          <p:cNvPr id="171034" name="Line 5">
            <a:extLst>
              <a:ext uri="{FF2B5EF4-FFF2-40B4-BE49-F238E27FC236}">
                <a16:creationId xmlns:a16="http://schemas.microsoft.com/office/drawing/2014/main" id="{034FDCF6-BC77-4C5D-58A3-E657E9883271}"/>
              </a:ext>
            </a:extLst>
          </p:cNvPr>
          <p:cNvSpPr>
            <a:spLocks noChangeShapeType="1"/>
          </p:cNvSpPr>
          <p:nvPr/>
        </p:nvSpPr>
        <p:spPr bwMode="auto">
          <a:xfrm>
            <a:off x="1611313" y="4470400"/>
            <a:ext cx="18557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1059">
                                            <p:txEl>
                                              <p:pRg st="0" end="0"/>
                                            </p:txEl>
                                          </p:spTgt>
                                        </p:tgtEl>
                                        <p:attrNameLst>
                                          <p:attrName>style.visibility</p:attrName>
                                        </p:attrNameLst>
                                      </p:cBhvr>
                                      <p:to>
                                        <p:strVal val="visible"/>
                                      </p:to>
                                    </p:set>
                                    <p:animEffect transition="in" filter="blinds(horizontal)">
                                      <p:cBhvr>
                                        <p:cTn id="7" dur="500"/>
                                        <p:tgtEl>
                                          <p:spTgt spid="301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1059">
                                            <p:txEl>
                                              <p:pRg st="1" end="1"/>
                                            </p:txEl>
                                          </p:spTgt>
                                        </p:tgtEl>
                                        <p:attrNameLst>
                                          <p:attrName>style.visibility</p:attrName>
                                        </p:attrNameLst>
                                      </p:cBhvr>
                                      <p:to>
                                        <p:strVal val="visible"/>
                                      </p:to>
                                    </p:set>
                                    <p:animEffect transition="in" filter="blinds(horizontal)">
                                      <p:cBhvr>
                                        <p:cTn id="12" dur="500"/>
                                        <p:tgtEl>
                                          <p:spTgt spid="3010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01059">
                                            <p:txEl>
                                              <p:pRg st="2" end="2"/>
                                            </p:txEl>
                                          </p:spTgt>
                                        </p:tgtEl>
                                        <p:attrNameLst>
                                          <p:attrName>style.visibility</p:attrName>
                                        </p:attrNameLst>
                                      </p:cBhvr>
                                      <p:to>
                                        <p:strVal val="visible"/>
                                      </p:to>
                                    </p:set>
                                    <p:animEffect transition="in" filter="blinds(horizontal)">
                                      <p:cBhvr>
                                        <p:cTn id="17" dur="500"/>
                                        <p:tgtEl>
                                          <p:spTgt spid="3010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1080"/>
                                        </p:tgtEl>
                                        <p:attrNameLst>
                                          <p:attrName>style.visibility</p:attrName>
                                        </p:attrNameLst>
                                      </p:cBhvr>
                                      <p:to>
                                        <p:strVal val="visible"/>
                                      </p:to>
                                    </p:set>
                                    <p:animEffect transition="in" filter="blinds(horizontal)">
                                      <p:cBhvr>
                                        <p:cTn id="22" dur="500"/>
                                        <p:tgtEl>
                                          <p:spTgt spid="3010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01081"/>
                                        </p:tgtEl>
                                        <p:attrNameLst>
                                          <p:attrName>style.visibility</p:attrName>
                                        </p:attrNameLst>
                                      </p:cBhvr>
                                      <p:to>
                                        <p:strVal val="visible"/>
                                      </p:to>
                                    </p:set>
                                    <p:animEffect transition="in" filter="blinds(horizontal)">
                                      <p:cBhvr>
                                        <p:cTn id="27" dur="500"/>
                                        <p:tgtEl>
                                          <p:spTgt spid="30108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01085"/>
                                        </p:tgtEl>
                                        <p:attrNameLst>
                                          <p:attrName>style.visibility</p:attrName>
                                        </p:attrNameLst>
                                      </p:cBhvr>
                                      <p:to>
                                        <p:strVal val="visible"/>
                                      </p:to>
                                    </p:set>
                                    <p:animEffect transition="in" filter="blinds(horizontal)">
                                      <p:cBhvr>
                                        <p:cTn id="32" dur="500"/>
                                        <p:tgtEl>
                                          <p:spTgt spid="30108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1086"/>
                                        </p:tgtEl>
                                        <p:attrNameLst>
                                          <p:attrName>style.visibility</p:attrName>
                                        </p:attrNameLst>
                                      </p:cBhvr>
                                      <p:to>
                                        <p:strVal val="visible"/>
                                      </p:to>
                                    </p:set>
                                    <p:animEffect transition="in" filter="blinds(horizontal)">
                                      <p:cBhvr>
                                        <p:cTn id="37" dur="500"/>
                                        <p:tgtEl>
                                          <p:spTgt spid="30108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01087"/>
                                        </p:tgtEl>
                                        <p:attrNameLst>
                                          <p:attrName>style.visibility</p:attrName>
                                        </p:attrNameLst>
                                      </p:cBhvr>
                                      <p:to>
                                        <p:strVal val="visible"/>
                                      </p:to>
                                    </p:set>
                                    <p:animEffect transition="in" filter="blinds(horizontal)">
                                      <p:cBhvr>
                                        <p:cTn id="42" dur="500"/>
                                        <p:tgtEl>
                                          <p:spTgt spid="30108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01088"/>
                                        </p:tgtEl>
                                        <p:attrNameLst>
                                          <p:attrName>style.visibility</p:attrName>
                                        </p:attrNameLst>
                                      </p:cBhvr>
                                      <p:to>
                                        <p:strVal val="visible"/>
                                      </p:to>
                                    </p:set>
                                    <p:animEffect transition="in" filter="blinds(horizontal)">
                                      <p:cBhvr>
                                        <p:cTn id="47" dur="500"/>
                                        <p:tgtEl>
                                          <p:spTgt spid="301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80" grpId="0"/>
      <p:bldP spid="301081" grpId="0"/>
      <p:bldP spid="301085" grpId="0"/>
      <p:bldP spid="301086" grpId="0"/>
      <p:bldP spid="301087" grpId="0"/>
      <p:bldP spid="30108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a:extLst>
              <a:ext uri="{FF2B5EF4-FFF2-40B4-BE49-F238E27FC236}">
                <a16:creationId xmlns:a16="http://schemas.microsoft.com/office/drawing/2014/main" id="{E9D6736A-82A3-A940-83C7-39F2ECCF3C8A}"/>
              </a:ext>
            </a:extLst>
          </p:cNvPr>
          <p:cNvSpPr>
            <a:spLocks noGrp="1" noChangeArrowheads="1"/>
          </p:cNvSpPr>
          <p:nvPr>
            <p:ph type="title"/>
          </p:nvPr>
        </p:nvSpPr>
        <p:spPr/>
        <p:txBody>
          <a:bodyPr/>
          <a:lstStyle/>
          <a:p>
            <a:r>
              <a:rPr lang="zh-CN" altLang="en-US">
                <a:ea typeface="宋体" panose="02010600030101010101" pitchFamily="2" charset="-122"/>
              </a:rPr>
              <a:t>动态多发射处理器</a:t>
            </a:r>
          </a:p>
        </p:txBody>
      </p:sp>
      <p:sp>
        <p:nvSpPr>
          <p:cNvPr id="292867" name="Rectangle 3">
            <a:extLst>
              <a:ext uri="{FF2B5EF4-FFF2-40B4-BE49-F238E27FC236}">
                <a16:creationId xmlns:a16="http://schemas.microsoft.com/office/drawing/2014/main" id="{E2CE23BD-E46D-CFC0-ABEE-82A378728809}"/>
              </a:ext>
            </a:extLst>
          </p:cNvPr>
          <p:cNvSpPr>
            <a:spLocks noGrp="1" noChangeArrowheads="1"/>
          </p:cNvSpPr>
          <p:nvPr>
            <p:ph type="body" sz="half" idx="1"/>
          </p:nvPr>
        </p:nvSpPr>
        <p:spPr>
          <a:xfrm>
            <a:off x="201613" y="682625"/>
            <a:ext cx="8756650" cy="4175125"/>
          </a:xfrm>
        </p:spPr>
        <p:txBody>
          <a:bodyPr/>
          <a:lstStyle/>
          <a:p>
            <a:pPr>
              <a:spcBef>
                <a:spcPts val="600"/>
              </a:spcBef>
            </a:pPr>
            <a:r>
              <a:rPr lang="zh-CN" altLang="en-US" sz="1900">
                <a:latin typeface="微软雅黑" panose="020B0503020204020204" pitchFamily="34" charset="-122"/>
                <a:ea typeface="微软雅黑" panose="020B0503020204020204" pitchFamily="34" charset="-122"/>
              </a:rPr>
              <a:t>由硬件在执行时动态完成指令打包或冒险处理</a:t>
            </a:r>
          </a:p>
          <a:p>
            <a:pPr>
              <a:spcBef>
                <a:spcPts val="600"/>
              </a:spcBef>
            </a:pPr>
            <a:r>
              <a:rPr lang="zh-CN" altLang="en-US" sz="1900">
                <a:latin typeface="微软雅黑" panose="020B0503020204020204" pitchFamily="34" charset="-122"/>
                <a:ea typeface="微软雅黑" panose="020B0503020204020204" pitchFamily="34" charset="-122"/>
              </a:rPr>
              <a:t>通常被称为超标量处理器（</a:t>
            </a:r>
            <a:r>
              <a:rPr lang="en-US" altLang="zh-CN" sz="1900">
                <a:latin typeface="微软雅黑" panose="020B0503020204020204" pitchFamily="34" charset="-122"/>
                <a:ea typeface="微软雅黑" panose="020B0503020204020204" pitchFamily="34" charset="-122"/>
              </a:rPr>
              <a:t>Superscalar</a:t>
            </a:r>
            <a:r>
              <a:rPr lang="zh-CN" altLang="en-US" sz="1900">
                <a:latin typeface="微软雅黑" panose="020B0503020204020204" pitchFamily="34" charset="-122"/>
                <a:ea typeface="微软雅黑" panose="020B0503020204020204" pitchFamily="34" charset="-122"/>
              </a:rPr>
              <a:t>）</a:t>
            </a:r>
          </a:p>
          <a:p>
            <a:pPr lvl="1">
              <a:lnSpc>
                <a:spcPct val="100000"/>
              </a:lnSpc>
              <a:spcBef>
                <a:spcPts val="600"/>
              </a:spcBef>
            </a:pPr>
            <a:r>
              <a:rPr lang="zh-CN" altLang="en-US" sz="1900">
                <a:latin typeface="微软雅黑" panose="020B0503020204020204" pitchFamily="34" charset="-122"/>
                <a:ea typeface="微软雅黑" panose="020B0503020204020204" pitchFamily="34" charset="-122"/>
              </a:rPr>
              <a:t>同一个时钟动态发射多条指令，一个周期内可执行一条以上指令</a:t>
            </a:r>
          </a:p>
          <a:p>
            <a:pPr>
              <a:spcBef>
                <a:spcPts val="600"/>
              </a:spcBef>
            </a:pPr>
            <a:r>
              <a:rPr lang="zh-CN" altLang="en-US" sz="1900">
                <a:latin typeface="微软雅黑" panose="020B0503020204020204" pitchFamily="34" charset="-122"/>
                <a:ea typeface="微软雅黑" panose="020B0503020204020204" pitchFamily="34" charset="-122"/>
              </a:rPr>
              <a:t>与</a:t>
            </a:r>
            <a:r>
              <a:rPr lang="en-US" altLang="zh-CN" sz="1900">
                <a:latin typeface="微软雅黑" panose="020B0503020204020204" pitchFamily="34" charset="-122"/>
                <a:ea typeface="微软雅黑" panose="020B0503020204020204" pitchFamily="34" charset="-122"/>
              </a:rPr>
              <a:t>VLIW</a:t>
            </a:r>
            <a:r>
              <a:rPr lang="zh-CN" altLang="en-US" sz="1900">
                <a:latin typeface="微软雅黑" panose="020B0503020204020204" pitchFamily="34" charset="-122"/>
                <a:ea typeface="微软雅黑" panose="020B0503020204020204" pitchFamily="34" charset="-122"/>
              </a:rPr>
              <a:t>处理器的不同点：</a:t>
            </a:r>
          </a:p>
          <a:p>
            <a:pPr lvl="1">
              <a:lnSpc>
                <a:spcPct val="100000"/>
              </a:lnSpc>
              <a:spcBef>
                <a:spcPts val="600"/>
              </a:spcBef>
            </a:pPr>
            <a:r>
              <a:rPr lang="en-US" altLang="zh-CN" sz="1900">
                <a:solidFill>
                  <a:srgbClr val="008000"/>
                </a:solidFill>
                <a:latin typeface="微软雅黑" panose="020B0503020204020204" pitchFamily="34" charset="-122"/>
                <a:ea typeface="微软雅黑" panose="020B0503020204020204" pitchFamily="34" charset="-122"/>
              </a:rPr>
              <a:t>VLIW</a:t>
            </a:r>
            <a:r>
              <a:rPr lang="zh-CN" altLang="en-US" sz="1900">
                <a:solidFill>
                  <a:srgbClr val="008000"/>
                </a:solidFill>
                <a:latin typeface="微软雅黑" panose="020B0503020204020204" pitchFamily="34" charset="-122"/>
                <a:ea typeface="微软雅黑" panose="020B0503020204020204" pitchFamily="34" charset="-122"/>
              </a:rPr>
              <a:t>处理器：</a:t>
            </a:r>
            <a:r>
              <a:rPr lang="zh-CN" altLang="en-US" sz="1900">
                <a:latin typeface="微软雅黑" panose="020B0503020204020204" pitchFamily="34" charset="-122"/>
                <a:ea typeface="微软雅黑" panose="020B0503020204020204" pitchFamily="34" charset="-122"/>
              </a:rPr>
              <a:t>与机器结构密切相关，在结构有差异的机器上要重新编译</a:t>
            </a:r>
          </a:p>
          <a:p>
            <a:pPr lvl="1">
              <a:lnSpc>
                <a:spcPct val="100000"/>
              </a:lnSpc>
              <a:spcBef>
                <a:spcPts val="600"/>
              </a:spcBef>
            </a:pPr>
            <a:r>
              <a:rPr lang="zh-CN" altLang="en-US" sz="1900">
                <a:solidFill>
                  <a:srgbClr val="008000"/>
                </a:solidFill>
                <a:latin typeface="微软雅黑" panose="020B0503020204020204" pitchFamily="34" charset="-122"/>
                <a:ea typeface="微软雅黑" panose="020B0503020204020204" pitchFamily="34" charset="-122"/>
              </a:rPr>
              <a:t>超标量处理器：</a:t>
            </a:r>
            <a:r>
              <a:rPr lang="zh-CN" altLang="en-US" sz="1900">
                <a:latin typeface="微软雅黑" panose="020B0503020204020204" pitchFamily="34" charset="-122"/>
                <a:ea typeface="微软雅黑" panose="020B0503020204020204" pitchFamily="34" charset="-122"/>
              </a:rPr>
              <a:t>编译器仅进行指令顺序调整（还是串行序列），不进行指令打包，而是由硬件根据机器结构决定同时发射哪几条指令。因此，编译后的代码能够被不同结构的机器正确执行</a:t>
            </a:r>
          </a:p>
          <a:p>
            <a:pPr>
              <a:spcBef>
                <a:spcPts val="600"/>
              </a:spcBef>
            </a:pPr>
            <a:r>
              <a:rPr lang="zh-CN" altLang="en-US" sz="1900">
                <a:latin typeface="微软雅黑" panose="020B0503020204020204" pitchFamily="34" charset="-122"/>
                <a:ea typeface="微软雅黑" panose="020B0503020204020204" pitchFamily="34" charset="-122"/>
              </a:rPr>
              <a:t>超标量处理器多结合动态流水线调度（</a:t>
            </a:r>
            <a:r>
              <a:rPr lang="en-US" altLang="zh-CN" sz="1900">
                <a:latin typeface="微软雅黑" panose="020B0503020204020204" pitchFamily="34" charset="-122"/>
                <a:ea typeface="微软雅黑" panose="020B0503020204020204" pitchFamily="34" charset="-122"/>
              </a:rPr>
              <a:t>Dynamic pipeline scheduling</a:t>
            </a:r>
            <a:r>
              <a:rPr lang="zh-CN" altLang="en-US" sz="1900">
                <a:latin typeface="微软雅黑" panose="020B0503020204020204" pitchFamily="34" charset="-122"/>
                <a:ea typeface="微软雅黑" panose="020B0503020204020204" pitchFamily="34" charset="-122"/>
              </a:rPr>
              <a:t>）技术</a:t>
            </a:r>
          </a:p>
          <a:p>
            <a:pPr lvl="1">
              <a:lnSpc>
                <a:spcPct val="100000"/>
              </a:lnSpc>
              <a:spcBef>
                <a:spcPts val="600"/>
              </a:spcBef>
            </a:pPr>
            <a:r>
              <a:rPr lang="zh-CN" altLang="en-US" sz="1900">
                <a:latin typeface="微软雅黑" panose="020B0503020204020204" pitchFamily="34" charset="-122"/>
                <a:ea typeface="微软雅黑" panose="020B0503020204020204" pitchFamily="34" charset="-122"/>
              </a:rPr>
              <a:t>通过指令相关性检测和动态分支预测等手段，投机性地不按指令顺序执行，当发生流水线阻塞时，可以到后面找指令来执行</a:t>
            </a:r>
          </a:p>
          <a:p>
            <a:pPr lvl="1">
              <a:lnSpc>
                <a:spcPct val="100000"/>
              </a:lnSpc>
              <a:spcBef>
                <a:spcPts val="600"/>
              </a:spcBef>
            </a:pPr>
            <a:r>
              <a:rPr lang="zh-CN" altLang="en-US" sz="1900">
                <a:solidFill>
                  <a:srgbClr val="008000"/>
                </a:solidFill>
                <a:latin typeface="微软雅黑" panose="020B0503020204020204" pitchFamily="34" charset="-122"/>
                <a:ea typeface="微软雅黑" panose="020B0503020204020204" pitchFamily="34" charset="-122"/>
              </a:rPr>
              <a:t>举例说明动态流水线调度技术：</a:t>
            </a:r>
          </a:p>
        </p:txBody>
      </p:sp>
      <p:sp>
        <p:nvSpPr>
          <p:cNvPr id="292870" name="Text Box 6">
            <a:extLst>
              <a:ext uri="{FF2B5EF4-FFF2-40B4-BE49-F238E27FC236}">
                <a16:creationId xmlns:a16="http://schemas.microsoft.com/office/drawing/2014/main" id="{BA441A9D-660B-1559-F245-AD613E34A493}"/>
              </a:ext>
            </a:extLst>
          </p:cNvPr>
          <p:cNvSpPr txBox="1">
            <a:spLocks noChangeArrowheads="1"/>
          </p:cNvSpPr>
          <p:nvPr/>
        </p:nvSpPr>
        <p:spPr bwMode="auto">
          <a:xfrm>
            <a:off x="3616325" y="5464175"/>
            <a:ext cx="5038725"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en-US" altLang="zh-CN" sz="1900">
                <a:latin typeface="微软雅黑" panose="020B0503020204020204" pitchFamily="34" charset="-122"/>
                <a:ea typeface="微软雅黑" panose="020B0503020204020204" pitchFamily="34" charset="-122"/>
              </a:rPr>
              <a:t>sub</a:t>
            </a:r>
            <a:r>
              <a:rPr lang="zh-CN" altLang="en-US" sz="1900">
                <a:latin typeface="微软雅黑" panose="020B0503020204020204" pitchFamily="34" charset="-122"/>
                <a:ea typeface="微软雅黑" panose="020B0503020204020204" pitchFamily="34" charset="-122"/>
              </a:rPr>
              <a:t>指令可提前到</a:t>
            </a:r>
            <a:r>
              <a:rPr lang="en-US" altLang="zh-CN" sz="1900">
                <a:latin typeface="微软雅黑" panose="020B0503020204020204" pitchFamily="34" charset="-122"/>
                <a:ea typeface="微软雅黑" panose="020B0503020204020204" pitchFamily="34" charset="-122"/>
              </a:rPr>
              <a:t>add</a:t>
            </a:r>
            <a:r>
              <a:rPr lang="zh-CN" altLang="en-US" sz="1900">
                <a:latin typeface="微软雅黑" panose="020B0503020204020204" pitchFamily="34" charset="-122"/>
                <a:ea typeface="微软雅黑" panose="020B0503020204020204" pitchFamily="34" charset="-122"/>
              </a:rPr>
              <a:t>指令前执行</a:t>
            </a:r>
          </a:p>
          <a:p>
            <a:pPr eaLnBrk="0" hangingPunct="0">
              <a:spcBef>
                <a:spcPct val="50000"/>
              </a:spcBef>
            </a:pPr>
            <a:r>
              <a:rPr lang="zh-CN" altLang="en-US" sz="1900">
                <a:latin typeface="微软雅黑" panose="020B0503020204020204" pitchFamily="34" charset="-122"/>
                <a:ea typeface="微软雅黑" panose="020B0503020204020204" pitchFamily="34" charset="-122"/>
              </a:rPr>
              <a:t>如果不将</a:t>
            </a:r>
            <a:r>
              <a:rPr lang="en-US" altLang="zh-CN" sz="1900">
                <a:latin typeface="微软雅黑" panose="020B0503020204020204" pitchFamily="34" charset="-122"/>
                <a:ea typeface="微软雅黑" panose="020B0503020204020204" pitchFamily="34" charset="-122"/>
              </a:rPr>
              <a:t>sub</a:t>
            </a:r>
            <a:r>
              <a:rPr lang="zh-CN" altLang="en-US" sz="1900">
                <a:latin typeface="微软雅黑" panose="020B0503020204020204" pitchFamily="34" charset="-122"/>
                <a:ea typeface="微软雅黑" panose="020B0503020204020204" pitchFamily="34" charset="-122"/>
              </a:rPr>
              <a:t>调到前面，则会影响</a:t>
            </a:r>
            <a:r>
              <a:rPr lang="en-US" altLang="zh-CN" sz="1900">
                <a:latin typeface="微软雅黑" panose="020B0503020204020204" pitchFamily="34" charset="-122"/>
                <a:ea typeface="微软雅黑" panose="020B0503020204020204" pitchFamily="34" charset="-122"/>
              </a:rPr>
              <a:t>slti</a:t>
            </a:r>
            <a:r>
              <a:rPr lang="zh-CN" altLang="en-US" sz="1900">
                <a:latin typeface="微软雅黑" panose="020B0503020204020204" pitchFamily="34" charset="-122"/>
                <a:ea typeface="微软雅黑" panose="020B0503020204020204" pitchFamily="34" charset="-122"/>
              </a:rPr>
              <a:t>指令的执行，而且还会发生</a:t>
            </a:r>
            <a:r>
              <a:rPr lang="en-US" altLang="zh-CN" sz="1900">
                <a:latin typeface="微软雅黑" panose="020B0503020204020204" pitchFamily="34" charset="-122"/>
                <a:ea typeface="微软雅黑" panose="020B0503020204020204" pitchFamily="34" charset="-122"/>
              </a:rPr>
              <a:t>load-use</a:t>
            </a:r>
            <a:r>
              <a:rPr lang="zh-CN" altLang="en-US" sz="1900">
                <a:latin typeface="微软雅黑" panose="020B0503020204020204" pitchFamily="34" charset="-122"/>
                <a:ea typeface="微软雅黑" panose="020B0503020204020204" pitchFamily="34" charset="-122"/>
              </a:rPr>
              <a:t>冒险</a:t>
            </a:r>
          </a:p>
        </p:txBody>
      </p:sp>
      <p:sp>
        <p:nvSpPr>
          <p:cNvPr id="292871" name="Text Box 7">
            <a:extLst>
              <a:ext uri="{FF2B5EF4-FFF2-40B4-BE49-F238E27FC236}">
                <a16:creationId xmlns:a16="http://schemas.microsoft.com/office/drawing/2014/main" id="{828F836E-1358-E2FB-448B-FAB5997D66F1}"/>
              </a:ext>
            </a:extLst>
          </p:cNvPr>
          <p:cNvSpPr txBox="1">
            <a:spLocks noChangeArrowheads="1"/>
          </p:cNvSpPr>
          <p:nvPr/>
        </p:nvSpPr>
        <p:spPr bwMode="auto">
          <a:xfrm>
            <a:off x="3692525" y="4951413"/>
            <a:ext cx="53705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rgbClr val="CC0000"/>
                </a:solidFill>
                <a:latin typeface="微软雅黑" panose="020B0503020204020204" pitchFamily="34" charset="-122"/>
                <a:ea typeface="微软雅黑" panose="020B0503020204020204" pitchFamily="34" charset="-122"/>
              </a:rPr>
              <a:t>左边指令序列中，哪条指令可以提前执行？</a:t>
            </a:r>
          </a:p>
        </p:txBody>
      </p:sp>
      <p:pic>
        <p:nvPicPr>
          <p:cNvPr id="172037" name="图片 3">
            <a:extLst>
              <a:ext uri="{FF2B5EF4-FFF2-40B4-BE49-F238E27FC236}">
                <a16:creationId xmlns:a16="http://schemas.microsoft.com/office/drawing/2014/main" id="{F696A231-E558-C7AC-E7E0-C66C86879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238" y="5016500"/>
            <a:ext cx="3057525" cy="1628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2867">
                                            <p:txEl>
                                              <p:pRg st="2" end="2"/>
                                            </p:txEl>
                                          </p:spTgt>
                                        </p:tgtEl>
                                        <p:attrNameLst>
                                          <p:attrName>style.visibility</p:attrName>
                                        </p:attrNameLst>
                                      </p:cBhvr>
                                      <p:to>
                                        <p:strVal val="visible"/>
                                      </p:to>
                                    </p:set>
                                    <p:animEffect transition="in" filter="blinds(horizontal)">
                                      <p:cBhvr>
                                        <p:cTn id="7" dur="500"/>
                                        <p:tgtEl>
                                          <p:spTgt spid="29286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92867">
                                            <p:txEl>
                                              <p:pRg st="4" end="4"/>
                                            </p:txEl>
                                          </p:spTgt>
                                        </p:tgtEl>
                                        <p:attrNameLst>
                                          <p:attrName>style.visibility</p:attrName>
                                        </p:attrNameLst>
                                      </p:cBhvr>
                                      <p:to>
                                        <p:strVal val="visible"/>
                                      </p:to>
                                    </p:set>
                                    <p:animEffect transition="in" filter="blinds(horizontal)">
                                      <p:cBhvr>
                                        <p:cTn id="12" dur="500"/>
                                        <p:tgtEl>
                                          <p:spTgt spid="292867">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92867">
                                            <p:txEl>
                                              <p:pRg st="5" end="5"/>
                                            </p:txEl>
                                          </p:spTgt>
                                        </p:tgtEl>
                                        <p:attrNameLst>
                                          <p:attrName>style.visibility</p:attrName>
                                        </p:attrNameLst>
                                      </p:cBhvr>
                                      <p:to>
                                        <p:strVal val="visible"/>
                                      </p:to>
                                    </p:set>
                                    <p:animEffect transition="in" filter="blinds(horizontal)">
                                      <p:cBhvr>
                                        <p:cTn id="17" dur="500"/>
                                        <p:tgtEl>
                                          <p:spTgt spid="292867">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92867">
                                            <p:txEl>
                                              <p:pRg st="7" end="7"/>
                                            </p:txEl>
                                          </p:spTgt>
                                        </p:tgtEl>
                                        <p:attrNameLst>
                                          <p:attrName>style.visibility</p:attrName>
                                        </p:attrNameLst>
                                      </p:cBhvr>
                                      <p:to>
                                        <p:strVal val="visible"/>
                                      </p:to>
                                    </p:set>
                                    <p:animEffect transition="in" filter="blinds(horizontal)">
                                      <p:cBhvr>
                                        <p:cTn id="22" dur="500"/>
                                        <p:tgtEl>
                                          <p:spTgt spid="292867">
                                            <p:txEl>
                                              <p:pRg st="7" end="7"/>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92867">
                                            <p:txEl>
                                              <p:pRg st="8" end="8"/>
                                            </p:txEl>
                                          </p:spTgt>
                                        </p:tgtEl>
                                        <p:attrNameLst>
                                          <p:attrName>style.visibility</p:attrName>
                                        </p:attrNameLst>
                                      </p:cBhvr>
                                      <p:to>
                                        <p:strVal val="visible"/>
                                      </p:to>
                                    </p:set>
                                    <p:animEffect transition="in" filter="blinds(horizontal)">
                                      <p:cBhvr>
                                        <p:cTn id="27" dur="500"/>
                                        <p:tgtEl>
                                          <p:spTgt spid="292867">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92871"/>
                                        </p:tgtEl>
                                        <p:attrNameLst>
                                          <p:attrName>style.visibility</p:attrName>
                                        </p:attrNameLst>
                                      </p:cBhvr>
                                      <p:to>
                                        <p:strVal val="visible"/>
                                      </p:to>
                                    </p:set>
                                    <p:animEffect transition="in" filter="blinds(horizontal)">
                                      <p:cBhvr>
                                        <p:cTn id="32" dur="500"/>
                                        <p:tgtEl>
                                          <p:spTgt spid="2928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92870">
                                            <p:txEl>
                                              <p:pRg st="0" end="0"/>
                                            </p:txEl>
                                          </p:spTgt>
                                        </p:tgtEl>
                                        <p:attrNameLst>
                                          <p:attrName>style.visibility</p:attrName>
                                        </p:attrNameLst>
                                      </p:cBhvr>
                                      <p:to>
                                        <p:strVal val="visible"/>
                                      </p:to>
                                    </p:set>
                                    <p:animEffect transition="in" filter="blinds(horizontal)">
                                      <p:cBhvr>
                                        <p:cTn id="37" dur="500"/>
                                        <p:tgtEl>
                                          <p:spTgt spid="292870">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92870">
                                            <p:txEl>
                                              <p:pRg st="1" end="1"/>
                                            </p:txEl>
                                          </p:spTgt>
                                        </p:tgtEl>
                                        <p:attrNameLst>
                                          <p:attrName>style.visibility</p:attrName>
                                        </p:attrNameLst>
                                      </p:cBhvr>
                                      <p:to>
                                        <p:strVal val="visible"/>
                                      </p:to>
                                    </p:set>
                                    <p:animEffect transition="in" filter="blinds(horizontal)">
                                      <p:cBhvr>
                                        <p:cTn id="42" dur="500"/>
                                        <p:tgtEl>
                                          <p:spTgt spid="29287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71"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a:extLst>
              <a:ext uri="{FF2B5EF4-FFF2-40B4-BE49-F238E27FC236}">
                <a16:creationId xmlns:a16="http://schemas.microsoft.com/office/drawing/2014/main" id="{70B94817-D8C8-288E-85EA-43508E62771C}"/>
              </a:ext>
            </a:extLst>
          </p:cNvPr>
          <p:cNvSpPr>
            <a:spLocks noGrp="1" noChangeArrowheads="1"/>
          </p:cNvSpPr>
          <p:nvPr>
            <p:ph type="title"/>
          </p:nvPr>
        </p:nvSpPr>
        <p:spPr/>
        <p:txBody>
          <a:bodyPr/>
          <a:lstStyle/>
          <a:p>
            <a:r>
              <a:rPr lang="zh-CN" altLang="en-US">
                <a:ea typeface="宋体" panose="02010600030101010101" pitchFamily="2" charset="-122"/>
              </a:rPr>
              <a:t>动态流水线调度的通用模型</a:t>
            </a:r>
          </a:p>
        </p:txBody>
      </p:sp>
      <p:sp>
        <p:nvSpPr>
          <p:cNvPr id="237571" name="Rectangle 3">
            <a:extLst>
              <a:ext uri="{FF2B5EF4-FFF2-40B4-BE49-F238E27FC236}">
                <a16:creationId xmlns:a16="http://schemas.microsoft.com/office/drawing/2014/main" id="{60B04CDF-466F-65EF-5EC2-5BC529422D02}"/>
              </a:ext>
            </a:extLst>
          </p:cNvPr>
          <p:cNvSpPr>
            <a:spLocks noGrp="1" noChangeArrowheads="1"/>
          </p:cNvSpPr>
          <p:nvPr>
            <p:ph type="body" sz="half" idx="1"/>
          </p:nvPr>
        </p:nvSpPr>
        <p:spPr>
          <a:xfrm>
            <a:off x="320675" y="587375"/>
            <a:ext cx="8488363" cy="1681163"/>
          </a:xfrm>
        </p:spPr>
        <p:txBody>
          <a:bodyPr/>
          <a:lstStyle/>
          <a:p>
            <a:pPr>
              <a:lnSpc>
                <a:spcPct val="105000"/>
              </a:lnSpc>
              <a:spcBef>
                <a:spcPct val="10000"/>
              </a:spcBef>
            </a:pPr>
            <a:r>
              <a:rPr lang="zh-CN" altLang="en-US" sz="1900">
                <a:solidFill>
                  <a:srgbClr val="CC0000"/>
                </a:solidFill>
                <a:latin typeface="微软雅黑" panose="020B0503020204020204" pitchFamily="34" charset="-122"/>
                <a:ea typeface="微软雅黑" panose="020B0503020204020204" pitchFamily="34" charset="-122"/>
              </a:rPr>
              <a:t>动态流水线的一个重要思想：在等待解决阻塞时，到后面找指令提前执行！</a:t>
            </a:r>
          </a:p>
          <a:p>
            <a:pPr>
              <a:lnSpc>
                <a:spcPct val="105000"/>
              </a:lnSpc>
              <a:spcBef>
                <a:spcPct val="10000"/>
              </a:spcBef>
            </a:pPr>
            <a:r>
              <a:rPr lang="zh-CN" altLang="en-US" sz="1900">
                <a:latin typeface="微软雅黑" panose="020B0503020204020204" pitchFamily="34" charset="-122"/>
                <a:ea typeface="微软雅黑" panose="020B0503020204020204" pitchFamily="34" charset="-122"/>
              </a:rPr>
              <a:t>动态流水线的通用模型：</a:t>
            </a:r>
          </a:p>
          <a:p>
            <a:pPr lvl="1">
              <a:lnSpc>
                <a:spcPct val="105000"/>
              </a:lnSpc>
              <a:spcBef>
                <a:spcPct val="10000"/>
              </a:spcBef>
            </a:pPr>
            <a:r>
              <a:rPr lang="zh-CN" altLang="en-US" sz="1900">
                <a:latin typeface="微软雅黑" panose="020B0503020204020204" pitchFamily="34" charset="-122"/>
                <a:ea typeface="微软雅黑" panose="020B0503020204020204" pitchFamily="34" charset="-122"/>
              </a:rPr>
              <a:t>一个指令预取和译码单元：</a:t>
            </a:r>
            <a:r>
              <a:rPr lang="zh-CN" altLang="en-US" sz="1900">
                <a:solidFill>
                  <a:srgbClr val="008000"/>
                </a:solidFill>
                <a:latin typeface="微软雅黑" panose="020B0503020204020204" pitchFamily="34" charset="-122"/>
                <a:ea typeface="微软雅黑" panose="020B0503020204020204" pitchFamily="34" charset="-122"/>
              </a:rPr>
              <a:t>有序发射</a:t>
            </a:r>
            <a:endParaRPr lang="en-US" altLang="zh-CN" sz="1900">
              <a:solidFill>
                <a:srgbClr val="008000"/>
              </a:solidFill>
              <a:latin typeface="微软雅黑" panose="020B0503020204020204" pitchFamily="34" charset="-122"/>
              <a:ea typeface="微软雅黑" panose="020B0503020204020204" pitchFamily="34" charset="-122"/>
            </a:endParaRPr>
          </a:p>
          <a:p>
            <a:pPr lvl="1">
              <a:lnSpc>
                <a:spcPct val="105000"/>
              </a:lnSpc>
              <a:spcBef>
                <a:spcPct val="10000"/>
              </a:spcBef>
            </a:pPr>
            <a:r>
              <a:rPr lang="zh-CN" altLang="en-US" sz="1900">
                <a:latin typeface="微软雅黑" panose="020B0503020204020204" pitchFamily="34" charset="-122"/>
                <a:ea typeface="微软雅黑" panose="020B0503020204020204" pitchFamily="34" charset="-122"/>
              </a:rPr>
              <a:t>多个并列执行的功能单元：</a:t>
            </a:r>
            <a:r>
              <a:rPr lang="zh-CN" altLang="en-US" sz="1900">
                <a:solidFill>
                  <a:srgbClr val="008000"/>
                </a:solidFill>
                <a:latin typeface="微软雅黑" panose="020B0503020204020204" pitchFamily="34" charset="-122"/>
                <a:ea typeface="微软雅黑" panose="020B0503020204020204" pitchFamily="34" charset="-122"/>
              </a:rPr>
              <a:t>乱序执行</a:t>
            </a:r>
          </a:p>
          <a:p>
            <a:pPr lvl="1">
              <a:lnSpc>
                <a:spcPct val="105000"/>
              </a:lnSpc>
              <a:spcBef>
                <a:spcPct val="10000"/>
              </a:spcBef>
            </a:pPr>
            <a:r>
              <a:rPr lang="zh-CN" altLang="en-US" sz="1900">
                <a:latin typeface="微软雅黑" panose="020B0503020204020204" pitchFamily="34" charset="-122"/>
                <a:ea typeface="微软雅黑" panose="020B0503020204020204" pitchFamily="34" charset="-122"/>
              </a:rPr>
              <a:t>一个提交单元：</a:t>
            </a:r>
            <a:r>
              <a:rPr lang="zh-CN" altLang="en-US" sz="1900">
                <a:solidFill>
                  <a:srgbClr val="008000"/>
                </a:solidFill>
                <a:latin typeface="微软雅黑" panose="020B0503020204020204" pitchFamily="34" charset="-122"/>
                <a:ea typeface="微软雅黑" panose="020B0503020204020204" pitchFamily="34" charset="-122"/>
              </a:rPr>
              <a:t>有序提交</a:t>
            </a:r>
          </a:p>
        </p:txBody>
      </p:sp>
      <p:graphicFrame>
        <p:nvGraphicFramePr>
          <p:cNvPr id="173059" name="Object 4">
            <a:extLst>
              <a:ext uri="{FF2B5EF4-FFF2-40B4-BE49-F238E27FC236}">
                <a16:creationId xmlns:a16="http://schemas.microsoft.com/office/drawing/2014/main" id="{F7CABF29-F73E-B1C0-5424-5D9EB19853D3}"/>
              </a:ext>
            </a:extLst>
          </p:cNvPr>
          <p:cNvGraphicFramePr>
            <a:graphicFrameLocks noGrp="1" noChangeAspect="1"/>
          </p:cNvGraphicFramePr>
          <p:nvPr>
            <p:ph sz="half" idx="2"/>
          </p:nvPr>
        </p:nvGraphicFramePr>
        <p:xfrm>
          <a:off x="968375" y="2282825"/>
          <a:ext cx="8175625" cy="4360863"/>
        </p:xfrm>
        <a:graphic>
          <a:graphicData uri="http://schemas.openxmlformats.org/presentationml/2006/ole">
            <mc:AlternateContent xmlns:mc="http://schemas.openxmlformats.org/markup-compatibility/2006">
              <mc:Choice xmlns:v="urn:schemas-microsoft-com:vml" Requires="v">
                <p:oleObj r:id="rId2" imgW="7628571" imgH="5106113" progId="Paint.Picture">
                  <p:embed/>
                </p:oleObj>
              </mc:Choice>
              <mc:Fallback>
                <p:oleObj r:id="rId2" imgW="7628571" imgH="5106113" progId="Paint.Picture">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375" y="2282825"/>
                        <a:ext cx="8175625" cy="4360863"/>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37588" name="Group 20">
            <a:extLst>
              <a:ext uri="{FF2B5EF4-FFF2-40B4-BE49-F238E27FC236}">
                <a16:creationId xmlns:a16="http://schemas.microsoft.com/office/drawing/2014/main" id="{1A611B54-2BC9-AAEB-2EC1-666172D765C8}"/>
              </a:ext>
            </a:extLst>
          </p:cNvPr>
          <p:cNvGrpSpPr>
            <a:grpSpLocks/>
          </p:cNvGrpSpPr>
          <p:nvPr/>
        </p:nvGrpSpPr>
        <p:grpSpPr bwMode="auto">
          <a:xfrm>
            <a:off x="100013" y="2541588"/>
            <a:ext cx="3395662" cy="1047750"/>
            <a:chOff x="0" y="1626"/>
            <a:chExt cx="2139" cy="660"/>
          </a:xfrm>
        </p:grpSpPr>
        <p:sp>
          <p:nvSpPr>
            <p:cNvPr id="173061" name="Text Box 6">
              <a:extLst>
                <a:ext uri="{FF2B5EF4-FFF2-40B4-BE49-F238E27FC236}">
                  <a16:creationId xmlns:a16="http://schemas.microsoft.com/office/drawing/2014/main" id="{F169B55D-2A1C-855A-BA61-E4C4CA5920D3}"/>
                </a:ext>
              </a:extLst>
            </p:cNvPr>
            <p:cNvSpPr txBox="1">
              <a:spLocks noChangeArrowheads="1"/>
            </p:cNvSpPr>
            <p:nvPr/>
          </p:nvSpPr>
          <p:spPr bwMode="auto">
            <a:xfrm>
              <a:off x="0" y="1626"/>
              <a:ext cx="2139"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1900">
                  <a:solidFill>
                    <a:srgbClr val="CC0000"/>
                  </a:solidFill>
                  <a:latin typeface="微软雅黑" panose="020B0503020204020204" pitchFamily="34" charset="-122"/>
                  <a:ea typeface="微软雅黑" panose="020B0503020204020204" pitchFamily="34" charset="-122"/>
                </a:rPr>
                <a:t>每个功能单元有各自的</a:t>
              </a:r>
              <a:r>
                <a:rPr lang="zh-CN" altLang="en-US" sz="1900">
                  <a:solidFill>
                    <a:schemeClr val="accent2"/>
                  </a:solidFill>
                  <a:latin typeface="微软雅黑" panose="020B0503020204020204" pitchFamily="34" charset="-122"/>
                  <a:ea typeface="微软雅黑" panose="020B0503020204020204" pitchFamily="34" charset="-122"/>
                </a:rPr>
                <a:t>保留站</a:t>
              </a:r>
            </a:p>
            <a:p>
              <a:pPr eaLnBrk="0" hangingPunct="0"/>
              <a:r>
                <a:rPr lang="zh-CN" altLang="en-US" sz="1900">
                  <a:solidFill>
                    <a:srgbClr val="CC0000"/>
                  </a:solidFill>
                  <a:latin typeface="微软雅黑" panose="020B0503020204020204" pitchFamily="34" charset="-122"/>
                  <a:ea typeface="微软雅黑" panose="020B0503020204020204" pitchFamily="34" charset="-122"/>
                </a:rPr>
                <a:t>用于保存操作数和操作命令</a:t>
              </a:r>
            </a:p>
          </p:txBody>
        </p:sp>
        <p:sp>
          <p:nvSpPr>
            <p:cNvPr id="173062" name="Line 7">
              <a:extLst>
                <a:ext uri="{FF2B5EF4-FFF2-40B4-BE49-F238E27FC236}">
                  <a16:creationId xmlns:a16="http://schemas.microsoft.com/office/drawing/2014/main" id="{341B1EFC-04FE-D0A1-75DF-63A95C0CE2C5}"/>
                </a:ext>
              </a:extLst>
            </p:cNvPr>
            <p:cNvSpPr>
              <a:spLocks noChangeShapeType="1"/>
            </p:cNvSpPr>
            <p:nvPr/>
          </p:nvSpPr>
          <p:spPr bwMode="auto">
            <a:xfrm>
              <a:off x="1079" y="1966"/>
              <a:ext cx="169" cy="32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37584" name="Group 16">
            <a:extLst>
              <a:ext uri="{FF2B5EF4-FFF2-40B4-BE49-F238E27FC236}">
                <a16:creationId xmlns:a16="http://schemas.microsoft.com/office/drawing/2014/main" id="{76597869-8963-BF6A-224B-4F5B62480827}"/>
              </a:ext>
            </a:extLst>
          </p:cNvPr>
          <p:cNvGrpSpPr>
            <a:grpSpLocks/>
          </p:cNvGrpSpPr>
          <p:nvPr/>
        </p:nvGrpSpPr>
        <p:grpSpPr bwMode="auto">
          <a:xfrm>
            <a:off x="100013" y="3567113"/>
            <a:ext cx="2092325" cy="977900"/>
            <a:chOff x="63" y="2247"/>
            <a:chExt cx="1318" cy="616"/>
          </a:xfrm>
        </p:grpSpPr>
        <p:sp>
          <p:nvSpPr>
            <p:cNvPr id="173064" name="Text Box 8">
              <a:extLst>
                <a:ext uri="{FF2B5EF4-FFF2-40B4-BE49-F238E27FC236}">
                  <a16:creationId xmlns:a16="http://schemas.microsoft.com/office/drawing/2014/main" id="{B0A8F2F5-AF9A-E800-72E0-699CD3C1905F}"/>
                </a:ext>
              </a:extLst>
            </p:cNvPr>
            <p:cNvSpPr txBox="1">
              <a:spLocks noChangeArrowheads="1"/>
            </p:cNvSpPr>
            <p:nvPr/>
          </p:nvSpPr>
          <p:spPr bwMode="auto">
            <a:xfrm>
              <a:off x="63" y="2247"/>
              <a:ext cx="119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1900">
                  <a:solidFill>
                    <a:srgbClr val="CC0000"/>
                  </a:solidFill>
                  <a:latin typeface="微软雅黑" panose="020B0503020204020204" pitchFamily="34" charset="-122"/>
                  <a:ea typeface="微软雅黑" panose="020B0503020204020204" pitchFamily="34" charset="-122"/>
                </a:rPr>
                <a:t>功能单元，</a:t>
              </a:r>
              <a:r>
                <a:rPr lang="zh-CN" altLang="en-US" sz="1900">
                  <a:solidFill>
                    <a:srgbClr val="008000"/>
                  </a:solidFill>
                  <a:latin typeface="微软雅黑" panose="020B0503020204020204" pitchFamily="34" charset="-122"/>
                  <a:ea typeface="微软雅黑" panose="020B0503020204020204" pitchFamily="34" charset="-122"/>
                </a:rPr>
                <a:t>用于完成指令的具体功能</a:t>
              </a:r>
            </a:p>
          </p:txBody>
        </p:sp>
        <p:sp>
          <p:nvSpPr>
            <p:cNvPr id="173065" name="Line 10">
              <a:extLst>
                <a:ext uri="{FF2B5EF4-FFF2-40B4-BE49-F238E27FC236}">
                  <a16:creationId xmlns:a16="http://schemas.microsoft.com/office/drawing/2014/main" id="{FC6ED9B5-450D-3A26-9100-775E5A7CE1B1}"/>
                </a:ext>
              </a:extLst>
            </p:cNvPr>
            <p:cNvSpPr>
              <a:spLocks noChangeShapeType="1"/>
            </p:cNvSpPr>
            <p:nvPr/>
          </p:nvSpPr>
          <p:spPr bwMode="auto">
            <a:xfrm>
              <a:off x="1179" y="2670"/>
              <a:ext cx="202" cy="193"/>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37585" name="Group 17">
            <a:extLst>
              <a:ext uri="{FF2B5EF4-FFF2-40B4-BE49-F238E27FC236}">
                <a16:creationId xmlns:a16="http://schemas.microsoft.com/office/drawing/2014/main" id="{5F3D0DF2-5879-5340-2B52-A8C573457296}"/>
              </a:ext>
            </a:extLst>
          </p:cNvPr>
          <p:cNvGrpSpPr>
            <a:grpSpLocks/>
          </p:cNvGrpSpPr>
          <p:nvPr/>
        </p:nvGrpSpPr>
        <p:grpSpPr bwMode="auto">
          <a:xfrm>
            <a:off x="28575" y="5595938"/>
            <a:ext cx="3729038" cy="1262062"/>
            <a:chOff x="27" y="3582"/>
            <a:chExt cx="2349" cy="795"/>
          </a:xfrm>
        </p:grpSpPr>
        <p:sp>
          <p:nvSpPr>
            <p:cNvPr id="173067" name="Text Box 9">
              <a:extLst>
                <a:ext uri="{FF2B5EF4-FFF2-40B4-BE49-F238E27FC236}">
                  <a16:creationId xmlns:a16="http://schemas.microsoft.com/office/drawing/2014/main" id="{11AA69B1-9512-ADF9-97BB-F9C75DBF5C40}"/>
                </a:ext>
              </a:extLst>
            </p:cNvPr>
            <p:cNvSpPr txBox="1">
              <a:spLocks noChangeArrowheads="1"/>
            </p:cNvSpPr>
            <p:nvPr/>
          </p:nvSpPr>
          <p:spPr bwMode="auto">
            <a:xfrm>
              <a:off x="27" y="3582"/>
              <a:ext cx="2349" cy="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rgbClr val="CC0000"/>
                  </a:solidFill>
                  <a:latin typeface="微软雅黑" panose="020B0503020204020204" pitchFamily="34" charset="-122"/>
                  <a:ea typeface="微软雅黑" panose="020B0503020204020204" pitchFamily="34" charset="-122"/>
                </a:rPr>
                <a:t>提交单元</a:t>
              </a:r>
              <a:r>
                <a:rPr lang="zh-CN" altLang="en-US" sz="1900">
                  <a:solidFill>
                    <a:srgbClr val="008000"/>
                  </a:solidFill>
                  <a:latin typeface="微软雅黑" panose="020B0503020204020204" pitchFamily="34" charset="-122"/>
                  <a:ea typeface="微软雅黑" panose="020B0503020204020204" pitchFamily="34" charset="-122"/>
                </a:rPr>
                <a:t>缓存所有已完成的指令结果，直到该结果能安全写回到寄存器或存储器，也</a:t>
              </a:r>
              <a:r>
                <a:rPr lang="zh-CN" altLang="en-US" sz="1900">
                  <a:solidFill>
                    <a:srgbClr val="CC0000"/>
                  </a:solidFill>
                  <a:latin typeface="微软雅黑" panose="020B0503020204020204" pitchFamily="34" charset="-122"/>
                  <a:ea typeface="微软雅黑" panose="020B0503020204020204" pitchFamily="34" charset="-122"/>
                </a:rPr>
                <a:t>称为</a:t>
              </a:r>
              <a:r>
                <a:rPr lang="en-US" altLang="zh-CN" sz="1900">
                  <a:solidFill>
                    <a:srgbClr val="CC0000"/>
                  </a:solidFill>
                  <a:latin typeface="微软雅黑" panose="020B0503020204020204" pitchFamily="34" charset="-122"/>
                  <a:ea typeface="微软雅黑" panose="020B0503020204020204" pitchFamily="34" charset="-122"/>
                </a:rPr>
                <a:t>Reorder Buffer</a:t>
              </a:r>
            </a:p>
          </p:txBody>
        </p:sp>
        <p:sp>
          <p:nvSpPr>
            <p:cNvPr id="173068" name="Line 11">
              <a:extLst>
                <a:ext uri="{FF2B5EF4-FFF2-40B4-BE49-F238E27FC236}">
                  <a16:creationId xmlns:a16="http://schemas.microsoft.com/office/drawing/2014/main" id="{64939AF0-37B5-D851-E13A-8DB99BFE5679}"/>
                </a:ext>
              </a:extLst>
            </p:cNvPr>
            <p:cNvSpPr>
              <a:spLocks noChangeShapeType="1"/>
            </p:cNvSpPr>
            <p:nvPr/>
          </p:nvSpPr>
          <p:spPr bwMode="auto">
            <a:xfrm>
              <a:off x="1947" y="3949"/>
              <a:ext cx="421" cy="110"/>
            </a:xfrm>
            <a:prstGeom prst="line">
              <a:avLst/>
            </a:prstGeom>
            <a:noFill/>
            <a:ln w="381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37587" name="Group 19">
            <a:extLst>
              <a:ext uri="{FF2B5EF4-FFF2-40B4-BE49-F238E27FC236}">
                <a16:creationId xmlns:a16="http://schemas.microsoft.com/office/drawing/2014/main" id="{0ABB79B7-B0CF-E247-C6F7-4ADE9D3746BC}"/>
              </a:ext>
            </a:extLst>
          </p:cNvPr>
          <p:cNvGrpSpPr>
            <a:grpSpLocks/>
          </p:cNvGrpSpPr>
          <p:nvPr/>
        </p:nvGrpSpPr>
        <p:grpSpPr bwMode="auto">
          <a:xfrm>
            <a:off x="5619750" y="5540375"/>
            <a:ext cx="3125788" cy="969963"/>
            <a:chOff x="3549" y="3517"/>
            <a:chExt cx="1969" cy="611"/>
          </a:xfrm>
        </p:grpSpPr>
        <p:sp>
          <p:nvSpPr>
            <p:cNvPr id="173070" name="Text Box 13">
              <a:extLst>
                <a:ext uri="{FF2B5EF4-FFF2-40B4-BE49-F238E27FC236}">
                  <a16:creationId xmlns:a16="http://schemas.microsoft.com/office/drawing/2014/main" id="{5ADC904E-81B4-1A74-D2F0-E3D51DDD127F}"/>
                </a:ext>
              </a:extLst>
            </p:cNvPr>
            <p:cNvSpPr txBox="1">
              <a:spLocks noChangeArrowheads="1"/>
            </p:cNvSpPr>
            <p:nvPr/>
          </p:nvSpPr>
          <p:spPr bwMode="auto">
            <a:xfrm>
              <a:off x="3824" y="3517"/>
              <a:ext cx="1694"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rgbClr val="008000"/>
                  </a:solidFill>
                  <a:latin typeface="微软雅黑" panose="020B0503020204020204" pitchFamily="34" charset="-122"/>
                  <a:ea typeface="微软雅黑" panose="020B0503020204020204" pitchFamily="34" charset="-122"/>
                </a:rPr>
                <a:t>指令的结果也可在</a:t>
              </a:r>
              <a:r>
                <a:rPr lang="en-US" altLang="zh-CN" sz="1900">
                  <a:solidFill>
                    <a:srgbClr val="CC0000"/>
                  </a:solidFill>
                  <a:latin typeface="微软雅黑" panose="020B0503020204020204" pitchFamily="34" charset="-122"/>
                  <a:ea typeface="微软雅黑" panose="020B0503020204020204" pitchFamily="34" charset="-122"/>
                </a:rPr>
                <a:t>Reorder Buffer</a:t>
              </a:r>
              <a:r>
                <a:rPr lang="zh-CN" altLang="en-US" sz="1900">
                  <a:solidFill>
                    <a:srgbClr val="008000"/>
                  </a:solidFill>
                  <a:latin typeface="微软雅黑" panose="020B0503020204020204" pitchFamily="34" charset="-122"/>
                  <a:ea typeface="微软雅黑" panose="020B0503020204020204" pitchFamily="34" charset="-122"/>
                </a:rPr>
                <a:t>中被“转发”</a:t>
              </a:r>
            </a:p>
          </p:txBody>
        </p:sp>
        <p:sp>
          <p:nvSpPr>
            <p:cNvPr id="173071" name="Line 14">
              <a:extLst>
                <a:ext uri="{FF2B5EF4-FFF2-40B4-BE49-F238E27FC236}">
                  <a16:creationId xmlns:a16="http://schemas.microsoft.com/office/drawing/2014/main" id="{A967722F-A78B-CE7B-F4E0-7852852D816D}"/>
                </a:ext>
              </a:extLst>
            </p:cNvPr>
            <p:cNvSpPr>
              <a:spLocks noChangeShapeType="1"/>
            </p:cNvSpPr>
            <p:nvPr/>
          </p:nvSpPr>
          <p:spPr bwMode="auto">
            <a:xfrm flipH="1">
              <a:off x="3549" y="3784"/>
              <a:ext cx="326" cy="86"/>
            </a:xfrm>
            <a:prstGeom prst="line">
              <a:avLst/>
            </a:prstGeom>
            <a:noFill/>
            <a:ln w="381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7571">
                                            <p:txEl>
                                              <p:pRg st="0" end="0"/>
                                            </p:txEl>
                                          </p:spTgt>
                                        </p:tgtEl>
                                        <p:attrNameLst>
                                          <p:attrName>style.visibility</p:attrName>
                                        </p:attrNameLst>
                                      </p:cBhvr>
                                      <p:to>
                                        <p:strVal val="visible"/>
                                      </p:to>
                                    </p:set>
                                    <p:animEffect transition="in" filter="blinds(horizontal)">
                                      <p:cBhvr>
                                        <p:cTn id="7" dur="500"/>
                                        <p:tgtEl>
                                          <p:spTgt spid="2375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7571">
                                            <p:txEl>
                                              <p:pRg st="1" end="1"/>
                                            </p:txEl>
                                          </p:spTgt>
                                        </p:tgtEl>
                                        <p:attrNameLst>
                                          <p:attrName>style.visibility</p:attrName>
                                        </p:attrNameLst>
                                      </p:cBhvr>
                                      <p:to>
                                        <p:strVal val="visible"/>
                                      </p:to>
                                    </p:set>
                                    <p:animEffect transition="in" filter="blinds(horizontal)">
                                      <p:cBhvr>
                                        <p:cTn id="12" dur="500"/>
                                        <p:tgtEl>
                                          <p:spTgt spid="2375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7571">
                                            <p:txEl>
                                              <p:pRg st="2" end="2"/>
                                            </p:txEl>
                                          </p:spTgt>
                                        </p:tgtEl>
                                        <p:attrNameLst>
                                          <p:attrName>style.visibility</p:attrName>
                                        </p:attrNameLst>
                                      </p:cBhvr>
                                      <p:to>
                                        <p:strVal val="visible"/>
                                      </p:to>
                                    </p:set>
                                    <p:animEffect transition="in" filter="blinds(horizontal)">
                                      <p:cBhvr>
                                        <p:cTn id="17" dur="500"/>
                                        <p:tgtEl>
                                          <p:spTgt spid="2375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7571">
                                            <p:txEl>
                                              <p:pRg st="3" end="3"/>
                                            </p:txEl>
                                          </p:spTgt>
                                        </p:tgtEl>
                                        <p:attrNameLst>
                                          <p:attrName>style.visibility</p:attrName>
                                        </p:attrNameLst>
                                      </p:cBhvr>
                                      <p:to>
                                        <p:strVal val="visible"/>
                                      </p:to>
                                    </p:set>
                                    <p:animEffect transition="in" filter="blinds(horizontal)">
                                      <p:cBhvr>
                                        <p:cTn id="22" dur="500"/>
                                        <p:tgtEl>
                                          <p:spTgt spid="2375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37571">
                                            <p:txEl>
                                              <p:pRg st="4" end="4"/>
                                            </p:txEl>
                                          </p:spTgt>
                                        </p:tgtEl>
                                        <p:attrNameLst>
                                          <p:attrName>style.visibility</p:attrName>
                                        </p:attrNameLst>
                                      </p:cBhvr>
                                      <p:to>
                                        <p:strVal val="visible"/>
                                      </p:to>
                                    </p:set>
                                    <p:animEffect transition="in" filter="blinds(horizontal)">
                                      <p:cBhvr>
                                        <p:cTn id="27" dur="500"/>
                                        <p:tgtEl>
                                          <p:spTgt spid="23757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37588"/>
                                        </p:tgtEl>
                                        <p:attrNameLst>
                                          <p:attrName>style.visibility</p:attrName>
                                        </p:attrNameLst>
                                      </p:cBhvr>
                                      <p:to>
                                        <p:strVal val="visible"/>
                                      </p:to>
                                    </p:set>
                                    <p:animEffect transition="in" filter="blinds(horizontal)">
                                      <p:cBhvr>
                                        <p:cTn id="32" dur="500"/>
                                        <p:tgtEl>
                                          <p:spTgt spid="23758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37584"/>
                                        </p:tgtEl>
                                        <p:attrNameLst>
                                          <p:attrName>style.visibility</p:attrName>
                                        </p:attrNameLst>
                                      </p:cBhvr>
                                      <p:to>
                                        <p:strVal val="visible"/>
                                      </p:to>
                                    </p:set>
                                    <p:animEffect transition="in" filter="blinds(horizontal)">
                                      <p:cBhvr>
                                        <p:cTn id="37" dur="500"/>
                                        <p:tgtEl>
                                          <p:spTgt spid="23758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37585"/>
                                        </p:tgtEl>
                                        <p:attrNameLst>
                                          <p:attrName>style.visibility</p:attrName>
                                        </p:attrNameLst>
                                      </p:cBhvr>
                                      <p:to>
                                        <p:strVal val="visible"/>
                                      </p:to>
                                    </p:set>
                                    <p:animEffect transition="in" filter="blinds(horizontal)">
                                      <p:cBhvr>
                                        <p:cTn id="42" dur="500"/>
                                        <p:tgtEl>
                                          <p:spTgt spid="23758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37587"/>
                                        </p:tgtEl>
                                        <p:attrNameLst>
                                          <p:attrName>style.visibility</p:attrName>
                                        </p:attrNameLst>
                                      </p:cBhvr>
                                      <p:to>
                                        <p:strVal val="visible"/>
                                      </p:to>
                                    </p:set>
                                    <p:animEffect transition="in" filter="blinds(horizontal)">
                                      <p:cBhvr>
                                        <p:cTn id="47" dur="500"/>
                                        <p:tgtEl>
                                          <p:spTgt spid="237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a:extLst>
              <a:ext uri="{FF2B5EF4-FFF2-40B4-BE49-F238E27FC236}">
                <a16:creationId xmlns:a16="http://schemas.microsoft.com/office/drawing/2014/main" id="{E3963992-84EA-92A8-9A40-690D93909AE3}"/>
              </a:ext>
            </a:extLst>
          </p:cNvPr>
          <p:cNvSpPr>
            <a:spLocks noGrp="1" noChangeArrowheads="1"/>
          </p:cNvSpPr>
          <p:nvPr>
            <p:ph type="title"/>
          </p:nvPr>
        </p:nvSpPr>
        <p:spPr>
          <a:xfrm>
            <a:off x="814388" y="184150"/>
            <a:ext cx="6862762" cy="368300"/>
          </a:xfrm>
        </p:spPr>
        <p:txBody>
          <a:bodyPr/>
          <a:lstStyle/>
          <a:p>
            <a:r>
              <a:rPr lang="zh-CN" altLang="en-US">
                <a:ea typeface="宋体" panose="02010600030101010101" pitchFamily="2" charset="-122"/>
              </a:rPr>
              <a:t>功能单元的性能</a:t>
            </a:r>
          </a:p>
        </p:txBody>
      </p:sp>
      <p:sp>
        <p:nvSpPr>
          <p:cNvPr id="348163" name="Rectangle 3">
            <a:extLst>
              <a:ext uri="{FF2B5EF4-FFF2-40B4-BE49-F238E27FC236}">
                <a16:creationId xmlns:a16="http://schemas.microsoft.com/office/drawing/2014/main" id="{9C36D841-64F8-CAA1-77F5-A277A2D55220}"/>
              </a:ext>
            </a:extLst>
          </p:cNvPr>
          <p:cNvSpPr>
            <a:spLocks noGrp="1" noChangeArrowheads="1"/>
          </p:cNvSpPr>
          <p:nvPr>
            <p:ph type="body" sz="half" idx="1"/>
          </p:nvPr>
        </p:nvSpPr>
        <p:spPr>
          <a:xfrm>
            <a:off x="523875" y="604838"/>
            <a:ext cx="7546975" cy="1512887"/>
          </a:xfrm>
        </p:spPr>
        <p:txBody>
          <a:bodyPr/>
          <a:lstStyle/>
          <a:p>
            <a:pPr>
              <a:spcBef>
                <a:spcPct val="0"/>
              </a:spcBef>
            </a:pPr>
            <a:r>
              <a:rPr lang="zh-CN" altLang="en-US" sz="1900">
                <a:latin typeface="微软雅黑" panose="020B0503020204020204" pitchFamily="34" charset="-122"/>
                <a:ea typeface="微软雅黑" panose="020B0503020204020204" pitchFamily="34" charset="-122"/>
              </a:rPr>
              <a:t>功能：用来执行特定类型的操作</a:t>
            </a:r>
          </a:p>
          <a:p>
            <a:pPr>
              <a:spcBef>
                <a:spcPct val="0"/>
              </a:spcBef>
            </a:pPr>
            <a:r>
              <a:rPr lang="zh-CN" altLang="en-US" sz="1900">
                <a:latin typeface="微软雅黑" panose="020B0503020204020204" pitchFamily="34" charset="-122"/>
                <a:ea typeface="微软雅黑" panose="020B0503020204020204" pitchFamily="34" charset="-122"/>
              </a:rPr>
              <a:t>性能：每个功能单元具有基本的操作性能，用两个周期数来刻画</a:t>
            </a:r>
          </a:p>
          <a:p>
            <a:pPr lvl="1">
              <a:lnSpc>
                <a:spcPct val="100000"/>
              </a:lnSpc>
              <a:spcBef>
                <a:spcPct val="0"/>
              </a:spcBef>
            </a:pPr>
            <a:r>
              <a:rPr lang="zh-CN" altLang="en-US" sz="1900">
                <a:latin typeface="微软雅黑" panose="020B0503020204020204" pitchFamily="34" charset="-122"/>
                <a:ea typeface="微软雅黑" panose="020B0503020204020204" pitchFamily="34" charset="-122"/>
              </a:rPr>
              <a:t>执行周期（</a:t>
            </a:r>
            <a:r>
              <a:rPr lang="en-US" altLang="zh-CN" sz="1900">
                <a:latin typeface="微软雅黑" panose="020B0503020204020204" pitchFamily="34" charset="-122"/>
                <a:ea typeface="微软雅黑" panose="020B0503020204020204" pitchFamily="34" charset="-122"/>
              </a:rPr>
              <a:t>Latency</a:t>
            </a:r>
            <a:r>
              <a:rPr lang="zh-CN" altLang="en-US" sz="1900">
                <a:latin typeface="微软雅黑" panose="020B0503020204020204" pitchFamily="34" charset="-122"/>
                <a:ea typeface="微软雅黑" panose="020B0503020204020204" pitchFamily="34" charset="-122"/>
              </a:rPr>
              <a:t>）：完成特定操作所花的周期数</a:t>
            </a:r>
          </a:p>
          <a:p>
            <a:pPr lvl="1">
              <a:lnSpc>
                <a:spcPct val="100000"/>
              </a:lnSpc>
              <a:spcBef>
                <a:spcPct val="0"/>
              </a:spcBef>
            </a:pPr>
            <a:r>
              <a:rPr lang="zh-CN" altLang="en-US" sz="1900">
                <a:latin typeface="微软雅黑" panose="020B0503020204020204" pitchFamily="34" charset="-122"/>
                <a:ea typeface="微软雅黑" panose="020B0503020204020204" pitchFamily="34" charset="-122"/>
              </a:rPr>
              <a:t>发射时间（</a:t>
            </a:r>
            <a:r>
              <a:rPr lang="en-US" altLang="zh-CN" sz="1900">
                <a:latin typeface="微软雅黑" panose="020B0503020204020204" pitchFamily="34" charset="-122"/>
                <a:ea typeface="微软雅黑" panose="020B0503020204020204" pitchFamily="34" charset="-122"/>
              </a:rPr>
              <a:t>Issue Time</a:t>
            </a:r>
            <a:r>
              <a:rPr lang="zh-CN" altLang="en-US" sz="1900">
                <a:latin typeface="微软雅黑" panose="020B0503020204020204" pitchFamily="34" charset="-122"/>
                <a:ea typeface="微软雅黑" panose="020B0503020204020204" pitchFamily="34" charset="-122"/>
              </a:rPr>
              <a:t>）：连续、独立操作之间的最短周期数</a:t>
            </a:r>
          </a:p>
          <a:p>
            <a:pPr lvl="1">
              <a:lnSpc>
                <a:spcPct val="100000"/>
              </a:lnSpc>
              <a:spcBef>
                <a:spcPct val="0"/>
              </a:spcBef>
              <a:buFontTx/>
              <a:buNone/>
            </a:pPr>
            <a:r>
              <a:rPr lang="zh-CN" altLang="en-US" sz="1900">
                <a:solidFill>
                  <a:srgbClr val="008000"/>
                </a:solidFill>
                <a:latin typeface="微软雅黑" panose="020B0503020204020204" pitchFamily="34" charset="-122"/>
                <a:ea typeface="微软雅黑" panose="020B0503020204020204" pitchFamily="34" charset="-122"/>
              </a:rPr>
              <a:t>以下是</a:t>
            </a:r>
            <a:r>
              <a:rPr lang="en-US" altLang="zh-CN" sz="1900">
                <a:solidFill>
                  <a:srgbClr val="008000"/>
                </a:solidFill>
                <a:latin typeface="微软雅黑" panose="020B0503020204020204" pitchFamily="34" charset="-122"/>
                <a:ea typeface="微软雅黑" panose="020B0503020204020204" pitchFamily="34" charset="-122"/>
              </a:rPr>
              <a:t>Pentium III </a:t>
            </a:r>
            <a:r>
              <a:rPr lang="zh-CN" altLang="en-US" sz="1900">
                <a:solidFill>
                  <a:srgbClr val="008000"/>
                </a:solidFill>
                <a:latin typeface="微软雅黑" panose="020B0503020204020204" pitchFamily="34" charset="-122"/>
                <a:ea typeface="微软雅黑" panose="020B0503020204020204" pitchFamily="34" charset="-122"/>
              </a:rPr>
              <a:t>算术功能部件的性能</a:t>
            </a:r>
          </a:p>
        </p:txBody>
      </p:sp>
      <p:pic>
        <p:nvPicPr>
          <p:cNvPr id="348164" name="Picture 4">
            <a:extLst>
              <a:ext uri="{FF2B5EF4-FFF2-40B4-BE49-F238E27FC236}">
                <a16:creationId xmlns:a16="http://schemas.microsoft.com/office/drawing/2014/main" id="{4DC1D305-956E-37E0-37EB-18154BA0492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617663" y="2100263"/>
            <a:ext cx="6353175" cy="1922462"/>
          </a:xfrm>
        </p:spPr>
      </p:pic>
      <p:sp>
        <p:nvSpPr>
          <p:cNvPr id="348166" name="Text Box 6">
            <a:extLst>
              <a:ext uri="{FF2B5EF4-FFF2-40B4-BE49-F238E27FC236}">
                <a16:creationId xmlns:a16="http://schemas.microsoft.com/office/drawing/2014/main" id="{2671C7F4-D210-E305-EEF8-8F01E68563A3}"/>
              </a:ext>
            </a:extLst>
          </p:cNvPr>
          <p:cNvSpPr txBox="1">
            <a:spLocks noChangeArrowheads="1"/>
          </p:cNvSpPr>
          <p:nvPr/>
        </p:nvSpPr>
        <p:spPr bwMode="auto">
          <a:xfrm>
            <a:off x="347663" y="3970338"/>
            <a:ext cx="8648700" cy="282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marL="1143000" indent="-342900">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eaLnBrk="0" hangingPunct="0">
              <a:spcBef>
                <a:spcPct val="5000"/>
              </a:spcBef>
            </a:pPr>
            <a:r>
              <a:rPr lang="zh-CN" altLang="en-US" sz="1900">
                <a:latin typeface="微软雅黑" panose="020B0503020204020204" pitchFamily="34" charset="-122"/>
                <a:ea typeface="微软雅黑" panose="020B0503020204020204" pitchFamily="34" charset="-122"/>
              </a:rPr>
              <a:t>从上述图中看出</a:t>
            </a:r>
            <a:endParaRPr lang="en-US" altLang="zh-CN" sz="1900">
              <a:latin typeface="微软雅黑" panose="020B0503020204020204" pitchFamily="34" charset="-122"/>
              <a:ea typeface="微软雅黑" panose="020B0503020204020204" pitchFamily="34" charset="-122"/>
            </a:endParaRPr>
          </a:p>
          <a:p>
            <a:pPr lvl="2" eaLnBrk="0" hangingPunct="0">
              <a:spcBef>
                <a:spcPct val="5000"/>
              </a:spcBef>
              <a:buFontTx/>
              <a:buChar char="•"/>
            </a:pPr>
            <a:r>
              <a:rPr lang="zh-CN" altLang="en-US" sz="1900">
                <a:solidFill>
                  <a:schemeClr val="accent2"/>
                </a:solidFill>
                <a:latin typeface="微软雅黑" panose="020B0503020204020204" pitchFamily="34" charset="-122"/>
                <a:ea typeface="微软雅黑" panose="020B0503020204020204" pitchFamily="34" charset="-122"/>
              </a:rPr>
              <a:t>整数加、整数乘、浮点加、装入、存储这</a:t>
            </a:r>
            <a:r>
              <a:rPr lang="en-US" altLang="zh-CN" sz="1900">
                <a:solidFill>
                  <a:schemeClr val="accent2"/>
                </a:solidFill>
                <a:latin typeface="微软雅黑" panose="020B0503020204020204" pitchFamily="34" charset="-122"/>
                <a:ea typeface="微软雅黑" panose="020B0503020204020204" pitchFamily="34" charset="-122"/>
              </a:rPr>
              <a:t>5</a:t>
            </a:r>
            <a:r>
              <a:rPr lang="zh-CN" altLang="en-US" sz="1900">
                <a:solidFill>
                  <a:schemeClr val="accent2"/>
                </a:solidFill>
                <a:latin typeface="微软雅黑" panose="020B0503020204020204" pitchFamily="34" charset="-122"/>
                <a:ea typeface="微软雅黑" panose="020B0503020204020204" pitchFamily="34" charset="-122"/>
              </a:rPr>
              <a:t>种部件是流水化的</a:t>
            </a:r>
            <a:endParaRPr lang="en-US" altLang="zh-CN" sz="1900">
              <a:solidFill>
                <a:schemeClr val="accent2"/>
              </a:solidFill>
              <a:latin typeface="微软雅黑" panose="020B0503020204020204" pitchFamily="34" charset="-122"/>
              <a:ea typeface="微软雅黑" panose="020B0503020204020204" pitchFamily="34" charset="-122"/>
            </a:endParaRPr>
          </a:p>
          <a:p>
            <a:pPr lvl="2" eaLnBrk="0" hangingPunct="0">
              <a:spcBef>
                <a:spcPct val="5000"/>
              </a:spcBef>
              <a:buFontTx/>
              <a:buChar char="•"/>
            </a:pPr>
            <a:r>
              <a:rPr lang="zh-CN" altLang="en-US" sz="1900">
                <a:solidFill>
                  <a:schemeClr val="accent2"/>
                </a:solidFill>
                <a:latin typeface="微软雅黑" panose="020B0503020204020204" pitchFamily="34" charset="-122"/>
                <a:ea typeface="微软雅黑" panose="020B0503020204020204" pitchFamily="34" charset="-122"/>
              </a:rPr>
              <a:t>浮点乘部件是部分流水化</a:t>
            </a:r>
            <a:endParaRPr lang="en-US" altLang="zh-CN" sz="1900">
              <a:solidFill>
                <a:schemeClr val="accent2"/>
              </a:solidFill>
              <a:latin typeface="微软雅黑" panose="020B0503020204020204" pitchFamily="34" charset="-122"/>
              <a:ea typeface="微软雅黑" panose="020B0503020204020204" pitchFamily="34" charset="-122"/>
            </a:endParaRPr>
          </a:p>
          <a:p>
            <a:pPr lvl="2" eaLnBrk="0" hangingPunct="0">
              <a:spcBef>
                <a:spcPct val="5000"/>
              </a:spcBef>
              <a:buFontTx/>
              <a:buChar char="•"/>
            </a:pPr>
            <a:r>
              <a:rPr lang="zh-CN" altLang="en-US" sz="1900">
                <a:solidFill>
                  <a:schemeClr val="accent2"/>
                </a:solidFill>
                <a:latin typeface="微软雅黑" panose="020B0503020204020204" pitchFamily="34" charset="-122"/>
                <a:ea typeface="微软雅黑" panose="020B0503020204020204" pitchFamily="34" charset="-122"/>
              </a:rPr>
              <a:t>整数除和浮点除是完全没有流水化</a:t>
            </a:r>
          </a:p>
          <a:p>
            <a:pPr eaLnBrk="0" hangingPunct="0">
              <a:spcBef>
                <a:spcPct val="5000"/>
              </a:spcBef>
            </a:pPr>
            <a:r>
              <a:rPr lang="en-US" altLang="zh-CN" sz="1900">
                <a:latin typeface="微软雅黑" panose="020B0503020204020204" pitchFamily="34" charset="-122"/>
                <a:ea typeface="微软雅黑" panose="020B0503020204020204" pitchFamily="34" charset="-122"/>
              </a:rPr>
              <a:t>CPU</a:t>
            </a:r>
            <a:r>
              <a:rPr lang="zh-CN" altLang="en-US" sz="1900">
                <a:latin typeface="微软雅黑" panose="020B0503020204020204" pitchFamily="34" charset="-122"/>
                <a:ea typeface="微软雅黑" panose="020B0503020204020204" pitchFamily="34" charset="-122"/>
              </a:rPr>
              <a:t>设计的一个原则：有限的芯片空间应该在各功能部件之间进行平衡！尽量让大多数资源用于最关键的操作</a:t>
            </a:r>
            <a:r>
              <a:rPr lang="zh-CN" altLang="en-US" sz="1900">
                <a:solidFill>
                  <a:srgbClr val="008000"/>
                </a:solidFill>
                <a:latin typeface="微软雅黑" panose="020B0503020204020204" pitchFamily="34" charset="-122"/>
                <a:ea typeface="微软雅黑" panose="020B0503020204020204" pitchFamily="34" charset="-122"/>
              </a:rPr>
              <a:t>（对大量基准程序进行评估）</a:t>
            </a:r>
            <a:endParaRPr lang="zh-CN" altLang="en-US" sz="1900">
              <a:latin typeface="微软雅黑" panose="020B0503020204020204" pitchFamily="34" charset="-122"/>
              <a:ea typeface="微软雅黑" panose="020B0503020204020204" pitchFamily="34" charset="-122"/>
            </a:endParaRPr>
          </a:p>
          <a:p>
            <a:pPr eaLnBrk="0" hangingPunct="0">
              <a:spcBef>
                <a:spcPct val="5000"/>
              </a:spcBef>
            </a:pPr>
            <a:r>
              <a:rPr lang="zh-CN" altLang="en-US" sz="1900">
                <a:latin typeface="微软雅黑" panose="020B0503020204020204" pitchFamily="34" charset="-122"/>
                <a:ea typeface="微软雅黑" panose="020B0503020204020204" pitchFamily="34" charset="-122"/>
              </a:rPr>
              <a:t>从上述图中能否看出，哪些是最重要的操作？哪些是不常用的？</a:t>
            </a:r>
          </a:p>
          <a:p>
            <a:pPr lvl="1" eaLnBrk="0" hangingPunct="0">
              <a:spcBef>
                <a:spcPct val="5000"/>
              </a:spcBef>
            </a:pPr>
            <a:r>
              <a:rPr lang="zh-CN" altLang="en-US" sz="1900">
                <a:solidFill>
                  <a:schemeClr val="accent2"/>
                </a:solidFill>
                <a:latin typeface="微软雅黑" panose="020B0503020204020204" pitchFamily="34" charset="-122"/>
                <a:ea typeface="微软雅黑" panose="020B0503020204020204" pitchFamily="34" charset="-122"/>
              </a:rPr>
              <a:t>整数加法和乘法、浮点数加法和乘法是重要的操作</a:t>
            </a:r>
          </a:p>
          <a:p>
            <a:pPr lvl="1" eaLnBrk="0" hangingPunct="0">
              <a:spcBef>
                <a:spcPct val="5000"/>
              </a:spcBef>
            </a:pPr>
            <a:r>
              <a:rPr lang="zh-CN" altLang="en-US" sz="1900">
                <a:solidFill>
                  <a:schemeClr val="accent2"/>
                </a:solidFill>
                <a:latin typeface="微软雅黑" panose="020B0503020204020204" pitchFamily="34" charset="-122"/>
                <a:ea typeface="微软雅黑" panose="020B0503020204020204" pitchFamily="34" charset="-122"/>
              </a:rPr>
              <a:t>除法相对来说不太常用，而且本身难以实现流水线</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48163">
                                            <p:txEl>
                                              <p:pRg st="2" end="2"/>
                                            </p:txEl>
                                          </p:spTgt>
                                        </p:tgtEl>
                                        <p:attrNameLst>
                                          <p:attrName>style.visibility</p:attrName>
                                        </p:attrNameLst>
                                      </p:cBhvr>
                                      <p:to>
                                        <p:strVal val="visible"/>
                                      </p:to>
                                    </p:set>
                                    <p:animEffect transition="in" filter="blinds(horizontal)">
                                      <p:cBhvr>
                                        <p:cTn id="7" dur="500"/>
                                        <p:tgtEl>
                                          <p:spTgt spid="34816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48163">
                                            <p:txEl>
                                              <p:pRg st="3" end="3"/>
                                            </p:txEl>
                                          </p:spTgt>
                                        </p:tgtEl>
                                        <p:attrNameLst>
                                          <p:attrName>style.visibility</p:attrName>
                                        </p:attrNameLst>
                                      </p:cBhvr>
                                      <p:to>
                                        <p:strVal val="visible"/>
                                      </p:to>
                                    </p:set>
                                    <p:animEffect transition="in" filter="blinds(horizontal)">
                                      <p:cBhvr>
                                        <p:cTn id="12" dur="500"/>
                                        <p:tgtEl>
                                          <p:spTgt spid="34816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48163">
                                            <p:txEl>
                                              <p:pRg st="4" end="4"/>
                                            </p:txEl>
                                          </p:spTgt>
                                        </p:tgtEl>
                                        <p:attrNameLst>
                                          <p:attrName>style.visibility</p:attrName>
                                        </p:attrNameLst>
                                      </p:cBhvr>
                                      <p:to>
                                        <p:strVal val="visible"/>
                                      </p:to>
                                    </p:set>
                                    <p:animEffect transition="in" filter="blinds(horizontal)">
                                      <p:cBhvr>
                                        <p:cTn id="17" dur="500"/>
                                        <p:tgtEl>
                                          <p:spTgt spid="34816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48164"/>
                                        </p:tgtEl>
                                        <p:attrNameLst>
                                          <p:attrName>style.visibility</p:attrName>
                                        </p:attrNameLst>
                                      </p:cBhvr>
                                      <p:to>
                                        <p:strVal val="visible"/>
                                      </p:to>
                                    </p:set>
                                    <p:animEffect transition="in" filter="blinds(horizontal)">
                                      <p:cBhvr>
                                        <p:cTn id="22" dur="500"/>
                                        <p:tgtEl>
                                          <p:spTgt spid="34816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48166">
                                            <p:txEl>
                                              <p:charRg st="0" end="30"/>
                                            </p:txEl>
                                          </p:spTgt>
                                        </p:tgtEl>
                                        <p:attrNameLst>
                                          <p:attrName>style.visibility</p:attrName>
                                        </p:attrNameLst>
                                      </p:cBhvr>
                                      <p:to>
                                        <p:strVal val="visible"/>
                                      </p:to>
                                    </p:set>
                                    <p:animEffect transition="in" filter="blinds(horizontal)">
                                      <p:cBhvr>
                                        <p:cTn id="27" dur="500"/>
                                        <p:tgtEl>
                                          <p:spTgt spid="348166">
                                            <p:txEl>
                                              <p:charRg st="0" end="3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48166">
                                            <p:txEl>
                                              <p:charRg st="30" end="58"/>
                                            </p:txEl>
                                          </p:spTgt>
                                        </p:tgtEl>
                                        <p:attrNameLst>
                                          <p:attrName>style.visibility</p:attrName>
                                        </p:attrNameLst>
                                      </p:cBhvr>
                                      <p:to>
                                        <p:strVal val="visible"/>
                                      </p:to>
                                    </p:set>
                                    <p:animEffect transition="in" filter="blinds(horizontal)">
                                      <p:cBhvr>
                                        <p:cTn id="32" dur="500"/>
                                        <p:tgtEl>
                                          <p:spTgt spid="348166">
                                            <p:txEl>
                                              <p:charRg st="30" end="5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48166">
                                            <p:txEl>
                                              <p:charRg st="58" end="70"/>
                                            </p:txEl>
                                          </p:spTgt>
                                        </p:tgtEl>
                                        <p:attrNameLst>
                                          <p:attrName>style.visibility</p:attrName>
                                        </p:attrNameLst>
                                      </p:cBhvr>
                                      <p:to>
                                        <p:strVal val="visible"/>
                                      </p:to>
                                    </p:set>
                                    <p:animEffect transition="in" filter="blinds(horizontal)">
                                      <p:cBhvr>
                                        <p:cTn id="37" dur="500"/>
                                        <p:tgtEl>
                                          <p:spTgt spid="348166">
                                            <p:txEl>
                                              <p:charRg st="58" end="7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48166">
                                            <p:txEl>
                                              <p:charRg st="70" end="86"/>
                                            </p:txEl>
                                          </p:spTgt>
                                        </p:tgtEl>
                                        <p:attrNameLst>
                                          <p:attrName>style.visibility</p:attrName>
                                        </p:attrNameLst>
                                      </p:cBhvr>
                                      <p:to>
                                        <p:strVal val="visible"/>
                                      </p:to>
                                    </p:set>
                                    <p:animEffect transition="in" filter="blinds(horizontal)">
                                      <p:cBhvr>
                                        <p:cTn id="42" dur="500"/>
                                        <p:tgtEl>
                                          <p:spTgt spid="348166">
                                            <p:txEl>
                                              <p:charRg st="70" end="8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48166">
                                            <p:txEl>
                                              <p:charRg st="86" end="149"/>
                                            </p:txEl>
                                          </p:spTgt>
                                        </p:tgtEl>
                                        <p:attrNameLst>
                                          <p:attrName>style.visibility</p:attrName>
                                        </p:attrNameLst>
                                      </p:cBhvr>
                                      <p:to>
                                        <p:strVal val="visible"/>
                                      </p:to>
                                    </p:set>
                                    <p:animEffect transition="in" filter="blinds(horizontal)">
                                      <p:cBhvr>
                                        <p:cTn id="47" dur="500"/>
                                        <p:tgtEl>
                                          <p:spTgt spid="348166">
                                            <p:txEl>
                                              <p:charRg st="86" end="149"/>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348166">
                                            <p:txEl>
                                              <p:charRg st="149" end="178"/>
                                            </p:txEl>
                                          </p:spTgt>
                                        </p:tgtEl>
                                        <p:attrNameLst>
                                          <p:attrName>style.visibility</p:attrName>
                                        </p:attrNameLst>
                                      </p:cBhvr>
                                      <p:to>
                                        <p:strVal val="visible"/>
                                      </p:to>
                                    </p:set>
                                    <p:animEffect transition="in" filter="blinds(horizontal)">
                                      <p:cBhvr>
                                        <p:cTn id="52" dur="500"/>
                                        <p:tgtEl>
                                          <p:spTgt spid="348166">
                                            <p:txEl>
                                              <p:charRg st="149" end="17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348166">
                                            <p:txEl>
                                              <p:charRg st="178" end="201"/>
                                            </p:txEl>
                                          </p:spTgt>
                                        </p:tgtEl>
                                        <p:attrNameLst>
                                          <p:attrName>style.visibility</p:attrName>
                                        </p:attrNameLst>
                                      </p:cBhvr>
                                      <p:to>
                                        <p:strVal val="visible"/>
                                      </p:to>
                                    </p:set>
                                    <p:animEffect transition="in" filter="blinds(horizontal)">
                                      <p:cBhvr>
                                        <p:cTn id="57" dur="500"/>
                                        <p:tgtEl>
                                          <p:spTgt spid="348166">
                                            <p:txEl>
                                              <p:charRg st="178" end="201"/>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348166">
                                            <p:txEl>
                                              <p:charRg st="201" end="202"/>
                                            </p:txEl>
                                          </p:spTgt>
                                        </p:tgtEl>
                                        <p:attrNameLst>
                                          <p:attrName>style.visibility</p:attrName>
                                        </p:attrNameLst>
                                      </p:cBhvr>
                                      <p:to>
                                        <p:strVal val="visible"/>
                                      </p:to>
                                    </p:set>
                                    <p:animEffect transition="in" filter="blinds(horizontal)">
                                      <p:cBhvr>
                                        <p:cTn id="62" dur="500"/>
                                        <p:tgtEl>
                                          <p:spTgt spid="348166">
                                            <p:txEl>
                                              <p:charRg st="201" end="2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a:extLst>
              <a:ext uri="{FF2B5EF4-FFF2-40B4-BE49-F238E27FC236}">
                <a16:creationId xmlns:a16="http://schemas.microsoft.com/office/drawing/2014/main" id="{3D9CBD67-5941-3A25-3908-2EA578FD5C2C}"/>
              </a:ext>
            </a:extLst>
          </p:cNvPr>
          <p:cNvSpPr>
            <a:spLocks noGrp="1" noChangeArrowheads="1"/>
          </p:cNvSpPr>
          <p:nvPr>
            <p:ph type="title"/>
          </p:nvPr>
        </p:nvSpPr>
        <p:spPr>
          <a:xfrm>
            <a:off x="800100" y="190500"/>
            <a:ext cx="6862763" cy="368300"/>
          </a:xfrm>
        </p:spPr>
        <p:txBody>
          <a:bodyPr/>
          <a:lstStyle/>
          <a:p>
            <a:r>
              <a:rPr lang="zh-CN" altLang="en-US">
                <a:ea typeface="宋体" panose="02010600030101010101" pitchFamily="2" charset="-122"/>
              </a:rPr>
              <a:t>动态流水线的几种执行模式</a:t>
            </a:r>
          </a:p>
        </p:txBody>
      </p:sp>
      <p:sp>
        <p:nvSpPr>
          <p:cNvPr id="251907" name="Rectangle 3">
            <a:extLst>
              <a:ext uri="{FF2B5EF4-FFF2-40B4-BE49-F238E27FC236}">
                <a16:creationId xmlns:a16="http://schemas.microsoft.com/office/drawing/2014/main" id="{373842E7-A119-4ECC-5A26-F365F69A43A0}"/>
              </a:ext>
            </a:extLst>
          </p:cNvPr>
          <p:cNvSpPr>
            <a:spLocks noGrp="1" noChangeArrowheads="1"/>
          </p:cNvSpPr>
          <p:nvPr>
            <p:ph type="body" sz="half" idx="1"/>
          </p:nvPr>
        </p:nvSpPr>
        <p:spPr>
          <a:xfrm>
            <a:off x="46038" y="571500"/>
            <a:ext cx="7386637" cy="1689100"/>
          </a:xfrm>
        </p:spPr>
        <p:txBody>
          <a:bodyPr/>
          <a:lstStyle/>
          <a:p>
            <a:pPr>
              <a:spcBef>
                <a:spcPct val="20000"/>
              </a:spcBef>
            </a:pPr>
            <a:r>
              <a:rPr lang="zh-CN" altLang="en-US" sz="1900">
                <a:latin typeface="微软雅黑" panose="020B0503020204020204" pitchFamily="34" charset="-122"/>
                <a:ea typeface="微软雅黑" panose="020B0503020204020204" pitchFamily="34" charset="-122"/>
              </a:rPr>
              <a:t>根据动态流水线指令发射和完成顺序，可分为三种执行模式：</a:t>
            </a:r>
          </a:p>
          <a:p>
            <a:pPr lvl="1">
              <a:lnSpc>
                <a:spcPct val="100000"/>
              </a:lnSpc>
              <a:spcBef>
                <a:spcPct val="20000"/>
              </a:spcBef>
            </a:pPr>
            <a:r>
              <a:rPr lang="zh-CN" altLang="en-US" sz="1900">
                <a:solidFill>
                  <a:srgbClr val="008000"/>
                </a:solidFill>
                <a:latin typeface="微软雅黑" panose="020B0503020204020204" pitchFamily="34" charset="-122"/>
                <a:ea typeface="微软雅黑" panose="020B0503020204020204" pitchFamily="34" charset="-122"/>
              </a:rPr>
              <a:t>按序发射按序完成（</a:t>
            </a:r>
            <a:r>
              <a:rPr lang="en-US" altLang="zh-CN" sz="1900">
                <a:solidFill>
                  <a:srgbClr val="008000"/>
                </a:solidFill>
                <a:latin typeface="微软雅黑" panose="020B0503020204020204" pitchFamily="34" charset="-122"/>
                <a:ea typeface="微软雅黑" panose="020B0503020204020204" pitchFamily="34" charset="-122"/>
              </a:rPr>
              <a:t>Pentium</a:t>
            </a:r>
            <a:r>
              <a:rPr lang="zh-CN" altLang="en-US" sz="1900">
                <a:solidFill>
                  <a:srgbClr val="008000"/>
                </a:solidFill>
                <a:latin typeface="微软雅黑" panose="020B0503020204020204" pitchFamily="34" charset="-122"/>
                <a:ea typeface="微软雅黑" panose="020B0503020204020204" pitchFamily="34" charset="-122"/>
              </a:rPr>
              <a:t>）</a:t>
            </a:r>
          </a:p>
          <a:p>
            <a:pPr lvl="1">
              <a:lnSpc>
                <a:spcPct val="100000"/>
              </a:lnSpc>
              <a:spcBef>
                <a:spcPct val="20000"/>
              </a:spcBef>
            </a:pPr>
            <a:r>
              <a:rPr lang="zh-CN" altLang="en-US" sz="1900">
                <a:solidFill>
                  <a:srgbClr val="008000"/>
                </a:solidFill>
                <a:latin typeface="微软雅黑" panose="020B0503020204020204" pitchFamily="34" charset="-122"/>
                <a:ea typeface="微软雅黑" panose="020B0503020204020204" pitchFamily="34" charset="-122"/>
              </a:rPr>
              <a:t>按序发射无序完成（</a:t>
            </a:r>
            <a:r>
              <a:rPr lang="en-US" altLang="zh-CN" sz="1900">
                <a:solidFill>
                  <a:srgbClr val="008000"/>
                </a:solidFill>
                <a:latin typeface="微软雅黑" panose="020B0503020204020204" pitchFamily="34" charset="-122"/>
                <a:ea typeface="微软雅黑" panose="020B0503020204020204" pitchFamily="34" charset="-122"/>
              </a:rPr>
              <a:t>Pentium II</a:t>
            </a:r>
            <a:r>
              <a:rPr lang="zh-CN" altLang="en-US" sz="1900">
                <a:solidFill>
                  <a:srgbClr val="008000"/>
                </a:solidFill>
                <a:latin typeface="微软雅黑" panose="020B0503020204020204" pitchFamily="34" charset="-122"/>
                <a:ea typeface="微软雅黑" panose="020B0503020204020204" pitchFamily="34" charset="-122"/>
              </a:rPr>
              <a:t>和</a:t>
            </a:r>
            <a:r>
              <a:rPr lang="en-US" altLang="zh-CN" sz="1900">
                <a:solidFill>
                  <a:srgbClr val="008000"/>
                </a:solidFill>
                <a:latin typeface="微软雅黑" panose="020B0503020204020204" pitchFamily="34" charset="-122"/>
                <a:ea typeface="微软雅黑" panose="020B0503020204020204" pitchFamily="34" charset="-122"/>
              </a:rPr>
              <a:t>Pentium III）</a:t>
            </a:r>
          </a:p>
          <a:p>
            <a:pPr lvl="1">
              <a:lnSpc>
                <a:spcPct val="100000"/>
              </a:lnSpc>
              <a:spcBef>
                <a:spcPct val="20000"/>
              </a:spcBef>
            </a:pPr>
            <a:r>
              <a:rPr lang="zh-CN" altLang="en-US" sz="1900">
                <a:solidFill>
                  <a:srgbClr val="008000"/>
                </a:solidFill>
                <a:latin typeface="微软雅黑" panose="020B0503020204020204" pitchFamily="34" charset="-122"/>
                <a:ea typeface="微软雅黑" panose="020B0503020204020204" pitchFamily="34" charset="-122"/>
              </a:rPr>
              <a:t>无序发射无序完成（</a:t>
            </a:r>
            <a:r>
              <a:rPr lang="en-US" altLang="zh-CN" sz="1900">
                <a:solidFill>
                  <a:srgbClr val="008000"/>
                </a:solidFill>
                <a:latin typeface="微软雅黑" panose="020B0503020204020204" pitchFamily="34" charset="-122"/>
                <a:ea typeface="微软雅黑" panose="020B0503020204020204" pitchFamily="34" charset="-122"/>
              </a:rPr>
              <a:t>Pentium 4</a:t>
            </a:r>
            <a:r>
              <a:rPr lang="zh-CN" altLang="en-US" sz="1900">
                <a:solidFill>
                  <a:srgbClr val="008000"/>
                </a:solidFill>
                <a:latin typeface="微软雅黑" panose="020B0503020204020204" pitchFamily="34" charset="-122"/>
                <a:ea typeface="微软雅黑" panose="020B0503020204020204" pitchFamily="34" charset="-122"/>
              </a:rPr>
              <a:t>）</a:t>
            </a:r>
          </a:p>
          <a:p>
            <a:pPr>
              <a:spcBef>
                <a:spcPct val="0"/>
              </a:spcBef>
            </a:pPr>
            <a:endParaRPr lang="zh-CN" altLang="en-US" sz="1900">
              <a:solidFill>
                <a:srgbClr val="008000"/>
              </a:solidFill>
              <a:ea typeface="黑体" panose="02010609060101010101" pitchFamily="49" charset="-122"/>
            </a:endParaRPr>
          </a:p>
        </p:txBody>
      </p:sp>
      <p:pic>
        <p:nvPicPr>
          <p:cNvPr id="176131" name="Picture 4" descr="queue">
            <a:extLst>
              <a:ext uri="{FF2B5EF4-FFF2-40B4-BE49-F238E27FC236}">
                <a16:creationId xmlns:a16="http://schemas.microsoft.com/office/drawing/2014/main" id="{5850622F-8378-AD15-D99D-5DF8853F64D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36538" y="2771775"/>
            <a:ext cx="7523162" cy="2949575"/>
          </a:xfrm>
        </p:spPr>
      </p:pic>
      <p:grpSp>
        <p:nvGrpSpPr>
          <p:cNvPr id="251924" name="Group 20">
            <a:extLst>
              <a:ext uri="{FF2B5EF4-FFF2-40B4-BE49-F238E27FC236}">
                <a16:creationId xmlns:a16="http://schemas.microsoft.com/office/drawing/2014/main" id="{D5477903-E450-EACC-E821-7BFEC24E8B7D}"/>
              </a:ext>
            </a:extLst>
          </p:cNvPr>
          <p:cNvGrpSpPr>
            <a:grpSpLocks/>
          </p:cNvGrpSpPr>
          <p:nvPr/>
        </p:nvGrpSpPr>
        <p:grpSpPr bwMode="auto">
          <a:xfrm>
            <a:off x="28575" y="4384675"/>
            <a:ext cx="5435600" cy="2198688"/>
            <a:chOff x="0" y="2762"/>
            <a:chExt cx="3424" cy="1385"/>
          </a:xfrm>
        </p:grpSpPr>
        <p:sp>
          <p:nvSpPr>
            <p:cNvPr id="176133" name="Text Box 7">
              <a:extLst>
                <a:ext uri="{FF2B5EF4-FFF2-40B4-BE49-F238E27FC236}">
                  <a16:creationId xmlns:a16="http://schemas.microsoft.com/office/drawing/2014/main" id="{26E9768E-B81F-C6E0-2C2E-F254953E4A1E}"/>
                </a:ext>
              </a:extLst>
            </p:cNvPr>
            <p:cNvSpPr txBox="1">
              <a:spLocks noChangeArrowheads="1"/>
            </p:cNvSpPr>
            <p:nvPr/>
          </p:nvSpPr>
          <p:spPr bwMode="auto">
            <a:xfrm>
              <a:off x="0" y="3907"/>
              <a:ext cx="2460" cy="240"/>
            </a:xfrm>
            <a:prstGeom prst="rect">
              <a:avLst/>
            </a:prstGeom>
            <a:solidFill>
              <a:srgbClr val="CC99FF">
                <a:alpha val="54901"/>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a:ea typeface="宋体" panose="02010600030101010101" pitchFamily="2" charset="-122"/>
                </a:rPr>
                <a:t>  </a:t>
              </a:r>
              <a:r>
                <a:rPr lang="zh-CN" altLang="en-US" sz="1900">
                  <a:latin typeface="Arial" panose="020B0604020202020204" pitchFamily="34" charset="0"/>
                  <a:ea typeface="黑体" panose="02010609060101010101" pitchFamily="49" charset="-122"/>
                </a:rPr>
                <a:t>保留站：存放操作数和操作命令</a:t>
              </a:r>
            </a:p>
          </p:txBody>
        </p:sp>
        <p:sp>
          <p:nvSpPr>
            <p:cNvPr id="176134" name="Line 8">
              <a:extLst>
                <a:ext uri="{FF2B5EF4-FFF2-40B4-BE49-F238E27FC236}">
                  <a16:creationId xmlns:a16="http://schemas.microsoft.com/office/drawing/2014/main" id="{4AA9E511-6A47-2138-707E-CC3EEB8A5D20}"/>
                </a:ext>
              </a:extLst>
            </p:cNvPr>
            <p:cNvSpPr>
              <a:spLocks noChangeShapeType="1"/>
            </p:cNvSpPr>
            <p:nvPr/>
          </p:nvSpPr>
          <p:spPr bwMode="auto">
            <a:xfrm flipV="1">
              <a:off x="528" y="2938"/>
              <a:ext cx="568" cy="968"/>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35" name="Line 9">
              <a:extLst>
                <a:ext uri="{FF2B5EF4-FFF2-40B4-BE49-F238E27FC236}">
                  <a16:creationId xmlns:a16="http://schemas.microsoft.com/office/drawing/2014/main" id="{F7F4D348-C0E7-8487-AD6B-D6334561CBE7}"/>
                </a:ext>
              </a:extLst>
            </p:cNvPr>
            <p:cNvSpPr>
              <a:spLocks noChangeShapeType="1"/>
            </p:cNvSpPr>
            <p:nvPr/>
          </p:nvSpPr>
          <p:spPr bwMode="auto">
            <a:xfrm flipV="1">
              <a:off x="488" y="2930"/>
              <a:ext cx="1328" cy="100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36" name="Line 10">
              <a:extLst>
                <a:ext uri="{FF2B5EF4-FFF2-40B4-BE49-F238E27FC236}">
                  <a16:creationId xmlns:a16="http://schemas.microsoft.com/office/drawing/2014/main" id="{7C8C20C4-D18F-969E-5104-DD40CA463BDD}"/>
                </a:ext>
              </a:extLst>
            </p:cNvPr>
            <p:cNvSpPr>
              <a:spLocks noChangeShapeType="1"/>
            </p:cNvSpPr>
            <p:nvPr/>
          </p:nvSpPr>
          <p:spPr bwMode="auto">
            <a:xfrm flipV="1">
              <a:off x="504" y="2922"/>
              <a:ext cx="2064" cy="992"/>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37" name="Line 11">
              <a:extLst>
                <a:ext uri="{FF2B5EF4-FFF2-40B4-BE49-F238E27FC236}">
                  <a16:creationId xmlns:a16="http://schemas.microsoft.com/office/drawing/2014/main" id="{859980FD-1865-6E01-0AA9-E4C8DFEF1881}"/>
                </a:ext>
              </a:extLst>
            </p:cNvPr>
            <p:cNvSpPr>
              <a:spLocks noChangeShapeType="1"/>
            </p:cNvSpPr>
            <p:nvPr/>
          </p:nvSpPr>
          <p:spPr bwMode="auto">
            <a:xfrm flipV="1">
              <a:off x="552" y="2762"/>
              <a:ext cx="2872" cy="1128"/>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1917" name="Text Box 13">
            <a:extLst>
              <a:ext uri="{FF2B5EF4-FFF2-40B4-BE49-F238E27FC236}">
                <a16:creationId xmlns:a16="http://schemas.microsoft.com/office/drawing/2014/main" id="{B61243AB-B5DD-AC94-FACB-B6FE54D3EEED}"/>
              </a:ext>
            </a:extLst>
          </p:cNvPr>
          <p:cNvSpPr txBox="1">
            <a:spLocks noChangeArrowheads="1"/>
          </p:cNvSpPr>
          <p:nvPr/>
        </p:nvSpPr>
        <p:spPr bwMode="auto">
          <a:xfrm>
            <a:off x="5842000" y="1390650"/>
            <a:ext cx="33020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57200" indent="-457200">
              <a:defRPr sz="1600" b="1">
                <a:solidFill>
                  <a:schemeClr val="tx1"/>
                </a:solidFill>
                <a:latin typeface="Times New Roman" panose="02020603050405020304" pitchFamily="18" charset="0"/>
              </a:defRPr>
            </a:lvl1pPr>
            <a:lvl2pPr>
              <a:defRPr sz="1600" b="1">
                <a:solidFill>
                  <a:schemeClr val="tx1"/>
                </a:solidFill>
                <a:latin typeface="Times New Roman" panose="02020603050405020304" pitchFamily="18" charset="0"/>
              </a:defRPr>
            </a:lvl2pPr>
            <a:lvl3pPr>
              <a:defRPr sz="1600" b="1">
                <a:solidFill>
                  <a:schemeClr val="tx1"/>
                </a:solidFill>
                <a:latin typeface="Times New Roman" panose="02020603050405020304" pitchFamily="18" charset="0"/>
              </a:defRPr>
            </a:lvl3pPr>
            <a:lvl4pPr>
              <a:defRPr sz="1600" b="1">
                <a:solidFill>
                  <a:schemeClr val="tx1"/>
                </a:solidFill>
                <a:latin typeface="Times New Roman" panose="02020603050405020304" pitchFamily="18" charset="0"/>
              </a:defRPr>
            </a:lvl4pPr>
            <a:lvl5pPr>
              <a:defRPr sz="1600" b="1">
                <a:solidFill>
                  <a:schemeClr val="tx1"/>
                </a:solidFill>
                <a:latin typeface="Times New Roman" panose="02020603050405020304" pitchFamily="18" charset="0"/>
              </a:defRPr>
            </a:lvl5pPr>
            <a:lvl6pPr fontAlgn="base">
              <a:spcBef>
                <a:spcPct val="0"/>
              </a:spcBef>
              <a:spcAft>
                <a:spcPct val="0"/>
              </a:spcAft>
              <a:defRPr sz="1600" b="1">
                <a:solidFill>
                  <a:schemeClr val="tx1"/>
                </a:solidFill>
                <a:latin typeface="Times New Roman" panose="02020603050405020304" pitchFamily="18" charset="0"/>
              </a:defRPr>
            </a:lvl6pPr>
            <a:lvl7pPr fontAlgn="base">
              <a:spcBef>
                <a:spcPct val="0"/>
              </a:spcBef>
              <a:spcAft>
                <a:spcPct val="0"/>
              </a:spcAft>
              <a:defRPr sz="1600" b="1">
                <a:solidFill>
                  <a:schemeClr val="tx1"/>
                </a:solidFill>
                <a:latin typeface="Times New Roman" panose="02020603050405020304" pitchFamily="18" charset="0"/>
              </a:defRPr>
            </a:lvl7pPr>
            <a:lvl8pPr fontAlgn="base">
              <a:spcBef>
                <a:spcPct val="0"/>
              </a:spcBef>
              <a:spcAft>
                <a:spcPct val="0"/>
              </a:spcAft>
              <a:defRPr sz="1600" b="1">
                <a:solidFill>
                  <a:schemeClr val="tx1"/>
                </a:solidFill>
                <a:latin typeface="Times New Roman" panose="02020603050405020304" pitchFamily="18" charset="0"/>
              </a:defRPr>
            </a:lvl8pPr>
            <a:lvl9pPr fontAlgn="base">
              <a:spcBef>
                <a:spcPct val="0"/>
              </a:spcBef>
              <a:spcAft>
                <a:spcPct val="0"/>
              </a:spcAft>
              <a:defRPr sz="1600" b="1">
                <a:solidFill>
                  <a:schemeClr val="tx1"/>
                </a:solidFill>
                <a:latin typeface="Times New Roman" panose="02020603050405020304" pitchFamily="18" charset="0"/>
              </a:defRPr>
            </a:lvl9pPr>
          </a:lstStyle>
          <a:p>
            <a:pPr eaLnBrk="0" hangingPunct="0"/>
            <a:r>
              <a:rPr lang="zh-CN" altLang="en-US" sz="1900">
                <a:solidFill>
                  <a:schemeClr val="accent2"/>
                </a:solidFill>
                <a:latin typeface="微软雅黑" panose="020B0503020204020204" pitchFamily="34" charset="-122"/>
                <a:ea typeface="微软雅黑" panose="020B0503020204020204" pitchFamily="34" charset="-122"/>
              </a:rPr>
              <a:t>保守的是顺序完成，好处：</a:t>
            </a:r>
          </a:p>
          <a:p>
            <a:pPr eaLnBrk="0" hangingPunct="0">
              <a:buFontTx/>
              <a:buAutoNum type="arabicParenBoth"/>
            </a:pPr>
            <a:r>
              <a:rPr lang="zh-CN" altLang="en-US" sz="1900">
                <a:solidFill>
                  <a:srgbClr val="A50021"/>
                </a:solidFill>
                <a:latin typeface="微软雅黑" panose="020B0503020204020204" pitchFamily="34" charset="-122"/>
                <a:ea typeface="微软雅黑" panose="020B0503020204020204" pitchFamily="34" charset="-122"/>
              </a:rPr>
              <a:t>简化异常检测及其处理</a:t>
            </a:r>
          </a:p>
          <a:p>
            <a:pPr eaLnBrk="0" hangingPunct="0">
              <a:buFontTx/>
              <a:buAutoNum type="arabicParenBoth"/>
            </a:pPr>
            <a:r>
              <a:rPr lang="zh-CN" altLang="en-US" sz="1900">
                <a:solidFill>
                  <a:srgbClr val="A50021"/>
                </a:solidFill>
                <a:latin typeface="微软雅黑" panose="020B0503020204020204" pitchFamily="34" charset="-122"/>
                <a:ea typeface="微软雅黑" panose="020B0503020204020204" pitchFamily="34" charset="-122"/>
              </a:rPr>
              <a:t>能在被推测指令完成前得知推测结果的正确性</a:t>
            </a:r>
          </a:p>
        </p:txBody>
      </p:sp>
      <p:sp>
        <p:nvSpPr>
          <p:cNvPr id="251919" name="Rectangle 15">
            <a:extLst>
              <a:ext uri="{FF2B5EF4-FFF2-40B4-BE49-F238E27FC236}">
                <a16:creationId xmlns:a16="http://schemas.microsoft.com/office/drawing/2014/main" id="{9668EC11-ADB7-5835-C3D5-9948CEBA4995}"/>
              </a:ext>
            </a:extLst>
          </p:cNvPr>
          <p:cNvSpPr>
            <a:spLocks noChangeArrowheads="1"/>
          </p:cNvSpPr>
          <p:nvPr/>
        </p:nvSpPr>
        <p:spPr bwMode="auto">
          <a:xfrm>
            <a:off x="260350" y="5064125"/>
            <a:ext cx="850900" cy="381000"/>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grpSp>
        <p:nvGrpSpPr>
          <p:cNvPr id="251921" name="Group 17">
            <a:extLst>
              <a:ext uri="{FF2B5EF4-FFF2-40B4-BE49-F238E27FC236}">
                <a16:creationId xmlns:a16="http://schemas.microsoft.com/office/drawing/2014/main" id="{E0ADE413-EE55-43C0-5E23-38DE7534B828}"/>
              </a:ext>
            </a:extLst>
          </p:cNvPr>
          <p:cNvGrpSpPr>
            <a:grpSpLocks/>
          </p:cNvGrpSpPr>
          <p:nvPr/>
        </p:nvGrpSpPr>
        <p:grpSpPr bwMode="auto">
          <a:xfrm>
            <a:off x="28575" y="2397125"/>
            <a:ext cx="2895600" cy="2689225"/>
            <a:chOff x="117" y="1250"/>
            <a:chExt cx="1824" cy="1694"/>
          </a:xfrm>
        </p:grpSpPr>
        <p:sp>
          <p:nvSpPr>
            <p:cNvPr id="176141" name="Rectangle 6">
              <a:extLst>
                <a:ext uri="{FF2B5EF4-FFF2-40B4-BE49-F238E27FC236}">
                  <a16:creationId xmlns:a16="http://schemas.microsoft.com/office/drawing/2014/main" id="{DA4EB015-C50F-D922-A822-E415A79A76D2}"/>
                </a:ext>
              </a:extLst>
            </p:cNvPr>
            <p:cNvSpPr>
              <a:spLocks noChangeArrowheads="1"/>
            </p:cNvSpPr>
            <p:nvPr/>
          </p:nvSpPr>
          <p:spPr bwMode="auto">
            <a:xfrm>
              <a:off x="117" y="1250"/>
              <a:ext cx="182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en-US" altLang="zh-CN" sz="1900">
                  <a:solidFill>
                    <a:srgbClr val="FF0066"/>
                  </a:solidFill>
                  <a:latin typeface="微软雅黑" panose="020B0503020204020204" pitchFamily="34" charset="-122"/>
                  <a:ea typeface="微软雅黑" panose="020B0503020204020204" pitchFamily="34" charset="-122"/>
                </a:rPr>
                <a:t>R</a:t>
              </a:r>
              <a:r>
                <a:rPr lang="en-US" altLang="zh-CN" sz="1900">
                  <a:solidFill>
                    <a:schemeClr val="accent2"/>
                  </a:solidFill>
                  <a:latin typeface="微软雅黑" panose="020B0503020204020204" pitchFamily="34" charset="-122"/>
                  <a:ea typeface="微软雅黑" panose="020B0503020204020204" pitchFamily="34" charset="-122"/>
                </a:rPr>
                <a:t>e</a:t>
              </a:r>
              <a:r>
                <a:rPr lang="en-US" altLang="zh-CN" sz="1900">
                  <a:solidFill>
                    <a:srgbClr val="FF0066"/>
                  </a:solidFill>
                  <a:latin typeface="微软雅黑" panose="020B0503020204020204" pitchFamily="34" charset="-122"/>
                  <a:ea typeface="微软雅黑" panose="020B0503020204020204" pitchFamily="34" charset="-122"/>
                </a:rPr>
                <a:t>O</a:t>
              </a:r>
              <a:r>
                <a:rPr lang="en-US" altLang="zh-CN" sz="1900">
                  <a:solidFill>
                    <a:schemeClr val="accent2"/>
                  </a:solidFill>
                  <a:latin typeface="微软雅黑" panose="020B0503020204020204" pitchFamily="34" charset="-122"/>
                  <a:ea typeface="微软雅黑" panose="020B0503020204020204" pitchFamily="34" charset="-122"/>
                </a:rPr>
                <a:t>rder </a:t>
              </a:r>
              <a:r>
                <a:rPr lang="en-US" altLang="zh-CN" sz="1900">
                  <a:solidFill>
                    <a:srgbClr val="FF0066"/>
                  </a:solidFill>
                  <a:latin typeface="微软雅黑" panose="020B0503020204020204" pitchFamily="34" charset="-122"/>
                  <a:ea typeface="微软雅黑" panose="020B0503020204020204" pitchFamily="34" charset="-122"/>
                </a:rPr>
                <a:t>B</a:t>
              </a:r>
              <a:r>
                <a:rPr lang="en-US" altLang="zh-CN" sz="1900">
                  <a:solidFill>
                    <a:schemeClr val="accent2"/>
                  </a:solidFill>
                  <a:latin typeface="微软雅黑" panose="020B0503020204020204" pitchFamily="34" charset="-122"/>
                  <a:ea typeface="微软雅黑" panose="020B0503020204020204" pitchFamily="34" charset="-122"/>
                </a:rPr>
                <a:t>uffer  </a:t>
              </a:r>
              <a:r>
                <a:rPr lang="zh-CN" altLang="en-US" sz="1900">
                  <a:solidFill>
                    <a:schemeClr val="accent2"/>
                  </a:solidFill>
                  <a:latin typeface="微软雅黑" panose="020B0503020204020204" pitchFamily="34" charset="-122"/>
                  <a:ea typeface="微软雅黑" panose="020B0503020204020204" pitchFamily="34" charset="-122"/>
                </a:rPr>
                <a:t>重排序缓冲</a:t>
              </a:r>
              <a:r>
                <a:rPr lang="en-US" altLang="zh-CN" sz="1900">
                  <a:solidFill>
                    <a:schemeClr val="accent2"/>
                  </a:solidFill>
                  <a:latin typeface="微软雅黑" panose="020B0503020204020204" pitchFamily="34" charset="-122"/>
                  <a:ea typeface="微软雅黑" panose="020B0503020204020204" pitchFamily="34" charset="-122"/>
                </a:rPr>
                <a:t>: </a:t>
              </a:r>
              <a:r>
                <a:rPr lang="zh-CN" altLang="en-US" sz="1900">
                  <a:solidFill>
                    <a:schemeClr val="accent2"/>
                  </a:solidFill>
                  <a:latin typeface="微软雅黑" panose="020B0503020204020204" pitchFamily="34" charset="-122"/>
                  <a:ea typeface="微软雅黑" panose="020B0503020204020204" pitchFamily="34" charset="-122"/>
                </a:rPr>
                <a:t>用于保存已完成的指令结果，等待</a:t>
              </a:r>
              <a:r>
                <a:rPr lang="zh-CN" altLang="en-US" sz="1900">
                  <a:solidFill>
                    <a:srgbClr val="CC0000"/>
                  </a:solidFill>
                  <a:latin typeface="微软雅黑" panose="020B0503020204020204" pitchFamily="34" charset="-122"/>
                  <a:ea typeface="微软雅黑" panose="020B0503020204020204" pitchFamily="34" charset="-122"/>
                </a:rPr>
                <a:t>在可能时</a:t>
              </a:r>
              <a:r>
                <a:rPr lang="zh-CN" altLang="en-US" sz="1900">
                  <a:solidFill>
                    <a:schemeClr val="accent2"/>
                  </a:solidFill>
                  <a:latin typeface="微软雅黑" panose="020B0503020204020204" pitchFamily="34" charset="-122"/>
                  <a:ea typeface="微软雅黑" panose="020B0503020204020204" pitchFamily="34" charset="-122"/>
                </a:rPr>
                <a:t>写回寄存器堆</a:t>
              </a:r>
            </a:p>
          </p:txBody>
        </p:sp>
        <p:sp>
          <p:nvSpPr>
            <p:cNvPr id="176142" name="Line 16">
              <a:extLst>
                <a:ext uri="{FF2B5EF4-FFF2-40B4-BE49-F238E27FC236}">
                  <a16:creationId xmlns:a16="http://schemas.microsoft.com/office/drawing/2014/main" id="{F6D53328-BD17-85F5-D41A-594B3AC37DDD}"/>
                </a:ext>
              </a:extLst>
            </p:cNvPr>
            <p:cNvSpPr>
              <a:spLocks noChangeShapeType="1"/>
            </p:cNvSpPr>
            <p:nvPr/>
          </p:nvSpPr>
          <p:spPr bwMode="auto">
            <a:xfrm flipH="1">
              <a:off x="750" y="1746"/>
              <a:ext cx="420" cy="1198"/>
            </a:xfrm>
            <a:prstGeom prst="line">
              <a:avLst/>
            </a:prstGeom>
            <a:noFill/>
            <a:ln w="127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1922" name="Text Box 18">
            <a:extLst>
              <a:ext uri="{FF2B5EF4-FFF2-40B4-BE49-F238E27FC236}">
                <a16:creationId xmlns:a16="http://schemas.microsoft.com/office/drawing/2014/main" id="{4EB7987D-188E-ADA9-4DF0-D6178562CF98}"/>
              </a:ext>
            </a:extLst>
          </p:cNvPr>
          <p:cNvSpPr txBox="1">
            <a:spLocks noChangeArrowheads="1"/>
          </p:cNvSpPr>
          <p:nvPr/>
        </p:nvSpPr>
        <p:spPr bwMode="auto">
          <a:xfrm>
            <a:off x="3221038" y="1927225"/>
            <a:ext cx="2278062"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spcBef>
                <a:spcPct val="50000"/>
              </a:spcBef>
            </a:pPr>
            <a:r>
              <a:rPr lang="zh-CN" altLang="en-US" sz="1900">
                <a:solidFill>
                  <a:srgbClr val="CC0000"/>
                </a:solidFill>
                <a:latin typeface="微软雅黑" panose="020B0503020204020204" pitchFamily="34" charset="-122"/>
                <a:ea typeface="微软雅黑" panose="020B0503020204020204" pitchFamily="34" charset="-122"/>
              </a:rPr>
              <a:t>写回条件：</a:t>
            </a:r>
            <a:r>
              <a:rPr lang="zh-CN" altLang="en-US" sz="1900">
                <a:latin typeface="微软雅黑" panose="020B0503020204020204" pitchFamily="34" charset="-122"/>
                <a:ea typeface="微软雅黑" panose="020B0503020204020204" pitchFamily="34" charset="-122"/>
              </a:rPr>
              <a:t>与前面的所有指令结果不相关、并预测正确</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1907">
                                            <p:txEl>
                                              <p:pRg st="1" end="1"/>
                                            </p:txEl>
                                          </p:spTgt>
                                        </p:tgtEl>
                                        <p:attrNameLst>
                                          <p:attrName>style.visibility</p:attrName>
                                        </p:attrNameLst>
                                      </p:cBhvr>
                                      <p:to>
                                        <p:strVal val="visible"/>
                                      </p:to>
                                    </p:set>
                                    <p:animEffect transition="in" filter="blinds(horizontal)">
                                      <p:cBhvr>
                                        <p:cTn id="7" dur="500"/>
                                        <p:tgtEl>
                                          <p:spTgt spid="2519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51907">
                                            <p:txEl>
                                              <p:pRg st="2" end="2"/>
                                            </p:txEl>
                                          </p:spTgt>
                                        </p:tgtEl>
                                        <p:attrNameLst>
                                          <p:attrName>style.visibility</p:attrName>
                                        </p:attrNameLst>
                                      </p:cBhvr>
                                      <p:to>
                                        <p:strVal val="visible"/>
                                      </p:to>
                                    </p:set>
                                    <p:animEffect transition="in" filter="blinds(horizontal)">
                                      <p:cBhvr>
                                        <p:cTn id="12" dur="500"/>
                                        <p:tgtEl>
                                          <p:spTgt spid="25190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51907">
                                            <p:txEl>
                                              <p:pRg st="3" end="3"/>
                                            </p:txEl>
                                          </p:spTgt>
                                        </p:tgtEl>
                                        <p:attrNameLst>
                                          <p:attrName>style.visibility</p:attrName>
                                        </p:attrNameLst>
                                      </p:cBhvr>
                                      <p:to>
                                        <p:strVal val="visible"/>
                                      </p:to>
                                    </p:set>
                                    <p:animEffect transition="in" filter="blinds(horizontal)">
                                      <p:cBhvr>
                                        <p:cTn id="17" dur="500"/>
                                        <p:tgtEl>
                                          <p:spTgt spid="25190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1917"/>
                                        </p:tgtEl>
                                        <p:attrNameLst>
                                          <p:attrName>style.visibility</p:attrName>
                                        </p:attrNameLst>
                                      </p:cBhvr>
                                      <p:to>
                                        <p:strVal val="visible"/>
                                      </p:to>
                                    </p:set>
                                    <p:animEffect transition="in" filter="blinds(horizontal)">
                                      <p:cBhvr>
                                        <p:cTn id="22" dur="500"/>
                                        <p:tgtEl>
                                          <p:spTgt spid="2519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51924"/>
                                        </p:tgtEl>
                                        <p:attrNameLst>
                                          <p:attrName>style.visibility</p:attrName>
                                        </p:attrNameLst>
                                      </p:cBhvr>
                                      <p:to>
                                        <p:strVal val="visible"/>
                                      </p:to>
                                    </p:set>
                                    <p:animEffect transition="in" filter="blinds(horizontal)">
                                      <p:cBhvr>
                                        <p:cTn id="27" dur="500"/>
                                        <p:tgtEl>
                                          <p:spTgt spid="2519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1919"/>
                                        </p:tgtEl>
                                        <p:attrNameLst>
                                          <p:attrName>style.visibility</p:attrName>
                                        </p:attrNameLst>
                                      </p:cBhvr>
                                      <p:to>
                                        <p:strVal val="visible"/>
                                      </p:to>
                                    </p:set>
                                    <p:animEffect transition="in" filter="blinds(horizontal)">
                                      <p:cBhvr>
                                        <p:cTn id="32" dur="500"/>
                                        <p:tgtEl>
                                          <p:spTgt spid="2519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51921"/>
                                        </p:tgtEl>
                                        <p:attrNameLst>
                                          <p:attrName>style.visibility</p:attrName>
                                        </p:attrNameLst>
                                      </p:cBhvr>
                                      <p:to>
                                        <p:strVal val="visible"/>
                                      </p:to>
                                    </p:set>
                                    <p:animEffect transition="in" filter="blinds(horizontal)">
                                      <p:cBhvr>
                                        <p:cTn id="37" dur="500"/>
                                        <p:tgtEl>
                                          <p:spTgt spid="2519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51922"/>
                                        </p:tgtEl>
                                        <p:attrNameLst>
                                          <p:attrName>style.visibility</p:attrName>
                                        </p:attrNameLst>
                                      </p:cBhvr>
                                      <p:to>
                                        <p:strVal val="visible"/>
                                      </p:to>
                                    </p:set>
                                    <p:animEffect transition="in" filter="blinds(horizontal)">
                                      <p:cBhvr>
                                        <p:cTn id="42" dur="500"/>
                                        <p:tgtEl>
                                          <p:spTgt spid="251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17" grpId="0"/>
      <p:bldP spid="251919" grpId="0" animBg="1"/>
      <p:bldP spid="25192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a:extLst>
              <a:ext uri="{FF2B5EF4-FFF2-40B4-BE49-F238E27FC236}">
                <a16:creationId xmlns:a16="http://schemas.microsoft.com/office/drawing/2014/main" id="{48B20145-64F1-2BB8-8D5C-D5AF505569E3}"/>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第七讲小结</a:t>
            </a:r>
          </a:p>
        </p:txBody>
      </p:sp>
      <p:sp>
        <p:nvSpPr>
          <p:cNvPr id="337923" name="Rectangle 3">
            <a:extLst>
              <a:ext uri="{FF2B5EF4-FFF2-40B4-BE49-F238E27FC236}">
                <a16:creationId xmlns:a16="http://schemas.microsoft.com/office/drawing/2014/main" id="{2DF89E41-A806-F8A9-BFBC-5A7267BA3F24}"/>
              </a:ext>
            </a:extLst>
          </p:cNvPr>
          <p:cNvSpPr>
            <a:spLocks noGrp="1" noChangeArrowheads="1"/>
          </p:cNvSpPr>
          <p:nvPr>
            <p:ph idx="1"/>
          </p:nvPr>
        </p:nvSpPr>
        <p:spPr>
          <a:xfrm>
            <a:off x="100013" y="806450"/>
            <a:ext cx="8805862" cy="5105400"/>
          </a:xfrm>
        </p:spPr>
        <p:txBody>
          <a:bodyPr/>
          <a:lstStyle/>
          <a:p>
            <a:pPr>
              <a:lnSpc>
                <a:spcPct val="125000"/>
              </a:lnSpc>
              <a:spcBef>
                <a:spcPct val="15000"/>
              </a:spcBef>
            </a:pPr>
            <a:r>
              <a:rPr lang="zh-CN" altLang="en-US" sz="1700">
                <a:latin typeface="微软雅黑" panose="020B0503020204020204" pitchFamily="34" charset="-122"/>
                <a:ea typeface="微软雅黑" panose="020B0503020204020204" pitchFamily="34" charset="-122"/>
              </a:rPr>
              <a:t>有以下两种指令级并行</a:t>
            </a:r>
            <a:r>
              <a:rPr lang="en-US" altLang="zh-CN" sz="1700">
                <a:latin typeface="微软雅黑" panose="020B0503020204020204" pitchFamily="34" charset="-122"/>
                <a:ea typeface="微软雅黑" panose="020B0503020204020204" pitchFamily="34" charset="-122"/>
              </a:rPr>
              <a:t>(ILP)</a:t>
            </a:r>
            <a:r>
              <a:rPr lang="zh-CN" altLang="en-US" sz="1700">
                <a:latin typeface="微软雅黑" panose="020B0503020204020204" pitchFamily="34" charset="-122"/>
                <a:ea typeface="微软雅黑" panose="020B0503020204020204" pitchFamily="34" charset="-122"/>
              </a:rPr>
              <a:t>技术（即：高性能流水线形式）</a:t>
            </a:r>
          </a:p>
          <a:p>
            <a:pPr lvl="1">
              <a:lnSpc>
                <a:spcPct val="125000"/>
              </a:lnSpc>
              <a:spcBef>
                <a:spcPct val="15000"/>
              </a:spcBef>
            </a:pPr>
            <a:r>
              <a:rPr lang="zh-CN" altLang="en-US" sz="1700">
                <a:latin typeface="微软雅黑" panose="020B0503020204020204" pitchFamily="34" charset="-122"/>
                <a:ea typeface="微软雅黑" panose="020B0503020204020204" pitchFamily="34" charset="-122"/>
              </a:rPr>
              <a:t>超流水线：更多的流水线级数</a:t>
            </a:r>
          </a:p>
          <a:p>
            <a:pPr lvl="1">
              <a:lnSpc>
                <a:spcPct val="125000"/>
              </a:lnSpc>
              <a:spcBef>
                <a:spcPct val="15000"/>
              </a:spcBef>
            </a:pPr>
            <a:r>
              <a:rPr lang="zh-CN" altLang="en-US" sz="1700">
                <a:latin typeface="微软雅黑" panose="020B0503020204020204" pitchFamily="34" charset="-122"/>
                <a:ea typeface="微软雅黑" panose="020B0503020204020204" pitchFamily="34" charset="-122"/>
              </a:rPr>
              <a:t>多发射流水线：同时发射多个指令，有多条流水线同时进行</a:t>
            </a:r>
          </a:p>
          <a:p>
            <a:pPr lvl="2">
              <a:lnSpc>
                <a:spcPct val="125000"/>
              </a:lnSpc>
              <a:spcBef>
                <a:spcPct val="15000"/>
              </a:spcBef>
            </a:pPr>
            <a:r>
              <a:rPr lang="zh-CN" altLang="en-US" sz="1700">
                <a:latin typeface="微软雅黑" panose="020B0503020204020204" pitchFamily="34" charset="-122"/>
                <a:ea typeface="微软雅黑" panose="020B0503020204020204" pitchFamily="34" charset="-122"/>
              </a:rPr>
              <a:t>静态多发射（</a:t>
            </a:r>
            <a:r>
              <a:rPr lang="en-US" altLang="zh-CN" sz="1700">
                <a:latin typeface="微软雅黑" panose="020B0503020204020204" pitchFamily="34" charset="-122"/>
                <a:ea typeface="微软雅黑" panose="020B0503020204020204" pitchFamily="34" charset="-122"/>
              </a:rPr>
              <a:t>VLIW</a:t>
            </a:r>
            <a:r>
              <a:rPr lang="zh-CN" altLang="en-US" sz="1700">
                <a:latin typeface="微软雅黑" panose="020B0503020204020204" pitchFamily="34" charset="-122"/>
                <a:ea typeface="微软雅黑" panose="020B0503020204020204" pitchFamily="34" charset="-122"/>
              </a:rPr>
              <a:t>处理器</a:t>
            </a:r>
            <a:r>
              <a:rPr lang="en-US" altLang="zh-CN" sz="1700">
                <a:latin typeface="微软雅黑" panose="020B0503020204020204" pitchFamily="34" charset="-122"/>
                <a:ea typeface="微软雅黑" panose="020B0503020204020204" pitchFamily="34" charset="-122"/>
              </a:rPr>
              <a:t>+</a:t>
            </a:r>
            <a:r>
              <a:rPr lang="zh-CN" altLang="en-US" sz="1700">
                <a:latin typeface="微软雅黑" panose="020B0503020204020204" pitchFamily="34" charset="-122"/>
                <a:ea typeface="微软雅黑" panose="020B0503020204020204" pitchFamily="34" charset="-122"/>
              </a:rPr>
              <a:t>编译器静态调度）</a:t>
            </a:r>
          </a:p>
          <a:p>
            <a:pPr lvl="2">
              <a:lnSpc>
                <a:spcPct val="125000"/>
              </a:lnSpc>
              <a:spcBef>
                <a:spcPct val="15000"/>
              </a:spcBef>
            </a:pPr>
            <a:r>
              <a:rPr lang="zh-CN" altLang="en-US" sz="1700">
                <a:latin typeface="微软雅黑" panose="020B0503020204020204" pitchFamily="34" charset="-122"/>
                <a:ea typeface="微软雅黑" panose="020B0503020204020204" pitchFamily="34" charset="-122"/>
              </a:rPr>
              <a:t>动态多发射（超标量处理器</a:t>
            </a:r>
            <a:r>
              <a:rPr lang="en-US" altLang="zh-CN" sz="1700">
                <a:latin typeface="微软雅黑" panose="020B0503020204020204" pitchFamily="34" charset="-122"/>
                <a:ea typeface="微软雅黑" panose="020B0503020204020204" pitchFamily="34" charset="-122"/>
              </a:rPr>
              <a:t>+</a:t>
            </a:r>
            <a:r>
              <a:rPr lang="zh-CN" altLang="en-US" sz="1700">
                <a:latin typeface="微软雅黑" panose="020B0503020204020204" pitchFamily="34" charset="-122"/>
                <a:ea typeface="微软雅黑" panose="020B0503020204020204" pitchFamily="34" charset="-122"/>
              </a:rPr>
              <a:t>动态流水线调度）</a:t>
            </a:r>
          </a:p>
          <a:p>
            <a:pPr>
              <a:lnSpc>
                <a:spcPct val="125000"/>
              </a:lnSpc>
              <a:spcBef>
                <a:spcPct val="15000"/>
              </a:spcBef>
            </a:pPr>
            <a:r>
              <a:rPr lang="zh-CN" altLang="en-US" sz="1700">
                <a:latin typeface="微软雅黑" panose="020B0503020204020204" pitchFamily="34" charset="-122"/>
                <a:ea typeface="微软雅黑" panose="020B0503020204020204" pitchFamily="34" charset="-122"/>
              </a:rPr>
              <a:t>静态多发射（</a:t>
            </a:r>
            <a:r>
              <a:rPr lang="en-US" altLang="zh-CN" sz="1700">
                <a:latin typeface="微软雅黑" panose="020B0503020204020204" pitchFamily="34" charset="-122"/>
                <a:ea typeface="微软雅黑" panose="020B0503020204020204" pitchFamily="34" charset="-122"/>
              </a:rPr>
              <a:t>VLIW</a:t>
            </a:r>
            <a:r>
              <a:rPr lang="zh-CN" altLang="en-US" sz="1700">
                <a:latin typeface="微软雅黑" panose="020B0503020204020204" pitchFamily="34" charset="-122"/>
                <a:ea typeface="微软雅黑" panose="020B0503020204020204" pitchFamily="34" charset="-122"/>
              </a:rPr>
              <a:t>（超长指令字）处理器）</a:t>
            </a:r>
          </a:p>
          <a:p>
            <a:pPr lvl="1">
              <a:lnSpc>
                <a:spcPct val="125000"/>
              </a:lnSpc>
              <a:spcBef>
                <a:spcPct val="15000"/>
              </a:spcBef>
            </a:pPr>
            <a:r>
              <a:rPr lang="zh-CN" altLang="en-US" sz="1700">
                <a:latin typeface="微软雅黑" panose="020B0503020204020204" pitchFamily="34" charset="-122"/>
                <a:ea typeface="微软雅黑" panose="020B0503020204020204" pitchFamily="34" charset="-122"/>
              </a:rPr>
              <a:t>由编译器静态推测来完成“指令打包”和“冒险处理”</a:t>
            </a:r>
          </a:p>
          <a:p>
            <a:pPr lvl="1">
              <a:lnSpc>
                <a:spcPct val="125000"/>
              </a:lnSpc>
              <a:spcBef>
                <a:spcPct val="15000"/>
              </a:spcBef>
            </a:pPr>
            <a:r>
              <a:rPr lang="en-US" altLang="zh-CN" sz="1700">
                <a:latin typeface="微软雅黑" panose="020B0503020204020204" pitchFamily="34" charset="-122"/>
                <a:ea typeface="微软雅黑" panose="020B0503020204020204" pitchFamily="34" charset="-122"/>
              </a:rPr>
              <a:t>MIPS 2-</a:t>
            </a:r>
            <a:r>
              <a:rPr lang="zh-CN" altLang="en-US" sz="1700">
                <a:latin typeface="微软雅黑" panose="020B0503020204020204" pitchFamily="34" charset="-122"/>
                <a:ea typeface="微软雅黑" panose="020B0503020204020204" pitchFamily="34" charset="-122"/>
              </a:rPr>
              <a:t>发射</a:t>
            </a:r>
            <a:r>
              <a:rPr lang="en-US" altLang="zh-CN" sz="1700">
                <a:latin typeface="微软雅黑" panose="020B0503020204020204" pitchFamily="34" charset="-122"/>
                <a:ea typeface="微软雅黑" panose="020B0503020204020204" pitchFamily="34" charset="-122"/>
              </a:rPr>
              <a:t>Datapath</a:t>
            </a:r>
            <a:r>
              <a:rPr lang="zh-CN" altLang="en-US" sz="1700">
                <a:latin typeface="微软雅黑" panose="020B0503020204020204" pitchFamily="34" charset="-122"/>
                <a:ea typeface="微软雅黑" panose="020B0503020204020204" pitchFamily="34" charset="-122"/>
              </a:rPr>
              <a:t>中有</a:t>
            </a:r>
            <a:r>
              <a:rPr lang="en-US" altLang="zh-CN" sz="1700">
                <a:latin typeface="微软雅黑" panose="020B0503020204020204" pitchFamily="34" charset="-122"/>
                <a:ea typeface="微软雅黑" panose="020B0503020204020204" pitchFamily="34" charset="-122"/>
              </a:rPr>
              <a:t>2</a:t>
            </a:r>
            <a:r>
              <a:rPr lang="zh-CN" altLang="en-US" sz="1700">
                <a:latin typeface="微软雅黑" panose="020B0503020204020204" pitchFamily="34" charset="-122"/>
                <a:ea typeface="微软雅黑" panose="020B0503020204020204" pitchFamily="34" charset="-122"/>
              </a:rPr>
              <a:t>个执行部件，将</a:t>
            </a:r>
            <a:r>
              <a:rPr lang="en-US" altLang="zh-CN" sz="1700">
                <a:latin typeface="微软雅黑" panose="020B0503020204020204" pitchFamily="34" charset="-122"/>
                <a:ea typeface="微软雅黑" panose="020B0503020204020204" pitchFamily="34" charset="-122"/>
              </a:rPr>
              <a:t>2</a:t>
            </a:r>
            <a:r>
              <a:rPr lang="zh-CN" altLang="en-US" sz="1700">
                <a:latin typeface="微软雅黑" panose="020B0503020204020204" pitchFamily="34" charset="-122"/>
                <a:ea typeface="微软雅黑" panose="020B0503020204020204" pitchFamily="34" charset="-122"/>
              </a:rPr>
              <a:t>条指令打包，并同时译码执行</a:t>
            </a:r>
          </a:p>
          <a:p>
            <a:pPr lvl="1">
              <a:lnSpc>
                <a:spcPct val="125000"/>
              </a:lnSpc>
              <a:spcBef>
                <a:spcPct val="15000"/>
              </a:spcBef>
            </a:pPr>
            <a:r>
              <a:rPr lang="zh-CN" altLang="en-US" sz="1700">
                <a:latin typeface="微软雅黑" panose="020B0503020204020204" pitchFamily="34" charset="-122"/>
                <a:ea typeface="微软雅黑" panose="020B0503020204020204" pitchFamily="34" charset="-122"/>
              </a:rPr>
              <a:t>采用循环展开进行指令调度，能得到很好的性能</a:t>
            </a:r>
            <a:endParaRPr lang="en-US" altLang="zh-CN" sz="1700">
              <a:latin typeface="微软雅黑" panose="020B0503020204020204" pitchFamily="34" charset="-122"/>
              <a:ea typeface="微软雅黑" panose="020B0503020204020204" pitchFamily="34" charset="-122"/>
            </a:endParaRPr>
          </a:p>
          <a:p>
            <a:pPr lvl="1">
              <a:lnSpc>
                <a:spcPct val="125000"/>
              </a:lnSpc>
              <a:spcBef>
                <a:spcPct val="15000"/>
              </a:spcBef>
            </a:pPr>
            <a:r>
              <a:rPr lang="en-US" altLang="zh-CN" sz="1700">
                <a:latin typeface="微软雅黑" panose="020B0503020204020204" pitchFamily="34" charset="-122"/>
                <a:ea typeface="微软雅黑" panose="020B0503020204020204" pitchFamily="34" charset="-122"/>
              </a:rPr>
              <a:t>IA-64</a:t>
            </a:r>
            <a:r>
              <a:rPr lang="zh-CN" altLang="en-US" sz="1700">
                <a:latin typeface="微软雅黑" panose="020B0503020204020204" pitchFamily="34" charset="-122"/>
                <a:ea typeface="微软雅黑" panose="020B0503020204020204" pitchFamily="34" charset="-122"/>
              </a:rPr>
              <a:t>采用</a:t>
            </a:r>
            <a:r>
              <a:rPr lang="en-US" altLang="zh-CN" sz="1700">
                <a:latin typeface="微软雅黑" panose="020B0503020204020204" pitchFamily="34" charset="-122"/>
                <a:ea typeface="微软雅黑" panose="020B0503020204020204" pitchFamily="34" charset="-122"/>
              </a:rPr>
              <a:t>VLIW</a:t>
            </a:r>
            <a:r>
              <a:rPr lang="zh-CN" altLang="en-US" sz="1700">
                <a:latin typeface="微软雅黑" panose="020B0503020204020204" pitchFamily="34" charset="-122"/>
                <a:ea typeface="微软雅黑" panose="020B0503020204020204" pitchFamily="34" charset="-122"/>
              </a:rPr>
              <a:t>技术，</a:t>
            </a:r>
            <a:r>
              <a:rPr lang="en-US" altLang="zh-CN" sz="1700">
                <a:latin typeface="微软雅黑" panose="020B0503020204020204" pitchFamily="34" charset="-122"/>
                <a:ea typeface="微软雅黑" panose="020B0503020204020204" pitchFamily="34" charset="-122"/>
              </a:rPr>
              <a:t>Intel</a:t>
            </a:r>
            <a:r>
              <a:rPr lang="zh-CN" altLang="en-US" sz="1700">
                <a:latin typeface="微软雅黑" panose="020B0503020204020204" pitchFamily="34" charset="-122"/>
                <a:ea typeface="微软雅黑" panose="020B0503020204020204" pitchFamily="34" charset="-122"/>
              </a:rPr>
              <a:t>称其为</a:t>
            </a:r>
            <a:r>
              <a:rPr lang="en-US" altLang="zh-CN" sz="1700">
                <a:latin typeface="微软雅黑" panose="020B0503020204020204" pitchFamily="34" charset="-122"/>
                <a:ea typeface="微软雅黑" panose="020B0503020204020204" pitchFamily="34" charset="-122"/>
              </a:rPr>
              <a:t>EPIC</a:t>
            </a:r>
            <a:r>
              <a:rPr lang="zh-CN" altLang="en-US" sz="1700">
                <a:latin typeface="微软雅黑" panose="020B0503020204020204" pitchFamily="34" charset="-122"/>
                <a:ea typeface="微软雅黑" panose="020B0503020204020204" pitchFamily="34" charset="-122"/>
              </a:rPr>
              <a:t>技术，</a:t>
            </a:r>
            <a:r>
              <a:rPr lang="en-US" altLang="zh-CN" sz="1700">
                <a:latin typeface="微软雅黑" panose="020B0503020204020204" pitchFamily="34" charset="-122"/>
                <a:ea typeface="微软雅黑" panose="020B0503020204020204" pitchFamily="34" charset="-122"/>
              </a:rPr>
              <a:t>3</a:t>
            </a:r>
            <a:r>
              <a:rPr lang="zh-CN" altLang="en-US" sz="1700">
                <a:latin typeface="微软雅黑" panose="020B0503020204020204" pitchFamily="34" charset="-122"/>
                <a:ea typeface="微软雅黑" panose="020B0503020204020204" pitchFamily="34" charset="-122"/>
              </a:rPr>
              <a:t>条指令打包</a:t>
            </a:r>
          </a:p>
          <a:p>
            <a:pPr>
              <a:lnSpc>
                <a:spcPct val="125000"/>
              </a:lnSpc>
              <a:spcBef>
                <a:spcPct val="15000"/>
              </a:spcBef>
            </a:pPr>
            <a:r>
              <a:rPr lang="zh-CN" altLang="en-US" sz="1700">
                <a:latin typeface="微软雅黑" panose="020B0503020204020204" pitchFamily="34" charset="-122"/>
                <a:ea typeface="微软雅黑" panose="020B0503020204020204" pitchFamily="34" charset="-122"/>
              </a:rPr>
              <a:t>动态多发射（超标量处理器）</a:t>
            </a:r>
          </a:p>
          <a:p>
            <a:pPr lvl="1">
              <a:lnSpc>
                <a:spcPct val="125000"/>
              </a:lnSpc>
              <a:spcBef>
                <a:spcPct val="15000"/>
              </a:spcBef>
            </a:pPr>
            <a:r>
              <a:rPr lang="zh-CN" altLang="en-US" sz="1700">
                <a:latin typeface="微软雅黑" panose="020B0503020204020204" pitchFamily="34" charset="-122"/>
                <a:ea typeface="微软雅黑" panose="020B0503020204020204" pitchFamily="34" charset="-122"/>
              </a:rPr>
              <a:t>指令执行时由硬件动态推测，多个执行部件，同时发射多个指令到执行部件</a:t>
            </a:r>
          </a:p>
          <a:p>
            <a:pPr lvl="1">
              <a:lnSpc>
                <a:spcPct val="125000"/>
              </a:lnSpc>
              <a:spcBef>
                <a:spcPct val="15000"/>
              </a:spcBef>
            </a:pPr>
            <a:r>
              <a:rPr lang="en-US" altLang="zh-CN" sz="1700">
                <a:latin typeface="微软雅黑" panose="020B0503020204020204" pitchFamily="34" charset="-122"/>
                <a:ea typeface="微软雅黑" panose="020B0503020204020204" pitchFamily="34" charset="-122"/>
              </a:rPr>
              <a:t>3</a:t>
            </a:r>
            <a:r>
              <a:rPr lang="zh-CN" altLang="en-US" sz="1700">
                <a:latin typeface="微软雅黑" panose="020B0503020204020204" pitchFamily="34" charset="-122"/>
                <a:ea typeface="微软雅黑" panose="020B0503020204020204" pitchFamily="34" charset="-122"/>
              </a:rPr>
              <a:t>种动态多发射流水线的执行模式</a:t>
            </a:r>
          </a:p>
          <a:p>
            <a:pPr lvl="2">
              <a:lnSpc>
                <a:spcPct val="125000"/>
              </a:lnSpc>
              <a:spcBef>
                <a:spcPct val="15000"/>
              </a:spcBef>
            </a:pPr>
            <a:r>
              <a:rPr lang="zh-CN" altLang="en-US" sz="1700">
                <a:latin typeface="微软雅黑" panose="020B0503020204020204" pitchFamily="34" charset="-122"/>
                <a:ea typeface="微软雅黑" panose="020B0503020204020204" pitchFamily="34" charset="-122"/>
              </a:rPr>
              <a:t>按序发射按序完成、按序发射无序完成、无序发射无序完成</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7923">
                                            <p:txEl>
                                              <p:pRg st="1" end="1"/>
                                            </p:txEl>
                                          </p:spTgt>
                                        </p:tgtEl>
                                        <p:attrNameLst>
                                          <p:attrName>style.visibility</p:attrName>
                                        </p:attrNameLst>
                                      </p:cBhvr>
                                      <p:to>
                                        <p:strVal val="visible"/>
                                      </p:to>
                                    </p:set>
                                    <p:animEffect transition="in" filter="blinds(horizontal)">
                                      <p:cBhvr>
                                        <p:cTn id="7" dur="500"/>
                                        <p:tgtEl>
                                          <p:spTgt spid="3379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37923">
                                            <p:txEl>
                                              <p:pRg st="2" end="2"/>
                                            </p:txEl>
                                          </p:spTgt>
                                        </p:tgtEl>
                                        <p:attrNameLst>
                                          <p:attrName>style.visibility</p:attrName>
                                        </p:attrNameLst>
                                      </p:cBhvr>
                                      <p:to>
                                        <p:strVal val="visible"/>
                                      </p:to>
                                    </p:set>
                                    <p:animEffect transition="in" filter="blinds(horizontal)">
                                      <p:cBhvr>
                                        <p:cTn id="12" dur="500"/>
                                        <p:tgtEl>
                                          <p:spTgt spid="33792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37923">
                                            <p:txEl>
                                              <p:pRg st="3" end="3"/>
                                            </p:txEl>
                                          </p:spTgt>
                                        </p:tgtEl>
                                        <p:attrNameLst>
                                          <p:attrName>style.visibility</p:attrName>
                                        </p:attrNameLst>
                                      </p:cBhvr>
                                      <p:to>
                                        <p:strVal val="visible"/>
                                      </p:to>
                                    </p:set>
                                    <p:animEffect transition="in" filter="blinds(horizontal)">
                                      <p:cBhvr>
                                        <p:cTn id="17" dur="500"/>
                                        <p:tgtEl>
                                          <p:spTgt spid="33792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37923">
                                            <p:txEl>
                                              <p:pRg st="4" end="4"/>
                                            </p:txEl>
                                          </p:spTgt>
                                        </p:tgtEl>
                                        <p:attrNameLst>
                                          <p:attrName>style.visibility</p:attrName>
                                        </p:attrNameLst>
                                      </p:cBhvr>
                                      <p:to>
                                        <p:strVal val="visible"/>
                                      </p:to>
                                    </p:set>
                                    <p:animEffect transition="in" filter="blinds(horizontal)">
                                      <p:cBhvr>
                                        <p:cTn id="22" dur="500"/>
                                        <p:tgtEl>
                                          <p:spTgt spid="33792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37923">
                                            <p:txEl>
                                              <p:pRg st="6" end="6"/>
                                            </p:txEl>
                                          </p:spTgt>
                                        </p:tgtEl>
                                        <p:attrNameLst>
                                          <p:attrName>style.visibility</p:attrName>
                                        </p:attrNameLst>
                                      </p:cBhvr>
                                      <p:to>
                                        <p:strVal val="visible"/>
                                      </p:to>
                                    </p:set>
                                    <p:animEffect transition="in" filter="blinds(horizontal)">
                                      <p:cBhvr>
                                        <p:cTn id="27" dur="500"/>
                                        <p:tgtEl>
                                          <p:spTgt spid="33792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37923">
                                            <p:txEl>
                                              <p:pRg st="7" end="7"/>
                                            </p:txEl>
                                          </p:spTgt>
                                        </p:tgtEl>
                                        <p:attrNameLst>
                                          <p:attrName>style.visibility</p:attrName>
                                        </p:attrNameLst>
                                      </p:cBhvr>
                                      <p:to>
                                        <p:strVal val="visible"/>
                                      </p:to>
                                    </p:set>
                                    <p:animEffect transition="in" filter="blinds(horizontal)">
                                      <p:cBhvr>
                                        <p:cTn id="32" dur="500"/>
                                        <p:tgtEl>
                                          <p:spTgt spid="33792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37923">
                                            <p:txEl>
                                              <p:pRg st="8" end="8"/>
                                            </p:txEl>
                                          </p:spTgt>
                                        </p:tgtEl>
                                        <p:attrNameLst>
                                          <p:attrName>style.visibility</p:attrName>
                                        </p:attrNameLst>
                                      </p:cBhvr>
                                      <p:to>
                                        <p:strVal val="visible"/>
                                      </p:to>
                                    </p:set>
                                    <p:animEffect transition="in" filter="blinds(horizontal)">
                                      <p:cBhvr>
                                        <p:cTn id="37" dur="500"/>
                                        <p:tgtEl>
                                          <p:spTgt spid="337923">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37923">
                                            <p:txEl>
                                              <p:pRg st="9" end="9"/>
                                            </p:txEl>
                                          </p:spTgt>
                                        </p:tgtEl>
                                        <p:attrNameLst>
                                          <p:attrName>style.visibility</p:attrName>
                                        </p:attrNameLst>
                                      </p:cBhvr>
                                      <p:to>
                                        <p:strVal val="visible"/>
                                      </p:to>
                                    </p:set>
                                    <p:animEffect transition="in" filter="blinds(horizontal)">
                                      <p:cBhvr>
                                        <p:cTn id="42" dur="500"/>
                                        <p:tgtEl>
                                          <p:spTgt spid="337923">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37923">
                                            <p:txEl>
                                              <p:pRg st="11" end="11"/>
                                            </p:txEl>
                                          </p:spTgt>
                                        </p:tgtEl>
                                        <p:attrNameLst>
                                          <p:attrName>style.visibility</p:attrName>
                                        </p:attrNameLst>
                                      </p:cBhvr>
                                      <p:to>
                                        <p:strVal val="visible"/>
                                      </p:to>
                                    </p:set>
                                    <p:animEffect transition="in" filter="blinds(horizontal)">
                                      <p:cBhvr>
                                        <p:cTn id="47" dur="500"/>
                                        <p:tgtEl>
                                          <p:spTgt spid="337923">
                                            <p:txEl>
                                              <p:pRg st="11" end="1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337923">
                                            <p:txEl>
                                              <p:pRg st="12" end="12"/>
                                            </p:txEl>
                                          </p:spTgt>
                                        </p:tgtEl>
                                        <p:attrNameLst>
                                          <p:attrName>style.visibility</p:attrName>
                                        </p:attrNameLst>
                                      </p:cBhvr>
                                      <p:to>
                                        <p:strVal val="visible"/>
                                      </p:to>
                                    </p:set>
                                    <p:animEffect transition="in" filter="blinds(horizontal)">
                                      <p:cBhvr>
                                        <p:cTn id="52" dur="500"/>
                                        <p:tgtEl>
                                          <p:spTgt spid="337923">
                                            <p:txEl>
                                              <p:pRg st="12" end="12"/>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337923">
                                            <p:txEl>
                                              <p:pRg st="13" end="13"/>
                                            </p:txEl>
                                          </p:spTgt>
                                        </p:tgtEl>
                                        <p:attrNameLst>
                                          <p:attrName>style.visibility</p:attrName>
                                        </p:attrNameLst>
                                      </p:cBhvr>
                                      <p:to>
                                        <p:strVal val="visible"/>
                                      </p:to>
                                    </p:set>
                                    <p:animEffect transition="in" filter="blinds(horizontal)">
                                      <p:cBhvr>
                                        <p:cTn id="57" dur="500"/>
                                        <p:tgtEl>
                                          <p:spTgt spid="33792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a:extLst>
              <a:ext uri="{FF2B5EF4-FFF2-40B4-BE49-F238E27FC236}">
                <a16:creationId xmlns:a16="http://schemas.microsoft.com/office/drawing/2014/main" id="{3440F393-3EDE-6A46-F0F9-E33CABB33924}"/>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本章第</a:t>
            </a:r>
            <a:r>
              <a:rPr lang="en-US" altLang="zh-CN">
                <a:ea typeface="宋体" panose="02010600030101010101" pitchFamily="2" charset="-122"/>
              </a:rPr>
              <a:t>5~7</a:t>
            </a:r>
            <a:r>
              <a:rPr lang="zh-CN" altLang="en-US">
                <a:ea typeface="宋体" panose="02010600030101010101" pitchFamily="2" charset="-122"/>
              </a:rPr>
              <a:t>讲总结</a:t>
            </a:r>
            <a:r>
              <a:rPr lang="en-US" altLang="zh-CN">
                <a:ea typeface="宋体" panose="02010600030101010101" pitchFamily="2" charset="-122"/>
              </a:rPr>
              <a:t>1</a:t>
            </a:r>
          </a:p>
        </p:txBody>
      </p:sp>
      <p:sp>
        <p:nvSpPr>
          <p:cNvPr id="266243" name="Rectangle 3">
            <a:extLst>
              <a:ext uri="{FF2B5EF4-FFF2-40B4-BE49-F238E27FC236}">
                <a16:creationId xmlns:a16="http://schemas.microsoft.com/office/drawing/2014/main" id="{006CCD29-C5A1-F265-AB98-A160F4C9D7A0}"/>
              </a:ext>
            </a:extLst>
          </p:cNvPr>
          <p:cNvSpPr>
            <a:spLocks noGrp="1" noChangeArrowheads="1"/>
          </p:cNvSpPr>
          <p:nvPr>
            <p:ph idx="1"/>
          </p:nvPr>
        </p:nvSpPr>
        <p:spPr>
          <a:xfrm>
            <a:off x="161925" y="885825"/>
            <a:ext cx="8599488" cy="5373688"/>
          </a:xfrm>
        </p:spPr>
        <p:txBody>
          <a:bodyPr/>
          <a:lstStyle/>
          <a:p>
            <a:pPr marL="342900" indent="-342900"/>
            <a:r>
              <a:rPr lang="zh-CN" altLang="en-US" sz="1900">
                <a:latin typeface="微软雅黑" panose="020B0503020204020204" pitchFamily="34" charset="-122"/>
                <a:ea typeface="微软雅黑" panose="020B0503020204020204" pitchFamily="34" charset="-122"/>
              </a:rPr>
              <a:t>指令流水线的设计</a:t>
            </a:r>
          </a:p>
          <a:p>
            <a:pPr marL="838200" lvl="1" indent="-342900">
              <a:lnSpc>
                <a:spcPct val="130000"/>
              </a:lnSpc>
              <a:spcBef>
                <a:spcPct val="25000"/>
              </a:spcBef>
            </a:pPr>
            <a:r>
              <a:rPr lang="zh-CN" altLang="en-US" sz="1900">
                <a:latin typeface="微软雅黑" panose="020B0503020204020204" pitchFamily="34" charset="-122"/>
                <a:ea typeface="微软雅黑" panose="020B0503020204020204" pitchFamily="34" charset="-122"/>
              </a:rPr>
              <a:t>将每条指令的执行规整化为若干个同样的流水阶段</a:t>
            </a:r>
          </a:p>
          <a:p>
            <a:pPr marL="838200" lvl="1" indent="-342900">
              <a:lnSpc>
                <a:spcPct val="130000"/>
              </a:lnSpc>
              <a:spcBef>
                <a:spcPct val="25000"/>
              </a:spcBef>
            </a:pPr>
            <a:r>
              <a:rPr lang="zh-CN" altLang="en-US" sz="1900">
                <a:latin typeface="微软雅黑" panose="020B0503020204020204" pitchFamily="34" charset="-122"/>
                <a:ea typeface="微软雅黑" panose="020B0503020204020204" pitchFamily="34" charset="-122"/>
              </a:rPr>
              <a:t>每个流水阶段的执行时间一样，都等于一个时钟</a:t>
            </a:r>
          </a:p>
          <a:p>
            <a:pPr marL="838200" lvl="1" indent="-342900">
              <a:lnSpc>
                <a:spcPct val="130000"/>
              </a:lnSpc>
              <a:spcBef>
                <a:spcPct val="25000"/>
              </a:spcBef>
            </a:pPr>
            <a:r>
              <a:rPr lang="zh-CN" altLang="en-US" sz="1900">
                <a:latin typeface="微软雅黑" panose="020B0503020204020204" pitchFamily="34" charset="-122"/>
                <a:ea typeface="微软雅黑" panose="020B0503020204020204" pitchFamily="34" charset="-122"/>
              </a:rPr>
              <a:t>理想情况下，每个时钟有一条指令进入流水线，也有一条指令执行结束</a:t>
            </a:r>
          </a:p>
          <a:p>
            <a:pPr marL="838200" lvl="1" indent="-342900">
              <a:lnSpc>
                <a:spcPct val="130000"/>
              </a:lnSpc>
              <a:spcBef>
                <a:spcPct val="25000"/>
              </a:spcBef>
            </a:pPr>
            <a:r>
              <a:rPr lang="zh-CN" altLang="en-US" sz="1900">
                <a:latin typeface="微软雅黑" panose="020B0503020204020204" pitchFamily="34" charset="-122"/>
                <a:ea typeface="微软雅黑" panose="020B0503020204020204" pitchFamily="34" charset="-122"/>
              </a:rPr>
              <a:t>每个流水段中的部件都是组合逻辑加寄存器，组合逻辑中产生的结果在时钟到来时被存储到寄存器（如：程序计数器、条件码寄存器、流水线寄存器等）。</a:t>
            </a:r>
          </a:p>
          <a:p>
            <a:pPr marL="838200" lvl="1" indent="-342900">
              <a:lnSpc>
                <a:spcPct val="130000"/>
              </a:lnSpc>
              <a:spcBef>
                <a:spcPct val="25000"/>
              </a:spcBef>
            </a:pPr>
            <a:r>
              <a:rPr lang="zh-CN" altLang="en-US" sz="1900">
                <a:latin typeface="微软雅黑" panose="020B0503020204020204" pitchFamily="34" charset="-122"/>
                <a:ea typeface="微软雅黑" panose="020B0503020204020204" pitchFamily="34" charset="-122"/>
              </a:rPr>
              <a:t>每两个相邻流水段之间的流水线寄存器，用以记录所有在后面阶段要用到的各种信息，有哪些呢？</a:t>
            </a:r>
          </a:p>
          <a:p>
            <a:pPr lvl="2">
              <a:lnSpc>
                <a:spcPct val="130000"/>
              </a:lnSpc>
              <a:spcBef>
                <a:spcPct val="25000"/>
              </a:spcBef>
            </a:pPr>
            <a:r>
              <a:rPr lang="zh-CN" altLang="en-US" sz="1900">
                <a:latin typeface="微软雅黑" panose="020B0503020204020204" pitchFamily="34" charset="-122"/>
                <a:ea typeface="微软雅黑" panose="020B0503020204020204" pitchFamily="34" charset="-122"/>
              </a:rPr>
              <a:t>指令的代码、本条指令地址</a:t>
            </a:r>
            <a:r>
              <a:rPr lang="en-US" altLang="zh-CN" sz="1900">
                <a:latin typeface="微软雅黑" panose="020B0503020204020204" pitchFamily="34" charset="-122"/>
                <a:ea typeface="微软雅黑" panose="020B0503020204020204" pitchFamily="34" charset="-122"/>
              </a:rPr>
              <a:t>(PC)</a:t>
            </a:r>
            <a:r>
              <a:rPr lang="zh-CN" altLang="en-US" sz="1900">
                <a:latin typeface="微软雅黑" panose="020B0503020204020204" pitchFamily="34" charset="-122"/>
                <a:ea typeface="微软雅黑" panose="020B0503020204020204" pitchFamily="34" charset="-122"/>
              </a:rPr>
              <a:t>、扩展后的立即数、参加运算的操作数、指令运算结果、指令异常信息、寄存器读口地址、寄存器写口地址</a:t>
            </a:r>
            <a:r>
              <a:rPr lang="en-US" altLang="zh-CN" sz="1900">
                <a:latin typeface="微软雅黑" panose="020B0503020204020204" pitchFamily="34" charset="-122"/>
                <a:ea typeface="微软雅黑" panose="020B0503020204020204" pitchFamily="34" charset="-122"/>
              </a:rPr>
              <a:t>(Rd)</a:t>
            </a:r>
            <a:r>
              <a:rPr lang="zh-CN" altLang="en-US" sz="1900">
                <a:latin typeface="微软雅黑" panose="020B0503020204020204" pitchFamily="34" charset="-122"/>
                <a:ea typeface="微软雅黑" panose="020B0503020204020204" pitchFamily="34" charset="-122"/>
              </a:rPr>
              <a:t>、存储器地址等。</a:t>
            </a:r>
          </a:p>
          <a:p>
            <a:pPr marL="838200" lvl="1" indent="-342900">
              <a:lnSpc>
                <a:spcPct val="130000"/>
              </a:lnSpc>
              <a:spcBef>
                <a:spcPct val="25000"/>
              </a:spcBef>
            </a:pPr>
            <a:r>
              <a:rPr lang="zh-CN" altLang="en-US" sz="1900">
                <a:latin typeface="微软雅黑" panose="020B0503020204020204" pitchFamily="34" charset="-122"/>
                <a:ea typeface="微软雅黑" panose="020B0503020204020204" pitchFamily="34" charset="-122"/>
              </a:rPr>
              <a:t>指令译码得到的控制信号通过流水线寄存器传送到后面各个流水段中</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6243">
                                            <p:txEl>
                                              <p:pRg st="1" end="1"/>
                                            </p:txEl>
                                          </p:spTgt>
                                        </p:tgtEl>
                                        <p:attrNameLst>
                                          <p:attrName>style.visibility</p:attrName>
                                        </p:attrNameLst>
                                      </p:cBhvr>
                                      <p:to>
                                        <p:strVal val="visible"/>
                                      </p:to>
                                    </p:set>
                                    <p:animEffect transition="in" filter="blinds(horizontal)">
                                      <p:cBhvr>
                                        <p:cTn id="7" dur="500"/>
                                        <p:tgtEl>
                                          <p:spTgt spid="2662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66243">
                                            <p:txEl>
                                              <p:pRg st="2" end="2"/>
                                            </p:txEl>
                                          </p:spTgt>
                                        </p:tgtEl>
                                        <p:attrNameLst>
                                          <p:attrName>style.visibility</p:attrName>
                                        </p:attrNameLst>
                                      </p:cBhvr>
                                      <p:to>
                                        <p:strVal val="visible"/>
                                      </p:to>
                                    </p:set>
                                    <p:animEffect transition="in" filter="blinds(horizontal)">
                                      <p:cBhvr>
                                        <p:cTn id="12" dur="500"/>
                                        <p:tgtEl>
                                          <p:spTgt spid="2662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66243">
                                            <p:txEl>
                                              <p:pRg st="3" end="3"/>
                                            </p:txEl>
                                          </p:spTgt>
                                        </p:tgtEl>
                                        <p:attrNameLst>
                                          <p:attrName>style.visibility</p:attrName>
                                        </p:attrNameLst>
                                      </p:cBhvr>
                                      <p:to>
                                        <p:strVal val="visible"/>
                                      </p:to>
                                    </p:set>
                                    <p:animEffect transition="in" filter="blinds(horizontal)">
                                      <p:cBhvr>
                                        <p:cTn id="17" dur="500"/>
                                        <p:tgtEl>
                                          <p:spTgt spid="26624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6243">
                                            <p:txEl>
                                              <p:pRg st="4" end="4"/>
                                            </p:txEl>
                                          </p:spTgt>
                                        </p:tgtEl>
                                        <p:attrNameLst>
                                          <p:attrName>style.visibility</p:attrName>
                                        </p:attrNameLst>
                                      </p:cBhvr>
                                      <p:to>
                                        <p:strVal val="visible"/>
                                      </p:to>
                                    </p:set>
                                    <p:animEffect transition="in" filter="blinds(horizontal)">
                                      <p:cBhvr>
                                        <p:cTn id="22" dur="500"/>
                                        <p:tgtEl>
                                          <p:spTgt spid="26624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66243">
                                            <p:txEl>
                                              <p:pRg st="5" end="5"/>
                                            </p:txEl>
                                          </p:spTgt>
                                        </p:tgtEl>
                                        <p:attrNameLst>
                                          <p:attrName>style.visibility</p:attrName>
                                        </p:attrNameLst>
                                      </p:cBhvr>
                                      <p:to>
                                        <p:strVal val="visible"/>
                                      </p:to>
                                    </p:set>
                                    <p:animEffect transition="in" filter="blinds(horizontal)">
                                      <p:cBhvr>
                                        <p:cTn id="27" dur="500"/>
                                        <p:tgtEl>
                                          <p:spTgt spid="26624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66243">
                                            <p:txEl>
                                              <p:pRg st="6" end="6"/>
                                            </p:txEl>
                                          </p:spTgt>
                                        </p:tgtEl>
                                        <p:attrNameLst>
                                          <p:attrName>style.visibility</p:attrName>
                                        </p:attrNameLst>
                                      </p:cBhvr>
                                      <p:to>
                                        <p:strVal val="visible"/>
                                      </p:to>
                                    </p:set>
                                    <p:animEffect transition="in" filter="blinds(horizontal)">
                                      <p:cBhvr>
                                        <p:cTn id="32" dur="500"/>
                                        <p:tgtEl>
                                          <p:spTgt spid="26624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66243">
                                            <p:txEl>
                                              <p:pRg st="7" end="7"/>
                                            </p:txEl>
                                          </p:spTgt>
                                        </p:tgtEl>
                                        <p:attrNameLst>
                                          <p:attrName>style.visibility</p:attrName>
                                        </p:attrNameLst>
                                      </p:cBhvr>
                                      <p:to>
                                        <p:strVal val="visible"/>
                                      </p:to>
                                    </p:set>
                                    <p:animEffect transition="in" filter="blinds(horizontal)">
                                      <p:cBhvr>
                                        <p:cTn id="37" dur="500"/>
                                        <p:tgtEl>
                                          <p:spTgt spid="2662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2">
            <a:extLst>
              <a:ext uri="{FF2B5EF4-FFF2-40B4-BE49-F238E27FC236}">
                <a16:creationId xmlns:a16="http://schemas.microsoft.com/office/drawing/2014/main" id="{155208C0-7193-4687-5F1E-A3CB7F41523D}"/>
              </a:ext>
            </a:extLst>
          </p:cNvPr>
          <p:cNvSpPr>
            <a:spLocks noGrp="1" noChangeArrowheads="1"/>
          </p:cNvSpPr>
          <p:nvPr>
            <p:ph type="title"/>
          </p:nvPr>
        </p:nvSpPr>
        <p:spPr>
          <a:xfrm>
            <a:off x="639763" y="157163"/>
            <a:ext cx="5965825" cy="373062"/>
          </a:xfrm>
        </p:spPr>
        <p:txBody>
          <a:bodyPr/>
          <a:lstStyle/>
          <a:p>
            <a:r>
              <a:rPr lang="zh-CN" altLang="en-US">
                <a:ea typeface="宋体" panose="02010600030101010101" pitchFamily="2" charset="-122"/>
              </a:rPr>
              <a:t>本章第</a:t>
            </a:r>
            <a:r>
              <a:rPr lang="en-US" altLang="zh-CN">
                <a:ea typeface="宋体" panose="02010600030101010101" pitchFamily="2" charset="-122"/>
              </a:rPr>
              <a:t>5~7</a:t>
            </a:r>
            <a:r>
              <a:rPr lang="zh-CN" altLang="en-US">
                <a:ea typeface="宋体" panose="02010600030101010101" pitchFamily="2" charset="-122"/>
              </a:rPr>
              <a:t>讲总结</a:t>
            </a:r>
            <a:r>
              <a:rPr lang="en-US" altLang="zh-CN">
                <a:ea typeface="宋体" panose="02010600030101010101" pitchFamily="2" charset="-122"/>
              </a:rPr>
              <a:t>2</a:t>
            </a:r>
          </a:p>
        </p:txBody>
      </p:sp>
      <p:sp>
        <p:nvSpPr>
          <p:cNvPr id="180226" name="Rectangle 3">
            <a:extLst>
              <a:ext uri="{FF2B5EF4-FFF2-40B4-BE49-F238E27FC236}">
                <a16:creationId xmlns:a16="http://schemas.microsoft.com/office/drawing/2014/main" id="{43C468CF-EFF9-F159-1F60-A4C8F002CDE0}"/>
              </a:ext>
            </a:extLst>
          </p:cNvPr>
          <p:cNvSpPr>
            <a:spLocks noChangeArrowheads="1"/>
          </p:cNvSpPr>
          <p:nvPr/>
        </p:nvSpPr>
        <p:spPr bwMode="auto">
          <a:xfrm>
            <a:off x="214313" y="3281363"/>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Clk</a:t>
            </a:r>
          </a:p>
        </p:txBody>
      </p:sp>
      <p:sp>
        <p:nvSpPr>
          <p:cNvPr id="180227" name="Line 4">
            <a:extLst>
              <a:ext uri="{FF2B5EF4-FFF2-40B4-BE49-F238E27FC236}">
                <a16:creationId xmlns:a16="http://schemas.microsoft.com/office/drawing/2014/main" id="{F7C5B747-DE32-545C-A772-4C2B00611B8A}"/>
              </a:ext>
            </a:extLst>
          </p:cNvPr>
          <p:cNvSpPr>
            <a:spLocks noChangeShapeType="1"/>
          </p:cNvSpPr>
          <p:nvPr/>
        </p:nvSpPr>
        <p:spPr bwMode="auto">
          <a:xfrm>
            <a:off x="774700" y="35099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28" name="Line 5">
            <a:extLst>
              <a:ext uri="{FF2B5EF4-FFF2-40B4-BE49-F238E27FC236}">
                <a16:creationId xmlns:a16="http://schemas.microsoft.com/office/drawing/2014/main" id="{D87AB71D-1BCC-F0E4-95CC-A51D437C4338}"/>
              </a:ext>
            </a:extLst>
          </p:cNvPr>
          <p:cNvSpPr>
            <a:spLocks noChangeShapeType="1"/>
          </p:cNvSpPr>
          <p:nvPr/>
        </p:nvSpPr>
        <p:spPr bwMode="auto">
          <a:xfrm>
            <a:off x="762000" y="3294063"/>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29" name="Line 6">
            <a:extLst>
              <a:ext uri="{FF2B5EF4-FFF2-40B4-BE49-F238E27FC236}">
                <a16:creationId xmlns:a16="http://schemas.microsoft.com/office/drawing/2014/main" id="{892EFE9D-E07C-B472-8DA4-6E67797AD6FC}"/>
              </a:ext>
            </a:extLst>
          </p:cNvPr>
          <p:cNvSpPr>
            <a:spLocks noChangeShapeType="1"/>
          </p:cNvSpPr>
          <p:nvPr/>
        </p:nvSpPr>
        <p:spPr bwMode="auto">
          <a:xfrm flipV="1">
            <a:off x="1143000" y="3268663"/>
            <a:ext cx="0" cy="25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30" name="Line 7">
            <a:extLst>
              <a:ext uri="{FF2B5EF4-FFF2-40B4-BE49-F238E27FC236}">
                <a16:creationId xmlns:a16="http://schemas.microsoft.com/office/drawing/2014/main" id="{7EEB08DF-CAD7-14D4-CBDF-2000D68346C4}"/>
              </a:ext>
            </a:extLst>
          </p:cNvPr>
          <p:cNvSpPr>
            <a:spLocks noChangeShapeType="1"/>
          </p:cNvSpPr>
          <p:nvPr/>
        </p:nvSpPr>
        <p:spPr bwMode="auto">
          <a:xfrm>
            <a:off x="1155700" y="32813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31" name="Line 8">
            <a:extLst>
              <a:ext uri="{FF2B5EF4-FFF2-40B4-BE49-F238E27FC236}">
                <a16:creationId xmlns:a16="http://schemas.microsoft.com/office/drawing/2014/main" id="{A95D7CAC-547B-9E1D-2433-2193C42B7F71}"/>
              </a:ext>
            </a:extLst>
          </p:cNvPr>
          <p:cNvSpPr>
            <a:spLocks noChangeShapeType="1"/>
          </p:cNvSpPr>
          <p:nvPr/>
        </p:nvSpPr>
        <p:spPr bwMode="auto">
          <a:xfrm>
            <a:off x="1524000" y="3294063"/>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32" name="Line 9">
            <a:extLst>
              <a:ext uri="{FF2B5EF4-FFF2-40B4-BE49-F238E27FC236}">
                <a16:creationId xmlns:a16="http://schemas.microsoft.com/office/drawing/2014/main" id="{8D54FC0C-CB6B-20BA-AD19-E479D4CA8FA6}"/>
              </a:ext>
            </a:extLst>
          </p:cNvPr>
          <p:cNvSpPr>
            <a:spLocks noChangeShapeType="1"/>
          </p:cNvSpPr>
          <p:nvPr/>
        </p:nvSpPr>
        <p:spPr bwMode="auto">
          <a:xfrm>
            <a:off x="393700" y="32813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33" name="Line 10">
            <a:extLst>
              <a:ext uri="{FF2B5EF4-FFF2-40B4-BE49-F238E27FC236}">
                <a16:creationId xmlns:a16="http://schemas.microsoft.com/office/drawing/2014/main" id="{93694699-9072-D099-8A6B-2FB904DD99BE}"/>
              </a:ext>
            </a:extLst>
          </p:cNvPr>
          <p:cNvSpPr>
            <a:spLocks noChangeShapeType="1"/>
          </p:cNvSpPr>
          <p:nvPr/>
        </p:nvSpPr>
        <p:spPr bwMode="auto">
          <a:xfrm flipV="1">
            <a:off x="762000" y="1601788"/>
            <a:ext cx="0" cy="154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34" name="Rectangle 11">
            <a:extLst>
              <a:ext uri="{FF2B5EF4-FFF2-40B4-BE49-F238E27FC236}">
                <a16:creationId xmlns:a16="http://schemas.microsoft.com/office/drawing/2014/main" id="{784E3789-BC47-C733-4BFE-AE14E8DEB26E}"/>
              </a:ext>
            </a:extLst>
          </p:cNvPr>
          <p:cNvSpPr>
            <a:spLocks noChangeArrowheads="1"/>
          </p:cNvSpPr>
          <p:nvPr/>
        </p:nvSpPr>
        <p:spPr bwMode="auto">
          <a:xfrm>
            <a:off x="747713" y="2900363"/>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a:t>
            </a:r>
          </a:p>
        </p:txBody>
      </p:sp>
      <p:sp>
        <p:nvSpPr>
          <p:cNvPr id="180235" name="Rectangle 12">
            <a:extLst>
              <a:ext uri="{FF2B5EF4-FFF2-40B4-BE49-F238E27FC236}">
                <a16:creationId xmlns:a16="http://schemas.microsoft.com/office/drawing/2014/main" id="{22496B07-F374-EEEB-746D-573715797C52}"/>
              </a:ext>
            </a:extLst>
          </p:cNvPr>
          <p:cNvSpPr>
            <a:spLocks noChangeArrowheads="1"/>
          </p:cNvSpPr>
          <p:nvPr/>
        </p:nvSpPr>
        <p:spPr bwMode="auto">
          <a:xfrm>
            <a:off x="214313" y="3814763"/>
            <a:ext cx="29765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solidFill>
                  <a:srgbClr val="CC0000"/>
                </a:solidFill>
                <a:ea typeface="宋体" panose="02010600030101010101" pitchFamily="2" charset="-122"/>
              </a:rPr>
              <a:t>Multiple Cycle Implementation:</a:t>
            </a:r>
          </a:p>
        </p:txBody>
      </p:sp>
      <p:grpSp>
        <p:nvGrpSpPr>
          <p:cNvPr id="180236" name="Group 28">
            <a:extLst>
              <a:ext uri="{FF2B5EF4-FFF2-40B4-BE49-F238E27FC236}">
                <a16:creationId xmlns:a16="http://schemas.microsoft.com/office/drawing/2014/main" id="{8DC0EFB2-316F-2D84-B751-210E297FA7DF}"/>
              </a:ext>
            </a:extLst>
          </p:cNvPr>
          <p:cNvGrpSpPr>
            <a:grpSpLocks/>
          </p:cNvGrpSpPr>
          <p:nvPr/>
        </p:nvGrpSpPr>
        <p:grpSpPr bwMode="auto">
          <a:xfrm>
            <a:off x="774700" y="4424363"/>
            <a:ext cx="3784600" cy="333375"/>
            <a:chOff x="488" y="2544"/>
            <a:chExt cx="2384" cy="210"/>
          </a:xfrm>
        </p:grpSpPr>
        <p:grpSp>
          <p:nvGrpSpPr>
            <p:cNvPr id="180237" name="Group 15">
              <a:extLst>
                <a:ext uri="{FF2B5EF4-FFF2-40B4-BE49-F238E27FC236}">
                  <a16:creationId xmlns:a16="http://schemas.microsoft.com/office/drawing/2014/main" id="{C4193505-2970-E650-1221-1AB5929CE47B}"/>
                </a:ext>
              </a:extLst>
            </p:cNvPr>
            <p:cNvGrpSpPr>
              <a:grpSpLocks/>
            </p:cNvGrpSpPr>
            <p:nvPr/>
          </p:nvGrpSpPr>
          <p:grpSpPr bwMode="auto">
            <a:xfrm>
              <a:off x="488" y="2544"/>
              <a:ext cx="466" cy="210"/>
              <a:chOff x="488" y="2544"/>
              <a:chExt cx="466" cy="210"/>
            </a:xfrm>
          </p:grpSpPr>
          <p:sp>
            <p:nvSpPr>
              <p:cNvPr id="180238" name="Rectangle 13">
                <a:extLst>
                  <a:ext uri="{FF2B5EF4-FFF2-40B4-BE49-F238E27FC236}">
                    <a16:creationId xmlns:a16="http://schemas.microsoft.com/office/drawing/2014/main" id="{F6F1A931-6358-3563-9156-36E1B714ABD2}"/>
                  </a:ext>
                </a:extLst>
              </p:cNvPr>
              <p:cNvSpPr>
                <a:spLocks noChangeArrowheads="1"/>
              </p:cNvSpPr>
              <p:nvPr/>
            </p:nvSpPr>
            <p:spPr bwMode="auto">
              <a:xfrm>
                <a:off x="488" y="255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239" name="Rectangle 14">
                <a:extLst>
                  <a:ext uri="{FF2B5EF4-FFF2-40B4-BE49-F238E27FC236}">
                    <a16:creationId xmlns:a16="http://schemas.microsoft.com/office/drawing/2014/main" id="{962FB378-8201-F364-E60D-780A2B0063AF}"/>
                  </a:ext>
                </a:extLst>
              </p:cNvPr>
              <p:cNvSpPr>
                <a:spLocks noChangeArrowheads="1"/>
              </p:cNvSpPr>
              <p:nvPr/>
            </p:nvSpPr>
            <p:spPr bwMode="auto">
              <a:xfrm>
                <a:off x="519" y="254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80240" name="Group 18">
              <a:extLst>
                <a:ext uri="{FF2B5EF4-FFF2-40B4-BE49-F238E27FC236}">
                  <a16:creationId xmlns:a16="http://schemas.microsoft.com/office/drawing/2014/main" id="{BD261E06-39AD-69BA-6061-8B4319038B80}"/>
                </a:ext>
              </a:extLst>
            </p:cNvPr>
            <p:cNvGrpSpPr>
              <a:grpSpLocks/>
            </p:cNvGrpSpPr>
            <p:nvPr/>
          </p:nvGrpSpPr>
          <p:grpSpPr bwMode="auto">
            <a:xfrm>
              <a:off x="968" y="2544"/>
              <a:ext cx="464" cy="210"/>
              <a:chOff x="968" y="2544"/>
              <a:chExt cx="464" cy="210"/>
            </a:xfrm>
          </p:grpSpPr>
          <p:sp>
            <p:nvSpPr>
              <p:cNvPr id="180241" name="Rectangle 16">
                <a:extLst>
                  <a:ext uri="{FF2B5EF4-FFF2-40B4-BE49-F238E27FC236}">
                    <a16:creationId xmlns:a16="http://schemas.microsoft.com/office/drawing/2014/main" id="{1BA5FFA3-3978-347C-3E2E-AD3096B28AF4}"/>
                  </a:ext>
                </a:extLst>
              </p:cNvPr>
              <p:cNvSpPr>
                <a:spLocks noChangeArrowheads="1"/>
              </p:cNvSpPr>
              <p:nvPr/>
            </p:nvSpPr>
            <p:spPr bwMode="auto">
              <a:xfrm>
                <a:off x="968" y="255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242" name="Rectangle 17">
                <a:extLst>
                  <a:ext uri="{FF2B5EF4-FFF2-40B4-BE49-F238E27FC236}">
                    <a16:creationId xmlns:a16="http://schemas.microsoft.com/office/drawing/2014/main" id="{7C7582DE-D21B-95F7-233F-93932B0AF071}"/>
                  </a:ext>
                </a:extLst>
              </p:cNvPr>
              <p:cNvSpPr>
                <a:spLocks noChangeArrowheads="1"/>
              </p:cNvSpPr>
              <p:nvPr/>
            </p:nvSpPr>
            <p:spPr bwMode="auto">
              <a:xfrm>
                <a:off x="1047" y="2544"/>
                <a:ext cx="32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grpSp>
          <p:nvGrpSpPr>
            <p:cNvPr id="180243" name="Group 21">
              <a:extLst>
                <a:ext uri="{FF2B5EF4-FFF2-40B4-BE49-F238E27FC236}">
                  <a16:creationId xmlns:a16="http://schemas.microsoft.com/office/drawing/2014/main" id="{12D23598-4FBB-7927-64B7-ED2EFF46123A}"/>
                </a:ext>
              </a:extLst>
            </p:cNvPr>
            <p:cNvGrpSpPr>
              <a:grpSpLocks/>
            </p:cNvGrpSpPr>
            <p:nvPr/>
          </p:nvGrpSpPr>
          <p:grpSpPr bwMode="auto">
            <a:xfrm>
              <a:off x="1448" y="2544"/>
              <a:ext cx="464" cy="210"/>
              <a:chOff x="1448" y="2544"/>
              <a:chExt cx="464" cy="210"/>
            </a:xfrm>
          </p:grpSpPr>
          <p:sp>
            <p:nvSpPr>
              <p:cNvPr id="180244" name="Rectangle 19">
                <a:extLst>
                  <a:ext uri="{FF2B5EF4-FFF2-40B4-BE49-F238E27FC236}">
                    <a16:creationId xmlns:a16="http://schemas.microsoft.com/office/drawing/2014/main" id="{EFF3D496-85C1-2937-6094-71B6BBF06516}"/>
                  </a:ext>
                </a:extLst>
              </p:cNvPr>
              <p:cNvSpPr>
                <a:spLocks noChangeArrowheads="1"/>
              </p:cNvSpPr>
              <p:nvPr/>
            </p:nvSpPr>
            <p:spPr bwMode="auto">
              <a:xfrm>
                <a:off x="1448" y="255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245" name="Rectangle 20">
                <a:extLst>
                  <a:ext uri="{FF2B5EF4-FFF2-40B4-BE49-F238E27FC236}">
                    <a16:creationId xmlns:a16="http://schemas.microsoft.com/office/drawing/2014/main" id="{95B819C9-4486-B227-850E-B88EEBA2AFCC}"/>
                  </a:ext>
                </a:extLst>
              </p:cNvPr>
              <p:cNvSpPr>
                <a:spLocks noChangeArrowheads="1"/>
              </p:cNvSpPr>
              <p:nvPr/>
            </p:nvSpPr>
            <p:spPr bwMode="auto">
              <a:xfrm>
                <a:off x="1479" y="254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80246" name="Group 24">
              <a:extLst>
                <a:ext uri="{FF2B5EF4-FFF2-40B4-BE49-F238E27FC236}">
                  <a16:creationId xmlns:a16="http://schemas.microsoft.com/office/drawing/2014/main" id="{E95B6228-82A0-2D15-C359-0C39D07B7A2E}"/>
                </a:ext>
              </a:extLst>
            </p:cNvPr>
            <p:cNvGrpSpPr>
              <a:grpSpLocks/>
            </p:cNvGrpSpPr>
            <p:nvPr/>
          </p:nvGrpSpPr>
          <p:grpSpPr bwMode="auto">
            <a:xfrm>
              <a:off x="1928" y="2544"/>
              <a:ext cx="464" cy="210"/>
              <a:chOff x="1928" y="2544"/>
              <a:chExt cx="464" cy="210"/>
            </a:xfrm>
          </p:grpSpPr>
          <p:sp>
            <p:nvSpPr>
              <p:cNvPr id="180247" name="Rectangle 22">
                <a:extLst>
                  <a:ext uri="{FF2B5EF4-FFF2-40B4-BE49-F238E27FC236}">
                    <a16:creationId xmlns:a16="http://schemas.microsoft.com/office/drawing/2014/main" id="{66B8FE6E-9510-474E-7AFA-2A2D9D207E27}"/>
                  </a:ext>
                </a:extLst>
              </p:cNvPr>
              <p:cNvSpPr>
                <a:spLocks noChangeArrowheads="1"/>
              </p:cNvSpPr>
              <p:nvPr/>
            </p:nvSpPr>
            <p:spPr bwMode="auto">
              <a:xfrm>
                <a:off x="1928" y="255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248" name="Rectangle 23">
                <a:extLst>
                  <a:ext uri="{FF2B5EF4-FFF2-40B4-BE49-F238E27FC236}">
                    <a16:creationId xmlns:a16="http://schemas.microsoft.com/office/drawing/2014/main" id="{B5C559AD-B2EA-8B29-0879-B5298D01E2A0}"/>
                  </a:ext>
                </a:extLst>
              </p:cNvPr>
              <p:cNvSpPr>
                <a:spLocks noChangeArrowheads="1"/>
              </p:cNvSpPr>
              <p:nvPr/>
            </p:nvSpPr>
            <p:spPr bwMode="auto">
              <a:xfrm>
                <a:off x="1959" y="254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80249" name="Group 27">
              <a:extLst>
                <a:ext uri="{FF2B5EF4-FFF2-40B4-BE49-F238E27FC236}">
                  <a16:creationId xmlns:a16="http://schemas.microsoft.com/office/drawing/2014/main" id="{7ACCC4D5-1678-F187-0765-47EB5F752827}"/>
                </a:ext>
              </a:extLst>
            </p:cNvPr>
            <p:cNvGrpSpPr>
              <a:grpSpLocks/>
            </p:cNvGrpSpPr>
            <p:nvPr/>
          </p:nvGrpSpPr>
          <p:grpSpPr bwMode="auto">
            <a:xfrm>
              <a:off x="2408" y="2544"/>
              <a:ext cx="464" cy="210"/>
              <a:chOff x="2408" y="2544"/>
              <a:chExt cx="464" cy="210"/>
            </a:xfrm>
          </p:grpSpPr>
          <p:sp>
            <p:nvSpPr>
              <p:cNvPr id="180250" name="Rectangle 25">
                <a:extLst>
                  <a:ext uri="{FF2B5EF4-FFF2-40B4-BE49-F238E27FC236}">
                    <a16:creationId xmlns:a16="http://schemas.microsoft.com/office/drawing/2014/main" id="{BF586253-C7A9-2C87-3C9B-0BB33FBC08F6}"/>
                  </a:ext>
                </a:extLst>
              </p:cNvPr>
              <p:cNvSpPr>
                <a:spLocks noChangeArrowheads="1"/>
              </p:cNvSpPr>
              <p:nvPr/>
            </p:nvSpPr>
            <p:spPr bwMode="auto">
              <a:xfrm>
                <a:off x="2408" y="255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251" name="Rectangle 26">
                <a:extLst>
                  <a:ext uri="{FF2B5EF4-FFF2-40B4-BE49-F238E27FC236}">
                    <a16:creationId xmlns:a16="http://schemas.microsoft.com/office/drawing/2014/main" id="{2811EE5B-F984-962F-AD1E-08F9B018BF7C}"/>
                  </a:ext>
                </a:extLst>
              </p:cNvPr>
              <p:cNvSpPr>
                <a:spLocks noChangeArrowheads="1"/>
              </p:cNvSpPr>
              <p:nvPr/>
            </p:nvSpPr>
            <p:spPr bwMode="auto">
              <a:xfrm>
                <a:off x="2487" y="2544"/>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80252" name="Line 29">
            <a:extLst>
              <a:ext uri="{FF2B5EF4-FFF2-40B4-BE49-F238E27FC236}">
                <a16:creationId xmlns:a16="http://schemas.microsoft.com/office/drawing/2014/main" id="{752D87DA-A82E-6F0F-A5CB-69A71AE49826}"/>
              </a:ext>
            </a:extLst>
          </p:cNvPr>
          <p:cNvSpPr>
            <a:spLocks noChangeShapeType="1"/>
          </p:cNvSpPr>
          <p:nvPr/>
        </p:nvSpPr>
        <p:spPr bwMode="auto">
          <a:xfrm>
            <a:off x="1536700" y="35099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53" name="Line 30">
            <a:extLst>
              <a:ext uri="{FF2B5EF4-FFF2-40B4-BE49-F238E27FC236}">
                <a16:creationId xmlns:a16="http://schemas.microsoft.com/office/drawing/2014/main" id="{736552A3-094E-A72A-B5CC-E368F8CBFECB}"/>
              </a:ext>
            </a:extLst>
          </p:cNvPr>
          <p:cNvSpPr>
            <a:spLocks noChangeShapeType="1"/>
          </p:cNvSpPr>
          <p:nvPr/>
        </p:nvSpPr>
        <p:spPr bwMode="auto">
          <a:xfrm flipV="1">
            <a:off x="1905000" y="3268663"/>
            <a:ext cx="0" cy="25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54" name="Line 31">
            <a:extLst>
              <a:ext uri="{FF2B5EF4-FFF2-40B4-BE49-F238E27FC236}">
                <a16:creationId xmlns:a16="http://schemas.microsoft.com/office/drawing/2014/main" id="{3FDBF7B3-1BC2-A2C7-5A94-717B2656085B}"/>
              </a:ext>
            </a:extLst>
          </p:cNvPr>
          <p:cNvSpPr>
            <a:spLocks noChangeShapeType="1"/>
          </p:cNvSpPr>
          <p:nvPr/>
        </p:nvSpPr>
        <p:spPr bwMode="auto">
          <a:xfrm>
            <a:off x="1917700" y="32813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55" name="Line 32">
            <a:extLst>
              <a:ext uri="{FF2B5EF4-FFF2-40B4-BE49-F238E27FC236}">
                <a16:creationId xmlns:a16="http://schemas.microsoft.com/office/drawing/2014/main" id="{7DC3328F-9F00-C710-9E64-A8A05A2B5D0E}"/>
              </a:ext>
            </a:extLst>
          </p:cNvPr>
          <p:cNvSpPr>
            <a:spLocks noChangeShapeType="1"/>
          </p:cNvSpPr>
          <p:nvPr/>
        </p:nvSpPr>
        <p:spPr bwMode="auto">
          <a:xfrm>
            <a:off x="2286000" y="3294063"/>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56" name="Line 33">
            <a:extLst>
              <a:ext uri="{FF2B5EF4-FFF2-40B4-BE49-F238E27FC236}">
                <a16:creationId xmlns:a16="http://schemas.microsoft.com/office/drawing/2014/main" id="{BB0A16C0-E179-95F4-CD6C-77B06C5ACA48}"/>
              </a:ext>
            </a:extLst>
          </p:cNvPr>
          <p:cNvSpPr>
            <a:spLocks noChangeShapeType="1"/>
          </p:cNvSpPr>
          <p:nvPr/>
        </p:nvSpPr>
        <p:spPr bwMode="auto">
          <a:xfrm flipV="1">
            <a:off x="1524000" y="2887663"/>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57" name="Rectangle 34">
            <a:extLst>
              <a:ext uri="{FF2B5EF4-FFF2-40B4-BE49-F238E27FC236}">
                <a16:creationId xmlns:a16="http://schemas.microsoft.com/office/drawing/2014/main" id="{219F93BD-95A9-E4F6-A624-5AE808ABEC97}"/>
              </a:ext>
            </a:extLst>
          </p:cNvPr>
          <p:cNvSpPr>
            <a:spLocks noChangeArrowheads="1"/>
          </p:cNvSpPr>
          <p:nvPr/>
        </p:nvSpPr>
        <p:spPr bwMode="auto">
          <a:xfrm>
            <a:off x="1509713" y="2900363"/>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2</a:t>
            </a:r>
          </a:p>
        </p:txBody>
      </p:sp>
      <p:sp>
        <p:nvSpPr>
          <p:cNvPr id="180258" name="Line 35">
            <a:extLst>
              <a:ext uri="{FF2B5EF4-FFF2-40B4-BE49-F238E27FC236}">
                <a16:creationId xmlns:a16="http://schemas.microsoft.com/office/drawing/2014/main" id="{BADF5F25-685F-A0A4-7658-F216EC5D3CB6}"/>
              </a:ext>
            </a:extLst>
          </p:cNvPr>
          <p:cNvSpPr>
            <a:spLocks noChangeShapeType="1"/>
          </p:cNvSpPr>
          <p:nvPr/>
        </p:nvSpPr>
        <p:spPr bwMode="auto">
          <a:xfrm>
            <a:off x="2298700" y="35099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59" name="Line 36">
            <a:extLst>
              <a:ext uri="{FF2B5EF4-FFF2-40B4-BE49-F238E27FC236}">
                <a16:creationId xmlns:a16="http://schemas.microsoft.com/office/drawing/2014/main" id="{76F8D830-E756-67EE-BB65-318B284BC959}"/>
              </a:ext>
            </a:extLst>
          </p:cNvPr>
          <p:cNvSpPr>
            <a:spLocks noChangeShapeType="1"/>
          </p:cNvSpPr>
          <p:nvPr/>
        </p:nvSpPr>
        <p:spPr bwMode="auto">
          <a:xfrm flipV="1">
            <a:off x="2667000" y="3268663"/>
            <a:ext cx="0" cy="25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60" name="Line 37">
            <a:extLst>
              <a:ext uri="{FF2B5EF4-FFF2-40B4-BE49-F238E27FC236}">
                <a16:creationId xmlns:a16="http://schemas.microsoft.com/office/drawing/2014/main" id="{37D255CA-4D2D-2177-3191-36CFFF622917}"/>
              </a:ext>
            </a:extLst>
          </p:cNvPr>
          <p:cNvSpPr>
            <a:spLocks noChangeShapeType="1"/>
          </p:cNvSpPr>
          <p:nvPr/>
        </p:nvSpPr>
        <p:spPr bwMode="auto">
          <a:xfrm>
            <a:off x="2679700" y="32813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61" name="Line 38">
            <a:extLst>
              <a:ext uri="{FF2B5EF4-FFF2-40B4-BE49-F238E27FC236}">
                <a16:creationId xmlns:a16="http://schemas.microsoft.com/office/drawing/2014/main" id="{CD4A4653-9382-9C39-C59F-0C532939CD92}"/>
              </a:ext>
            </a:extLst>
          </p:cNvPr>
          <p:cNvSpPr>
            <a:spLocks noChangeShapeType="1"/>
          </p:cNvSpPr>
          <p:nvPr/>
        </p:nvSpPr>
        <p:spPr bwMode="auto">
          <a:xfrm>
            <a:off x="3048000" y="3294063"/>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62" name="Line 39">
            <a:extLst>
              <a:ext uri="{FF2B5EF4-FFF2-40B4-BE49-F238E27FC236}">
                <a16:creationId xmlns:a16="http://schemas.microsoft.com/office/drawing/2014/main" id="{39D35788-814F-727E-647C-7049F7F6CFD7}"/>
              </a:ext>
            </a:extLst>
          </p:cNvPr>
          <p:cNvSpPr>
            <a:spLocks noChangeShapeType="1"/>
          </p:cNvSpPr>
          <p:nvPr/>
        </p:nvSpPr>
        <p:spPr bwMode="auto">
          <a:xfrm flipV="1">
            <a:off x="2286000" y="2887663"/>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63" name="Rectangle 40">
            <a:extLst>
              <a:ext uri="{FF2B5EF4-FFF2-40B4-BE49-F238E27FC236}">
                <a16:creationId xmlns:a16="http://schemas.microsoft.com/office/drawing/2014/main" id="{F23C315A-0E7E-BBF1-1C0F-4EDFCA721CE2}"/>
              </a:ext>
            </a:extLst>
          </p:cNvPr>
          <p:cNvSpPr>
            <a:spLocks noChangeArrowheads="1"/>
          </p:cNvSpPr>
          <p:nvPr/>
        </p:nvSpPr>
        <p:spPr bwMode="auto">
          <a:xfrm>
            <a:off x="2271713" y="2900363"/>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3</a:t>
            </a:r>
          </a:p>
        </p:txBody>
      </p:sp>
      <p:sp>
        <p:nvSpPr>
          <p:cNvPr id="180264" name="Line 41">
            <a:extLst>
              <a:ext uri="{FF2B5EF4-FFF2-40B4-BE49-F238E27FC236}">
                <a16:creationId xmlns:a16="http://schemas.microsoft.com/office/drawing/2014/main" id="{4C5EA550-F435-E89D-0EE3-E37E0E8A8871}"/>
              </a:ext>
            </a:extLst>
          </p:cNvPr>
          <p:cNvSpPr>
            <a:spLocks noChangeShapeType="1"/>
          </p:cNvSpPr>
          <p:nvPr/>
        </p:nvSpPr>
        <p:spPr bwMode="auto">
          <a:xfrm>
            <a:off x="3060700" y="35099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65" name="Line 42">
            <a:extLst>
              <a:ext uri="{FF2B5EF4-FFF2-40B4-BE49-F238E27FC236}">
                <a16:creationId xmlns:a16="http://schemas.microsoft.com/office/drawing/2014/main" id="{567ECBD9-1BC4-9DE9-F456-BF462280A109}"/>
              </a:ext>
            </a:extLst>
          </p:cNvPr>
          <p:cNvSpPr>
            <a:spLocks noChangeShapeType="1"/>
          </p:cNvSpPr>
          <p:nvPr/>
        </p:nvSpPr>
        <p:spPr bwMode="auto">
          <a:xfrm flipV="1">
            <a:off x="3429000" y="3268663"/>
            <a:ext cx="0" cy="25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66" name="Line 43">
            <a:extLst>
              <a:ext uri="{FF2B5EF4-FFF2-40B4-BE49-F238E27FC236}">
                <a16:creationId xmlns:a16="http://schemas.microsoft.com/office/drawing/2014/main" id="{C46536F7-F41C-92B8-B2A7-FD7410D6903C}"/>
              </a:ext>
            </a:extLst>
          </p:cNvPr>
          <p:cNvSpPr>
            <a:spLocks noChangeShapeType="1"/>
          </p:cNvSpPr>
          <p:nvPr/>
        </p:nvSpPr>
        <p:spPr bwMode="auto">
          <a:xfrm>
            <a:off x="3441700" y="32813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67" name="Line 44">
            <a:extLst>
              <a:ext uri="{FF2B5EF4-FFF2-40B4-BE49-F238E27FC236}">
                <a16:creationId xmlns:a16="http://schemas.microsoft.com/office/drawing/2014/main" id="{9E0535E0-78AF-ECD7-5199-99CE186568C1}"/>
              </a:ext>
            </a:extLst>
          </p:cNvPr>
          <p:cNvSpPr>
            <a:spLocks noChangeShapeType="1"/>
          </p:cNvSpPr>
          <p:nvPr/>
        </p:nvSpPr>
        <p:spPr bwMode="auto">
          <a:xfrm>
            <a:off x="3810000" y="3294063"/>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68" name="Line 45">
            <a:extLst>
              <a:ext uri="{FF2B5EF4-FFF2-40B4-BE49-F238E27FC236}">
                <a16:creationId xmlns:a16="http://schemas.microsoft.com/office/drawing/2014/main" id="{22E4DD2B-C3F8-E68B-3612-166FA36C706C}"/>
              </a:ext>
            </a:extLst>
          </p:cNvPr>
          <p:cNvSpPr>
            <a:spLocks noChangeShapeType="1"/>
          </p:cNvSpPr>
          <p:nvPr/>
        </p:nvSpPr>
        <p:spPr bwMode="auto">
          <a:xfrm flipV="1">
            <a:off x="3048000" y="2887663"/>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69" name="Rectangle 46">
            <a:extLst>
              <a:ext uri="{FF2B5EF4-FFF2-40B4-BE49-F238E27FC236}">
                <a16:creationId xmlns:a16="http://schemas.microsoft.com/office/drawing/2014/main" id="{16B98692-4E2A-751C-0F78-7349041FFE31}"/>
              </a:ext>
            </a:extLst>
          </p:cNvPr>
          <p:cNvSpPr>
            <a:spLocks noChangeArrowheads="1"/>
          </p:cNvSpPr>
          <p:nvPr/>
        </p:nvSpPr>
        <p:spPr bwMode="auto">
          <a:xfrm>
            <a:off x="3033713" y="2900363"/>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4</a:t>
            </a:r>
          </a:p>
        </p:txBody>
      </p:sp>
      <p:sp>
        <p:nvSpPr>
          <p:cNvPr id="180270" name="Line 47">
            <a:extLst>
              <a:ext uri="{FF2B5EF4-FFF2-40B4-BE49-F238E27FC236}">
                <a16:creationId xmlns:a16="http://schemas.microsoft.com/office/drawing/2014/main" id="{64C5B08F-3579-6376-A81F-857F3D6B8E30}"/>
              </a:ext>
            </a:extLst>
          </p:cNvPr>
          <p:cNvSpPr>
            <a:spLocks noChangeShapeType="1"/>
          </p:cNvSpPr>
          <p:nvPr/>
        </p:nvSpPr>
        <p:spPr bwMode="auto">
          <a:xfrm>
            <a:off x="3822700" y="35099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71" name="Line 48">
            <a:extLst>
              <a:ext uri="{FF2B5EF4-FFF2-40B4-BE49-F238E27FC236}">
                <a16:creationId xmlns:a16="http://schemas.microsoft.com/office/drawing/2014/main" id="{2955F98C-5352-D67E-3040-0A1730B00228}"/>
              </a:ext>
            </a:extLst>
          </p:cNvPr>
          <p:cNvSpPr>
            <a:spLocks noChangeShapeType="1"/>
          </p:cNvSpPr>
          <p:nvPr/>
        </p:nvSpPr>
        <p:spPr bwMode="auto">
          <a:xfrm flipV="1">
            <a:off x="4191000" y="3268663"/>
            <a:ext cx="0" cy="25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72" name="Line 49">
            <a:extLst>
              <a:ext uri="{FF2B5EF4-FFF2-40B4-BE49-F238E27FC236}">
                <a16:creationId xmlns:a16="http://schemas.microsoft.com/office/drawing/2014/main" id="{974F4AFB-54DD-3ADE-1036-35F706D25B69}"/>
              </a:ext>
            </a:extLst>
          </p:cNvPr>
          <p:cNvSpPr>
            <a:spLocks noChangeShapeType="1"/>
          </p:cNvSpPr>
          <p:nvPr/>
        </p:nvSpPr>
        <p:spPr bwMode="auto">
          <a:xfrm>
            <a:off x="4203700" y="32813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73" name="Line 50">
            <a:extLst>
              <a:ext uri="{FF2B5EF4-FFF2-40B4-BE49-F238E27FC236}">
                <a16:creationId xmlns:a16="http://schemas.microsoft.com/office/drawing/2014/main" id="{0D06B52E-2FC0-30AD-4548-F59B07B1C313}"/>
              </a:ext>
            </a:extLst>
          </p:cNvPr>
          <p:cNvSpPr>
            <a:spLocks noChangeShapeType="1"/>
          </p:cNvSpPr>
          <p:nvPr/>
        </p:nvSpPr>
        <p:spPr bwMode="auto">
          <a:xfrm>
            <a:off x="4572000" y="3294063"/>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74" name="Line 51">
            <a:extLst>
              <a:ext uri="{FF2B5EF4-FFF2-40B4-BE49-F238E27FC236}">
                <a16:creationId xmlns:a16="http://schemas.microsoft.com/office/drawing/2014/main" id="{BDB17FF9-019B-16C0-3547-94C99AA5CB76}"/>
              </a:ext>
            </a:extLst>
          </p:cNvPr>
          <p:cNvSpPr>
            <a:spLocks noChangeShapeType="1"/>
          </p:cNvSpPr>
          <p:nvPr/>
        </p:nvSpPr>
        <p:spPr bwMode="auto">
          <a:xfrm flipV="1">
            <a:off x="3810000" y="2887663"/>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75" name="Rectangle 52">
            <a:extLst>
              <a:ext uri="{FF2B5EF4-FFF2-40B4-BE49-F238E27FC236}">
                <a16:creationId xmlns:a16="http://schemas.microsoft.com/office/drawing/2014/main" id="{48A8638C-24E3-948B-A507-0FCDC496B905}"/>
              </a:ext>
            </a:extLst>
          </p:cNvPr>
          <p:cNvSpPr>
            <a:spLocks noChangeArrowheads="1"/>
          </p:cNvSpPr>
          <p:nvPr/>
        </p:nvSpPr>
        <p:spPr bwMode="auto">
          <a:xfrm>
            <a:off x="3795713" y="2900363"/>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5</a:t>
            </a:r>
          </a:p>
        </p:txBody>
      </p:sp>
      <p:sp>
        <p:nvSpPr>
          <p:cNvPr id="180276" name="Line 53">
            <a:extLst>
              <a:ext uri="{FF2B5EF4-FFF2-40B4-BE49-F238E27FC236}">
                <a16:creationId xmlns:a16="http://schemas.microsoft.com/office/drawing/2014/main" id="{80B05FA8-6365-DFC4-2CD8-B23A08C0DAF4}"/>
              </a:ext>
            </a:extLst>
          </p:cNvPr>
          <p:cNvSpPr>
            <a:spLocks noChangeShapeType="1"/>
          </p:cNvSpPr>
          <p:nvPr/>
        </p:nvSpPr>
        <p:spPr bwMode="auto">
          <a:xfrm>
            <a:off x="4584700" y="35099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77" name="Line 54">
            <a:extLst>
              <a:ext uri="{FF2B5EF4-FFF2-40B4-BE49-F238E27FC236}">
                <a16:creationId xmlns:a16="http://schemas.microsoft.com/office/drawing/2014/main" id="{63BA18FE-1145-2E8F-FA1E-218ADF4F11BD}"/>
              </a:ext>
            </a:extLst>
          </p:cNvPr>
          <p:cNvSpPr>
            <a:spLocks noChangeShapeType="1"/>
          </p:cNvSpPr>
          <p:nvPr/>
        </p:nvSpPr>
        <p:spPr bwMode="auto">
          <a:xfrm flipV="1">
            <a:off x="4953000" y="3268663"/>
            <a:ext cx="0" cy="25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78" name="Line 55">
            <a:extLst>
              <a:ext uri="{FF2B5EF4-FFF2-40B4-BE49-F238E27FC236}">
                <a16:creationId xmlns:a16="http://schemas.microsoft.com/office/drawing/2014/main" id="{C1FC30F6-CEA8-ED9C-8D11-93D7C12CAF79}"/>
              </a:ext>
            </a:extLst>
          </p:cNvPr>
          <p:cNvSpPr>
            <a:spLocks noChangeShapeType="1"/>
          </p:cNvSpPr>
          <p:nvPr/>
        </p:nvSpPr>
        <p:spPr bwMode="auto">
          <a:xfrm>
            <a:off x="4965700" y="32813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79" name="Line 56">
            <a:extLst>
              <a:ext uri="{FF2B5EF4-FFF2-40B4-BE49-F238E27FC236}">
                <a16:creationId xmlns:a16="http://schemas.microsoft.com/office/drawing/2014/main" id="{7593CEF1-3F47-BA1D-EAE5-77A7CA370A93}"/>
              </a:ext>
            </a:extLst>
          </p:cNvPr>
          <p:cNvSpPr>
            <a:spLocks noChangeShapeType="1"/>
          </p:cNvSpPr>
          <p:nvPr/>
        </p:nvSpPr>
        <p:spPr bwMode="auto">
          <a:xfrm>
            <a:off x="5334000" y="3294063"/>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80" name="Rectangle 57">
            <a:extLst>
              <a:ext uri="{FF2B5EF4-FFF2-40B4-BE49-F238E27FC236}">
                <a16:creationId xmlns:a16="http://schemas.microsoft.com/office/drawing/2014/main" id="{B8226FA5-ABA0-35E3-4A8D-5EA6CCA18F6D}"/>
              </a:ext>
            </a:extLst>
          </p:cNvPr>
          <p:cNvSpPr>
            <a:spLocks noChangeArrowheads="1"/>
          </p:cNvSpPr>
          <p:nvPr/>
        </p:nvSpPr>
        <p:spPr bwMode="auto">
          <a:xfrm>
            <a:off x="4557713" y="2900363"/>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6</a:t>
            </a:r>
          </a:p>
        </p:txBody>
      </p:sp>
      <p:sp>
        <p:nvSpPr>
          <p:cNvPr id="180281" name="Line 58">
            <a:extLst>
              <a:ext uri="{FF2B5EF4-FFF2-40B4-BE49-F238E27FC236}">
                <a16:creationId xmlns:a16="http://schemas.microsoft.com/office/drawing/2014/main" id="{46366FCA-252B-050F-4CDB-6ED7A539145A}"/>
              </a:ext>
            </a:extLst>
          </p:cNvPr>
          <p:cNvSpPr>
            <a:spLocks noChangeShapeType="1"/>
          </p:cNvSpPr>
          <p:nvPr/>
        </p:nvSpPr>
        <p:spPr bwMode="auto">
          <a:xfrm>
            <a:off x="5346700" y="35099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82" name="Line 59">
            <a:extLst>
              <a:ext uri="{FF2B5EF4-FFF2-40B4-BE49-F238E27FC236}">
                <a16:creationId xmlns:a16="http://schemas.microsoft.com/office/drawing/2014/main" id="{8E75E36C-87FA-8551-E20A-E6BF2581D65E}"/>
              </a:ext>
            </a:extLst>
          </p:cNvPr>
          <p:cNvSpPr>
            <a:spLocks noChangeShapeType="1"/>
          </p:cNvSpPr>
          <p:nvPr/>
        </p:nvSpPr>
        <p:spPr bwMode="auto">
          <a:xfrm flipV="1">
            <a:off x="5715000" y="3268663"/>
            <a:ext cx="0" cy="25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83" name="Line 60">
            <a:extLst>
              <a:ext uri="{FF2B5EF4-FFF2-40B4-BE49-F238E27FC236}">
                <a16:creationId xmlns:a16="http://schemas.microsoft.com/office/drawing/2014/main" id="{4748D84D-E49A-25C4-0674-C38242FBA2F8}"/>
              </a:ext>
            </a:extLst>
          </p:cNvPr>
          <p:cNvSpPr>
            <a:spLocks noChangeShapeType="1"/>
          </p:cNvSpPr>
          <p:nvPr/>
        </p:nvSpPr>
        <p:spPr bwMode="auto">
          <a:xfrm>
            <a:off x="5727700" y="32813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84" name="Line 61">
            <a:extLst>
              <a:ext uri="{FF2B5EF4-FFF2-40B4-BE49-F238E27FC236}">
                <a16:creationId xmlns:a16="http://schemas.microsoft.com/office/drawing/2014/main" id="{E10A9ADA-A7B4-E736-171C-1524784E3F38}"/>
              </a:ext>
            </a:extLst>
          </p:cNvPr>
          <p:cNvSpPr>
            <a:spLocks noChangeShapeType="1"/>
          </p:cNvSpPr>
          <p:nvPr/>
        </p:nvSpPr>
        <p:spPr bwMode="auto">
          <a:xfrm>
            <a:off x="6096000" y="3294063"/>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85" name="Line 62">
            <a:extLst>
              <a:ext uri="{FF2B5EF4-FFF2-40B4-BE49-F238E27FC236}">
                <a16:creationId xmlns:a16="http://schemas.microsoft.com/office/drawing/2014/main" id="{F2810477-3187-3CF5-A869-E59824D6AAC0}"/>
              </a:ext>
            </a:extLst>
          </p:cNvPr>
          <p:cNvSpPr>
            <a:spLocks noChangeShapeType="1"/>
          </p:cNvSpPr>
          <p:nvPr/>
        </p:nvSpPr>
        <p:spPr bwMode="auto">
          <a:xfrm flipV="1">
            <a:off x="5334000" y="2887663"/>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86" name="Rectangle 63">
            <a:extLst>
              <a:ext uri="{FF2B5EF4-FFF2-40B4-BE49-F238E27FC236}">
                <a16:creationId xmlns:a16="http://schemas.microsoft.com/office/drawing/2014/main" id="{2E4CFC7C-10FC-6254-CADD-03130F9A27FA}"/>
              </a:ext>
            </a:extLst>
          </p:cNvPr>
          <p:cNvSpPr>
            <a:spLocks noChangeArrowheads="1"/>
          </p:cNvSpPr>
          <p:nvPr/>
        </p:nvSpPr>
        <p:spPr bwMode="auto">
          <a:xfrm>
            <a:off x="5319713" y="2900363"/>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7</a:t>
            </a:r>
          </a:p>
        </p:txBody>
      </p:sp>
      <p:sp>
        <p:nvSpPr>
          <p:cNvPr id="180287" name="Line 64">
            <a:extLst>
              <a:ext uri="{FF2B5EF4-FFF2-40B4-BE49-F238E27FC236}">
                <a16:creationId xmlns:a16="http://schemas.microsoft.com/office/drawing/2014/main" id="{F727D37F-2AF6-797B-C907-0E9E45330E41}"/>
              </a:ext>
            </a:extLst>
          </p:cNvPr>
          <p:cNvSpPr>
            <a:spLocks noChangeShapeType="1"/>
          </p:cNvSpPr>
          <p:nvPr/>
        </p:nvSpPr>
        <p:spPr bwMode="auto">
          <a:xfrm>
            <a:off x="6108700" y="35099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88" name="Line 65">
            <a:extLst>
              <a:ext uri="{FF2B5EF4-FFF2-40B4-BE49-F238E27FC236}">
                <a16:creationId xmlns:a16="http://schemas.microsoft.com/office/drawing/2014/main" id="{988132E9-839A-CE51-D652-D8C48C5C487C}"/>
              </a:ext>
            </a:extLst>
          </p:cNvPr>
          <p:cNvSpPr>
            <a:spLocks noChangeShapeType="1"/>
          </p:cNvSpPr>
          <p:nvPr/>
        </p:nvSpPr>
        <p:spPr bwMode="auto">
          <a:xfrm flipV="1">
            <a:off x="6477000" y="3268663"/>
            <a:ext cx="0" cy="25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89" name="Line 66">
            <a:extLst>
              <a:ext uri="{FF2B5EF4-FFF2-40B4-BE49-F238E27FC236}">
                <a16:creationId xmlns:a16="http://schemas.microsoft.com/office/drawing/2014/main" id="{3EF84BE3-E22B-38A6-B682-7EB7D88A7BF1}"/>
              </a:ext>
            </a:extLst>
          </p:cNvPr>
          <p:cNvSpPr>
            <a:spLocks noChangeShapeType="1"/>
          </p:cNvSpPr>
          <p:nvPr/>
        </p:nvSpPr>
        <p:spPr bwMode="auto">
          <a:xfrm>
            <a:off x="6489700" y="32813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90" name="Line 67">
            <a:extLst>
              <a:ext uri="{FF2B5EF4-FFF2-40B4-BE49-F238E27FC236}">
                <a16:creationId xmlns:a16="http://schemas.microsoft.com/office/drawing/2014/main" id="{4C621CFF-3BF5-D81C-070B-646F806DD3AE}"/>
              </a:ext>
            </a:extLst>
          </p:cNvPr>
          <p:cNvSpPr>
            <a:spLocks noChangeShapeType="1"/>
          </p:cNvSpPr>
          <p:nvPr/>
        </p:nvSpPr>
        <p:spPr bwMode="auto">
          <a:xfrm>
            <a:off x="6858000" y="3294063"/>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91" name="Line 68">
            <a:extLst>
              <a:ext uri="{FF2B5EF4-FFF2-40B4-BE49-F238E27FC236}">
                <a16:creationId xmlns:a16="http://schemas.microsoft.com/office/drawing/2014/main" id="{0894660E-73DD-FE85-9A76-A0CDCA8E0B32}"/>
              </a:ext>
            </a:extLst>
          </p:cNvPr>
          <p:cNvSpPr>
            <a:spLocks noChangeShapeType="1"/>
          </p:cNvSpPr>
          <p:nvPr/>
        </p:nvSpPr>
        <p:spPr bwMode="auto">
          <a:xfrm flipV="1">
            <a:off x="6096000" y="2887663"/>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92" name="Rectangle 69">
            <a:extLst>
              <a:ext uri="{FF2B5EF4-FFF2-40B4-BE49-F238E27FC236}">
                <a16:creationId xmlns:a16="http://schemas.microsoft.com/office/drawing/2014/main" id="{2D5964E3-8988-32A9-8D19-68969E500636}"/>
              </a:ext>
            </a:extLst>
          </p:cNvPr>
          <p:cNvSpPr>
            <a:spLocks noChangeArrowheads="1"/>
          </p:cNvSpPr>
          <p:nvPr/>
        </p:nvSpPr>
        <p:spPr bwMode="auto">
          <a:xfrm>
            <a:off x="6081713" y="2900363"/>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8</a:t>
            </a:r>
          </a:p>
        </p:txBody>
      </p:sp>
      <p:sp>
        <p:nvSpPr>
          <p:cNvPr id="180293" name="Line 70">
            <a:extLst>
              <a:ext uri="{FF2B5EF4-FFF2-40B4-BE49-F238E27FC236}">
                <a16:creationId xmlns:a16="http://schemas.microsoft.com/office/drawing/2014/main" id="{95010C83-1021-7445-A5F1-2D59438F6369}"/>
              </a:ext>
            </a:extLst>
          </p:cNvPr>
          <p:cNvSpPr>
            <a:spLocks noChangeShapeType="1"/>
          </p:cNvSpPr>
          <p:nvPr/>
        </p:nvSpPr>
        <p:spPr bwMode="auto">
          <a:xfrm>
            <a:off x="6870700" y="35099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94" name="Line 71">
            <a:extLst>
              <a:ext uri="{FF2B5EF4-FFF2-40B4-BE49-F238E27FC236}">
                <a16:creationId xmlns:a16="http://schemas.microsoft.com/office/drawing/2014/main" id="{7C1229AD-E6A8-C82B-50D4-D42FAD397995}"/>
              </a:ext>
            </a:extLst>
          </p:cNvPr>
          <p:cNvSpPr>
            <a:spLocks noChangeShapeType="1"/>
          </p:cNvSpPr>
          <p:nvPr/>
        </p:nvSpPr>
        <p:spPr bwMode="auto">
          <a:xfrm flipV="1">
            <a:off x="7239000" y="3268663"/>
            <a:ext cx="0" cy="25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95" name="Line 72">
            <a:extLst>
              <a:ext uri="{FF2B5EF4-FFF2-40B4-BE49-F238E27FC236}">
                <a16:creationId xmlns:a16="http://schemas.microsoft.com/office/drawing/2014/main" id="{F973CD96-C889-73C9-87A9-42973210A18D}"/>
              </a:ext>
            </a:extLst>
          </p:cNvPr>
          <p:cNvSpPr>
            <a:spLocks noChangeShapeType="1"/>
          </p:cNvSpPr>
          <p:nvPr/>
        </p:nvSpPr>
        <p:spPr bwMode="auto">
          <a:xfrm>
            <a:off x="7251700" y="32813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96" name="Line 73">
            <a:extLst>
              <a:ext uri="{FF2B5EF4-FFF2-40B4-BE49-F238E27FC236}">
                <a16:creationId xmlns:a16="http://schemas.microsoft.com/office/drawing/2014/main" id="{0ECB9AFF-5B5C-7668-0183-1C54C3DFC5CB}"/>
              </a:ext>
            </a:extLst>
          </p:cNvPr>
          <p:cNvSpPr>
            <a:spLocks noChangeShapeType="1"/>
          </p:cNvSpPr>
          <p:nvPr/>
        </p:nvSpPr>
        <p:spPr bwMode="auto">
          <a:xfrm>
            <a:off x="7620000" y="3294063"/>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97" name="Line 74">
            <a:extLst>
              <a:ext uri="{FF2B5EF4-FFF2-40B4-BE49-F238E27FC236}">
                <a16:creationId xmlns:a16="http://schemas.microsoft.com/office/drawing/2014/main" id="{9EFC6D8A-9DE2-7DB5-E376-057220E8263D}"/>
              </a:ext>
            </a:extLst>
          </p:cNvPr>
          <p:cNvSpPr>
            <a:spLocks noChangeShapeType="1"/>
          </p:cNvSpPr>
          <p:nvPr/>
        </p:nvSpPr>
        <p:spPr bwMode="auto">
          <a:xfrm flipV="1">
            <a:off x="6858000" y="2887663"/>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298" name="Rectangle 75">
            <a:extLst>
              <a:ext uri="{FF2B5EF4-FFF2-40B4-BE49-F238E27FC236}">
                <a16:creationId xmlns:a16="http://schemas.microsoft.com/office/drawing/2014/main" id="{75C23B4F-01FF-D43A-6230-E046B86CEAF7}"/>
              </a:ext>
            </a:extLst>
          </p:cNvPr>
          <p:cNvSpPr>
            <a:spLocks noChangeArrowheads="1"/>
          </p:cNvSpPr>
          <p:nvPr/>
        </p:nvSpPr>
        <p:spPr bwMode="auto">
          <a:xfrm>
            <a:off x="6843713" y="2900363"/>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9</a:t>
            </a:r>
          </a:p>
        </p:txBody>
      </p:sp>
      <p:sp>
        <p:nvSpPr>
          <p:cNvPr id="180299" name="Line 76">
            <a:extLst>
              <a:ext uri="{FF2B5EF4-FFF2-40B4-BE49-F238E27FC236}">
                <a16:creationId xmlns:a16="http://schemas.microsoft.com/office/drawing/2014/main" id="{B9E0C93B-681C-9659-AE5F-475D7C47E1C6}"/>
              </a:ext>
            </a:extLst>
          </p:cNvPr>
          <p:cNvSpPr>
            <a:spLocks noChangeShapeType="1"/>
          </p:cNvSpPr>
          <p:nvPr/>
        </p:nvSpPr>
        <p:spPr bwMode="auto">
          <a:xfrm>
            <a:off x="7632700" y="35099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00" name="Line 77">
            <a:extLst>
              <a:ext uri="{FF2B5EF4-FFF2-40B4-BE49-F238E27FC236}">
                <a16:creationId xmlns:a16="http://schemas.microsoft.com/office/drawing/2014/main" id="{55F45DF7-1AFA-56F6-4FC5-EB5D425EF89A}"/>
              </a:ext>
            </a:extLst>
          </p:cNvPr>
          <p:cNvSpPr>
            <a:spLocks noChangeShapeType="1"/>
          </p:cNvSpPr>
          <p:nvPr/>
        </p:nvSpPr>
        <p:spPr bwMode="auto">
          <a:xfrm flipV="1">
            <a:off x="8001000" y="3268663"/>
            <a:ext cx="0" cy="25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01" name="Line 78">
            <a:extLst>
              <a:ext uri="{FF2B5EF4-FFF2-40B4-BE49-F238E27FC236}">
                <a16:creationId xmlns:a16="http://schemas.microsoft.com/office/drawing/2014/main" id="{2FFCB23F-B504-4457-7E6F-219244B40CF0}"/>
              </a:ext>
            </a:extLst>
          </p:cNvPr>
          <p:cNvSpPr>
            <a:spLocks noChangeShapeType="1"/>
          </p:cNvSpPr>
          <p:nvPr/>
        </p:nvSpPr>
        <p:spPr bwMode="auto">
          <a:xfrm>
            <a:off x="8013700" y="32813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02" name="Line 79">
            <a:extLst>
              <a:ext uri="{FF2B5EF4-FFF2-40B4-BE49-F238E27FC236}">
                <a16:creationId xmlns:a16="http://schemas.microsoft.com/office/drawing/2014/main" id="{A49CAB7D-5E63-7E3D-6542-9DD0680A57BB}"/>
              </a:ext>
            </a:extLst>
          </p:cNvPr>
          <p:cNvSpPr>
            <a:spLocks noChangeShapeType="1"/>
          </p:cNvSpPr>
          <p:nvPr/>
        </p:nvSpPr>
        <p:spPr bwMode="auto">
          <a:xfrm>
            <a:off x="8382000" y="3294063"/>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03" name="Line 80">
            <a:extLst>
              <a:ext uri="{FF2B5EF4-FFF2-40B4-BE49-F238E27FC236}">
                <a16:creationId xmlns:a16="http://schemas.microsoft.com/office/drawing/2014/main" id="{2CBB64E4-0C04-A9E3-0098-0C3ACCE1B60F}"/>
              </a:ext>
            </a:extLst>
          </p:cNvPr>
          <p:cNvSpPr>
            <a:spLocks noChangeShapeType="1"/>
          </p:cNvSpPr>
          <p:nvPr/>
        </p:nvSpPr>
        <p:spPr bwMode="auto">
          <a:xfrm flipV="1">
            <a:off x="7620000" y="2887663"/>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04" name="Rectangle 81">
            <a:extLst>
              <a:ext uri="{FF2B5EF4-FFF2-40B4-BE49-F238E27FC236}">
                <a16:creationId xmlns:a16="http://schemas.microsoft.com/office/drawing/2014/main" id="{66820CA2-6E0A-A156-5C54-967C0DF59E11}"/>
              </a:ext>
            </a:extLst>
          </p:cNvPr>
          <p:cNvSpPr>
            <a:spLocks noChangeArrowheads="1"/>
          </p:cNvSpPr>
          <p:nvPr/>
        </p:nvSpPr>
        <p:spPr bwMode="auto">
          <a:xfrm>
            <a:off x="7529513" y="2900363"/>
            <a:ext cx="920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10</a:t>
            </a:r>
          </a:p>
        </p:txBody>
      </p:sp>
      <p:sp>
        <p:nvSpPr>
          <p:cNvPr id="180305" name="Line 82">
            <a:extLst>
              <a:ext uri="{FF2B5EF4-FFF2-40B4-BE49-F238E27FC236}">
                <a16:creationId xmlns:a16="http://schemas.microsoft.com/office/drawing/2014/main" id="{37437378-E028-68BE-0EFC-F826F2335681}"/>
              </a:ext>
            </a:extLst>
          </p:cNvPr>
          <p:cNvSpPr>
            <a:spLocks noChangeShapeType="1"/>
          </p:cNvSpPr>
          <p:nvPr/>
        </p:nvSpPr>
        <p:spPr bwMode="auto">
          <a:xfrm>
            <a:off x="8394700" y="3509963"/>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06" name="Rectangle 83">
            <a:extLst>
              <a:ext uri="{FF2B5EF4-FFF2-40B4-BE49-F238E27FC236}">
                <a16:creationId xmlns:a16="http://schemas.microsoft.com/office/drawing/2014/main" id="{0FB43CA7-A33A-8A03-9E0F-B76FE3C925C2}"/>
              </a:ext>
            </a:extLst>
          </p:cNvPr>
          <p:cNvSpPr>
            <a:spLocks noChangeArrowheads="1"/>
          </p:cNvSpPr>
          <p:nvPr/>
        </p:nvSpPr>
        <p:spPr bwMode="auto">
          <a:xfrm>
            <a:off x="214313" y="5281613"/>
            <a:ext cx="6318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Load</a:t>
            </a:r>
          </a:p>
        </p:txBody>
      </p:sp>
      <p:grpSp>
        <p:nvGrpSpPr>
          <p:cNvPr id="180307" name="Group 99">
            <a:extLst>
              <a:ext uri="{FF2B5EF4-FFF2-40B4-BE49-F238E27FC236}">
                <a16:creationId xmlns:a16="http://schemas.microsoft.com/office/drawing/2014/main" id="{7D26D1A9-C1C2-030A-6137-29B201476216}"/>
              </a:ext>
            </a:extLst>
          </p:cNvPr>
          <p:cNvGrpSpPr>
            <a:grpSpLocks/>
          </p:cNvGrpSpPr>
          <p:nvPr/>
        </p:nvGrpSpPr>
        <p:grpSpPr bwMode="auto">
          <a:xfrm>
            <a:off x="774700" y="5281613"/>
            <a:ext cx="3784600" cy="333375"/>
            <a:chOff x="488" y="3264"/>
            <a:chExt cx="2384" cy="210"/>
          </a:xfrm>
        </p:grpSpPr>
        <p:grpSp>
          <p:nvGrpSpPr>
            <p:cNvPr id="180308" name="Group 86">
              <a:extLst>
                <a:ext uri="{FF2B5EF4-FFF2-40B4-BE49-F238E27FC236}">
                  <a16:creationId xmlns:a16="http://schemas.microsoft.com/office/drawing/2014/main" id="{4C0D6A35-F181-D9DA-078E-FBE55F2FF3DC}"/>
                </a:ext>
              </a:extLst>
            </p:cNvPr>
            <p:cNvGrpSpPr>
              <a:grpSpLocks/>
            </p:cNvGrpSpPr>
            <p:nvPr/>
          </p:nvGrpSpPr>
          <p:grpSpPr bwMode="auto">
            <a:xfrm>
              <a:off x="488" y="3264"/>
              <a:ext cx="466" cy="210"/>
              <a:chOff x="488" y="3264"/>
              <a:chExt cx="466" cy="210"/>
            </a:xfrm>
          </p:grpSpPr>
          <p:sp>
            <p:nvSpPr>
              <p:cNvPr id="180309" name="Rectangle 84">
                <a:extLst>
                  <a:ext uri="{FF2B5EF4-FFF2-40B4-BE49-F238E27FC236}">
                    <a16:creationId xmlns:a16="http://schemas.microsoft.com/office/drawing/2014/main" id="{6335EBA3-F2B1-57A0-9FC8-B0169C636ED0}"/>
                  </a:ext>
                </a:extLst>
              </p:cNvPr>
              <p:cNvSpPr>
                <a:spLocks noChangeArrowheads="1"/>
              </p:cNvSpPr>
              <p:nvPr/>
            </p:nvSpPr>
            <p:spPr bwMode="auto">
              <a:xfrm>
                <a:off x="488" y="327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10" name="Rectangle 85">
                <a:extLst>
                  <a:ext uri="{FF2B5EF4-FFF2-40B4-BE49-F238E27FC236}">
                    <a16:creationId xmlns:a16="http://schemas.microsoft.com/office/drawing/2014/main" id="{F7D52ED6-FBF4-9256-1E83-96779E737F2D}"/>
                  </a:ext>
                </a:extLst>
              </p:cNvPr>
              <p:cNvSpPr>
                <a:spLocks noChangeArrowheads="1"/>
              </p:cNvSpPr>
              <p:nvPr/>
            </p:nvSpPr>
            <p:spPr bwMode="auto">
              <a:xfrm>
                <a:off x="519" y="326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80311" name="Group 89">
              <a:extLst>
                <a:ext uri="{FF2B5EF4-FFF2-40B4-BE49-F238E27FC236}">
                  <a16:creationId xmlns:a16="http://schemas.microsoft.com/office/drawing/2014/main" id="{5677DE06-5BF0-F0BC-9C45-67B714434BF6}"/>
                </a:ext>
              </a:extLst>
            </p:cNvPr>
            <p:cNvGrpSpPr>
              <a:grpSpLocks/>
            </p:cNvGrpSpPr>
            <p:nvPr/>
          </p:nvGrpSpPr>
          <p:grpSpPr bwMode="auto">
            <a:xfrm>
              <a:off x="968" y="3264"/>
              <a:ext cx="464" cy="210"/>
              <a:chOff x="968" y="3264"/>
              <a:chExt cx="464" cy="210"/>
            </a:xfrm>
          </p:grpSpPr>
          <p:sp>
            <p:nvSpPr>
              <p:cNvPr id="180312" name="Rectangle 87">
                <a:extLst>
                  <a:ext uri="{FF2B5EF4-FFF2-40B4-BE49-F238E27FC236}">
                    <a16:creationId xmlns:a16="http://schemas.microsoft.com/office/drawing/2014/main" id="{1C85E374-DA80-8218-8A74-7E078DB57FD5}"/>
                  </a:ext>
                </a:extLst>
              </p:cNvPr>
              <p:cNvSpPr>
                <a:spLocks noChangeArrowheads="1"/>
              </p:cNvSpPr>
              <p:nvPr/>
            </p:nvSpPr>
            <p:spPr bwMode="auto">
              <a:xfrm>
                <a:off x="968" y="327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13" name="Rectangle 88">
                <a:extLst>
                  <a:ext uri="{FF2B5EF4-FFF2-40B4-BE49-F238E27FC236}">
                    <a16:creationId xmlns:a16="http://schemas.microsoft.com/office/drawing/2014/main" id="{744CC571-031D-CF82-F6E1-0F4618FA6D42}"/>
                  </a:ext>
                </a:extLst>
              </p:cNvPr>
              <p:cNvSpPr>
                <a:spLocks noChangeArrowheads="1"/>
              </p:cNvSpPr>
              <p:nvPr/>
            </p:nvSpPr>
            <p:spPr bwMode="auto">
              <a:xfrm>
                <a:off x="1047" y="3264"/>
                <a:ext cx="32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grpSp>
          <p:nvGrpSpPr>
            <p:cNvPr id="180314" name="Group 92">
              <a:extLst>
                <a:ext uri="{FF2B5EF4-FFF2-40B4-BE49-F238E27FC236}">
                  <a16:creationId xmlns:a16="http://schemas.microsoft.com/office/drawing/2014/main" id="{DF77A8D5-E41D-7789-A8DE-2F71C3578E85}"/>
                </a:ext>
              </a:extLst>
            </p:cNvPr>
            <p:cNvGrpSpPr>
              <a:grpSpLocks/>
            </p:cNvGrpSpPr>
            <p:nvPr/>
          </p:nvGrpSpPr>
          <p:grpSpPr bwMode="auto">
            <a:xfrm>
              <a:off x="1448" y="3264"/>
              <a:ext cx="464" cy="210"/>
              <a:chOff x="1448" y="3264"/>
              <a:chExt cx="464" cy="210"/>
            </a:xfrm>
          </p:grpSpPr>
          <p:sp>
            <p:nvSpPr>
              <p:cNvPr id="180315" name="Rectangle 90">
                <a:extLst>
                  <a:ext uri="{FF2B5EF4-FFF2-40B4-BE49-F238E27FC236}">
                    <a16:creationId xmlns:a16="http://schemas.microsoft.com/office/drawing/2014/main" id="{903FCBA3-CA80-57C3-8821-1BA5FE6ABD3A}"/>
                  </a:ext>
                </a:extLst>
              </p:cNvPr>
              <p:cNvSpPr>
                <a:spLocks noChangeArrowheads="1"/>
              </p:cNvSpPr>
              <p:nvPr/>
            </p:nvSpPr>
            <p:spPr bwMode="auto">
              <a:xfrm>
                <a:off x="1448" y="327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16" name="Rectangle 91">
                <a:extLst>
                  <a:ext uri="{FF2B5EF4-FFF2-40B4-BE49-F238E27FC236}">
                    <a16:creationId xmlns:a16="http://schemas.microsoft.com/office/drawing/2014/main" id="{EE322198-F5AA-19A8-E188-097EC0B93D1B}"/>
                  </a:ext>
                </a:extLst>
              </p:cNvPr>
              <p:cNvSpPr>
                <a:spLocks noChangeArrowheads="1"/>
              </p:cNvSpPr>
              <p:nvPr/>
            </p:nvSpPr>
            <p:spPr bwMode="auto">
              <a:xfrm>
                <a:off x="1479" y="326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80317" name="Group 95">
              <a:extLst>
                <a:ext uri="{FF2B5EF4-FFF2-40B4-BE49-F238E27FC236}">
                  <a16:creationId xmlns:a16="http://schemas.microsoft.com/office/drawing/2014/main" id="{B81CCC97-A795-75D4-BCAF-4AF4F0CD37AE}"/>
                </a:ext>
              </a:extLst>
            </p:cNvPr>
            <p:cNvGrpSpPr>
              <a:grpSpLocks/>
            </p:cNvGrpSpPr>
            <p:nvPr/>
          </p:nvGrpSpPr>
          <p:grpSpPr bwMode="auto">
            <a:xfrm>
              <a:off x="1928" y="3264"/>
              <a:ext cx="464" cy="210"/>
              <a:chOff x="1928" y="3264"/>
              <a:chExt cx="464" cy="210"/>
            </a:xfrm>
          </p:grpSpPr>
          <p:sp>
            <p:nvSpPr>
              <p:cNvPr id="180318" name="Rectangle 93">
                <a:extLst>
                  <a:ext uri="{FF2B5EF4-FFF2-40B4-BE49-F238E27FC236}">
                    <a16:creationId xmlns:a16="http://schemas.microsoft.com/office/drawing/2014/main" id="{A5D46DF3-C1C3-49DC-1EA0-A08DFFB74EF9}"/>
                  </a:ext>
                </a:extLst>
              </p:cNvPr>
              <p:cNvSpPr>
                <a:spLocks noChangeArrowheads="1"/>
              </p:cNvSpPr>
              <p:nvPr/>
            </p:nvSpPr>
            <p:spPr bwMode="auto">
              <a:xfrm>
                <a:off x="1928" y="327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19" name="Rectangle 94">
                <a:extLst>
                  <a:ext uri="{FF2B5EF4-FFF2-40B4-BE49-F238E27FC236}">
                    <a16:creationId xmlns:a16="http://schemas.microsoft.com/office/drawing/2014/main" id="{13207E84-54C1-C169-9380-41E003BB9758}"/>
                  </a:ext>
                </a:extLst>
              </p:cNvPr>
              <p:cNvSpPr>
                <a:spLocks noChangeArrowheads="1"/>
              </p:cNvSpPr>
              <p:nvPr/>
            </p:nvSpPr>
            <p:spPr bwMode="auto">
              <a:xfrm>
                <a:off x="1959" y="326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80320" name="Group 98">
              <a:extLst>
                <a:ext uri="{FF2B5EF4-FFF2-40B4-BE49-F238E27FC236}">
                  <a16:creationId xmlns:a16="http://schemas.microsoft.com/office/drawing/2014/main" id="{DEE49BA0-8F42-7B90-27E9-E188D3E820E3}"/>
                </a:ext>
              </a:extLst>
            </p:cNvPr>
            <p:cNvGrpSpPr>
              <a:grpSpLocks/>
            </p:cNvGrpSpPr>
            <p:nvPr/>
          </p:nvGrpSpPr>
          <p:grpSpPr bwMode="auto">
            <a:xfrm>
              <a:off x="2408" y="3264"/>
              <a:ext cx="464" cy="210"/>
              <a:chOff x="2408" y="3264"/>
              <a:chExt cx="464" cy="210"/>
            </a:xfrm>
          </p:grpSpPr>
          <p:sp>
            <p:nvSpPr>
              <p:cNvPr id="180321" name="Rectangle 96">
                <a:extLst>
                  <a:ext uri="{FF2B5EF4-FFF2-40B4-BE49-F238E27FC236}">
                    <a16:creationId xmlns:a16="http://schemas.microsoft.com/office/drawing/2014/main" id="{72EB6170-8724-15CF-A8EA-ACC522E4247B}"/>
                  </a:ext>
                </a:extLst>
              </p:cNvPr>
              <p:cNvSpPr>
                <a:spLocks noChangeArrowheads="1"/>
              </p:cNvSpPr>
              <p:nvPr/>
            </p:nvSpPr>
            <p:spPr bwMode="auto">
              <a:xfrm>
                <a:off x="2408" y="327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22" name="Rectangle 97">
                <a:extLst>
                  <a:ext uri="{FF2B5EF4-FFF2-40B4-BE49-F238E27FC236}">
                    <a16:creationId xmlns:a16="http://schemas.microsoft.com/office/drawing/2014/main" id="{CCDFD30E-01D5-CEFA-506D-51A1769F1895}"/>
                  </a:ext>
                </a:extLst>
              </p:cNvPr>
              <p:cNvSpPr>
                <a:spLocks noChangeArrowheads="1"/>
              </p:cNvSpPr>
              <p:nvPr/>
            </p:nvSpPr>
            <p:spPr bwMode="auto">
              <a:xfrm>
                <a:off x="2487" y="3264"/>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grpSp>
        <p:nvGrpSpPr>
          <p:cNvPr id="180323" name="Group 102">
            <a:extLst>
              <a:ext uri="{FF2B5EF4-FFF2-40B4-BE49-F238E27FC236}">
                <a16:creationId xmlns:a16="http://schemas.microsoft.com/office/drawing/2014/main" id="{8A016DB8-976C-E553-D1AB-BFE29E0E0665}"/>
              </a:ext>
            </a:extLst>
          </p:cNvPr>
          <p:cNvGrpSpPr>
            <a:grpSpLocks/>
          </p:cNvGrpSpPr>
          <p:nvPr/>
        </p:nvGrpSpPr>
        <p:grpSpPr bwMode="auto">
          <a:xfrm>
            <a:off x="4584700" y="4424363"/>
            <a:ext cx="739775" cy="333375"/>
            <a:chOff x="2888" y="2544"/>
            <a:chExt cx="466" cy="210"/>
          </a:xfrm>
        </p:grpSpPr>
        <p:sp>
          <p:nvSpPr>
            <p:cNvPr id="180324" name="Rectangle 100">
              <a:extLst>
                <a:ext uri="{FF2B5EF4-FFF2-40B4-BE49-F238E27FC236}">
                  <a16:creationId xmlns:a16="http://schemas.microsoft.com/office/drawing/2014/main" id="{8234D797-A19D-69C7-EF5D-ADBC8DFC9AD5}"/>
                </a:ext>
              </a:extLst>
            </p:cNvPr>
            <p:cNvSpPr>
              <a:spLocks noChangeArrowheads="1"/>
            </p:cNvSpPr>
            <p:nvPr/>
          </p:nvSpPr>
          <p:spPr bwMode="auto">
            <a:xfrm>
              <a:off x="2888" y="255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25" name="Rectangle 101">
              <a:extLst>
                <a:ext uri="{FF2B5EF4-FFF2-40B4-BE49-F238E27FC236}">
                  <a16:creationId xmlns:a16="http://schemas.microsoft.com/office/drawing/2014/main" id="{B1694E26-B4DC-720F-BCE7-CB3E86C78D40}"/>
                </a:ext>
              </a:extLst>
            </p:cNvPr>
            <p:cNvSpPr>
              <a:spLocks noChangeArrowheads="1"/>
            </p:cNvSpPr>
            <p:nvPr/>
          </p:nvSpPr>
          <p:spPr bwMode="auto">
            <a:xfrm>
              <a:off x="2919" y="254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80326" name="Group 105">
            <a:extLst>
              <a:ext uri="{FF2B5EF4-FFF2-40B4-BE49-F238E27FC236}">
                <a16:creationId xmlns:a16="http://schemas.microsoft.com/office/drawing/2014/main" id="{E5C40BB8-2380-75DC-F8D1-E576F5DA12F0}"/>
              </a:ext>
            </a:extLst>
          </p:cNvPr>
          <p:cNvGrpSpPr>
            <a:grpSpLocks/>
          </p:cNvGrpSpPr>
          <p:nvPr/>
        </p:nvGrpSpPr>
        <p:grpSpPr bwMode="auto">
          <a:xfrm>
            <a:off x="5346700" y="4424363"/>
            <a:ext cx="736600" cy="333375"/>
            <a:chOff x="3368" y="2544"/>
            <a:chExt cx="464" cy="210"/>
          </a:xfrm>
        </p:grpSpPr>
        <p:sp>
          <p:nvSpPr>
            <p:cNvPr id="180327" name="Rectangle 103">
              <a:extLst>
                <a:ext uri="{FF2B5EF4-FFF2-40B4-BE49-F238E27FC236}">
                  <a16:creationId xmlns:a16="http://schemas.microsoft.com/office/drawing/2014/main" id="{947E12C3-C635-0135-4943-AB94234A9829}"/>
                </a:ext>
              </a:extLst>
            </p:cNvPr>
            <p:cNvSpPr>
              <a:spLocks noChangeArrowheads="1"/>
            </p:cNvSpPr>
            <p:nvPr/>
          </p:nvSpPr>
          <p:spPr bwMode="auto">
            <a:xfrm>
              <a:off x="3368" y="255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28" name="Rectangle 104">
              <a:extLst>
                <a:ext uri="{FF2B5EF4-FFF2-40B4-BE49-F238E27FC236}">
                  <a16:creationId xmlns:a16="http://schemas.microsoft.com/office/drawing/2014/main" id="{4BF9DBDA-C5C5-7305-77D6-3E467603FDF0}"/>
                </a:ext>
              </a:extLst>
            </p:cNvPr>
            <p:cNvSpPr>
              <a:spLocks noChangeArrowheads="1"/>
            </p:cNvSpPr>
            <p:nvPr/>
          </p:nvSpPr>
          <p:spPr bwMode="auto">
            <a:xfrm>
              <a:off x="3447" y="2544"/>
              <a:ext cx="32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grpSp>
        <p:nvGrpSpPr>
          <p:cNvPr id="180329" name="Group 108">
            <a:extLst>
              <a:ext uri="{FF2B5EF4-FFF2-40B4-BE49-F238E27FC236}">
                <a16:creationId xmlns:a16="http://schemas.microsoft.com/office/drawing/2014/main" id="{0F590358-C13A-7157-C513-482304E3FDD5}"/>
              </a:ext>
            </a:extLst>
          </p:cNvPr>
          <p:cNvGrpSpPr>
            <a:grpSpLocks/>
          </p:cNvGrpSpPr>
          <p:nvPr/>
        </p:nvGrpSpPr>
        <p:grpSpPr bwMode="auto">
          <a:xfrm>
            <a:off x="6108700" y="4424363"/>
            <a:ext cx="736600" cy="333375"/>
            <a:chOff x="3848" y="2544"/>
            <a:chExt cx="464" cy="210"/>
          </a:xfrm>
        </p:grpSpPr>
        <p:sp>
          <p:nvSpPr>
            <p:cNvPr id="180330" name="Rectangle 106">
              <a:extLst>
                <a:ext uri="{FF2B5EF4-FFF2-40B4-BE49-F238E27FC236}">
                  <a16:creationId xmlns:a16="http://schemas.microsoft.com/office/drawing/2014/main" id="{42434A6B-D526-1477-2BA5-5B8826A11E7E}"/>
                </a:ext>
              </a:extLst>
            </p:cNvPr>
            <p:cNvSpPr>
              <a:spLocks noChangeArrowheads="1"/>
            </p:cNvSpPr>
            <p:nvPr/>
          </p:nvSpPr>
          <p:spPr bwMode="auto">
            <a:xfrm>
              <a:off x="3848" y="255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31" name="Rectangle 107">
              <a:extLst>
                <a:ext uri="{FF2B5EF4-FFF2-40B4-BE49-F238E27FC236}">
                  <a16:creationId xmlns:a16="http://schemas.microsoft.com/office/drawing/2014/main" id="{7A30B7DF-384F-79C7-817F-900615BBA42E}"/>
                </a:ext>
              </a:extLst>
            </p:cNvPr>
            <p:cNvSpPr>
              <a:spLocks noChangeArrowheads="1"/>
            </p:cNvSpPr>
            <p:nvPr/>
          </p:nvSpPr>
          <p:spPr bwMode="auto">
            <a:xfrm>
              <a:off x="3879" y="2544"/>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80332" name="Group 111">
            <a:extLst>
              <a:ext uri="{FF2B5EF4-FFF2-40B4-BE49-F238E27FC236}">
                <a16:creationId xmlns:a16="http://schemas.microsoft.com/office/drawing/2014/main" id="{E9B5CAB2-FAE1-2E3B-562D-78F678FB8446}"/>
              </a:ext>
            </a:extLst>
          </p:cNvPr>
          <p:cNvGrpSpPr>
            <a:grpSpLocks/>
          </p:cNvGrpSpPr>
          <p:nvPr/>
        </p:nvGrpSpPr>
        <p:grpSpPr bwMode="auto">
          <a:xfrm>
            <a:off x="6870700" y="4424363"/>
            <a:ext cx="736600" cy="333375"/>
            <a:chOff x="4328" y="2544"/>
            <a:chExt cx="464" cy="210"/>
          </a:xfrm>
        </p:grpSpPr>
        <p:sp>
          <p:nvSpPr>
            <p:cNvPr id="180333" name="Rectangle 109">
              <a:extLst>
                <a:ext uri="{FF2B5EF4-FFF2-40B4-BE49-F238E27FC236}">
                  <a16:creationId xmlns:a16="http://schemas.microsoft.com/office/drawing/2014/main" id="{B289AA9A-076B-78EA-2C47-1A2DA6B31DA2}"/>
                </a:ext>
              </a:extLst>
            </p:cNvPr>
            <p:cNvSpPr>
              <a:spLocks noChangeArrowheads="1"/>
            </p:cNvSpPr>
            <p:nvPr/>
          </p:nvSpPr>
          <p:spPr bwMode="auto">
            <a:xfrm>
              <a:off x="4328" y="255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34" name="Rectangle 110">
              <a:extLst>
                <a:ext uri="{FF2B5EF4-FFF2-40B4-BE49-F238E27FC236}">
                  <a16:creationId xmlns:a16="http://schemas.microsoft.com/office/drawing/2014/main" id="{B44F2ABE-8489-D0AC-F8D9-6CF7CAF744C0}"/>
                </a:ext>
              </a:extLst>
            </p:cNvPr>
            <p:cNvSpPr>
              <a:spLocks noChangeArrowheads="1"/>
            </p:cNvSpPr>
            <p:nvPr/>
          </p:nvSpPr>
          <p:spPr bwMode="auto">
            <a:xfrm>
              <a:off x="4359" y="2544"/>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sp>
        <p:nvSpPr>
          <p:cNvPr id="180335" name="Rectangle 112">
            <a:extLst>
              <a:ext uri="{FF2B5EF4-FFF2-40B4-BE49-F238E27FC236}">
                <a16:creationId xmlns:a16="http://schemas.microsoft.com/office/drawing/2014/main" id="{76AF2AEB-09B8-8EF3-5364-9D175B2EB3FB}"/>
              </a:ext>
            </a:extLst>
          </p:cNvPr>
          <p:cNvSpPr>
            <a:spLocks noChangeArrowheads="1"/>
          </p:cNvSpPr>
          <p:nvPr/>
        </p:nvSpPr>
        <p:spPr bwMode="auto">
          <a:xfrm>
            <a:off x="747713" y="4119563"/>
            <a:ext cx="6318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Load</a:t>
            </a:r>
          </a:p>
        </p:txBody>
      </p:sp>
      <p:sp>
        <p:nvSpPr>
          <p:cNvPr id="180336" name="Rectangle 113">
            <a:extLst>
              <a:ext uri="{FF2B5EF4-FFF2-40B4-BE49-F238E27FC236}">
                <a16:creationId xmlns:a16="http://schemas.microsoft.com/office/drawing/2014/main" id="{F47CFA46-B43D-B755-625A-75025D6A6C5E}"/>
              </a:ext>
            </a:extLst>
          </p:cNvPr>
          <p:cNvSpPr>
            <a:spLocks noChangeArrowheads="1"/>
          </p:cNvSpPr>
          <p:nvPr/>
        </p:nvSpPr>
        <p:spPr bwMode="auto">
          <a:xfrm>
            <a:off x="4557713" y="4119563"/>
            <a:ext cx="6445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Store</a:t>
            </a:r>
          </a:p>
        </p:txBody>
      </p:sp>
      <p:sp>
        <p:nvSpPr>
          <p:cNvPr id="180337" name="Line 114">
            <a:extLst>
              <a:ext uri="{FF2B5EF4-FFF2-40B4-BE49-F238E27FC236}">
                <a16:creationId xmlns:a16="http://schemas.microsoft.com/office/drawing/2014/main" id="{CD7AD7AC-6964-17C7-BF74-F246B200DA08}"/>
              </a:ext>
            </a:extLst>
          </p:cNvPr>
          <p:cNvSpPr>
            <a:spLocks noChangeShapeType="1"/>
          </p:cNvSpPr>
          <p:nvPr/>
        </p:nvSpPr>
        <p:spPr bwMode="auto">
          <a:xfrm flipV="1">
            <a:off x="4572000" y="3497263"/>
            <a:ext cx="0" cy="939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38" name="Rectangle 115">
            <a:extLst>
              <a:ext uri="{FF2B5EF4-FFF2-40B4-BE49-F238E27FC236}">
                <a16:creationId xmlns:a16="http://schemas.microsoft.com/office/drawing/2014/main" id="{5DAAF21B-DFF7-E09E-BCC0-FF45305E6336}"/>
              </a:ext>
            </a:extLst>
          </p:cNvPr>
          <p:cNvSpPr>
            <a:spLocks noChangeArrowheads="1"/>
          </p:cNvSpPr>
          <p:nvPr/>
        </p:nvSpPr>
        <p:spPr bwMode="auto">
          <a:xfrm>
            <a:off x="214313" y="4900613"/>
            <a:ext cx="23939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solidFill>
                  <a:srgbClr val="CC0000"/>
                </a:solidFill>
                <a:ea typeface="宋体" panose="02010600030101010101" pitchFamily="2" charset="-122"/>
              </a:rPr>
              <a:t>Pipeline Implementation:</a:t>
            </a:r>
          </a:p>
        </p:txBody>
      </p:sp>
      <p:grpSp>
        <p:nvGrpSpPr>
          <p:cNvPr id="180339" name="Group 131">
            <a:extLst>
              <a:ext uri="{FF2B5EF4-FFF2-40B4-BE49-F238E27FC236}">
                <a16:creationId xmlns:a16="http://schemas.microsoft.com/office/drawing/2014/main" id="{F2AD87FC-C465-94C9-C616-8DB40A48C2CD}"/>
              </a:ext>
            </a:extLst>
          </p:cNvPr>
          <p:cNvGrpSpPr>
            <a:grpSpLocks/>
          </p:cNvGrpSpPr>
          <p:nvPr/>
        </p:nvGrpSpPr>
        <p:grpSpPr bwMode="auto">
          <a:xfrm>
            <a:off x="1536700" y="5738813"/>
            <a:ext cx="3784600" cy="333375"/>
            <a:chOff x="968" y="3552"/>
            <a:chExt cx="2384" cy="210"/>
          </a:xfrm>
        </p:grpSpPr>
        <p:grpSp>
          <p:nvGrpSpPr>
            <p:cNvPr id="180340" name="Group 118">
              <a:extLst>
                <a:ext uri="{FF2B5EF4-FFF2-40B4-BE49-F238E27FC236}">
                  <a16:creationId xmlns:a16="http://schemas.microsoft.com/office/drawing/2014/main" id="{442B7885-829A-E77D-E94B-485E2AA8CCC7}"/>
                </a:ext>
              </a:extLst>
            </p:cNvPr>
            <p:cNvGrpSpPr>
              <a:grpSpLocks/>
            </p:cNvGrpSpPr>
            <p:nvPr/>
          </p:nvGrpSpPr>
          <p:grpSpPr bwMode="auto">
            <a:xfrm>
              <a:off x="968" y="3552"/>
              <a:ext cx="466" cy="210"/>
              <a:chOff x="968" y="3552"/>
              <a:chExt cx="466" cy="210"/>
            </a:xfrm>
          </p:grpSpPr>
          <p:sp>
            <p:nvSpPr>
              <p:cNvPr id="180341" name="Rectangle 116">
                <a:extLst>
                  <a:ext uri="{FF2B5EF4-FFF2-40B4-BE49-F238E27FC236}">
                    <a16:creationId xmlns:a16="http://schemas.microsoft.com/office/drawing/2014/main" id="{D891A4E7-1464-EA20-18B1-421675A0C521}"/>
                  </a:ext>
                </a:extLst>
              </p:cNvPr>
              <p:cNvSpPr>
                <a:spLocks noChangeArrowheads="1"/>
              </p:cNvSpPr>
              <p:nvPr/>
            </p:nvSpPr>
            <p:spPr bwMode="auto">
              <a:xfrm>
                <a:off x="968" y="3560"/>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42" name="Rectangle 117">
                <a:extLst>
                  <a:ext uri="{FF2B5EF4-FFF2-40B4-BE49-F238E27FC236}">
                    <a16:creationId xmlns:a16="http://schemas.microsoft.com/office/drawing/2014/main" id="{A5671FE0-9A4E-7211-77CC-C15A2445AFB8}"/>
                  </a:ext>
                </a:extLst>
              </p:cNvPr>
              <p:cNvSpPr>
                <a:spLocks noChangeArrowheads="1"/>
              </p:cNvSpPr>
              <p:nvPr/>
            </p:nvSpPr>
            <p:spPr bwMode="auto">
              <a:xfrm>
                <a:off x="999" y="3552"/>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80343" name="Group 121">
              <a:extLst>
                <a:ext uri="{FF2B5EF4-FFF2-40B4-BE49-F238E27FC236}">
                  <a16:creationId xmlns:a16="http://schemas.microsoft.com/office/drawing/2014/main" id="{61434A31-09DF-BEB5-5227-015AF9637816}"/>
                </a:ext>
              </a:extLst>
            </p:cNvPr>
            <p:cNvGrpSpPr>
              <a:grpSpLocks/>
            </p:cNvGrpSpPr>
            <p:nvPr/>
          </p:nvGrpSpPr>
          <p:grpSpPr bwMode="auto">
            <a:xfrm>
              <a:off x="1448" y="3552"/>
              <a:ext cx="464" cy="210"/>
              <a:chOff x="1448" y="3552"/>
              <a:chExt cx="464" cy="210"/>
            </a:xfrm>
          </p:grpSpPr>
          <p:sp>
            <p:nvSpPr>
              <p:cNvPr id="180344" name="Rectangle 119">
                <a:extLst>
                  <a:ext uri="{FF2B5EF4-FFF2-40B4-BE49-F238E27FC236}">
                    <a16:creationId xmlns:a16="http://schemas.microsoft.com/office/drawing/2014/main" id="{5DD0C723-A068-A269-DF28-C1A532447A3F}"/>
                  </a:ext>
                </a:extLst>
              </p:cNvPr>
              <p:cNvSpPr>
                <a:spLocks noChangeArrowheads="1"/>
              </p:cNvSpPr>
              <p:nvPr/>
            </p:nvSpPr>
            <p:spPr bwMode="auto">
              <a:xfrm>
                <a:off x="1448" y="3560"/>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45" name="Rectangle 120">
                <a:extLst>
                  <a:ext uri="{FF2B5EF4-FFF2-40B4-BE49-F238E27FC236}">
                    <a16:creationId xmlns:a16="http://schemas.microsoft.com/office/drawing/2014/main" id="{CA9CEA47-76E8-5BAD-2AFC-311AF3C964D4}"/>
                  </a:ext>
                </a:extLst>
              </p:cNvPr>
              <p:cNvSpPr>
                <a:spLocks noChangeArrowheads="1"/>
              </p:cNvSpPr>
              <p:nvPr/>
            </p:nvSpPr>
            <p:spPr bwMode="auto">
              <a:xfrm>
                <a:off x="1527" y="3552"/>
                <a:ext cx="32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grpSp>
          <p:nvGrpSpPr>
            <p:cNvPr id="180346" name="Group 124">
              <a:extLst>
                <a:ext uri="{FF2B5EF4-FFF2-40B4-BE49-F238E27FC236}">
                  <a16:creationId xmlns:a16="http://schemas.microsoft.com/office/drawing/2014/main" id="{3F930D4E-8FF5-0353-33E9-C6BAC56200A1}"/>
                </a:ext>
              </a:extLst>
            </p:cNvPr>
            <p:cNvGrpSpPr>
              <a:grpSpLocks/>
            </p:cNvGrpSpPr>
            <p:nvPr/>
          </p:nvGrpSpPr>
          <p:grpSpPr bwMode="auto">
            <a:xfrm>
              <a:off x="1928" y="3552"/>
              <a:ext cx="464" cy="210"/>
              <a:chOff x="1928" y="3552"/>
              <a:chExt cx="464" cy="210"/>
            </a:xfrm>
          </p:grpSpPr>
          <p:sp>
            <p:nvSpPr>
              <p:cNvPr id="180347" name="Rectangle 122">
                <a:extLst>
                  <a:ext uri="{FF2B5EF4-FFF2-40B4-BE49-F238E27FC236}">
                    <a16:creationId xmlns:a16="http://schemas.microsoft.com/office/drawing/2014/main" id="{A103E2E3-1250-EACA-7571-E582327D353B}"/>
                  </a:ext>
                </a:extLst>
              </p:cNvPr>
              <p:cNvSpPr>
                <a:spLocks noChangeArrowheads="1"/>
              </p:cNvSpPr>
              <p:nvPr/>
            </p:nvSpPr>
            <p:spPr bwMode="auto">
              <a:xfrm>
                <a:off x="1928" y="3560"/>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48" name="Rectangle 123">
                <a:extLst>
                  <a:ext uri="{FF2B5EF4-FFF2-40B4-BE49-F238E27FC236}">
                    <a16:creationId xmlns:a16="http://schemas.microsoft.com/office/drawing/2014/main" id="{686FE393-950C-BF94-CF14-227D75BAA975}"/>
                  </a:ext>
                </a:extLst>
              </p:cNvPr>
              <p:cNvSpPr>
                <a:spLocks noChangeArrowheads="1"/>
              </p:cNvSpPr>
              <p:nvPr/>
            </p:nvSpPr>
            <p:spPr bwMode="auto">
              <a:xfrm>
                <a:off x="1959" y="3552"/>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80349" name="Group 127">
              <a:extLst>
                <a:ext uri="{FF2B5EF4-FFF2-40B4-BE49-F238E27FC236}">
                  <a16:creationId xmlns:a16="http://schemas.microsoft.com/office/drawing/2014/main" id="{A2E23FEF-4D46-4657-0468-B0DE47B4590B}"/>
                </a:ext>
              </a:extLst>
            </p:cNvPr>
            <p:cNvGrpSpPr>
              <a:grpSpLocks/>
            </p:cNvGrpSpPr>
            <p:nvPr/>
          </p:nvGrpSpPr>
          <p:grpSpPr bwMode="auto">
            <a:xfrm>
              <a:off x="2408" y="3552"/>
              <a:ext cx="464" cy="210"/>
              <a:chOff x="2408" y="3552"/>
              <a:chExt cx="464" cy="210"/>
            </a:xfrm>
          </p:grpSpPr>
          <p:sp>
            <p:nvSpPr>
              <p:cNvPr id="180350" name="Rectangle 125">
                <a:extLst>
                  <a:ext uri="{FF2B5EF4-FFF2-40B4-BE49-F238E27FC236}">
                    <a16:creationId xmlns:a16="http://schemas.microsoft.com/office/drawing/2014/main" id="{381DE833-9CA5-FF98-C0B2-88CBE1EDACE2}"/>
                  </a:ext>
                </a:extLst>
              </p:cNvPr>
              <p:cNvSpPr>
                <a:spLocks noChangeArrowheads="1"/>
              </p:cNvSpPr>
              <p:nvPr/>
            </p:nvSpPr>
            <p:spPr bwMode="auto">
              <a:xfrm>
                <a:off x="2408" y="3560"/>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51" name="Rectangle 126">
                <a:extLst>
                  <a:ext uri="{FF2B5EF4-FFF2-40B4-BE49-F238E27FC236}">
                    <a16:creationId xmlns:a16="http://schemas.microsoft.com/office/drawing/2014/main" id="{05B947CB-8BA9-E6B0-C5D7-5310E9BBD738}"/>
                  </a:ext>
                </a:extLst>
              </p:cNvPr>
              <p:cNvSpPr>
                <a:spLocks noChangeArrowheads="1"/>
              </p:cNvSpPr>
              <p:nvPr/>
            </p:nvSpPr>
            <p:spPr bwMode="auto">
              <a:xfrm>
                <a:off x="2439" y="3552"/>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80352" name="Group 130">
              <a:extLst>
                <a:ext uri="{FF2B5EF4-FFF2-40B4-BE49-F238E27FC236}">
                  <a16:creationId xmlns:a16="http://schemas.microsoft.com/office/drawing/2014/main" id="{845C15A5-C7B2-52CB-2FAA-E8D15E4AB649}"/>
                </a:ext>
              </a:extLst>
            </p:cNvPr>
            <p:cNvGrpSpPr>
              <a:grpSpLocks/>
            </p:cNvGrpSpPr>
            <p:nvPr/>
          </p:nvGrpSpPr>
          <p:grpSpPr bwMode="auto">
            <a:xfrm>
              <a:off x="2888" y="3552"/>
              <a:ext cx="464" cy="210"/>
              <a:chOff x="2888" y="3552"/>
              <a:chExt cx="464" cy="210"/>
            </a:xfrm>
          </p:grpSpPr>
          <p:sp>
            <p:nvSpPr>
              <p:cNvPr id="180353" name="Rectangle 128">
                <a:extLst>
                  <a:ext uri="{FF2B5EF4-FFF2-40B4-BE49-F238E27FC236}">
                    <a16:creationId xmlns:a16="http://schemas.microsoft.com/office/drawing/2014/main" id="{8C3CDE5F-EDBC-E616-2C1F-2B80EB6CC83B}"/>
                  </a:ext>
                </a:extLst>
              </p:cNvPr>
              <p:cNvSpPr>
                <a:spLocks noChangeArrowheads="1"/>
              </p:cNvSpPr>
              <p:nvPr/>
            </p:nvSpPr>
            <p:spPr bwMode="auto">
              <a:xfrm>
                <a:off x="2888" y="3560"/>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54" name="Rectangle 129">
                <a:extLst>
                  <a:ext uri="{FF2B5EF4-FFF2-40B4-BE49-F238E27FC236}">
                    <a16:creationId xmlns:a16="http://schemas.microsoft.com/office/drawing/2014/main" id="{C39BF5C8-71F8-9FE2-F468-6B05449002B3}"/>
                  </a:ext>
                </a:extLst>
              </p:cNvPr>
              <p:cNvSpPr>
                <a:spLocks noChangeArrowheads="1"/>
              </p:cNvSpPr>
              <p:nvPr/>
            </p:nvSpPr>
            <p:spPr bwMode="auto">
              <a:xfrm>
                <a:off x="2967" y="3552"/>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80355" name="Rectangle 132">
            <a:extLst>
              <a:ext uri="{FF2B5EF4-FFF2-40B4-BE49-F238E27FC236}">
                <a16:creationId xmlns:a16="http://schemas.microsoft.com/office/drawing/2014/main" id="{B5A2977C-12E2-1BB3-4C3B-E7A4E0BBB6E7}"/>
              </a:ext>
            </a:extLst>
          </p:cNvPr>
          <p:cNvSpPr>
            <a:spLocks noChangeArrowheads="1"/>
          </p:cNvSpPr>
          <p:nvPr/>
        </p:nvSpPr>
        <p:spPr bwMode="auto">
          <a:xfrm>
            <a:off x="976313" y="5738813"/>
            <a:ext cx="6445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Store</a:t>
            </a:r>
          </a:p>
        </p:txBody>
      </p:sp>
      <p:sp>
        <p:nvSpPr>
          <p:cNvPr id="180356" name="Line 133">
            <a:extLst>
              <a:ext uri="{FF2B5EF4-FFF2-40B4-BE49-F238E27FC236}">
                <a16:creationId xmlns:a16="http://schemas.microsoft.com/office/drawing/2014/main" id="{DBE4E871-99C0-C553-BB7C-31E7E87900B5}"/>
              </a:ext>
            </a:extLst>
          </p:cNvPr>
          <p:cNvSpPr>
            <a:spLocks noChangeShapeType="1"/>
          </p:cNvSpPr>
          <p:nvPr/>
        </p:nvSpPr>
        <p:spPr bwMode="auto">
          <a:xfrm flipV="1">
            <a:off x="762000" y="3497263"/>
            <a:ext cx="0" cy="939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57" name="Line 134">
            <a:extLst>
              <a:ext uri="{FF2B5EF4-FFF2-40B4-BE49-F238E27FC236}">
                <a16:creationId xmlns:a16="http://schemas.microsoft.com/office/drawing/2014/main" id="{F468956F-7C78-E1AC-200E-0A097867E046}"/>
              </a:ext>
            </a:extLst>
          </p:cNvPr>
          <p:cNvSpPr>
            <a:spLocks noChangeShapeType="1"/>
          </p:cNvSpPr>
          <p:nvPr/>
        </p:nvSpPr>
        <p:spPr bwMode="auto">
          <a:xfrm flipV="1">
            <a:off x="762000" y="4573588"/>
            <a:ext cx="0" cy="787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58" name="Line 135">
            <a:extLst>
              <a:ext uri="{FF2B5EF4-FFF2-40B4-BE49-F238E27FC236}">
                <a16:creationId xmlns:a16="http://schemas.microsoft.com/office/drawing/2014/main" id="{0E6865A2-A469-F320-CD42-0D90123D47C3}"/>
              </a:ext>
            </a:extLst>
          </p:cNvPr>
          <p:cNvSpPr>
            <a:spLocks noChangeShapeType="1"/>
          </p:cNvSpPr>
          <p:nvPr/>
        </p:nvSpPr>
        <p:spPr bwMode="auto">
          <a:xfrm flipV="1">
            <a:off x="4572000" y="4573588"/>
            <a:ext cx="0" cy="787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59" name="Line 136">
            <a:extLst>
              <a:ext uri="{FF2B5EF4-FFF2-40B4-BE49-F238E27FC236}">
                <a16:creationId xmlns:a16="http://schemas.microsoft.com/office/drawing/2014/main" id="{7B72FCC1-D613-834C-E0A4-BFB99BBB4543}"/>
              </a:ext>
            </a:extLst>
          </p:cNvPr>
          <p:cNvSpPr>
            <a:spLocks noChangeShapeType="1"/>
          </p:cNvSpPr>
          <p:nvPr/>
        </p:nvSpPr>
        <p:spPr bwMode="auto">
          <a:xfrm>
            <a:off x="393700" y="1476375"/>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60" name="Line 137">
            <a:extLst>
              <a:ext uri="{FF2B5EF4-FFF2-40B4-BE49-F238E27FC236}">
                <a16:creationId xmlns:a16="http://schemas.microsoft.com/office/drawing/2014/main" id="{5CB64021-AF6A-A2DC-25B4-6A7CE23F4029}"/>
              </a:ext>
            </a:extLst>
          </p:cNvPr>
          <p:cNvSpPr>
            <a:spLocks noChangeShapeType="1"/>
          </p:cNvSpPr>
          <p:nvPr/>
        </p:nvSpPr>
        <p:spPr bwMode="auto">
          <a:xfrm>
            <a:off x="762000" y="1489075"/>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61" name="Line 138">
            <a:extLst>
              <a:ext uri="{FF2B5EF4-FFF2-40B4-BE49-F238E27FC236}">
                <a16:creationId xmlns:a16="http://schemas.microsoft.com/office/drawing/2014/main" id="{0F34ED04-118B-AAB0-D205-E3A93C511DE5}"/>
              </a:ext>
            </a:extLst>
          </p:cNvPr>
          <p:cNvSpPr>
            <a:spLocks noChangeShapeType="1"/>
          </p:cNvSpPr>
          <p:nvPr/>
        </p:nvSpPr>
        <p:spPr bwMode="auto">
          <a:xfrm flipV="1">
            <a:off x="7620000" y="3497263"/>
            <a:ext cx="0" cy="9398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62" name="Line 139">
            <a:extLst>
              <a:ext uri="{FF2B5EF4-FFF2-40B4-BE49-F238E27FC236}">
                <a16:creationId xmlns:a16="http://schemas.microsoft.com/office/drawing/2014/main" id="{D3B68157-6324-3F2E-AF1A-64909745610B}"/>
              </a:ext>
            </a:extLst>
          </p:cNvPr>
          <p:cNvSpPr>
            <a:spLocks noChangeShapeType="1"/>
          </p:cNvSpPr>
          <p:nvPr/>
        </p:nvSpPr>
        <p:spPr bwMode="auto">
          <a:xfrm flipV="1">
            <a:off x="4572000" y="1601788"/>
            <a:ext cx="0" cy="154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63" name="Line 140">
            <a:extLst>
              <a:ext uri="{FF2B5EF4-FFF2-40B4-BE49-F238E27FC236}">
                <a16:creationId xmlns:a16="http://schemas.microsoft.com/office/drawing/2014/main" id="{AFE16D67-0631-0A14-3B54-4F859D8D9EDD}"/>
              </a:ext>
            </a:extLst>
          </p:cNvPr>
          <p:cNvSpPr>
            <a:spLocks noChangeShapeType="1"/>
          </p:cNvSpPr>
          <p:nvPr/>
        </p:nvSpPr>
        <p:spPr bwMode="auto">
          <a:xfrm>
            <a:off x="4572000" y="1489075"/>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64" name="Line 141">
            <a:extLst>
              <a:ext uri="{FF2B5EF4-FFF2-40B4-BE49-F238E27FC236}">
                <a16:creationId xmlns:a16="http://schemas.microsoft.com/office/drawing/2014/main" id="{505D5454-A3ED-D056-92E4-A0318D5BDF84}"/>
              </a:ext>
            </a:extLst>
          </p:cNvPr>
          <p:cNvSpPr>
            <a:spLocks noChangeShapeType="1"/>
          </p:cNvSpPr>
          <p:nvPr/>
        </p:nvSpPr>
        <p:spPr bwMode="auto">
          <a:xfrm flipV="1">
            <a:off x="8382000" y="1601788"/>
            <a:ext cx="0" cy="15494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65" name="Line 142">
            <a:extLst>
              <a:ext uri="{FF2B5EF4-FFF2-40B4-BE49-F238E27FC236}">
                <a16:creationId xmlns:a16="http://schemas.microsoft.com/office/drawing/2014/main" id="{16FC80EC-0C9A-A726-D3DB-D97E1638938F}"/>
              </a:ext>
            </a:extLst>
          </p:cNvPr>
          <p:cNvSpPr>
            <a:spLocks noChangeShapeType="1"/>
          </p:cNvSpPr>
          <p:nvPr/>
        </p:nvSpPr>
        <p:spPr bwMode="auto">
          <a:xfrm>
            <a:off x="8382000" y="1489075"/>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66" name="Line 143">
            <a:extLst>
              <a:ext uri="{FF2B5EF4-FFF2-40B4-BE49-F238E27FC236}">
                <a16:creationId xmlns:a16="http://schemas.microsoft.com/office/drawing/2014/main" id="{89F6E38C-D249-439C-4D51-CC9C4524FEE2}"/>
              </a:ext>
            </a:extLst>
          </p:cNvPr>
          <p:cNvSpPr>
            <a:spLocks noChangeShapeType="1"/>
          </p:cNvSpPr>
          <p:nvPr/>
        </p:nvSpPr>
        <p:spPr bwMode="auto">
          <a:xfrm>
            <a:off x="774700" y="1704975"/>
            <a:ext cx="1879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67" name="Line 144">
            <a:extLst>
              <a:ext uri="{FF2B5EF4-FFF2-40B4-BE49-F238E27FC236}">
                <a16:creationId xmlns:a16="http://schemas.microsoft.com/office/drawing/2014/main" id="{F1D4757D-55C9-17CC-B4FB-9708CA9D72A3}"/>
              </a:ext>
            </a:extLst>
          </p:cNvPr>
          <p:cNvSpPr>
            <a:spLocks noChangeShapeType="1"/>
          </p:cNvSpPr>
          <p:nvPr/>
        </p:nvSpPr>
        <p:spPr bwMode="auto">
          <a:xfrm>
            <a:off x="2679700" y="1476375"/>
            <a:ext cx="1879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68" name="Line 145">
            <a:extLst>
              <a:ext uri="{FF2B5EF4-FFF2-40B4-BE49-F238E27FC236}">
                <a16:creationId xmlns:a16="http://schemas.microsoft.com/office/drawing/2014/main" id="{378F4CBB-0512-0906-9828-7792E75C81AC}"/>
              </a:ext>
            </a:extLst>
          </p:cNvPr>
          <p:cNvSpPr>
            <a:spLocks noChangeShapeType="1"/>
          </p:cNvSpPr>
          <p:nvPr/>
        </p:nvSpPr>
        <p:spPr bwMode="auto">
          <a:xfrm>
            <a:off x="2667000" y="1489075"/>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69" name="Line 146">
            <a:extLst>
              <a:ext uri="{FF2B5EF4-FFF2-40B4-BE49-F238E27FC236}">
                <a16:creationId xmlns:a16="http://schemas.microsoft.com/office/drawing/2014/main" id="{44C721C4-B0C6-9FE4-6B88-2428DB16FB38}"/>
              </a:ext>
            </a:extLst>
          </p:cNvPr>
          <p:cNvSpPr>
            <a:spLocks noChangeShapeType="1"/>
          </p:cNvSpPr>
          <p:nvPr/>
        </p:nvSpPr>
        <p:spPr bwMode="auto">
          <a:xfrm>
            <a:off x="4584700" y="1704975"/>
            <a:ext cx="1879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70" name="Line 147">
            <a:extLst>
              <a:ext uri="{FF2B5EF4-FFF2-40B4-BE49-F238E27FC236}">
                <a16:creationId xmlns:a16="http://schemas.microsoft.com/office/drawing/2014/main" id="{24D498E9-FA56-7F92-71F2-95BFEF6B8E5D}"/>
              </a:ext>
            </a:extLst>
          </p:cNvPr>
          <p:cNvSpPr>
            <a:spLocks noChangeShapeType="1"/>
          </p:cNvSpPr>
          <p:nvPr/>
        </p:nvSpPr>
        <p:spPr bwMode="auto">
          <a:xfrm>
            <a:off x="6489700" y="1476375"/>
            <a:ext cx="1879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71" name="Line 148">
            <a:extLst>
              <a:ext uri="{FF2B5EF4-FFF2-40B4-BE49-F238E27FC236}">
                <a16:creationId xmlns:a16="http://schemas.microsoft.com/office/drawing/2014/main" id="{DE9BFF3D-7703-1A9B-99B9-DA18265A83CD}"/>
              </a:ext>
            </a:extLst>
          </p:cNvPr>
          <p:cNvSpPr>
            <a:spLocks noChangeShapeType="1"/>
          </p:cNvSpPr>
          <p:nvPr/>
        </p:nvSpPr>
        <p:spPr bwMode="auto">
          <a:xfrm>
            <a:off x="6477000" y="1489075"/>
            <a:ext cx="0"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72" name="Line 149">
            <a:extLst>
              <a:ext uri="{FF2B5EF4-FFF2-40B4-BE49-F238E27FC236}">
                <a16:creationId xmlns:a16="http://schemas.microsoft.com/office/drawing/2014/main" id="{FA8E272B-175A-7DAE-0CD7-F09697EEBDC1}"/>
              </a:ext>
            </a:extLst>
          </p:cNvPr>
          <p:cNvSpPr>
            <a:spLocks noChangeShapeType="1"/>
          </p:cNvSpPr>
          <p:nvPr/>
        </p:nvSpPr>
        <p:spPr bwMode="auto">
          <a:xfrm>
            <a:off x="8394700" y="1704975"/>
            <a:ext cx="355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73" name="Rectangle 150">
            <a:extLst>
              <a:ext uri="{FF2B5EF4-FFF2-40B4-BE49-F238E27FC236}">
                <a16:creationId xmlns:a16="http://schemas.microsoft.com/office/drawing/2014/main" id="{FDAAC53C-11D8-EE42-CBF9-D91B8BF818C8}"/>
              </a:ext>
            </a:extLst>
          </p:cNvPr>
          <p:cNvSpPr>
            <a:spLocks noChangeArrowheads="1"/>
          </p:cNvSpPr>
          <p:nvPr/>
        </p:nvSpPr>
        <p:spPr bwMode="auto">
          <a:xfrm>
            <a:off x="290513" y="1476375"/>
            <a:ext cx="4968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Clk</a:t>
            </a:r>
          </a:p>
        </p:txBody>
      </p:sp>
      <p:sp>
        <p:nvSpPr>
          <p:cNvPr id="180374" name="Rectangle 151">
            <a:extLst>
              <a:ext uri="{FF2B5EF4-FFF2-40B4-BE49-F238E27FC236}">
                <a16:creationId xmlns:a16="http://schemas.microsoft.com/office/drawing/2014/main" id="{60FA6E4B-BAE8-208D-14F6-B6165DEA9BA5}"/>
              </a:ext>
            </a:extLst>
          </p:cNvPr>
          <p:cNvSpPr>
            <a:spLocks noChangeArrowheads="1"/>
          </p:cNvSpPr>
          <p:nvPr/>
        </p:nvSpPr>
        <p:spPr bwMode="auto">
          <a:xfrm>
            <a:off x="290513" y="1857375"/>
            <a:ext cx="27606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solidFill>
                  <a:srgbClr val="CC0000"/>
                </a:solidFill>
                <a:ea typeface="宋体" panose="02010600030101010101" pitchFamily="2" charset="-122"/>
              </a:rPr>
              <a:t>Single Cycle Implementation:</a:t>
            </a:r>
          </a:p>
        </p:txBody>
      </p:sp>
      <p:sp>
        <p:nvSpPr>
          <p:cNvPr id="180375" name="Rectangle 152">
            <a:extLst>
              <a:ext uri="{FF2B5EF4-FFF2-40B4-BE49-F238E27FC236}">
                <a16:creationId xmlns:a16="http://schemas.microsoft.com/office/drawing/2014/main" id="{F61826A5-574D-C60E-18A3-2FAEFA449C75}"/>
              </a:ext>
            </a:extLst>
          </p:cNvPr>
          <p:cNvSpPr>
            <a:spLocks noChangeArrowheads="1"/>
          </p:cNvSpPr>
          <p:nvPr/>
        </p:nvSpPr>
        <p:spPr bwMode="auto">
          <a:xfrm>
            <a:off x="774700" y="2251075"/>
            <a:ext cx="3784600" cy="279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76" name="Rectangle 153">
            <a:extLst>
              <a:ext uri="{FF2B5EF4-FFF2-40B4-BE49-F238E27FC236}">
                <a16:creationId xmlns:a16="http://schemas.microsoft.com/office/drawing/2014/main" id="{48F67E15-82D1-9230-FFB5-03A5C512D0D1}"/>
              </a:ext>
            </a:extLst>
          </p:cNvPr>
          <p:cNvSpPr>
            <a:spLocks noChangeArrowheads="1"/>
          </p:cNvSpPr>
          <p:nvPr/>
        </p:nvSpPr>
        <p:spPr bwMode="auto">
          <a:xfrm>
            <a:off x="4584700" y="2251075"/>
            <a:ext cx="3784600" cy="279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77" name="Rectangle 154">
            <a:extLst>
              <a:ext uri="{FF2B5EF4-FFF2-40B4-BE49-F238E27FC236}">
                <a16:creationId xmlns:a16="http://schemas.microsoft.com/office/drawing/2014/main" id="{CFBAE65C-A607-A149-BA5E-3B3F3A68F4F1}"/>
              </a:ext>
            </a:extLst>
          </p:cNvPr>
          <p:cNvSpPr>
            <a:spLocks noChangeArrowheads="1"/>
          </p:cNvSpPr>
          <p:nvPr/>
        </p:nvSpPr>
        <p:spPr bwMode="auto">
          <a:xfrm>
            <a:off x="2119313" y="2238375"/>
            <a:ext cx="6318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Load</a:t>
            </a:r>
          </a:p>
        </p:txBody>
      </p:sp>
      <p:sp>
        <p:nvSpPr>
          <p:cNvPr id="180378" name="Rectangle 155">
            <a:extLst>
              <a:ext uri="{FF2B5EF4-FFF2-40B4-BE49-F238E27FC236}">
                <a16:creationId xmlns:a16="http://schemas.microsoft.com/office/drawing/2014/main" id="{4518FB33-73A8-BFE5-A538-B036EF40C597}"/>
              </a:ext>
            </a:extLst>
          </p:cNvPr>
          <p:cNvSpPr>
            <a:spLocks noChangeArrowheads="1"/>
          </p:cNvSpPr>
          <p:nvPr/>
        </p:nvSpPr>
        <p:spPr bwMode="auto">
          <a:xfrm>
            <a:off x="5929313" y="2238375"/>
            <a:ext cx="6445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Store</a:t>
            </a:r>
          </a:p>
        </p:txBody>
      </p:sp>
      <p:sp>
        <p:nvSpPr>
          <p:cNvPr id="180379" name="Line 156">
            <a:extLst>
              <a:ext uri="{FF2B5EF4-FFF2-40B4-BE49-F238E27FC236}">
                <a16:creationId xmlns:a16="http://schemas.microsoft.com/office/drawing/2014/main" id="{CE5C7699-A3D7-0059-9768-01A514542640}"/>
              </a:ext>
            </a:extLst>
          </p:cNvPr>
          <p:cNvSpPr>
            <a:spLocks noChangeShapeType="1"/>
          </p:cNvSpPr>
          <p:nvPr/>
        </p:nvSpPr>
        <p:spPr bwMode="auto">
          <a:xfrm flipV="1">
            <a:off x="7620000" y="2225675"/>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380" name="Rectangle 157">
            <a:extLst>
              <a:ext uri="{FF2B5EF4-FFF2-40B4-BE49-F238E27FC236}">
                <a16:creationId xmlns:a16="http://schemas.microsoft.com/office/drawing/2014/main" id="{8CE298C4-9595-DFA0-ACFF-B6DD2BFEED03}"/>
              </a:ext>
            </a:extLst>
          </p:cNvPr>
          <p:cNvSpPr>
            <a:spLocks noChangeArrowheads="1"/>
          </p:cNvSpPr>
          <p:nvPr/>
        </p:nvSpPr>
        <p:spPr bwMode="auto">
          <a:xfrm>
            <a:off x="7605713" y="2238375"/>
            <a:ext cx="7239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solidFill>
                  <a:schemeClr val="accent2"/>
                </a:solidFill>
                <a:ea typeface="宋体" panose="02010600030101010101" pitchFamily="2" charset="-122"/>
              </a:rPr>
              <a:t>Waste</a:t>
            </a:r>
          </a:p>
        </p:txBody>
      </p:sp>
      <p:grpSp>
        <p:nvGrpSpPr>
          <p:cNvPr id="180381" name="Group 160">
            <a:extLst>
              <a:ext uri="{FF2B5EF4-FFF2-40B4-BE49-F238E27FC236}">
                <a16:creationId xmlns:a16="http://schemas.microsoft.com/office/drawing/2014/main" id="{2EB9F4E5-30C1-DEA7-E3F6-EC331EA8438C}"/>
              </a:ext>
            </a:extLst>
          </p:cNvPr>
          <p:cNvGrpSpPr>
            <a:grpSpLocks/>
          </p:cNvGrpSpPr>
          <p:nvPr/>
        </p:nvGrpSpPr>
        <p:grpSpPr bwMode="auto">
          <a:xfrm>
            <a:off x="7632700" y="4424363"/>
            <a:ext cx="739775" cy="333375"/>
            <a:chOff x="4808" y="2544"/>
            <a:chExt cx="466" cy="210"/>
          </a:xfrm>
        </p:grpSpPr>
        <p:sp>
          <p:nvSpPr>
            <p:cNvPr id="180382" name="Rectangle 158">
              <a:extLst>
                <a:ext uri="{FF2B5EF4-FFF2-40B4-BE49-F238E27FC236}">
                  <a16:creationId xmlns:a16="http://schemas.microsoft.com/office/drawing/2014/main" id="{4823B391-C29D-F47D-5353-460D33656FD3}"/>
                </a:ext>
              </a:extLst>
            </p:cNvPr>
            <p:cNvSpPr>
              <a:spLocks noChangeArrowheads="1"/>
            </p:cNvSpPr>
            <p:nvPr/>
          </p:nvSpPr>
          <p:spPr bwMode="auto">
            <a:xfrm>
              <a:off x="4808" y="255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83" name="Rectangle 159">
              <a:extLst>
                <a:ext uri="{FF2B5EF4-FFF2-40B4-BE49-F238E27FC236}">
                  <a16:creationId xmlns:a16="http://schemas.microsoft.com/office/drawing/2014/main" id="{960A3023-ACF0-B35D-8DE1-0809DEF3EB1F}"/>
                </a:ext>
              </a:extLst>
            </p:cNvPr>
            <p:cNvSpPr>
              <a:spLocks noChangeArrowheads="1"/>
            </p:cNvSpPr>
            <p:nvPr/>
          </p:nvSpPr>
          <p:spPr bwMode="auto">
            <a:xfrm>
              <a:off x="4839" y="2544"/>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sp>
        <p:nvSpPr>
          <p:cNvPr id="180384" name="Rectangle 161">
            <a:extLst>
              <a:ext uri="{FF2B5EF4-FFF2-40B4-BE49-F238E27FC236}">
                <a16:creationId xmlns:a16="http://schemas.microsoft.com/office/drawing/2014/main" id="{F64F7389-314A-26D8-BD84-588D2C7D4B0C}"/>
              </a:ext>
            </a:extLst>
          </p:cNvPr>
          <p:cNvSpPr>
            <a:spLocks noChangeArrowheads="1"/>
          </p:cNvSpPr>
          <p:nvPr/>
        </p:nvSpPr>
        <p:spPr bwMode="auto">
          <a:xfrm>
            <a:off x="7605713" y="4119563"/>
            <a:ext cx="768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R-type</a:t>
            </a:r>
          </a:p>
        </p:txBody>
      </p:sp>
      <p:grpSp>
        <p:nvGrpSpPr>
          <p:cNvPr id="180385" name="Group 177">
            <a:extLst>
              <a:ext uri="{FF2B5EF4-FFF2-40B4-BE49-F238E27FC236}">
                <a16:creationId xmlns:a16="http://schemas.microsoft.com/office/drawing/2014/main" id="{AE5D1DD3-0089-58D1-F022-02A093DB6A30}"/>
              </a:ext>
            </a:extLst>
          </p:cNvPr>
          <p:cNvGrpSpPr>
            <a:grpSpLocks/>
          </p:cNvGrpSpPr>
          <p:nvPr/>
        </p:nvGrpSpPr>
        <p:grpSpPr bwMode="auto">
          <a:xfrm>
            <a:off x="2374900" y="6196013"/>
            <a:ext cx="3784600" cy="333375"/>
            <a:chOff x="1496" y="3840"/>
            <a:chExt cx="2384" cy="210"/>
          </a:xfrm>
        </p:grpSpPr>
        <p:grpSp>
          <p:nvGrpSpPr>
            <p:cNvPr id="180386" name="Group 164">
              <a:extLst>
                <a:ext uri="{FF2B5EF4-FFF2-40B4-BE49-F238E27FC236}">
                  <a16:creationId xmlns:a16="http://schemas.microsoft.com/office/drawing/2014/main" id="{43AAEFB4-0EC3-ABBE-0A1A-8181933162FD}"/>
                </a:ext>
              </a:extLst>
            </p:cNvPr>
            <p:cNvGrpSpPr>
              <a:grpSpLocks/>
            </p:cNvGrpSpPr>
            <p:nvPr/>
          </p:nvGrpSpPr>
          <p:grpSpPr bwMode="auto">
            <a:xfrm>
              <a:off x="1496" y="3840"/>
              <a:ext cx="466" cy="210"/>
              <a:chOff x="1496" y="3840"/>
              <a:chExt cx="466" cy="210"/>
            </a:xfrm>
          </p:grpSpPr>
          <p:sp>
            <p:nvSpPr>
              <p:cNvPr id="180387" name="Rectangle 162">
                <a:extLst>
                  <a:ext uri="{FF2B5EF4-FFF2-40B4-BE49-F238E27FC236}">
                    <a16:creationId xmlns:a16="http://schemas.microsoft.com/office/drawing/2014/main" id="{D5D377CB-F2B8-D0AE-C066-58DD438CD3FE}"/>
                  </a:ext>
                </a:extLst>
              </p:cNvPr>
              <p:cNvSpPr>
                <a:spLocks noChangeArrowheads="1"/>
              </p:cNvSpPr>
              <p:nvPr/>
            </p:nvSpPr>
            <p:spPr bwMode="auto">
              <a:xfrm>
                <a:off x="1496" y="3848"/>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88" name="Rectangle 163">
                <a:extLst>
                  <a:ext uri="{FF2B5EF4-FFF2-40B4-BE49-F238E27FC236}">
                    <a16:creationId xmlns:a16="http://schemas.microsoft.com/office/drawing/2014/main" id="{109A48EF-65CF-1F11-511B-B8898CBF4223}"/>
                  </a:ext>
                </a:extLst>
              </p:cNvPr>
              <p:cNvSpPr>
                <a:spLocks noChangeArrowheads="1"/>
              </p:cNvSpPr>
              <p:nvPr/>
            </p:nvSpPr>
            <p:spPr bwMode="auto">
              <a:xfrm>
                <a:off x="1527" y="3840"/>
                <a:ext cx="43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Ifetch</a:t>
                </a:r>
              </a:p>
            </p:txBody>
          </p:sp>
        </p:grpSp>
        <p:grpSp>
          <p:nvGrpSpPr>
            <p:cNvPr id="180389" name="Group 167">
              <a:extLst>
                <a:ext uri="{FF2B5EF4-FFF2-40B4-BE49-F238E27FC236}">
                  <a16:creationId xmlns:a16="http://schemas.microsoft.com/office/drawing/2014/main" id="{5AD953C5-2495-DC65-6696-40B3D637C58A}"/>
                </a:ext>
              </a:extLst>
            </p:cNvPr>
            <p:cNvGrpSpPr>
              <a:grpSpLocks/>
            </p:cNvGrpSpPr>
            <p:nvPr/>
          </p:nvGrpSpPr>
          <p:grpSpPr bwMode="auto">
            <a:xfrm>
              <a:off x="1976" y="3840"/>
              <a:ext cx="464" cy="210"/>
              <a:chOff x="1976" y="3840"/>
              <a:chExt cx="464" cy="210"/>
            </a:xfrm>
          </p:grpSpPr>
          <p:sp>
            <p:nvSpPr>
              <p:cNvPr id="180390" name="Rectangle 165">
                <a:extLst>
                  <a:ext uri="{FF2B5EF4-FFF2-40B4-BE49-F238E27FC236}">
                    <a16:creationId xmlns:a16="http://schemas.microsoft.com/office/drawing/2014/main" id="{67EC7FE3-DE13-74D6-5E78-F395C83FB086}"/>
                  </a:ext>
                </a:extLst>
              </p:cNvPr>
              <p:cNvSpPr>
                <a:spLocks noChangeArrowheads="1"/>
              </p:cNvSpPr>
              <p:nvPr/>
            </p:nvSpPr>
            <p:spPr bwMode="auto">
              <a:xfrm>
                <a:off x="1976" y="3848"/>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91" name="Rectangle 166">
                <a:extLst>
                  <a:ext uri="{FF2B5EF4-FFF2-40B4-BE49-F238E27FC236}">
                    <a16:creationId xmlns:a16="http://schemas.microsoft.com/office/drawing/2014/main" id="{FD61CBB4-36BB-C503-C0B4-2A4D931B7F8C}"/>
                  </a:ext>
                </a:extLst>
              </p:cNvPr>
              <p:cNvSpPr>
                <a:spLocks noChangeArrowheads="1"/>
              </p:cNvSpPr>
              <p:nvPr/>
            </p:nvSpPr>
            <p:spPr bwMode="auto">
              <a:xfrm>
                <a:off x="2055" y="3840"/>
                <a:ext cx="32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Reg</a:t>
                </a:r>
              </a:p>
            </p:txBody>
          </p:sp>
        </p:grpSp>
        <p:grpSp>
          <p:nvGrpSpPr>
            <p:cNvPr id="180392" name="Group 170">
              <a:extLst>
                <a:ext uri="{FF2B5EF4-FFF2-40B4-BE49-F238E27FC236}">
                  <a16:creationId xmlns:a16="http://schemas.microsoft.com/office/drawing/2014/main" id="{A6A16837-ED2A-1258-9F10-5A9D9010A7C9}"/>
                </a:ext>
              </a:extLst>
            </p:cNvPr>
            <p:cNvGrpSpPr>
              <a:grpSpLocks/>
            </p:cNvGrpSpPr>
            <p:nvPr/>
          </p:nvGrpSpPr>
          <p:grpSpPr bwMode="auto">
            <a:xfrm>
              <a:off x="2456" y="3840"/>
              <a:ext cx="464" cy="210"/>
              <a:chOff x="2456" y="3840"/>
              <a:chExt cx="464" cy="210"/>
            </a:xfrm>
          </p:grpSpPr>
          <p:sp>
            <p:nvSpPr>
              <p:cNvPr id="180393" name="Rectangle 168">
                <a:extLst>
                  <a:ext uri="{FF2B5EF4-FFF2-40B4-BE49-F238E27FC236}">
                    <a16:creationId xmlns:a16="http://schemas.microsoft.com/office/drawing/2014/main" id="{BAA078AB-2277-52FA-DC23-C5C3E7AB83FB}"/>
                  </a:ext>
                </a:extLst>
              </p:cNvPr>
              <p:cNvSpPr>
                <a:spLocks noChangeArrowheads="1"/>
              </p:cNvSpPr>
              <p:nvPr/>
            </p:nvSpPr>
            <p:spPr bwMode="auto">
              <a:xfrm>
                <a:off x="2456" y="3848"/>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94" name="Rectangle 169">
                <a:extLst>
                  <a:ext uri="{FF2B5EF4-FFF2-40B4-BE49-F238E27FC236}">
                    <a16:creationId xmlns:a16="http://schemas.microsoft.com/office/drawing/2014/main" id="{5A10E4FD-284C-0F90-9058-83E0C61BC3D1}"/>
                  </a:ext>
                </a:extLst>
              </p:cNvPr>
              <p:cNvSpPr>
                <a:spLocks noChangeArrowheads="1"/>
              </p:cNvSpPr>
              <p:nvPr/>
            </p:nvSpPr>
            <p:spPr bwMode="auto">
              <a:xfrm>
                <a:off x="2487" y="3840"/>
                <a:ext cx="3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Exec</a:t>
                </a:r>
              </a:p>
            </p:txBody>
          </p:sp>
        </p:grpSp>
        <p:grpSp>
          <p:nvGrpSpPr>
            <p:cNvPr id="180395" name="Group 173">
              <a:extLst>
                <a:ext uri="{FF2B5EF4-FFF2-40B4-BE49-F238E27FC236}">
                  <a16:creationId xmlns:a16="http://schemas.microsoft.com/office/drawing/2014/main" id="{4BE775F9-5429-7EEF-D6E3-517AA0A2C251}"/>
                </a:ext>
              </a:extLst>
            </p:cNvPr>
            <p:cNvGrpSpPr>
              <a:grpSpLocks/>
            </p:cNvGrpSpPr>
            <p:nvPr/>
          </p:nvGrpSpPr>
          <p:grpSpPr bwMode="auto">
            <a:xfrm>
              <a:off x="2936" y="3840"/>
              <a:ext cx="464" cy="210"/>
              <a:chOff x="2936" y="3840"/>
              <a:chExt cx="464" cy="210"/>
            </a:xfrm>
          </p:grpSpPr>
          <p:sp>
            <p:nvSpPr>
              <p:cNvPr id="180396" name="Rectangle 171">
                <a:extLst>
                  <a:ext uri="{FF2B5EF4-FFF2-40B4-BE49-F238E27FC236}">
                    <a16:creationId xmlns:a16="http://schemas.microsoft.com/office/drawing/2014/main" id="{B7C568D3-1C10-DCA1-B26C-A994426EE320}"/>
                  </a:ext>
                </a:extLst>
              </p:cNvPr>
              <p:cNvSpPr>
                <a:spLocks noChangeArrowheads="1"/>
              </p:cNvSpPr>
              <p:nvPr/>
            </p:nvSpPr>
            <p:spPr bwMode="auto">
              <a:xfrm>
                <a:off x="2936" y="3848"/>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397" name="Rectangle 172">
                <a:extLst>
                  <a:ext uri="{FF2B5EF4-FFF2-40B4-BE49-F238E27FC236}">
                    <a16:creationId xmlns:a16="http://schemas.microsoft.com/office/drawing/2014/main" id="{6C8A89FF-E2AC-6322-A694-33EEBD9A6F0B}"/>
                  </a:ext>
                </a:extLst>
              </p:cNvPr>
              <p:cNvSpPr>
                <a:spLocks noChangeArrowheads="1"/>
              </p:cNvSpPr>
              <p:nvPr/>
            </p:nvSpPr>
            <p:spPr bwMode="auto">
              <a:xfrm>
                <a:off x="2967" y="3840"/>
                <a:ext cx="3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Mem</a:t>
                </a:r>
              </a:p>
            </p:txBody>
          </p:sp>
        </p:grpSp>
        <p:grpSp>
          <p:nvGrpSpPr>
            <p:cNvPr id="180398" name="Group 176">
              <a:extLst>
                <a:ext uri="{FF2B5EF4-FFF2-40B4-BE49-F238E27FC236}">
                  <a16:creationId xmlns:a16="http://schemas.microsoft.com/office/drawing/2014/main" id="{5007BA1B-7A01-9ADC-1F01-6BF4322DA451}"/>
                </a:ext>
              </a:extLst>
            </p:cNvPr>
            <p:cNvGrpSpPr>
              <a:grpSpLocks/>
            </p:cNvGrpSpPr>
            <p:nvPr/>
          </p:nvGrpSpPr>
          <p:grpSpPr bwMode="auto">
            <a:xfrm>
              <a:off x="3416" y="3840"/>
              <a:ext cx="464" cy="210"/>
              <a:chOff x="3416" y="3840"/>
              <a:chExt cx="464" cy="210"/>
            </a:xfrm>
          </p:grpSpPr>
          <p:sp>
            <p:nvSpPr>
              <p:cNvPr id="180399" name="Rectangle 174">
                <a:extLst>
                  <a:ext uri="{FF2B5EF4-FFF2-40B4-BE49-F238E27FC236}">
                    <a16:creationId xmlns:a16="http://schemas.microsoft.com/office/drawing/2014/main" id="{D8D9FBA2-127A-C528-D332-4B3972CAA0A3}"/>
                  </a:ext>
                </a:extLst>
              </p:cNvPr>
              <p:cNvSpPr>
                <a:spLocks noChangeArrowheads="1"/>
              </p:cNvSpPr>
              <p:nvPr/>
            </p:nvSpPr>
            <p:spPr bwMode="auto">
              <a:xfrm>
                <a:off x="3416" y="3848"/>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80400" name="Rectangle 175">
                <a:extLst>
                  <a:ext uri="{FF2B5EF4-FFF2-40B4-BE49-F238E27FC236}">
                    <a16:creationId xmlns:a16="http://schemas.microsoft.com/office/drawing/2014/main" id="{708B4C10-7295-D10D-9A10-F7AE0D0BCBD6}"/>
                  </a:ext>
                </a:extLst>
              </p:cNvPr>
              <p:cNvSpPr>
                <a:spLocks noChangeArrowheads="1"/>
              </p:cNvSpPr>
              <p:nvPr/>
            </p:nvSpPr>
            <p:spPr bwMode="auto">
              <a:xfrm>
                <a:off x="3495" y="3840"/>
                <a:ext cx="2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Wr</a:t>
                </a:r>
              </a:p>
            </p:txBody>
          </p:sp>
        </p:grpSp>
      </p:grpSp>
      <p:sp>
        <p:nvSpPr>
          <p:cNvPr id="180401" name="Rectangle 178">
            <a:extLst>
              <a:ext uri="{FF2B5EF4-FFF2-40B4-BE49-F238E27FC236}">
                <a16:creationId xmlns:a16="http://schemas.microsoft.com/office/drawing/2014/main" id="{25FF8D70-9F66-1D45-ECB3-EF399BC64AF5}"/>
              </a:ext>
            </a:extLst>
          </p:cNvPr>
          <p:cNvSpPr>
            <a:spLocks noChangeArrowheads="1"/>
          </p:cNvSpPr>
          <p:nvPr/>
        </p:nvSpPr>
        <p:spPr bwMode="auto">
          <a:xfrm>
            <a:off x="1662113" y="6196013"/>
            <a:ext cx="7683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R-type</a:t>
            </a:r>
          </a:p>
        </p:txBody>
      </p:sp>
      <p:sp>
        <p:nvSpPr>
          <p:cNvPr id="180402" name="Line 179">
            <a:extLst>
              <a:ext uri="{FF2B5EF4-FFF2-40B4-BE49-F238E27FC236}">
                <a16:creationId xmlns:a16="http://schemas.microsoft.com/office/drawing/2014/main" id="{AB9F66F0-8C3B-A34E-8516-82585E0F20D2}"/>
              </a:ext>
            </a:extLst>
          </p:cNvPr>
          <p:cNvSpPr>
            <a:spLocks noChangeShapeType="1"/>
          </p:cNvSpPr>
          <p:nvPr/>
        </p:nvSpPr>
        <p:spPr bwMode="auto">
          <a:xfrm flipV="1">
            <a:off x="762000" y="1158875"/>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403" name="Rectangle 180">
            <a:extLst>
              <a:ext uri="{FF2B5EF4-FFF2-40B4-BE49-F238E27FC236}">
                <a16:creationId xmlns:a16="http://schemas.microsoft.com/office/drawing/2014/main" id="{55B8F02B-331C-C9D2-8060-A57B0EB1F3AA}"/>
              </a:ext>
            </a:extLst>
          </p:cNvPr>
          <p:cNvSpPr>
            <a:spLocks noChangeArrowheads="1"/>
          </p:cNvSpPr>
          <p:nvPr/>
        </p:nvSpPr>
        <p:spPr bwMode="auto">
          <a:xfrm>
            <a:off x="2271713" y="1171575"/>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1</a:t>
            </a:r>
          </a:p>
        </p:txBody>
      </p:sp>
      <p:sp>
        <p:nvSpPr>
          <p:cNvPr id="180404" name="Line 181">
            <a:extLst>
              <a:ext uri="{FF2B5EF4-FFF2-40B4-BE49-F238E27FC236}">
                <a16:creationId xmlns:a16="http://schemas.microsoft.com/office/drawing/2014/main" id="{0CFC1DD3-15DB-2DAC-C555-20D451D11786}"/>
              </a:ext>
            </a:extLst>
          </p:cNvPr>
          <p:cNvSpPr>
            <a:spLocks noChangeShapeType="1"/>
          </p:cNvSpPr>
          <p:nvPr/>
        </p:nvSpPr>
        <p:spPr bwMode="auto">
          <a:xfrm flipV="1">
            <a:off x="4572000" y="1158875"/>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405" name="Line 182">
            <a:extLst>
              <a:ext uri="{FF2B5EF4-FFF2-40B4-BE49-F238E27FC236}">
                <a16:creationId xmlns:a16="http://schemas.microsoft.com/office/drawing/2014/main" id="{A4F4D1E7-9492-BB48-4A78-8EADF7AF4B81}"/>
              </a:ext>
            </a:extLst>
          </p:cNvPr>
          <p:cNvSpPr>
            <a:spLocks noChangeShapeType="1"/>
          </p:cNvSpPr>
          <p:nvPr/>
        </p:nvSpPr>
        <p:spPr bwMode="auto">
          <a:xfrm flipV="1">
            <a:off x="8382000" y="1158875"/>
            <a:ext cx="0" cy="330200"/>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406" name="Rectangle 183">
            <a:extLst>
              <a:ext uri="{FF2B5EF4-FFF2-40B4-BE49-F238E27FC236}">
                <a16:creationId xmlns:a16="http://schemas.microsoft.com/office/drawing/2014/main" id="{F8C51FA0-31F6-8905-6FB7-08F4DF53C3AA}"/>
              </a:ext>
            </a:extLst>
          </p:cNvPr>
          <p:cNvSpPr>
            <a:spLocks noChangeArrowheads="1"/>
          </p:cNvSpPr>
          <p:nvPr/>
        </p:nvSpPr>
        <p:spPr bwMode="auto">
          <a:xfrm>
            <a:off x="6081713" y="1171575"/>
            <a:ext cx="8191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altLang="zh-CN">
                <a:ea typeface="宋体" panose="02010600030101010101" pitchFamily="2" charset="-122"/>
              </a:rPr>
              <a:t>Cycle 2</a:t>
            </a:r>
          </a:p>
        </p:txBody>
      </p:sp>
      <p:sp>
        <p:nvSpPr>
          <p:cNvPr id="180407" name="Line 184">
            <a:extLst>
              <a:ext uri="{FF2B5EF4-FFF2-40B4-BE49-F238E27FC236}">
                <a16:creationId xmlns:a16="http://schemas.microsoft.com/office/drawing/2014/main" id="{9C9EC632-E579-7DF4-2EB3-994C6E4EDF7B}"/>
              </a:ext>
            </a:extLst>
          </p:cNvPr>
          <p:cNvSpPr>
            <a:spLocks noChangeShapeType="1"/>
          </p:cNvSpPr>
          <p:nvPr/>
        </p:nvSpPr>
        <p:spPr bwMode="auto">
          <a:xfrm>
            <a:off x="774700" y="1323975"/>
            <a:ext cx="14224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0408" name="Line 185">
            <a:extLst>
              <a:ext uri="{FF2B5EF4-FFF2-40B4-BE49-F238E27FC236}">
                <a16:creationId xmlns:a16="http://schemas.microsoft.com/office/drawing/2014/main" id="{FE248AB0-F2E5-EAB2-4E68-18D8F7805BB0}"/>
              </a:ext>
            </a:extLst>
          </p:cNvPr>
          <p:cNvSpPr>
            <a:spLocks noChangeShapeType="1"/>
          </p:cNvSpPr>
          <p:nvPr/>
        </p:nvSpPr>
        <p:spPr bwMode="auto">
          <a:xfrm>
            <a:off x="4584700" y="1323975"/>
            <a:ext cx="14224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0409" name="Line 186">
            <a:extLst>
              <a:ext uri="{FF2B5EF4-FFF2-40B4-BE49-F238E27FC236}">
                <a16:creationId xmlns:a16="http://schemas.microsoft.com/office/drawing/2014/main" id="{23A50DCA-24A9-C673-6440-AF03B59675AB}"/>
              </a:ext>
            </a:extLst>
          </p:cNvPr>
          <p:cNvSpPr>
            <a:spLocks noChangeShapeType="1"/>
          </p:cNvSpPr>
          <p:nvPr/>
        </p:nvSpPr>
        <p:spPr bwMode="auto">
          <a:xfrm flipH="1">
            <a:off x="6845300" y="1323975"/>
            <a:ext cx="14732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0410" name="Line 187">
            <a:extLst>
              <a:ext uri="{FF2B5EF4-FFF2-40B4-BE49-F238E27FC236}">
                <a16:creationId xmlns:a16="http://schemas.microsoft.com/office/drawing/2014/main" id="{6409A0B5-1376-4A21-F10E-2EBF0FCBCB51}"/>
              </a:ext>
            </a:extLst>
          </p:cNvPr>
          <p:cNvSpPr>
            <a:spLocks noChangeShapeType="1"/>
          </p:cNvSpPr>
          <p:nvPr/>
        </p:nvSpPr>
        <p:spPr bwMode="auto">
          <a:xfrm flipH="1">
            <a:off x="3111500" y="1323975"/>
            <a:ext cx="1473200" cy="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0411" name="Rectangle 188">
            <a:extLst>
              <a:ext uri="{FF2B5EF4-FFF2-40B4-BE49-F238E27FC236}">
                <a16:creationId xmlns:a16="http://schemas.microsoft.com/office/drawing/2014/main" id="{58C8DC04-56B0-E377-E297-A79729FF793C}"/>
              </a:ext>
            </a:extLst>
          </p:cNvPr>
          <p:cNvSpPr>
            <a:spLocks noChangeArrowheads="1"/>
          </p:cNvSpPr>
          <p:nvPr/>
        </p:nvSpPr>
        <p:spPr bwMode="auto">
          <a:xfrm>
            <a:off x="698500" y="696913"/>
            <a:ext cx="33099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zh-CN" altLang="en-US" sz="1800">
                <a:solidFill>
                  <a:srgbClr val="CC0000"/>
                </a:solidFill>
                <a:latin typeface="微软雅黑" panose="020B0503020204020204" pitchFamily="34" charset="-122"/>
                <a:ea typeface="微软雅黑" panose="020B0503020204020204" pitchFamily="34" charset="-122"/>
              </a:rPr>
              <a:t>单周期</a:t>
            </a:r>
            <a:r>
              <a:rPr lang="en-US" altLang="zh-CN" sz="1800">
                <a:solidFill>
                  <a:srgbClr val="CC0000"/>
                </a:solidFill>
                <a:latin typeface="微软雅黑" panose="020B0503020204020204" pitchFamily="34" charset="-122"/>
                <a:ea typeface="微软雅黑" panose="020B0503020204020204" pitchFamily="34" charset="-122"/>
              </a:rPr>
              <a:t>, </a:t>
            </a:r>
            <a:r>
              <a:rPr lang="zh-CN" altLang="en-US" sz="1800">
                <a:solidFill>
                  <a:srgbClr val="CC0000"/>
                </a:solidFill>
                <a:latin typeface="微软雅黑" panose="020B0503020204020204" pitchFamily="34" charset="-122"/>
                <a:ea typeface="微软雅黑" panose="020B0503020204020204" pitchFamily="34" charset="-122"/>
              </a:rPr>
              <a:t>多周期 和</a:t>
            </a:r>
            <a:r>
              <a:rPr lang="en-US" altLang="zh-CN" sz="1800">
                <a:solidFill>
                  <a:srgbClr val="CC0000"/>
                </a:solidFill>
                <a:latin typeface="微软雅黑" panose="020B0503020204020204" pitchFamily="34" charset="-122"/>
                <a:ea typeface="微软雅黑" panose="020B0503020204020204" pitchFamily="34" charset="-122"/>
              </a:rPr>
              <a:t> </a:t>
            </a:r>
            <a:r>
              <a:rPr lang="zh-CN" altLang="en-US" sz="1800">
                <a:solidFill>
                  <a:srgbClr val="CC0000"/>
                </a:solidFill>
                <a:latin typeface="微软雅黑" panose="020B0503020204020204" pitchFamily="34" charset="-122"/>
                <a:ea typeface="微软雅黑" panose="020B0503020204020204" pitchFamily="34" charset="-122"/>
              </a:rPr>
              <a:t>流水线比较</a:t>
            </a:r>
          </a:p>
        </p:txBody>
      </p:sp>
    </p:spTree>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2">
            <a:extLst>
              <a:ext uri="{FF2B5EF4-FFF2-40B4-BE49-F238E27FC236}">
                <a16:creationId xmlns:a16="http://schemas.microsoft.com/office/drawing/2014/main" id="{2392FAFF-8459-5D58-80B9-2BD8E6807183}"/>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本章第</a:t>
            </a:r>
            <a:r>
              <a:rPr lang="en-US" altLang="zh-CN">
                <a:ea typeface="宋体" panose="02010600030101010101" pitchFamily="2" charset="-122"/>
              </a:rPr>
              <a:t>5~7</a:t>
            </a:r>
            <a:r>
              <a:rPr lang="zh-CN" altLang="en-US">
                <a:ea typeface="宋体" panose="02010600030101010101" pitchFamily="2" charset="-122"/>
              </a:rPr>
              <a:t>讲总结</a:t>
            </a:r>
            <a:r>
              <a:rPr lang="en-US" altLang="zh-CN">
                <a:ea typeface="宋体" panose="02010600030101010101" pitchFamily="2" charset="-122"/>
              </a:rPr>
              <a:t>3</a:t>
            </a:r>
          </a:p>
        </p:txBody>
      </p:sp>
      <p:sp>
        <p:nvSpPr>
          <p:cNvPr id="269315" name="Rectangle 3">
            <a:extLst>
              <a:ext uri="{FF2B5EF4-FFF2-40B4-BE49-F238E27FC236}">
                <a16:creationId xmlns:a16="http://schemas.microsoft.com/office/drawing/2014/main" id="{EF9EE74A-181F-7275-A7CB-4A99DA473E3D}"/>
              </a:ext>
            </a:extLst>
          </p:cNvPr>
          <p:cNvSpPr>
            <a:spLocks noGrp="1" noChangeArrowheads="1"/>
          </p:cNvSpPr>
          <p:nvPr>
            <p:ph idx="1"/>
          </p:nvPr>
        </p:nvSpPr>
        <p:spPr>
          <a:xfrm>
            <a:off x="538163" y="779463"/>
            <a:ext cx="8191500" cy="5680075"/>
          </a:xfrm>
        </p:spPr>
        <p:txBody>
          <a:bodyPr/>
          <a:lstStyle/>
          <a:p>
            <a:pPr>
              <a:lnSpc>
                <a:spcPct val="115000"/>
              </a:lnSpc>
              <a:spcBef>
                <a:spcPct val="25000"/>
              </a:spcBef>
            </a:pPr>
            <a:r>
              <a:rPr lang="zh-CN" altLang="en-US" sz="1900">
                <a:latin typeface="微软雅黑" panose="020B0503020204020204" pitchFamily="34" charset="-122"/>
                <a:ea typeface="微软雅黑" panose="020B0503020204020204" pitchFamily="34" charset="-122"/>
              </a:rPr>
              <a:t>指令流水线的局限性</a:t>
            </a:r>
          </a:p>
          <a:p>
            <a:pPr lvl="1">
              <a:lnSpc>
                <a:spcPct val="115000"/>
              </a:lnSpc>
              <a:spcBef>
                <a:spcPct val="25000"/>
              </a:spcBef>
            </a:pPr>
            <a:r>
              <a:rPr lang="zh-CN" altLang="en-US" sz="1900">
                <a:latin typeface="微软雅黑" panose="020B0503020204020204" pitchFamily="34" charset="-122"/>
                <a:ea typeface="微软雅黑" panose="020B0503020204020204" pitchFamily="34" charset="-122"/>
              </a:rPr>
              <a:t>并不是每条指令都有相同多个流水段</a:t>
            </a:r>
          </a:p>
          <a:p>
            <a:pPr lvl="1">
              <a:lnSpc>
                <a:spcPct val="115000"/>
              </a:lnSpc>
              <a:spcBef>
                <a:spcPct val="25000"/>
              </a:spcBef>
            </a:pPr>
            <a:r>
              <a:rPr lang="zh-CN" altLang="en-US" sz="1900">
                <a:latin typeface="微软雅黑" panose="020B0503020204020204" pitchFamily="34" charset="-122"/>
                <a:ea typeface="微软雅黑" panose="020B0503020204020204" pitchFamily="34" charset="-122"/>
              </a:rPr>
              <a:t>并不是每个流水段都一样长</a:t>
            </a:r>
          </a:p>
          <a:p>
            <a:pPr lvl="1">
              <a:lnSpc>
                <a:spcPct val="115000"/>
              </a:lnSpc>
              <a:spcBef>
                <a:spcPct val="25000"/>
              </a:spcBef>
            </a:pPr>
            <a:r>
              <a:rPr lang="zh-CN" altLang="en-US" sz="1900">
                <a:latin typeface="微软雅黑" panose="020B0503020204020204" pitchFamily="34" charset="-122"/>
                <a:ea typeface="微软雅黑" panose="020B0503020204020204" pitchFamily="34" charset="-122"/>
              </a:rPr>
              <a:t>随着流水线深度的增加，流水线寄存器的额外开销比例也增大</a:t>
            </a:r>
          </a:p>
          <a:p>
            <a:pPr lvl="1">
              <a:lnSpc>
                <a:spcPct val="115000"/>
              </a:lnSpc>
              <a:spcBef>
                <a:spcPct val="25000"/>
              </a:spcBef>
            </a:pPr>
            <a:r>
              <a:rPr lang="zh-CN" altLang="en-US" sz="1900">
                <a:latin typeface="微软雅黑" panose="020B0503020204020204" pitchFamily="34" charset="-122"/>
                <a:ea typeface="微软雅黑" panose="020B0503020204020204" pitchFamily="34" charset="-122"/>
              </a:rPr>
              <a:t>指令在资源冲突、数据相关或控制相关时会发生流水线冒险</a:t>
            </a:r>
          </a:p>
          <a:p>
            <a:pPr>
              <a:lnSpc>
                <a:spcPct val="115000"/>
              </a:lnSpc>
              <a:spcBef>
                <a:spcPct val="25000"/>
              </a:spcBef>
            </a:pPr>
            <a:r>
              <a:rPr lang="zh-CN" altLang="en-US" sz="1900">
                <a:latin typeface="微软雅黑" panose="020B0503020204020204" pitchFamily="34" charset="-122"/>
                <a:ea typeface="微软雅黑" panose="020B0503020204020204" pitchFamily="34" charset="-122"/>
              </a:rPr>
              <a:t>指令流水线的执行效率</a:t>
            </a:r>
          </a:p>
          <a:p>
            <a:pPr lvl="1">
              <a:lnSpc>
                <a:spcPct val="115000"/>
              </a:lnSpc>
              <a:spcBef>
                <a:spcPct val="25000"/>
              </a:spcBef>
            </a:pPr>
            <a:r>
              <a:rPr lang="zh-CN" altLang="en-US" sz="1900">
                <a:latin typeface="微软雅黑" panose="020B0503020204020204" pitchFamily="34" charset="-122"/>
                <a:ea typeface="微软雅黑" panose="020B0503020204020204" pitchFamily="34" charset="-122"/>
              </a:rPr>
              <a:t>吞吐率：比非流水线方式下大大提高</a:t>
            </a:r>
          </a:p>
          <a:p>
            <a:pPr lvl="1">
              <a:lnSpc>
                <a:spcPct val="115000"/>
              </a:lnSpc>
              <a:spcBef>
                <a:spcPct val="25000"/>
              </a:spcBef>
            </a:pPr>
            <a:r>
              <a:rPr lang="zh-CN" altLang="en-US" sz="1900">
                <a:latin typeface="微软雅黑" panose="020B0503020204020204" pitchFamily="34" charset="-122"/>
                <a:ea typeface="微软雅黑" panose="020B0503020204020204" pitchFamily="34" charset="-122"/>
              </a:rPr>
              <a:t>指令执行时间：相对于非流水线方式，一条指令的执行时间延长了</a:t>
            </a:r>
          </a:p>
          <a:p>
            <a:pPr>
              <a:lnSpc>
                <a:spcPct val="115000"/>
              </a:lnSpc>
              <a:spcBef>
                <a:spcPct val="25000"/>
              </a:spcBef>
            </a:pPr>
            <a:r>
              <a:rPr lang="zh-CN" altLang="en-US" sz="1900">
                <a:latin typeface="微软雅黑" panose="020B0503020204020204" pitchFamily="34" charset="-122"/>
                <a:ea typeface="微软雅黑" panose="020B0503020204020204" pitchFamily="34" charset="-122"/>
              </a:rPr>
              <a:t>提高流水线指令效率的高级流水线技术</a:t>
            </a:r>
          </a:p>
          <a:p>
            <a:pPr lvl="1">
              <a:lnSpc>
                <a:spcPct val="115000"/>
              </a:lnSpc>
              <a:spcBef>
                <a:spcPct val="25000"/>
              </a:spcBef>
            </a:pPr>
            <a:r>
              <a:rPr lang="zh-CN" altLang="en-US" sz="1900">
                <a:latin typeface="微软雅黑" panose="020B0503020204020204" pitchFamily="34" charset="-122"/>
                <a:ea typeface="微软雅黑" panose="020B0503020204020204" pitchFamily="34" charset="-122"/>
              </a:rPr>
              <a:t>超流水线：级数更多的流水线</a:t>
            </a:r>
          </a:p>
          <a:p>
            <a:pPr lvl="1">
              <a:lnSpc>
                <a:spcPct val="115000"/>
              </a:lnSpc>
              <a:spcBef>
                <a:spcPct val="25000"/>
              </a:spcBef>
            </a:pPr>
            <a:r>
              <a:rPr lang="zh-CN" altLang="en-US" sz="1900">
                <a:latin typeface="微软雅黑" panose="020B0503020204020204" pitchFamily="34" charset="-122"/>
                <a:ea typeface="微软雅黑" panose="020B0503020204020204" pitchFamily="34" charset="-122"/>
              </a:rPr>
              <a:t>多发射流水线：同时发射多条指令的流水线</a:t>
            </a:r>
          </a:p>
          <a:p>
            <a:pPr lvl="2">
              <a:lnSpc>
                <a:spcPct val="115000"/>
              </a:lnSpc>
              <a:spcBef>
                <a:spcPct val="25000"/>
              </a:spcBef>
            </a:pPr>
            <a:r>
              <a:rPr lang="zh-CN" altLang="en-US" sz="1900">
                <a:latin typeface="微软雅黑" panose="020B0503020204020204" pitchFamily="34" charset="-122"/>
                <a:ea typeface="微软雅黑" panose="020B0503020204020204" pitchFamily="34" charset="-122"/>
              </a:rPr>
              <a:t>静态多发射：</a:t>
            </a:r>
            <a:r>
              <a:rPr lang="en-US" altLang="zh-CN" sz="1900">
                <a:latin typeface="微软雅黑" panose="020B0503020204020204" pitchFamily="34" charset="-122"/>
                <a:ea typeface="微软雅黑" panose="020B0503020204020204" pitchFamily="34" charset="-122"/>
              </a:rPr>
              <a:t>VLIW</a:t>
            </a:r>
            <a:r>
              <a:rPr lang="zh-CN" altLang="en-US" sz="1900">
                <a:latin typeface="微软雅黑" panose="020B0503020204020204" pitchFamily="34" charset="-122"/>
                <a:ea typeface="微软雅黑" panose="020B0503020204020204" pitchFamily="34" charset="-122"/>
              </a:rPr>
              <a:t>结构、编译器静态推测</a:t>
            </a:r>
          </a:p>
          <a:p>
            <a:pPr lvl="2">
              <a:lnSpc>
                <a:spcPct val="115000"/>
              </a:lnSpc>
              <a:spcBef>
                <a:spcPct val="25000"/>
              </a:spcBef>
            </a:pPr>
            <a:r>
              <a:rPr lang="zh-CN" altLang="en-US" sz="1900">
                <a:latin typeface="微软雅黑" panose="020B0503020204020204" pitchFamily="34" charset="-122"/>
                <a:ea typeface="微软雅黑" panose="020B0503020204020204" pitchFamily="34" charset="-122"/>
              </a:rPr>
              <a:t>动态多发射：超标量结构、硬件动态推测调度</a:t>
            </a:r>
          </a:p>
          <a:p>
            <a:endParaRPr lang="zh-CN" altLang="en-US" sz="1900">
              <a:ea typeface="黑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9315">
                                            <p:txEl>
                                              <p:pRg st="1" end="1"/>
                                            </p:txEl>
                                          </p:spTgt>
                                        </p:tgtEl>
                                        <p:attrNameLst>
                                          <p:attrName>style.visibility</p:attrName>
                                        </p:attrNameLst>
                                      </p:cBhvr>
                                      <p:to>
                                        <p:strVal val="visible"/>
                                      </p:to>
                                    </p:set>
                                    <p:animEffect transition="in" filter="blinds(horizontal)">
                                      <p:cBhvr>
                                        <p:cTn id="7" dur="500"/>
                                        <p:tgtEl>
                                          <p:spTgt spid="2693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69315">
                                            <p:txEl>
                                              <p:pRg st="2" end="2"/>
                                            </p:txEl>
                                          </p:spTgt>
                                        </p:tgtEl>
                                        <p:attrNameLst>
                                          <p:attrName>style.visibility</p:attrName>
                                        </p:attrNameLst>
                                      </p:cBhvr>
                                      <p:to>
                                        <p:strVal val="visible"/>
                                      </p:to>
                                    </p:set>
                                    <p:animEffect transition="in" filter="blinds(horizontal)">
                                      <p:cBhvr>
                                        <p:cTn id="12" dur="500"/>
                                        <p:tgtEl>
                                          <p:spTgt spid="2693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69315">
                                            <p:txEl>
                                              <p:pRg st="3" end="3"/>
                                            </p:txEl>
                                          </p:spTgt>
                                        </p:tgtEl>
                                        <p:attrNameLst>
                                          <p:attrName>style.visibility</p:attrName>
                                        </p:attrNameLst>
                                      </p:cBhvr>
                                      <p:to>
                                        <p:strVal val="visible"/>
                                      </p:to>
                                    </p:set>
                                    <p:animEffect transition="in" filter="blinds(horizontal)">
                                      <p:cBhvr>
                                        <p:cTn id="17" dur="500"/>
                                        <p:tgtEl>
                                          <p:spTgt spid="2693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9315">
                                            <p:txEl>
                                              <p:pRg st="4" end="4"/>
                                            </p:txEl>
                                          </p:spTgt>
                                        </p:tgtEl>
                                        <p:attrNameLst>
                                          <p:attrName>style.visibility</p:attrName>
                                        </p:attrNameLst>
                                      </p:cBhvr>
                                      <p:to>
                                        <p:strVal val="visible"/>
                                      </p:to>
                                    </p:set>
                                    <p:animEffect transition="in" filter="blinds(horizontal)">
                                      <p:cBhvr>
                                        <p:cTn id="22" dur="500"/>
                                        <p:tgtEl>
                                          <p:spTgt spid="26931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69315">
                                            <p:txEl>
                                              <p:pRg st="6" end="6"/>
                                            </p:txEl>
                                          </p:spTgt>
                                        </p:tgtEl>
                                        <p:attrNameLst>
                                          <p:attrName>style.visibility</p:attrName>
                                        </p:attrNameLst>
                                      </p:cBhvr>
                                      <p:to>
                                        <p:strVal val="visible"/>
                                      </p:to>
                                    </p:set>
                                    <p:animEffect transition="in" filter="blinds(horizontal)">
                                      <p:cBhvr>
                                        <p:cTn id="27" dur="500"/>
                                        <p:tgtEl>
                                          <p:spTgt spid="269315">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69315">
                                            <p:txEl>
                                              <p:pRg st="7" end="7"/>
                                            </p:txEl>
                                          </p:spTgt>
                                        </p:tgtEl>
                                        <p:attrNameLst>
                                          <p:attrName>style.visibility</p:attrName>
                                        </p:attrNameLst>
                                      </p:cBhvr>
                                      <p:to>
                                        <p:strVal val="visible"/>
                                      </p:to>
                                    </p:set>
                                    <p:animEffect transition="in" filter="blinds(horizontal)">
                                      <p:cBhvr>
                                        <p:cTn id="32" dur="500"/>
                                        <p:tgtEl>
                                          <p:spTgt spid="269315">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69315">
                                            <p:txEl>
                                              <p:pRg st="9" end="9"/>
                                            </p:txEl>
                                          </p:spTgt>
                                        </p:tgtEl>
                                        <p:attrNameLst>
                                          <p:attrName>style.visibility</p:attrName>
                                        </p:attrNameLst>
                                      </p:cBhvr>
                                      <p:to>
                                        <p:strVal val="visible"/>
                                      </p:to>
                                    </p:set>
                                    <p:animEffect transition="in" filter="blinds(horizontal)">
                                      <p:cBhvr>
                                        <p:cTn id="37" dur="500"/>
                                        <p:tgtEl>
                                          <p:spTgt spid="269315">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69315">
                                            <p:txEl>
                                              <p:pRg st="10" end="10"/>
                                            </p:txEl>
                                          </p:spTgt>
                                        </p:tgtEl>
                                        <p:attrNameLst>
                                          <p:attrName>style.visibility</p:attrName>
                                        </p:attrNameLst>
                                      </p:cBhvr>
                                      <p:to>
                                        <p:strVal val="visible"/>
                                      </p:to>
                                    </p:set>
                                    <p:animEffect transition="in" filter="blinds(horizontal)">
                                      <p:cBhvr>
                                        <p:cTn id="42" dur="500"/>
                                        <p:tgtEl>
                                          <p:spTgt spid="269315">
                                            <p:txEl>
                                              <p:pRg st="10" end="1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69315">
                                            <p:txEl>
                                              <p:pRg st="11" end="11"/>
                                            </p:txEl>
                                          </p:spTgt>
                                        </p:tgtEl>
                                        <p:attrNameLst>
                                          <p:attrName>style.visibility</p:attrName>
                                        </p:attrNameLst>
                                      </p:cBhvr>
                                      <p:to>
                                        <p:strVal val="visible"/>
                                      </p:to>
                                    </p:set>
                                    <p:animEffect transition="in" filter="blinds(horizontal)">
                                      <p:cBhvr>
                                        <p:cTn id="47" dur="500"/>
                                        <p:tgtEl>
                                          <p:spTgt spid="269315">
                                            <p:txEl>
                                              <p:pRg st="11" end="1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69315">
                                            <p:txEl>
                                              <p:pRg st="12" end="12"/>
                                            </p:txEl>
                                          </p:spTgt>
                                        </p:tgtEl>
                                        <p:attrNameLst>
                                          <p:attrName>style.visibility</p:attrName>
                                        </p:attrNameLst>
                                      </p:cBhvr>
                                      <p:to>
                                        <p:strVal val="visible"/>
                                      </p:to>
                                    </p:set>
                                    <p:animEffect transition="in" filter="blinds(horizontal)">
                                      <p:cBhvr>
                                        <p:cTn id="52" dur="500"/>
                                        <p:tgtEl>
                                          <p:spTgt spid="26931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a:extLst>
              <a:ext uri="{FF2B5EF4-FFF2-40B4-BE49-F238E27FC236}">
                <a16:creationId xmlns:a16="http://schemas.microsoft.com/office/drawing/2014/main" id="{42CED8CD-C980-4AF2-B0EC-CF02428CC6FB}"/>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本章第</a:t>
            </a:r>
            <a:r>
              <a:rPr lang="en-US" altLang="zh-CN">
                <a:ea typeface="宋体" panose="02010600030101010101" pitchFamily="2" charset="-122"/>
              </a:rPr>
              <a:t>5~7</a:t>
            </a:r>
            <a:r>
              <a:rPr lang="zh-CN" altLang="en-US">
                <a:ea typeface="宋体" panose="02010600030101010101" pitchFamily="2" charset="-122"/>
              </a:rPr>
              <a:t>讲总结</a:t>
            </a:r>
            <a:r>
              <a:rPr lang="en-US" altLang="zh-CN">
                <a:ea typeface="宋体" panose="02010600030101010101" pitchFamily="2" charset="-122"/>
              </a:rPr>
              <a:t>4</a:t>
            </a:r>
          </a:p>
        </p:txBody>
      </p:sp>
      <p:sp>
        <p:nvSpPr>
          <p:cNvPr id="267267" name="Rectangle 3">
            <a:extLst>
              <a:ext uri="{FF2B5EF4-FFF2-40B4-BE49-F238E27FC236}">
                <a16:creationId xmlns:a16="http://schemas.microsoft.com/office/drawing/2014/main" id="{1C90A2EB-0A31-643D-EFD9-FD035A4C8500}"/>
              </a:ext>
            </a:extLst>
          </p:cNvPr>
          <p:cNvSpPr>
            <a:spLocks noGrp="1" noChangeArrowheads="1"/>
          </p:cNvSpPr>
          <p:nvPr>
            <p:ph idx="1"/>
          </p:nvPr>
        </p:nvSpPr>
        <p:spPr>
          <a:xfrm>
            <a:off x="438150" y="400050"/>
            <a:ext cx="8191500" cy="5176838"/>
          </a:xfrm>
        </p:spPr>
        <p:txBody>
          <a:bodyPr/>
          <a:lstStyle/>
          <a:p>
            <a:pPr>
              <a:buFont typeface="Times New Roman" panose="02020603050405020304" pitchFamily="18" charset="0"/>
              <a:buNone/>
            </a:pPr>
            <a:endParaRPr lang="zh-CN" altLang="en-US" sz="2000">
              <a:ea typeface="宋体" panose="02010600030101010101" pitchFamily="2" charset="-122"/>
            </a:endParaRPr>
          </a:p>
          <a:p>
            <a:pPr>
              <a:lnSpc>
                <a:spcPct val="115000"/>
              </a:lnSpc>
              <a:spcBef>
                <a:spcPct val="45000"/>
              </a:spcBef>
            </a:pPr>
            <a:r>
              <a:rPr lang="zh-CN" altLang="en-US" sz="1900">
                <a:latin typeface="微软雅黑" panose="020B0503020204020204" pitchFamily="34" charset="-122"/>
                <a:ea typeface="微软雅黑" panose="020B0503020204020204" pitchFamily="34" charset="-122"/>
              </a:rPr>
              <a:t>结构冒险（资源冲突）：多条指令同时使用同一个功能部件</a:t>
            </a:r>
          </a:p>
          <a:p>
            <a:pPr lvl="1">
              <a:lnSpc>
                <a:spcPct val="115000"/>
              </a:lnSpc>
              <a:spcBef>
                <a:spcPct val="45000"/>
              </a:spcBef>
            </a:pPr>
            <a:r>
              <a:rPr lang="zh-CN" altLang="en-US" sz="1900">
                <a:latin typeface="微软雅黑" panose="020B0503020204020204" pitchFamily="34" charset="-122"/>
                <a:ea typeface="微软雅黑" panose="020B0503020204020204" pitchFamily="34" charset="-122"/>
              </a:rPr>
              <a:t>规定每个功能部件在一条指令中只能被用一次</a:t>
            </a:r>
          </a:p>
          <a:p>
            <a:pPr lvl="1">
              <a:lnSpc>
                <a:spcPct val="115000"/>
              </a:lnSpc>
              <a:spcBef>
                <a:spcPct val="45000"/>
              </a:spcBef>
            </a:pPr>
            <a:r>
              <a:rPr lang="zh-CN" altLang="en-US" sz="1900">
                <a:latin typeface="微软雅黑" panose="020B0503020204020204" pitchFamily="34" charset="-122"/>
                <a:ea typeface="微软雅黑" panose="020B0503020204020204" pitchFamily="34" charset="-122"/>
              </a:rPr>
              <a:t>规定每个功能部件只能在某个特定的阶段被用</a:t>
            </a:r>
          </a:p>
          <a:p>
            <a:pPr lvl="1">
              <a:lnSpc>
                <a:spcPct val="115000"/>
              </a:lnSpc>
              <a:spcBef>
                <a:spcPct val="45000"/>
              </a:spcBef>
            </a:pPr>
            <a:r>
              <a:rPr lang="zh-CN" altLang="en-US" sz="1900">
                <a:latin typeface="微软雅黑" panose="020B0503020204020204" pitchFamily="34" charset="-122"/>
                <a:ea typeface="微软雅黑" panose="020B0503020204020204" pitchFamily="34" charset="-122"/>
              </a:rPr>
              <a:t>指令存储器</a:t>
            </a:r>
            <a:r>
              <a:rPr lang="en-US" altLang="zh-CN" sz="1900">
                <a:latin typeface="微软雅黑" panose="020B0503020204020204" pitchFamily="34" charset="-122"/>
                <a:ea typeface="微软雅黑" panose="020B0503020204020204" pitchFamily="34" charset="-122"/>
              </a:rPr>
              <a:t>(Code Cache)</a:t>
            </a:r>
            <a:r>
              <a:rPr lang="zh-CN" altLang="en-US" sz="1900">
                <a:latin typeface="微软雅黑" panose="020B0503020204020204" pitchFamily="34" charset="-122"/>
                <a:ea typeface="微软雅黑" panose="020B0503020204020204" pitchFamily="34" charset="-122"/>
              </a:rPr>
              <a:t>和数据存储器</a:t>
            </a:r>
            <a:r>
              <a:rPr lang="en-US" altLang="zh-CN" sz="1900">
                <a:latin typeface="微软雅黑" panose="020B0503020204020204" pitchFamily="34" charset="-122"/>
                <a:ea typeface="微软雅黑" panose="020B0503020204020204" pitchFamily="34" charset="-122"/>
              </a:rPr>
              <a:t>(Data Cache)</a:t>
            </a:r>
            <a:r>
              <a:rPr lang="zh-CN" altLang="en-US" sz="1900">
                <a:latin typeface="微软雅黑" panose="020B0503020204020204" pitchFamily="34" charset="-122"/>
                <a:ea typeface="微软雅黑" panose="020B0503020204020204" pitchFamily="34" charset="-122"/>
              </a:rPr>
              <a:t>分开</a:t>
            </a:r>
          </a:p>
          <a:p>
            <a:pPr>
              <a:lnSpc>
                <a:spcPct val="115000"/>
              </a:lnSpc>
              <a:spcBef>
                <a:spcPct val="45000"/>
              </a:spcBef>
            </a:pPr>
            <a:r>
              <a:rPr lang="zh-CN" altLang="en-US" sz="1900">
                <a:latin typeface="微软雅黑" panose="020B0503020204020204" pitchFamily="34" charset="-122"/>
                <a:ea typeface="微软雅黑" panose="020B0503020204020204" pitchFamily="34" charset="-122"/>
              </a:rPr>
              <a:t>数据冒险（数据相关）：前面指令的结果是后面指令的操作数</a:t>
            </a:r>
          </a:p>
          <a:p>
            <a:pPr lvl="1">
              <a:lnSpc>
                <a:spcPct val="115000"/>
              </a:lnSpc>
              <a:spcBef>
                <a:spcPct val="45000"/>
              </a:spcBef>
            </a:pPr>
            <a:r>
              <a:rPr lang="zh-CN" altLang="en-US" sz="1900">
                <a:latin typeface="微软雅黑" panose="020B0503020204020204" pitchFamily="34" charset="-122"/>
                <a:ea typeface="微软雅黑" panose="020B0503020204020204" pitchFamily="34" charset="-122"/>
              </a:rPr>
              <a:t>软件阻塞：（如：编译器）在后面的数据相关指令前插入</a:t>
            </a:r>
            <a:r>
              <a:rPr lang="en-US" altLang="zh-CN" sz="1900">
                <a:latin typeface="微软雅黑" panose="020B0503020204020204" pitchFamily="34" charset="-122"/>
                <a:ea typeface="微软雅黑" panose="020B0503020204020204" pitchFamily="34" charset="-122"/>
              </a:rPr>
              <a:t>nop</a:t>
            </a:r>
            <a:r>
              <a:rPr lang="zh-CN" altLang="en-US" sz="1900">
                <a:latin typeface="微软雅黑" panose="020B0503020204020204" pitchFamily="34" charset="-122"/>
                <a:ea typeface="微软雅黑" panose="020B0503020204020204" pitchFamily="34" charset="-122"/>
              </a:rPr>
              <a:t>指令</a:t>
            </a:r>
          </a:p>
          <a:p>
            <a:pPr lvl="1">
              <a:lnSpc>
                <a:spcPct val="115000"/>
              </a:lnSpc>
              <a:spcBef>
                <a:spcPct val="45000"/>
              </a:spcBef>
            </a:pPr>
            <a:r>
              <a:rPr lang="zh-CN" altLang="en-US" sz="1900">
                <a:latin typeface="微软雅黑" panose="020B0503020204020204" pitchFamily="34" charset="-122"/>
                <a:ea typeface="微软雅黑" panose="020B0503020204020204" pitchFamily="34" charset="-122"/>
              </a:rPr>
              <a:t>硬件阻塞：在后面数据相关指令的特定流水段插入“气泡”以“阻塞”指令继续执行，直到取得所需数据为止</a:t>
            </a:r>
          </a:p>
          <a:p>
            <a:pPr lvl="1">
              <a:lnSpc>
                <a:spcPct val="115000"/>
              </a:lnSpc>
              <a:spcBef>
                <a:spcPct val="45000"/>
              </a:spcBef>
            </a:pPr>
            <a:r>
              <a:rPr lang="zh-CN" altLang="en-US" sz="1900">
                <a:latin typeface="微软雅黑" panose="020B0503020204020204" pitchFamily="34" charset="-122"/>
                <a:ea typeface="微软雅黑" panose="020B0503020204020204" pitchFamily="34" charset="-122"/>
              </a:rPr>
              <a:t>“转发”（旁路）：把前面指令执行过程中得到的数据直接传送到后面指令相应的流水段中。</a:t>
            </a:r>
          </a:p>
          <a:p>
            <a:pPr lvl="1">
              <a:lnSpc>
                <a:spcPct val="115000"/>
              </a:lnSpc>
              <a:spcBef>
                <a:spcPct val="45000"/>
              </a:spcBef>
            </a:pPr>
            <a:r>
              <a:rPr lang="zh-CN" altLang="en-US" sz="1900">
                <a:latin typeface="微软雅黑" panose="020B0503020204020204" pitchFamily="34" charset="-122"/>
                <a:ea typeface="微软雅黑" panose="020B0503020204020204" pitchFamily="34" charset="-122"/>
              </a:rPr>
              <a:t>对于</a:t>
            </a:r>
            <a:r>
              <a:rPr lang="en-US" altLang="zh-CN" sz="1900">
                <a:latin typeface="微软雅黑" panose="020B0503020204020204" pitchFamily="34" charset="-122"/>
                <a:ea typeface="微软雅黑" panose="020B0503020204020204" pitchFamily="34" charset="-122"/>
              </a:rPr>
              <a:t>load-use</a:t>
            </a:r>
            <a:r>
              <a:rPr lang="zh-CN" altLang="en-US" sz="1900">
                <a:latin typeface="微软雅黑" panose="020B0503020204020204" pitchFamily="34" charset="-122"/>
                <a:ea typeface="微软雅黑" panose="020B0503020204020204" pitchFamily="34" charset="-122"/>
              </a:rPr>
              <a:t>，采用“阻塞加转发”的方式解决数据冒险</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7267">
                                            <p:txEl>
                                              <p:pRg st="2" end="2"/>
                                            </p:txEl>
                                          </p:spTgt>
                                        </p:tgtEl>
                                        <p:attrNameLst>
                                          <p:attrName>style.visibility</p:attrName>
                                        </p:attrNameLst>
                                      </p:cBhvr>
                                      <p:to>
                                        <p:strVal val="visible"/>
                                      </p:to>
                                    </p:set>
                                    <p:animEffect transition="in" filter="blinds(horizontal)">
                                      <p:cBhvr>
                                        <p:cTn id="7" dur="500"/>
                                        <p:tgtEl>
                                          <p:spTgt spid="26726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67267">
                                            <p:txEl>
                                              <p:pRg st="3" end="3"/>
                                            </p:txEl>
                                          </p:spTgt>
                                        </p:tgtEl>
                                        <p:attrNameLst>
                                          <p:attrName>style.visibility</p:attrName>
                                        </p:attrNameLst>
                                      </p:cBhvr>
                                      <p:to>
                                        <p:strVal val="visible"/>
                                      </p:to>
                                    </p:set>
                                    <p:animEffect transition="in" filter="blinds(horizontal)">
                                      <p:cBhvr>
                                        <p:cTn id="12" dur="500"/>
                                        <p:tgtEl>
                                          <p:spTgt spid="26726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67267">
                                            <p:txEl>
                                              <p:pRg st="4" end="4"/>
                                            </p:txEl>
                                          </p:spTgt>
                                        </p:tgtEl>
                                        <p:attrNameLst>
                                          <p:attrName>style.visibility</p:attrName>
                                        </p:attrNameLst>
                                      </p:cBhvr>
                                      <p:to>
                                        <p:strVal val="visible"/>
                                      </p:to>
                                    </p:set>
                                    <p:animEffect transition="in" filter="blinds(horizontal)">
                                      <p:cBhvr>
                                        <p:cTn id="17" dur="500"/>
                                        <p:tgtEl>
                                          <p:spTgt spid="26726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7267">
                                            <p:txEl>
                                              <p:pRg st="6" end="6"/>
                                            </p:txEl>
                                          </p:spTgt>
                                        </p:tgtEl>
                                        <p:attrNameLst>
                                          <p:attrName>style.visibility</p:attrName>
                                        </p:attrNameLst>
                                      </p:cBhvr>
                                      <p:to>
                                        <p:strVal val="visible"/>
                                      </p:to>
                                    </p:set>
                                    <p:animEffect transition="in" filter="blinds(horizontal)">
                                      <p:cBhvr>
                                        <p:cTn id="22" dur="500"/>
                                        <p:tgtEl>
                                          <p:spTgt spid="267267">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67267">
                                            <p:txEl>
                                              <p:pRg st="7" end="7"/>
                                            </p:txEl>
                                          </p:spTgt>
                                        </p:tgtEl>
                                        <p:attrNameLst>
                                          <p:attrName>style.visibility</p:attrName>
                                        </p:attrNameLst>
                                      </p:cBhvr>
                                      <p:to>
                                        <p:strVal val="visible"/>
                                      </p:to>
                                    </p:set>
                                    <p:animEffect transition="in" filter="blinds(horizontal)">
                                      <p:cBhvr>
                                        <p:cTn id="27" dur="500"/>
                                        <p:tgtEl>
                                          <p:spTgt spid="267267">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67267">
                                            <p:txEl>
                                              <p:pRg st="8" end="8"/>
                                            </p:txEl>
                                          </p:spTgt>
                                        </p:tgtEl>
                                        <p:attrNameLst>
                                          <p:attrName>style.visibility</p:attrName>
                                        </p:attrNameLst>
                                      </p:cBhvr>
                                      <p:to>
                                        <p:strVal val="visible"/>
                                      </p:to>
                                    </p:set>
                                    <p:animEffect transition="in" filter="blinds(horizontal)">
                                      <p:cBhvr>
                                        <p:cTn id="32" dur="500"/>
                                        <p:tgtEl>
                                          <p:spTgt spid="267267">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67267">
                                            <p:txEl>
                                              <p:pRg st="9" end="9"/>
                                            </p:txEl>
                                          </p:spTgt>
                                        </p:tgtEl>
                                        <p:attrNameLst>
                                          <p:attrName>style.visibility</p:attrName>
                                        </p:attrNameLst>
                                      </p:cBhvr>
                                      <p:to>
                                        <p:strVal val="visible"/>
                                      </p:to>
                                    </p:set>
                                    <p:animEffect transition="in" filter="blinds(horizontal)">
                                      <p:cBhvr>
                                        <p:cTn id="37" dur="500"/>
                                        <p:tgtEl>
                                          <p:spTgt spid="26726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a:extLst>
              <a:ext uri="{FF2B5EF4-FFF2-40B4-BE49-F238E27FC236}">
                <a16:creationId xmlns:a16="http://schemas.microsoft.com/office/drawing/2014/main" id="{184B45DF-E555-DD42-02C7-280180F9BD72}"/>
              </a:ext>
            </a:extLst>
          </p:cNvPr>
          <p:cNvSpPr>
            <a:spLocks noGrp="1" noChangeArrowheads="1"/>
          </p:cNvSpPr>
          <p:nvPr>
            <p:ph type="title"/>
          </p:nvPr>
        </p:nvSpPr>
        <p:spPr>
          <a:xfrm>
            <a:off x="800100" y="228600"/>
            <a:ext cx="6862763" cy="373063"/>
          </a:xfrm>
        </p:spPr>
        <p:txBody>
          <a:bodyPr/>
          <a:lstStyle/>
          <a:p>
            <a:r>
              <a:rPr lang="zh-CN" altLang="en-US">
                <a:ea typeface="宋体" panose="02010600030101010101" pitchFamily="2" charset="-122"/>
              </a:rPr>
              <a:t>本章第</a:t>
            </a:r>
            <a:r>
              <a:rPr lang="en-US" altLang="zh-CN">
                <a:ea typeface="宋体" panose="02010600030101010101" pitchFamily="2" charset="-122"/>
              </a:rPr>
              <a:t>5~7</a:t>
            </a:r>
            <a:r>
              <a:rPr lang="zh-CN" altLang="en-US">
                <a:ea typeface="宋体" panose="02010600030101010101" pitchFamily="2" charset="-122"/>
              </a:rPr>
              <a:t>讲总结</a:t>
            </a:r>
            <a:r>
              <a:rPr lang="en-US" altLang="zh-CN">
                <a:ea typeface="宋体" panose="02010600030101010101" pitchFamily="2" charset="-122"/>
              </a:rPr>
              <a:t>5</a:t>
            </a:r>
          </a:p>
        </p:txBody>
      </p:sp>
      <p:sp>
        <p:nvSpPr>
          <p:cNvPr id="350211" name="Rectangle 3">
            <a:extLst>
              <a:ext uri="{FF2B5EF4-FFF2-40B4-BE49-F238E27FC236}">
                <a16:creationId xmlns:a16="http://schemas.microsoft.com/office/drawing/2014/main" id="{F13D9742-182D-5DB8-3E95-0DB5A909CA0D}"/>
              </a:ext>
            </a:extLst>
          </p:cNvPr>
          <p:cNvSpPr>
            <a:spLocks noGrp="1" noChangeArrowheads="1"/>
          </p:cNvSpPr>
          <p:nvPr>
            <p:ph idx="1"/>
          </p:nvPr>
        </p:nvSpPr>
        <p:spPr>
          <a:xfrm>
            <a:off x="358775" y="630238"/>
            <a:ext cx="8551863" cy="6170612"/>
          </a:xfrm>
        </p:spPr>
        <p:txBody>
          <a:bodyPr/>
          <a:lstStyle/>
          <a:p>
            <a:pPr>
              <a:lnSpc>
                <a:spcPct val="120000"/>
              </a:lnSpc>
              <a:spcBef>
                <a:spcPct val="40000"/>
              </a:spcBef>
            </a:pPr>
            <a:r>
              <a:rPr lang="zh-CN" altLang="en-US" sz="2000">
                <a:latin typeface="微软雅黑" panose="020B0503020204020204" pitchFamily="34" charset="-122"/>
                <a:ea typeface="微软雅黑" panose="020B0503020204020204" pitchFamily="34" charset="-122"/>
              </a:rPr>
              <a:t>控制冒险（控制相关）：返回指令、分支指令等可能改变顺序增量的</a:t>
            </a:r>
            <a:r>
              <a:rPr lang="en-US" altLang="zh-CN" sz="2000">
                <a:latin typeface="微软雅黑" panose="020B0503020204020204" pitchFamily="34" charset="-122"/>
                <a:ea typeface="微软雅黑" panose="020B0503020204020204" pitchFamily="34" charset="-122"/>
              </a:rPr>
              <a:t>PC</a:t>
            </a:r>
            <a:r>
              <a:rPr lang="zh-CN" altLang="en-US" sz="2000">
                <a:latin typeface="微软雅黑" panose="020B0503020204020204" pitchFamily="34" charset="-122"/>
                <a:ea typeface="微软雅黑" panose="020B0503020204020204" pitchFamily="34" charset="-122"/>
              </a:rPr>
              <a:t>值，由于获取转移目标地址的时间较长，使得在目标地址产生前已经有指令被取到流水线中，如果已经取出执行的指令不是正确的指令，则发生控制冒险。</a:t>
            </a:r>
          </a:p>
          <a:p>
            <a:pPr lvl="1">
              <a:lnSpc>
                <a:spcPct val="120000"/>
              </a:lnSpc>
            </a:pPr>
            <a:r>
              <a:rPr lang="zh-CN" altLang="en-US" sz="2000">
                <a:latin typeface="微软雅黑" panose="020B0503020204020204" pitchFamily="34" charset="-122"/>
                <a:ea typeface="微软雅黑" panose="020B0503020204020204" pitchFamily="34" charset="-122"/>
              </a:rPr>
              <a:t>软件阻塞：（如：编译器）在控制相关指令后面插入</a:t>
            </a:r>
            <a:r>
              <a:rPr lang="en-US" altLang="zh-CN" sz="2000">
                <a:latin typeface="微软雅黑" panose="020B0503020204020204" pitchFamily="34" charset="-122"/>
                <a:ea typeface="微软雅黑" panose="020B0503020204020204" pitchFamily="34" charset="-122"/>
              </a:rPr>
              <a:t>nop</a:t>
            </a:r>
            <a:r>
              <a:rPr lang="zh-CN" altLang="en-US" sz="2000">
                <a:latin typeface="微软雅黑" panose="020B0503020204020204" pitchFamily="34" charset="-122"/>
                <a:ea typeface="微软雅黑" panose="020B0503020204020204" pitchFamily="34" charset="-122"/>
              </a:rPr>
              <a:t>指令</a:t>
            </a:r>
          </a:p>
          <a:p>
            <a:pPr lvl="1">
              <a:lnSpc>
                <a:spcPct val="120000"/>
              </a:lnSpc>
            </a:pPr>
            <a:r>
              <a:rPr lang="zh-CN" altLang="en-US" sz="2000">
                <a:latin typeface="微软雅黑" panose="020B0503020204020204" pitchFamily="34" charset="-122"/>
                <a:ea typeface="微软雅黑" panose="020B0503020204020204" pitchFamily="34" charset="-122"/>
              </a:rPr>
              <a:t>硬件阻塞：在控制相关指令后面的指令被取出前插入“气泡”，使流水线停顿若干时钟，直到控制相关指令得到正确的</a:t>
            </a:r>
            <a:r>
              <a:rPr lang="en-US" altLang="zh-CN" sz="2000">
                <a:latin typeface="微软雅黑" panose="020B0503020204020204" pitchFamily="34" charset="-122"/>
                <a:ea typeface="微软雅黑" panose="020B0503020204020204" pitchFamily="34" charset="-122"/>
              </a:rPr>
              <a:t>PC</a:t>
            </a:r>
            <a:r>
              <a:rPr lang="zh-CN" altLang="en-US" sz="2000">
                <a:latin typeface="微软雅黑" panose="020B0503020204020204" pitchFamily="34" charset="-122"/>
                <a:ea typeface="微软雅黑" panose="020B0503020204020204" pitchFamily="34" charset="-122"/>
              </a:rPr>
              <a:t>值为止</a:t>
            </a:r>
          </a:p>
          <a:p>
            <a:pPr lvl="1">
              <a:lnSpc>
                <a:spcPct val="120000"/>
              </a:lnSpc>
            </a:pPr>
            <a:r>
              <a:rPr lang="zh-CN" altLang="en-US" sz="2000">
                <a:latin typeface="微软雅黑" panose="020B0503020204020204" pitchFamily="34" charset="-122"/>
                <a:ea typeface="微软雅黑" panose="020B0503020204020204" pitchFamily="34" charset="-122"/>
              </a:rPr>
              <a:t>采用“分支预测”技术。简单（静态）地预测每次分支结果都一样，或根据分支指令执行历史进行动态预测，动态预测能达到</a:t>
            </a:r>
            <a:r>
              <a:rPr lang="en-US" altLang="zh-CN" sz="2000">
                <a:latin typeface="微软雅黑" panose="020B0503020204020204" pitchFamily="34" charset="-122"/>
                <a:ea typeface="微软雅黑" panose="020B0503020204020204" pitchFamily="34" charset="-122"/>
              </a:rPr>
              <a:t>90%</a:t>
            </a:r>
            <a:r>
              <a:rPr lang="zh-CN" altLang="en-US" sz="2000">
                <a:latin typeface="微软雅黑" panose="020B0503020204020204" pitchFamily="34" charset="-122"/>
                <a:ea typeface="微软雅黑" panose="020B0503020204020204" pitchFamily="34" charset="-122"/>
              </a:rPr>
              <a:t>以上的成功率</a:t>
            </a:r>
          </a:p>
          <a:p>
            <a:pPr lvl="1">
              <a:lnSpc>
                <a:spcPct val="120000"/>
              </a:lnSpc>
            </a:pPr>
            <a:r>
              <a:rPr lang="zh-CN" altLang="en-US" sz="2000">
                <a:latin typeface="微软雅黑" panose="020B0503020204020204" pitchFamily="34" charset="-122"/>
                <a:ea typeface="微软雅黑" panose="020B0503020204020204" pitchFamily="34" charset="-122"/>
              </a:rPr>
              <a:t>采用延迟分支技术。将前面一条与分支指令无关的指令放到分支指令后面执行，这样，流水线不会发生阻塞现象。这种对指令顺序进行调整的工作在程序编译阶段完成</a:t>
            </a:r>
            <a:endParaRPr lang="en-US" altLang="zh-CN" sz="2000">
              <a:latin typeface="微软雅黑" panose="020B0503020204020204" pitchFamily="34" charset="-122"/>
              <a:ea typeface="微软雅黑" panose="020B0503020204020204" pitchFamily="34" charset="-122"/>
            </a:endParaRPr>
          </a:p>
          <a:p>
            <a:pPr lvl="1">
              <a:lnSpc>
                <a:spcPct val="120000"/>
              </a:lnSpc>
            </a:pPr>
            <a:r>
              <a:rPr lang="zh-CN" altLang="en-US" sz="2000">
                <a:latin typeface="微软雅黑" panose="020B0503020204020204" pitchFamily="34" charset="-122"/>
                <a:ea typeface="微软雅黑" panose="020B0503020204020204" pitchFamily="34" charset="-122"/>
              </a:rPr>
              <a:t>异常和中断是一种特殊的控制冒险，在流水线中的异常</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中断机制的实现具有挑战性</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0211">
                                            <p:txEl>
                                              <p:pRg st="1" end="1"/>
                                            </p:txEl>
                                          </p:spTgt>
                                        </p:tgtEl>
                                        <p:attrNameLst>
                                          <p:attrName>style.visibility</p:attrName>
                                        </p:attrNameLst>
                                      </p:cBhvr>
                                      <p:to>
                                        <p:strVal val="visible"/>
                                      </p:to>
                                    </p:set>
                                    <p:animEffect transition="in" filter="blinds(horizontal)">
                                      <p:cBhvr>
                                        <p:cTn id="7" dur="500"/>
                                        <p:tgtEl>
                                          <p:spTgt spid="35021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0211">
                                            <p:txEl>
                                              <p:pRg st="2" end="2"/>
                                            </p:txEl>
                                          </p:spTgt>
                                        </p:tgtEl>
                                        <p:attrNameLst>
                                          <p:attrName>style.visibility</p:attrName>
                                        </p:attrNameLst>
                                      </p:cBhvr>
                                      <p:to>
                                        <p:strVal val="visible"/>
                                      </p:to>
                                    </p:set>
                                    <p:animEffect transition="in" filter="blinds(horizontal)">
                                      <p:cBhvr>
                                        <p:cTn id="12" dur="500"/>
                                        <p:tgtEl>
                                          <p:spTgt spid="35021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50211">
                                            <p:txEl>
                                              <p:pRg st="3" end="3"/>
                                            </p:txEl>
                                          </p:spTgt>
                                        </p:tgtEl>
                                        <p:attrNameLst>
                                          <p:attrName>style.visibility</p:attrName>
                                        </p:attrNameLst>
                                      </p:cBhvr>
                                      <p:to>
                                        <p:strVal val="visible"/>
                                      </p:to>
                                    </p:set>
                                    <p:animEffect transition="in" filter="blinds(horizontal)">
                                      <p:cBhvr>
                                        <p:cTn id="17" dur="500"/>
                                        <p:tgtEl>
                                          <p:spTgt spid="35021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50211">
                                            <p:txEl>
                                              <p:pRg st="4" end="4"/>
                                            </p:txEl>
                                          </p:spTgt>
                                        </p:tgtEl>
                                        <p:attrNameLst>
                                          <p:attrName>style.visibility</p:attrName>
                                        </p:attrNameLst>
                                      </p:cBhvr>
                                      <p:to>
                                        <p:strVal val="visible"/>
                                      </p:to>
                                    </p:set>
                                    <p:animEffect transition="in" filter="blinds(horizontal)">
                                      <p:cBhvr>
                                        <p:cTn id="22" dur="500"/>
                                        <p:tgtEl>
                                          <p:spTgt spid="35021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50211">
                                            <p:txEl>
                                              <p:pRg st="5" end="5"/>
                                            </p:txEl>
                                          </p:spTgt>
                                        </p:tgtEl>
                                        <p:attrNameLst>
                                          <p:attrName>style.visibility</p:attrName>
                                        </p:attrNameLst>
                                      </p:cBhvr>
                                      <p:to>
                                        <p:strVal val="visible"/>
                                      </p:to>
                                    </p:set>
                                    <p:animEffect transition="in" filter="blinds(horizontal)">
                                      <p:cBhvr>
                                        <p:cTn id="27" dur="500"/>
                                        <p:tgtEl>
                                          <p:spTgt spid="3502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ecture1">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lecture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6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6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lecture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cture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ecture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cture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cture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cture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ecture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lecture1">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lecture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6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6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lecture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cture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ecture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cture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cture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cture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ecture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lecture1">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lecture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6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6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lecture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cture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ecture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cture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cture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cture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ecture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Macintosh HD:User Folder:C152 Spring95:lecture1</Template>
  <TotalTime>2184118655</TotalTime>
  <Pages>42</Pages>
  <Words>23499</Words>
  <Application>Microsoft Office PowerPoint</Application>
  <PresentationFormat>全屏显示(4:3)</PresentationFormat>
  <Paragraphs>3216</Paragraphs>
  <Slides>106</Slides>
  <Notes>69</Notes>
  <HiddenSlides>0</HiddenSlides>
  <MMClips>0</MMClips>
  <ScaleCrop>false</ScaleCrop>
  <HeadingPairs>
    <vt:vector size="8" baseType="variant">
      <vt:variant>
        <vt:lpstr>已用的字体</vt:lpstr>
      </vt:variant>
      <vt:variant>
        <vt:i4>10</vt:i4>
      </vt:variant>
      <vt:variant>
        <vt:lpstr>主题</vt:lpstr>
      </vt:variant>
      <vt:variant>
        <vt:i4>3</vt:i4>
      </vt:variant>
      <vt:variant>
        <vt:lpstr>嵌入 OLE 服务器</vt:lpstr>
      </vt:variant>
      <vt:variant>
        <vt:i4>2</vt:i4>
      </vt:variant>
      <vt:variant>
        <vt:lpstr>幻灯片标题</vt:lpstr>
      </vt:variant>
      <vt:variant>
        <vt:i4>106</vt:i4>
      </vt:variant>
    </vt:vector>
  </HeadingPairs>
  <TitlesOfParts>
    <vt:vector size="121" baseType="lpstr">
      <vt:lpstr>Arial</vt:lpstr>
      <vt:lpstr>宋体</vt:lpstr>
      <vt:lpstr>Wingdings</vt:lpstr>
      <vt:lpstr>Times New Roman</vt:lpstr>
      <vt:lpstr>黑体</vt:lpstr>
      <vt:lpstr>微软雅黑</vt:lpstr>
      <vt:lpstr>方正舒体</vt:lpstr>
      <vt:lpstr>Arial Unicode MS</vt:lpstr>
      <vt:lpstr>华光细黑_CNKI</vt:lpstr>
      <vt:lpstr>华文宋体</vt:lpstr>
      <vt:lpstr>lecture1</vt:lpstr>
      <vt:lpstr>1_lecture1</vt:lpstr>
      <vt:lpstr>2_lecture1</vt:lpstr>
      <vt:lpstr>Microsoft Excel Chart</vt:lpstr>
      <vt:lpstr>Paintbrush Picture</vt:lpstr>
      <vt:lpstr>PowerPoint 演示文稿</vt:lpstr>
      <vt:lpstr>第五讲  流水线数据通路和控制</vt:lpstr>
      <vt:lpstr>一个日常生活中的例子—洗衣服</vt:lpstr>
      <vt:lpstr>Sequential Laundry（串行方式）</vt:lpstr>
      <vt:lpstr>Pipelined Laundry: (Start work ASAP)</vt:lpstr>
      <vt:lpstr>回顾：单周期数据通路中的关键路径</vt:lpstr>
      <vt:lpstr>复习：Load指令的5个阶段</vt:lpstr>
      <vt:lpstr>单周期指令模型与流水模型的性能比较</vt:lpstr>
      <vt:lpstr>流水线指令集的设计</vt:lpstr>
      <vt:lpstr>R-type指令的4个阶段</vt:lpstr>
      <vt:lpstr>Load指令的流水线</vt:lpstr>
      <vt:lpstr>含R-type和 Load 指令的流水线</vt:lpstr>
      <vt:lpstr> R-type的Wr操作延后一个周期执行</vt:lpstr>
      <vt:lpstr>Store指令的四个阶段</vt:lpstr>
      <vt:lpstr> I-type的运算类型指令</vt:lpstr>
      <vt:lpstr> U-type的运算类型指令</vt:lpstr>
      <vt:lpstr>Beq的四个阶段</vt:lpstr>
      <vt:lpstr>J型的四个阶段</vt:lpstr>
      <vt:lpstr>A Pipelined Datapath（五阶段流水线数据通路）</vt:lpstr>
      <vt:lpstr>取指令（IF）阶段</vt:lpstr>
      <vt:lpstr>取指令部件 IUnit的设计</vt:lpstr>
      <vt:lpstr>译码/取数（Reg/Dec）阶段</vt:lpstr>
      <vt:lpstr>译码/取数（Reg/Dec）阶段</vt:lpstr>
      <vt:lpstr>Load指令的地址计算阶段</vt:lpstr>
      <vt:lpstr>执行部件（Exec Unit）的设计</vt:lpstr>
      <vt:lpstr>执行部件（Exec Unit）的设计：lw和sw</vt:lpstr>
      <vt:lpstr>执行部件（Exec Unit）的设计：ori指令（I型）</vt:lpstr>
      <vt:lpstr>执行部件（Exec Unit）的设计：R型指令</vt:lpstr>
      <vt:lpstr>执行部件（Exec Unit）的设计：U型指令</vt:lpstr>
      <vt:lpstr>执行部件（Exec Unit）的设计：B型指令</vt:lpstr>
      <vt:lpstr>执行部件（Exec Unit）的设计：J型指令</vt:lpstr>
      <vt:lpstr>Load指令的存储器读(M)周期</vt:lpstr>
      <vt:lpstr>Load指令的回写（Write Back）阶段</vt:lpstr>
      <vt:lpstr>流水线中的Control Signals如何获得?</vt:lpstr>
      <vt:lpstr>Load指令:流水线中的控制信号</vt:lpstr>
      <vt:lpstr>流水线中的Control Signals</vt:lpstr>
      <vt:lpstr>控制逻辑的设计</vt:lpstr>
      <vt:lpstr>流水线举例：考察流水线DataPath的数据流动情况</vt:lpstr>
      <vt:lpstr>第一周期结束时的状态：</vt:lpstr>
      <vt:lpstr>第二周期结束时的状态：</vt:lpstr>
      <vt:lpstr>第三周期结束时的状态：</vt:lpstr>
      <vt:lpstr>第四周期结束时的状态：</vt:lpstr>
      <vt:lpstr>第五周期结束时的状态：</vt:lpstr>
      <vt:lpstr>第六周期结束时的状态：</vt:lpstr>
      <vt:lpstr>第七周期结束时的状态：</vt:lpstr>
      <vt:lpstr>总结前面的流水线执行过程</vt:lpstr>
      <vt:lpstr>转移分支指令(Branch)引起的“延迟”现象</vt:lpstr>
      <vt:lpstr>装入指令(Load)引起的“延迟”现象</vt:lpstr>
      <vt:lpstr>PowerPoint 演示文稿</vt:lpstr>
      <vt:lpstr>Load指令:流水线中的控制信号</vt:lpstr>
      <vt:lpstr>WB阶段的开始: 存在一个实际的问题！</vt:lpstr>
      <vt:lpstr>流水线中的“竞争”问题</vt:lpstr>
      <vt:lpstr>回顾：多周期处理器中的Store指令</vt:lpstr>
      <vt:lpstr>寄存器组的同步和存储器的同步</vt:lpstr>
      <vt:lpstr>第五讲小结</vt:lpstr>
      <vt:lpstr>第六讲 流水线冒险的处理</vt:lpstr>
      <vt:lpstr>PowerPoint 演示文稿</vt:lpstr>
      <vt:lpstr>Structural Hazard（结构冒险）现象</vt:lpstr>
      <vt:lpstr>Structural Hazard的解决方法</vt:lpstr>
      <vt:lpstr>Data Hazard现象</vt:lpstr>
      <vt:lpstr>Data Hazard on r1</vt:lpstr>
      <vt:lpstr>Data Hazard现象</vt:lpstr>
      <vt:lpstr>数据冒险的解决方法</vt:lpstr>
      <vt:lpstr>方案1: 在硬件上采取措施，使相关指令延迟执行</vt:lpstr>
      <vt:lpstr>方案 2: 软件上插入无关指令</vt:lpstr>
      <vt:lpstr>方案3:  同一周期内寄存器堆先写后读</vt:lpstr>
      <vt:lpstr>方案4:  利用DataPath中的中间数据：转发+阻塞</vt:lpstr>
      <vt:lpstr>回顾: Load指令引起的延迟现象</vt:lpstr>
      <vt:lpstr>“Forwarding”技术使Load-use冒险只需延迟一个周期 </vt:lpstr>
      <vt:lpstr>方案5：编译器进行指令顺序调整来解决数据冒险</vt:lpstr>
      <vt:lpstr>编译器优化以避免阻塞的情况调查:</vt:lpstr>
      <vt:lpstr>Control Hazard的解决方法</vt:lpstr>
      <vt:lpstr>方案1: 在硬件上采取措施，使相关指令延迟执行</vt:lpstr>
      <vt:lpstr>方案 2: 软件上插入无关指令</vt:lpstr>
      <vt:lpstr>方案3: 分支预测——简单（静态）分支预测方法</vt:lpstr>
      <vt:lpstr>预测指令失败情况</vt:lpstr>
      <vt:lpstr>方案3: 分支预测——简单（静态）分支预测方法</vt:lpstr>
      <vt:lpstr>方案3: 分支预测——动态分支预测方法</vt:lpstr>
      <vt:lpstr>分支历史记录表BHT（或BTB、BPB）</vt:lpstr>
      <vt:lpstr>方案4： 延迟分支（分支延迟时间片的调度）</vt:lpstr>
      <vt:lpstr>另一种控制冒险：异常和中断</vt:lpstr>
      <vt:lpstr>三种处理器实现方式的比较</vt:lpstr>
      <vt:lpstr>三种处理器实现方式的比较</vt:lpstr>
      <vt:lpstr>三种处理器实现方式的比较</vt:lpstr>
      <vt:lpstr>第六讲小结</vt:lpstr>
      <vt:lpstr>第七讲 高级流水线技术</vt:lpstr>
      <vt:lpstr>提高性能措施—实现指令级并行</vt:lpstr>
      <vt:lpstr>实现多发射技术的基础—推测</vt:lpstr>
      <vt:lpstr>静态多发射处理器</vt:lpstr>
      <vt:lpstr>静态多发射处理器实例</vt:lpstr>
      <vt:lpstr>2发射流水线数据通路（蓝色是增加部分）</vt:lpstr>
      <vt:lpstr>2发射流水线的特点</vt:lpstr>
      <vt:lpstr>例：2发射指令调度</vt:lpstr>
      <vt:lpstr>用“循环展开”技术进行指令调度</vt:lpstr>
      <vt:lpstr>用“循环展开”技术进行指令调度</vt:lpstr>
      <vt:lpstr>循环展开后的偏移量</vt:lpstr>
      <vt:lpstr>动态多发射处理器</vt:lpstr>
      <vt:lpstr>动态流水线调度的通用模型</vt:lpstr>
      <vt:lpstr>功能单元的性能</vt:lpstr>
      <vt:lpstr>动态流水线的几种执行模式</vt:lpstr>
      <vt:lpstr>第七讲小结</vt:lpstr>
      <vt:lpstr>本章第5~7讲总结1</vt:lpstr>
      <vt:lpstr>本章第5~7讲总结2</vt:lpstr>
      <vt:lpstr>本章第5~7讲总结3</vt:lpstr>
      <vt:lpstr>本章第5~7讲总结4</vt:lpstr>
      <vt:lpstr>本章第5~7讲总结5</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Designing a Pipeline Processor</dc:subject>
  <dc:creator>CFYUAN</dc:creator>
  <cp:keywords/>
  <dc:description/>
  <cp:lastModifiedBy>思涵 沈</cp:lastModifiedBy>
  <cp:revision>978</cp:revision>
  <cp:lastPrinted>1999-10-25T19:18:20Z</cp:lastPrinted>
  <dcterms:created xsi:type="dcterms:W3CDTF">1996-09-09T11:47:24Z</dcterms:created>
  <dcterms:modified xsi:type="dcterms:W3CDTF">2025-04-21T11:56:42Z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r8>2</vt:r8>
  </property>
  <property fmtid="{D5CDD505-2E9C-101B-9397-08002B2CF9AE}" pid="3" name="GraphicType">
    <vt:r8>2</vt:r8>
  </property>
  <property fmtid="{D5CDD505-2E9C-101B-9397-08002B2CF9AE}" pid="4" name="Compression">
    <vt:r8>100</vt:r8>
  </property>
  <property fmtid="{D5CDD505-2E9C-101B-9397-08002B2CF9AE}" pid="5" name="ScreenSize">
    <vt:r8>2</vt:r8>
  </property>
  <property fmtid="{D5CDD505-2E9C-101B-9397-08002B2CF9AE}" pid="6" name="ScreenUsage">
    <vt:r8>2</vt:r8>
  </property>
  <property fmtid="{D5CDD505-2E9C-101B-9397-08002B2CF9AE}" pid="7" name="MailAddress">
    <vt:lpwstr>vipin@eng.wayne.edu</vt:lpwstr>
  </property>
  <property fmtid="{D5CDD505-2E9C-101B-9397-08002B2CF9AE}" pid="8" name="HomePage">
    <vt:lpwstr>http://www.pdcl.eng.wayne.edu/~vipin</vt:lpwstr>
  </property>
  <property fmtid="{D5CDD505-2E9C-101B-9397-08002B2CF9AE}" pid="9" name="Other">
    <vt:lpwstr>Vipin Chaudhary_x000d_
Dept. of Electrical &amp; Computer Engineering_x000d_
Wayne State University</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r8>15132390</vt:r8>
  </property>
  <property fmtid="{D5CDD505-2E9C-101B-9397-08002B2CF9AE}" pid="14" name="TextColor">
    <vt:r8>0</vt:r8>
  </property>
  <property fmtid="{D5CDD505-2E9C-101B-9397-08002B2CF9AE}" pid="15" name="LinkColor">
    <vt:r8>16711782</vt:r8>
  </property>
  <property fmtid="{D5CDD505-2E9C-101B-9397-08002B2CF9AE}" pid="16" name="VisitedColor">
    <vt:r8>10040268</vt:r8>
  </property>
  <property fmtid="{D5CDD505-2E9C-101B-9397-08002B2CF9AE}" pid="17" name="TransparentButton">
    <vt:r8>0</vt:r8>
  </property>
  <property fmtid="{D5CDD505-2E9C-101B-9397-08002B2CF9AE}" pid="18" name="ButtonType">
    <vt:r8>3</vt:r8>
  </property>
  <property fmtid="{D5CDD505-2E9C-101B-9397-08002B2CF9AE}" pid="19" name="ShowNotes">
    <vt:bool>true</vt:bool>
  </property>
  <property fmtid="{D5CDD505-2E9C-101B-9397-08002B2CF9AE}" pid="20" name="NavBtnPos">
    <vt:r8>1</vt:r8>
  </property>
  <property fmtid="{D5CDD505-2E9C-101B-9397-08002B2CF9AE}" pid="21" name="OutputDir">
    <vt:lpwstr>C:\WINDOWS\Desktop\VIPIN\WSU\ACADEMIC\COURSES\ECE468\SLIDES\web</vt:lpwstr>
  </property>
  <property fmtid="{D5CDD505-2E9C-101B-9397-08002B2CF9AE}" pid="22" name="ICV">
    <vt:lpwstr>CC44BC9E3C4049C98E2E36B8612D6D3B</vt:lpwstr>
  </property>
  <property fmtid="{D5CDD505-2E9C-101B-9397-08002B2CF9AE}" pid="23" name="KSOProductBuildVer">
    <vt:lpwstr>2052-11.1.0.11194</vt:lpwstr>
  </property>
</Properties>
</file>